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63" r:id="rId4"/>
    <p:sldId id="262" r:id="rId5"/>
    <p:sldId id="261" r:id="rId6"/>
    <p:sldId id="265" r:id="rId7"/>
    <p:sldId id="264" r:id="rId8"/>
    <p:sldId id="259" r:id="rId9"/>
    <p:sldId id="257" r:id="rId10"/>
    <p:sldId id="25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70340"/>
  </p:normalViewPr>
  <p:slideViewPr>
    <p:cSldViewPr snapToGrid="0">
      <p:cViewPr varScale="1">
        <p:scale>
          <a:sx n="88" d="100"/>
          <a:sy n="88" d="100"/>
        </p:scale>
        <p:origin x="1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829A3-997C-2746-A2D3-8A0F8FE6CA41}" type="datetimeFigureOut">
              <a:rPr lang="en-TW" smtClean="0"/>
              <a:t>5/15/25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A11F7-8D8A-D841-8723-F990CDA0F2E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4308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575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58369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40807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95844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23894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57981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A11F7-8D8A-D841-8723-F990CDA0F2E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19047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12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paper investigates sampling multiple actions per datapoint (per state) from a discrete parametric distribution, which is common in tasks like classification or natural language generation. In such settings, the samples can be drawn either with or without replacement.</a:t>
            </a:r>
          </a:p>
          <a:p>
            <a:endParaRPr lang="en-US" dirty="0"/>
          </a:p>
          <a:p>
            <a:r>
              <a:rPr lang="en-US" dirty="0"/>
              <a:t>For large action spaces, sampling with or without replacement yields nearly equivalent results, as the probability of duplicates is low.</a:t>
            </a:r>
          </a:p>
          <a:p>
            <a:endParaRPr lang="en-US" dirty="0"/>
          </a:p>
          <a:p>
            <a:r>
              <a:rPr lang="en-US" dirty="0"/>
              <a:t>However, in relatively small action spaces, the Gumbel-Top-𝑘 Trick provides an efficient alternative to </a:t>
            </a:r>
            <a:r>
              <a:rPr lang="en-US" dirty="0" err="1"/>
              <a:t>softmax</a:t>
            </a:r>
            <a:r>
              <a:rPr lang="en-US" dirty="0"/>
              <a:t>-based sampling without replacement, which otherwise would require recalculating and renormalizing the distribution after each sample.</a:t>
            </a:r>
          </a:p>
          <a:p>
            <a:endParaRPr lang="en-US" dirty="0"/>
          </a:p>
          <a:p>
            <a:r>
              <a:rPr lang="en-US" dirty="0"/>
              <a:t>Moreover, for sequence models with exponentially large output spaces, Stochastic Beam Search serves as a practical extension of the Gumbel-Top-k Trick, allowing efficient and probabilistically correct sampling of diverse output sequences.</a:t>
            </a:r>
          </a:p>
          <a:p>
            <a:endParaRPr lang="en-US" dirty="0"/>
          </a:p>
          <a:p>
            <a:r>
              <a:rPr lang="en-US" dirty="0"/>
              <a:t>The Gumbel-Top-k Trick ensures sampling without replacement, preserving the correct marginal probabilities, and is computationally attractive for small discrete spaces.</a:t>
            </a:r>
          </a:p>
          <a:p>
            <a:endParaRPr lang="en-US" dirty="0"/>
          </a:p>
          <a:p>
            <a:r>
              <a:rPr lang="en-US" dirty="0"/>
              <a:t>Stochastic Beam Search leverages this idea to efficiently explore diverse sequence hypotheses in structured prediction tasks.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78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without replacement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select the top k</a:t>
            </a:r>
          </a:p>
          <a:p>
            <a:r>
              <a:rPr lang="en-US" dirty="0"/>
              <a:t>benefit of </a:t>
            </a:r>
            <a:r>
              <a:rPr lang="en-US" dirty="0" err="1"/>
              <a:t>gumbel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10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62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52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88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37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7AAA3-76E8-DC47-94FF-F4891D5FB2B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46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42D-1B1F-A4D8-D8CE-4C1F9F250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BB442-E15E-E001-D8B3-0191AF548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D9AC-A038-9EA6-D46C-213899EC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D1CD6-7BC2-A1F2-1374-6E141A69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D7F1-5816-F10D-47BB-4AE488BF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5654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3F31-2AEE-90A9-6019-64A6E2C2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7F5CC-AC2B-DB7E-DD31-C5F22F93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6ED7-C721-43D5-8ADD-63602240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74C3C-AE75-6C90-C212-954FE52D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0FBD6-1939-528F-13BD-8A4D1C08B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547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0477-38CA-6EB2-FDF3-7F4CCC79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8FF43-6804-BDCA-C71F-DDBD4137B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EA731-2AB0-4D7B-ABD5-4830708C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A67DF-C93E-C52A-9DEC-57B36D2F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B3BE-96B3-710A-A5BF-06BB12EB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5549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DF18-D931-D4F8-BED5-5E41348F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10268-E32D-3E9C-3863-EC4732460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F6E78-B86E-9655-E86A-59A8C2EE9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7E363-896D-BDC8-1AF0-FBC747DC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9D2AA-53B2-A5B8-7E62-88D27C9B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3576F-4C99-84A2-6456-6582D524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7747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0E3E-F1B3-E8A0-1F0D-A268FF91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B7D51-8954-5A57-452A-8579D9BC7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21B62-D3A7-CEDC-40C2-B8599A39A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4739C-1807-0672-64E6-65F0EBA98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B203A-3D49-4489-9C19-65339E2FF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01F25-A6C4-6889-D760-C9D7157E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F3109-AA00-739A-2E5D-556B341E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3AD04-974D-F334-FA42-6A488DC6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6363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492A1-BA9F-E278-8BE1-FF2B7A96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75EEB-3CC6-16BE-4FD8-54D3BCE0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126B1-C1E4-C8D1-9247-6CCB6329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1AE8F-879F-0E75-B1F0-12092C3F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768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B14A2-F50A-F648-B238-FC38D609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C6418-EE76-9855-A333-2DDF4E98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D951-5501-DB29-0355-9ABA55DA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3824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4BF5-0D5A-0ACB-8271-62805953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C080-A1BE-2568-7F79-CCA138EC9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F1E0-459A-7B62-888C-8C28F12CD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6E1EA-5567-696E-2239-167F1001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5333-E97A-D1FF-4D59-C813C714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50FA8-7B83-F25D-6C93-9AF0F3B8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0653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5F51-23A5-B91F-6DC6-8FE7EDA2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E1B8AF-01E9-EB36-2E4F-53A66A1AF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A2D5B-8321-B80C-073E-B51A6F575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BAB8B-5AB2-DBA7-FF87-A0F281C0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631A1-8D5A-CA38-7DD2-E270DFF5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F025A-51E3-97A2-507F-4CA821D2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7823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7147-AA53-AE76-FDC1-6306BE41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F0DF3-3A0F-EA28-3B6E-975D7A3DF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3297B-5A38-060A-858C-7553389C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61D54-AD8C-A866-90C2-C3203219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60CA1-4BD5-8664-56E9-B4D6166C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07955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27CE6-39E2-3417-0CF8-71192239A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235B9-9EF6-B5C9-0F94-DA8A65EC7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DF7B4-6111-7419-7829-BC8DF213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6016-CB4A-7A7B-AC91-727F29D7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2182B-9A38-778E-3629-C69E2FF6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2243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1F1F3-B912-E76C-C252-F3A837F1B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CF3FD-6320-D3F9-8E1D-53BA05215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8008-849F-3569-F863-706F4CB17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E7071-CB2B-7F4E-AB7C-74E92064AE69}" type="datetimeFigureOut">
              <a:rPr lang="en-TW" smtClean="0"/>
              <a:t>5/15/25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18577-E21E-C0B5-1968-5FFFCA507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42D09-6910-9E62-B1FE-48C8BC35F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C2735-44BD-F04B-AF5D-69C062210D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285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FBD1-F09C-830A-7785-740BBFFF9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8"/>
            <a:ext cx="9144000" cy="153329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4 REINFORCE SAMPLES, 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BASELINE FOR FREE!</a:t>
            </a:r>
            <a:endParaRPr lang="en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E9FBC-ECFB-CC75-7CA0-EB0DD72BD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5053" y="3655928"/>
            <a:ext cx="2966224" cy="1655762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Wouter Kool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Amsterdam ORTEC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w.w.m.kool@uva.nl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8E19E-4AE1-80A8-48B8-772EBC8A64E7}"/>
              </a:ext>
            </a:extLst>
          </p:cNvPr>
          <p:cNvSpPr txBox="1"/>
          <p:nvPr/>
        </p:nvSpPr>
        <p:spPr>
          <a:xfrm>
            <a:off x="1405053" y="923772"/>
            <a:ext cx="9381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2019 workshop: Deep RL Meets Structured Prediction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891F5-EFC4-F2F8-8476-BCDFB1C89278}"/>
              </a:ext>
            </a:extLst>
          </p:cNvPr>
          <p:cNvSpPr txBox="1"/>
          <p:nvPr/>
        </p:nvSpPr>
        <p:spPr>
          <a:xfrm>
            <a:off x="3458270" y="5749562"/>
            <a:ext cx="527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7: Chen-Fang Hu,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Kai-Yuan Jeng,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Pei-Hsun Wu</a:t>
            </a:r>
            <a:endParaRPr lang="en-TW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0BE4F81-BC1C-B403-ADE4-488B6FF03BA8}"/>
              </a:ext>
            </a:extLst>
          </p:cNvPr>
          <p:cNvSpPr txBox="1">
            <a:spLocks/>
          </p:cNvSpPr>
          <p:nvPr/>
        </p:nvSpPr>
        <p:spPr>
          <a:xfrm>
            <a:off x="7824146" y="3655928"/>
            <a:ext cx="2962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Welling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Amsterdam CIFAR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m.welling@uva.nl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5EFCED1-ACE0-9F9D-6565-E58605E96843}"/>
              </a:ext>
            </a:extLst>
          </p:cNvPr>
          <p:cNvSpPr txBox="1">
            <a:spLocks/>
          </p:cNvSpPr>
          <p:nvPr/>
        </p:nvSpPr>
        <p:spPr>
          <a:xfrm>
            <a:off x="4616311" y="3655928"/>
            <a:ext cx="2962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Herke van Hoof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Amsterdam</a:t>
            </a:r>
          </a:p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h.c.vanhoof@uva.nl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87B15E-7BED-CE8D-F7BE-88E5E7F8280A}"/>
              </a:ext>
            </a:extLst>
          </p:cNvPr>
          <p:cNvSpPr txBox="1"/>
          <p:nvPr/>
        </p:nvSpPr>
        <p:spPr>
          <a:xfrm>
            <a:off x="4657491" y="6279767"/>
            <a:ext cx="2877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*Listed in alphabetical order by last name.</a:t>
            </a:r>
            <a:endParaRPr lang="en-T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C5A816F8-8937-61B2-79D4-E2913B8A86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645"/>
    </mc:Choice>
    <mc:Fallback xmlns="">
      <p:transition spd="slow" advTm="21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E730-8030-E930-C9AB-7D0BD970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A782-31F5-5102-96EC-AA256C80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Vision-Language Models for Action Prediction in Autonomous Driving</a:t>
            </a:r>
            <a:endParaRPr lang="en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EB66-0EF6-F5FB-23AF-CB8E8229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 and Motivation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Vision-Language Models (VLMs)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structured outputs from video inputs.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commands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language-based justifications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simultaneously.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challenges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safety, interpretability, and generalization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autonomous driving.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AD (E2E-AD)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</a:pP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Audio 52">
            <a:extLst>
              <a:ext uri="{FF2B5EF4-FFF2-40B4-BE49-F238E27FC236}">
                <a16:creationId xmlns:a16="http://schemas.microsoft.com/office/drawing/2014/main" id="{E38A5B8D-3B1C-78F7-C7B9-0B08174BA1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21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01"/>
    </mc:Choice>
    <mc:Fallback xmlns="">
      <p:transition spd="slow" advTm="548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9C7-9005-2061-99D2-787E04F7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Vision-Language Models for Action Prediction in Autonomous Driving</a:t>
            </a:r>
            <a:endParaRPr lang="en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DD508-1AE4-2CA2-7435-1C521E400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47709"/>
            <a:ext cx="5157787" cy="82391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65DD0-04CE-704F-B1C0-E71561688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71621"/>
            <a:ext cx="5157787" cy="36845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VLMs require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impractical for real-time driving.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VLMs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JSON) directly from visuals.</a:t>
            </a:r>
          </a:p>
          <a:p>
            <a:pPr>
              <a:lnSpc>
                <a:spcPct val="150000"/>
              </a:lnSpc>
            </a:pPr>
            <a:endParaRPr lang="en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33F99-F3E2-7C60-4ED5-7FE9A14813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47709"/>
            <a:ext cx="5183188" cy="82391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 3-Stage Fine-Tuning via RL</a:t>
            </a: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51D61-C7C5-7370-D16A-5D47BA1D6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71621"/>
            <a:ext cx="5183188" cy="36845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 VLMs to process video inputs and generate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outputs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frames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reasoning mechanisms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decisions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 VLMs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(JSON format).</a:t>
            </a:r>
          </a:p>
          <a:p>
            <a:pPr>
              <a:lnSpc>
                <a:spcPct val="150000"/>
              </a:lnSpc>
            </a:pPr>
            <a:endParaRPr lang="en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Audio 56">
            <a:extLst>
              <a:ext uri="{FF2B5EF4-FFF2-40B4-BE49-F238E27FC236}">
                <a16:creationId xmlns:a16="http://schemas.microsoft.com/office/drawing/2014/main" id="{8674385C-0DAE-3AFC-63D0-4240E3A5D2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9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018"/>
    </mc:Choice>
    <mc:Fallback xmlns="">
      <p:transition spd="slow" advTm="1790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A9B6-5039-5747-402E-FAEBE0B1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A30E-D6B0-387B-CBDB-1219EC74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Vision-Language Models for Action Prediction in Autonomous Driving</a:t>
            </a:r>
            <a:endParaRPr lang="en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A49B0-51F3-A960-0F0F-F50BC3AFE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 Setup: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frames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actions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selections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Optimization: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Self-Critical Sequence Training (SCST)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stability.</a:t>
            </a:r>
          </a:p>
          <a:p>
            <a:pPr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Signals: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Alignment Reward (R1)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video content and text descriptions.</a:t>
            </a:r>
          </a:p>
          <a:p>
            <a:pPr lvl="1" algn="just"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Action-Reasoning Reward (R2)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Validates actionable commands and reasoning quality.</a:t>
            </a:r>
          </a:p>
          <a:p>
            <a:pPr lvl="1" algn="just">
              <a:lnSpc>
                <a:spcPct val="16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Structure-Formatting Reward (R3)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format and semantic consistency.</a:t>
            </a:r>
          </a:p>
          <a:p>
            <a:pPr algn="just">
              <a:lnSpc>
                <a:spcPct val="160000"/>
              </a:lnSpc>
            </a:pPr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251FCF83-7280-3DD3-635B-48092FF50D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8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309"/>
    </mc:Choice>
    <mc:Fallback xmlns="">
      <p:transition spd="slow" advTm="1013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22AC-4F7E-640A-B684-3838DF74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9199-5CD8-ED37-9714-6554CBCE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4 REINFORCE Samples, Get a Baseline for Free!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Paper is Relevant and Inspiring?</a:t>
            </a:r>
            <a:endParaRPr lang="en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040FE-2CE9-9312-390A-C344C73C1EFB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836400" y="1860457"/>
            <a:ext cx="5257800" cy="4351338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Prediction / Sequence Modeling: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applies REINFORCE 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prediction tasks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Neural Machine Translation, Image Captioning).</a:t>
            </a:r>
          </a:p>
          <a:p>
            <a:pPr lvl="1" algn="just">
              <a:lnSpc>
                <a:spcPct val="17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also focuses on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structured outputs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(actions, justifications) from video frames, similar to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modeling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88DAD-C8BB-B675-5E97-3E029C922F4D}"/>
              </a:ext>
            </a:extLst>
          </p:cNvPr>
          <p:cNvSpPr txBox="1"/>
          <p:nvPr/>
        </p:nvSpPr>
        <p:spPr>
          <a:xfrm>
            <a:off x="6094200" y="1822450"/>
            <a:ext cx="5259600" cy="435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Reduction in Policy Gradients: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gradient estimates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major challenge.</a:t>
            </a:r>
          </a:p>
          <a:p>
            <a:pPr marL="800100" lvl="1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proposes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samples per 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baseline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variance reduction.</a:t>
            </a:r>
          </a:p>
          <a:p>
            <a:pPr marL="800100" lvl="1"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can directly benefit our project by stabilizing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fine-tuning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generating action-justification pairs.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TW" dirty="0"/>
          </a:p>
        </p:txBody>
      </p:sp>
      <p:pic>
        <p:nvPicPr>
          <p:cNvPr id="66" name="Audio 65">
            <a:extLst>
              <a:ext uri="{FF2B5EF4-FFF2-40B4-BE49-F238E27FC236}">
                <a16:creationId xmlns:a16="http://schemas.microsoft.com/office/drawing/2014/main" id="{3E509A9F-22C9-C464-A330-C07C611F57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81"/>
    </mc:Choice>
    <mc:Fallback xmlns="">
      <p:transition spd="slow" advTm="900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6248-12DC-9786-2B19-30169ED9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7F31-E9EA-4883-DFBF-34A2B54C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4 REINFORCE Samples, Get a Baseline for Free!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Paper is Relevant and Inspiring?</a:t>
            </a:r>
            <a:endParaRPr lang="en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E2BA4-3DC6-9703-B8FA-177FF58EF9C8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Sampling Techniques:</a:t>
            </a:r>
          </a:p>
          <a:p>
            <a:pPr lvl="1"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introduces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with / without replacement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redundancy,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Beam 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project, generating diverse output sequences from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VLM policy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improve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efficiency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4473F-B0BB-B14B-2E12-95EF6C0481A3}"/>
              </a:ext>
            </a:extLst>
          </p:cNvPr>
          <p:cNvSpPr txBox="1"/>
          <p:nvPr/>
        </p:nvSpPr>
        <p:spPr>
          <a:xfrm>
            <a:off x="6094199" y="1836098"/>
            <a:ext cx="5259600" cy="3377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/ Computational Efficiency: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multiple samples from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encoder pass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efficiency.</a:t>
            </a:r>
          </a:p>
          <a:p>
            <a:pPr marL="742950" lvl="1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project, which involves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large VLMs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benefit from these methods to reduce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consumption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0" name="Audio 59">
            <a:extLst>
              <a:ext uri="{FF2B5EF4-FFF2-40B4-BE49-F238E27FC236}">
                <a16:creationId xmlns:a16="http://schemas.microsoft.com/office/drawing/2014/main" id="{1030C930-BA92-21FF-CE43-17DB86C433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1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96"/>
    </mc:Choice>
    <mc:Fallback xmlns="">
      <p:transition spd="slow" advTm="80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94C5-E2B8-657C-DFF4-EB561BB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F592-1887-DCF4-C798-DEFE9EA9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4 REINFORCE Samples, Get a Baseline for Free!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Takeaways</a:t>
            </a:r>
            <a:endParaRPr lang="en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2E72F-32F1-1B62-F810-3593158210B9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838200" y="1563757"/>
            <a:ext cx="10515600" cy="492911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Reduction Techniques: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Multi-sample baselines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variance of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language-based driving decisions (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VLMs)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Training Stability: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 candidates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variance reduction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of PPO + SCST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fine-tuning.</a:t>
            </a:r>
          </a:p>
          <a:p>
            <a:pPr>
              <a:lnSpc>
                <a:spcPct val="17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Efficiency Considerations: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of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multiple predictions from one pass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significantly reduce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requirements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crucial (∵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VLM fine-tuning)</a:t>
            </a:r>
          </a:p>
          <a:p>
            <a:pPr>
              <a:lnSpc>
                <a:spcPct val="17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Audio 47">
            <a:extLst>
              <a:ext uri="{FF2B5EF4-FFF2-40B4-BE49-F238E27FC236}">
                <a16:creationId xmlns:a16="http://schemas.microsoft.com/office/drawing/2014/main" id="{A374F723-5B95-6694-DF9B-FB39F97A76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863"/>
    </mc:Choice>
    <mc:Fallback xmlns="">
      <p:transition spd="slow" advTm="2078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9C2027-4A18-BC17-2D91-74475D13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 and the Connections to Our Method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B07D45-6FE5-C20A-9224-2AC3973DD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 recent work proposed using the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REINFORCE-type algorithms 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(especially the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 Leave-Out-One (RLOO) algorithm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 rather than the commonly used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Proximal Policy Optimization (PPO) algorithm 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from Human Feedback (RLHF) 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Fine-Tuning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[1].</a:t>
            </a:r>
          </a:p>
          <a:p>
            <a:pPr>
              <a:lnSpc>
                <a:spcPct val="150000"/>
              </a:lnSpc>
            </a:pP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Our final project aims to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 a Vision Language Model (VLM) 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 the sense of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Captioning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This work [2] is the original paper of RLOO, which motivated us to give a theoretical deep dive.</a:t>
            </a:r>
          </a:p>
          <a:p>
            <a:pPr>
              <a:lnSpc>
                <a:spcPct val="150000"/>
              </a:lnSpc>
            </a:pP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proposed using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samplings as the baseline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in the REINFORCE algorithm and also proved that this </a:t>
            </a:r>
            <a:r>
              <a:rPr lang="en-US" sz="1800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 with Multiple Samples is an unbiased estimation</a:t>
            </a:r>
            <a:r>
              <a:rPr 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DBD0295-F80A-1114-2947-B6F59504C8DA}"/>
              </a:ext>
            </a:extLst>
          </p:cNvPr>
          <p:cNvSpPr txBox="1"/>
          <p:nvPr/>
        </p:nvSpPr>
        <p:spPr>
          <a:xfrm>
            <a:off x="0" y="6427113"/>
            <a:ext cx="89210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1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Back to Basics: Revisiting REINFORCE-Style Optimization for Learning from Human Feedback in LLMs</a:t>
            </a:r>
            <a:r>
              <a:rPr lang="en-US" sz="11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 2024 ACL, https://arxiv.org/abs/2402.14740</a:t>
            </a:r>
          </a:p>
          <a:p>
            <a:r>
              <a:rPr lang="en-US" sz="11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1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Buy 4 REINFORCE Samples, Get a Baseline for Free!, </a:t>
            </a:r>
            <a:r>
              <a:rPr lang="en-US" sz="11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2019 ICLR Workshop, https://openreview.net/forum?id=r1lgTGL5DE</a:t>
            </a:r>
          </a:p>
        </p:txBody>
      </p:sp>
      <p:pic>
        <p:nvPicPr>
          <p:cNvPr id="29" name="音訊 28">
            <a:extLst>
              <a:ext uri="{FF2B5EF4-FFF2-40B4-BE49-F238E27FC236}">
                <a16:creationId xmlns:a16="http://schemas.microsoft.com/office/drawing/2014/main" id="{5AEAFC69-CFE4-713A-C501-98314CE2EB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3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40"/>
    </mc:Choice>
    <mc:Fallback xmlns="">
      <p:transition spd="slow" advTm="68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975" x="9123363" y="4494213"/>
          <p14:tracePt t="1984" x="9082088" y="4494213"/>
          <p14:tracePt t="1991" x="9023350" y="4494213"/>
          <p14:tracePt t="1999" x="8948738" y="4494213"/>
          <p14:tracePt t="2007" x="8866188" y="4494213"/>
          <p14:tracePt t="2016" x="8783638" y="4511675"/>
          <p14:tracePt t="2023" x="8658225" y="4527550"/>
          <p14:tracePt t="2032" x="8559800" y="4535488"/>
          <p14:tracePt t="2039" x="8410575" y="4552950"/>
          <p14:tracePt t="2049" x="8285163" y="4552950"/>
          <p14:tracePt t="2056" x="8153400" y="4552950"/>
          <p14:tracePt t="2065" x="8112125" y="4552950"/>
          <p14:tracePt t="2072" x="8020050" y="4552950"/>
          <p14:tracePt t="2082" x="7920038" y="4552950"/>
          <p14:tracePt t="2088" x="7862888" y="4552950"/>
          <p14:tracePt t="2099" x="7804150" y="4535488"/>
          <p14:tracePt t="2104" x="7762875" y="4527550"/>
          <p14:tracePt t="2115" x="7721600" y="4511675"/>
          <p14:tracePt t="2120" x="7696200" y="4494213"/>
          <p14:tracePt t="2131" x="7680325" y="4486275"/>
          <p14:tracePt t="2136" x="7654925" y="4470400"/>
          <p14:tracePt t="2148" x="7654925" y="4452938"/>
          <p14:tracePt t="2152" x="7639050" y="4445000"/>
          <p14:tracePt t="2165" x="7639050" y="4427538"/>
          <p14:tracePt t="2168" x="7621588" y="4427538"/>
          <p14:tracePt t="2181" x="7621588" y="4411663"/>
          <p14:tracePt t="2184" x="7621588" y="4403725"/>
          <p14:tracePt t="2201" x="7621588" y="4386263"/>
          <p14:tracePt t="2225" x="7621588" y="4370388"/>
          <p14:tracePt t="2241" x="7639050" y="4362450"/>
          <p14:tracePt t="2249" x="7662863" y="4344988"/>
          <p14:tracePt t="2257" x="7705725" y="4329113"/>
          <p14:tracePt t="2265" x="7754938" y="4311650"/>
          <p14:tracePt t="2273" x="7837488" y="4287838"/>
          <p14:tracePt t="2282" x="7929563" y="4262438"/>
          <p14:tracePt t="2290" x="8020050" y="4221163"/>
          <p14:tracePt t="2298" x="8112125" y="4187825"/>
          <p14:tracePt t="2306" x="8169275" y="4179888"/>
          <p14:tracePt t="2315" x="8269288" y="4162425"/>
          <p14:tracePt t="2322" x="8451850" y="4105275"/>
          <p14:tracePt t="2331" x="8550275" y="4097338"/>
          <p14:tracePt t="2338" x="8642350" y="4079875"/>
          <p14:tracePt t="2348" x="8766175" y="4064000"/>
          <p14:tracePt t="2354" x="8924925" y="4064000"/>
          <p14:tracePt t="2362" x="9031288" y="4064000"/>
          <p14:tracePt t="2370" x="9164638" y="4064000"/>
          <p14:tracePt t="2378" x="9288463" y="4064000"/>
          <p14:tracePt t="2386" x="9413875" y="4064000"/>
          <p14:tracePt t="2394" x="9521825" y="4064000"/>
          <p14:tracePt t="2403" x="9620250" y="4064000"/>
          <p14:tracePt t="2411" x="9663113" y="4064000"/>
          <p14:tracePt t="2419" x="9761538" y="4097338"/>
          <p14:tracePt t="2427" x="9802813" y="4138613"/>
          <p14:tracePt t="2435" x="9861550" y="4146550"/>
          <p14:tracePt t="2443" x="9918700" y="4179888"/>
          <p14:tracePt t="2451" x="9961563" y="4221163"/>
          <p14:tracePt t="2459" x="9985375" y="4262438"/>
          <p14:tracePt t="2467" x="10010775" y="4287838"/>
          <p14:tracePt t="2475" x="10044113" y="4329113"/>
          <p14:tracePt t="2483" x="10052050" y="4362450"/>
          <p14:tracePt t="2491" x="10069513" y="4386263"/>
          <p14:tracePt t="2499" x="10069513" y="4403725"/>
          <p14:tracePt t="2508" x="10069513" y="4411663"/>
          <p14:tracePt t="2516" x="10069513" y="4445000"/>
          <p14:tracePt t="2524" x="10069513" y="4452938"/>
          <p14:tracePt t="2532" x="10069513" y="4486275"/>
          <p14:tracePt t="2540" x="10026650" y="4511675"/>
          <p14:tracePt t="2549" x="9969500" y="4535488"/>
          <p14:tracePt t="2556" x="9918700" y="4552950"/>
          <p14:tracePt t="2565" x="9844088" y="4576763"/>
          <p14:tracePt t="2572" x="9779000" y="4610100"/>
          <p14:tracePt t="2582" x="9678988" y="4627563"/>
          <p14:tracePt t="2588" x="9578975" y="4635500"/>
          <p14:tracePt t="2598" x="9512300" y="4635500"/>
          <p14:tracePt t="2604" x="9388475" y="4635500"/>
          <p14:tracePt t="2617" x="9256713" y="4635500"/>
          <p14:tracePt t="2622" x="9164638" y="4635500"/>
          <p14:tracePt t="2632" x="9031288" y="4635500"/>
          <p14:tracePt t="2637" x="8882063" y="4635500"/>
          <p14:tracePt t="2649" x="8766175" y="4610100"/>
          <p14:tracePt t="2653" x="8642350" y="4568825"/>
          <p14:tracePt t="2665" x="8518525" y="4527550"/>
          <p14:tracePt t="2669" x="8475663" y="4486275"/>
          <p14:tracePt t="2682" x="8377238" y="4445000"/>
          <p14:tracePt t="2685" x="8310563" y="4411663"/>
          <p14:tracePt t="2698" x="8235950" y="4370388"/>
          <p14:tracePt t="2701" x="8186738" y="4362450"/>
          <p14:tracePt t="2715" x="8128000" y="4311650"/>
          <p14:tracePt t="2718" x="8102600" y="4303713"/>
          <p14:tracePt t="2731" x="8069263" y="4287838"/>
          <p14:tracePt t="2735" x="8045450" y="4270375"/>
          <p14:tracePt t="2749" x="8020050" y="4262438"/>
          <p14:tracePt t="2751" x="8004175" y="4246563"/>
          <p14:tracePt t="2765" x="7970838" y="4246563"/>
          <p14:tracePt t="2767" x="7962900" y="4229100"/>
          <p14:tracePt t="2782" x="7945438" y="4221163"/>
          <p14:tracePt t="2783" x="7929563" y="4221163"/>
          <p14:tracePt t="2790" x="7920038" y="4203700"/>
          <p14:tracePt t="2815" x="7904163" y="4203700"/>
          <p14:tracePt t="2822" x="7904163" y="4187825"/>
          <p14:tracePt t="2960" x="7929563" y="4187825"/>
          <p14:tracePt t="2968" x="7962900" y="4187825"/>
          <p14:tracePt t="2976" x="7970838" y="4187825"/>
          <p14:tracePt t="2984" x="8020050" y="4203700"/>
          <p14:tracePt t="2992" x="8045450" y="4203700"/>
          <p14:tracePt t="3000" x="8086725" y="4221163"/>
          <p14:tracePt t="3008" x="8112125" y="4229100"/>
          <p14:tracePt t="3016" x="8169275" y="4229100"/>
          <p14:tracePt t="3024" x="8194675" y="4246563"/>
          <p14:tracePt t="3032" x="8228013" y="4262438"/>
          <p14:tracePt t="3040" x="8251825" y="4262438"/>
          <p14:tracePt t="3049" x="8285163" y="4270375"/>
          <p14:tracePt t="3057" x="8293100" y="4287838"/>
          <p14:tracePt t="3065" x="8310563" y="4287838"/>
          <p14:tracePt t="3073" x="8326438" y="4287838"/>
          <p14:tracePt t="3089" x="8326438" y="4303713"/>
          <p14:tracePt t="3098" x="8335963" y="4303713"/>
          <p14:tracePt t="3121" x="8335963" y="4311650"/>
          <p14:tracePt t="3177" x="8335963" y="4329113"/>
          <p14:tracePt t="3194" x="8326438" y="4329113"/>
          <p14:tracePt t="3202" x="8310563" y="4344988"/>
          <p14:tracePt t="3210" x="8285163" y="4344988"/>
          <p14:tracePt t="3218" x="8269288" y="4362450"/>
          <p14:tracePt t="3226" x="8228013" y="4370388"/>
          <p14:tracePt t="3234" x="8194675" y="4370388"/>
          <p14:tracePt t="3242" x="8153400" y="4386263"/>
          <p14:tracePt t="3250" x="8102600" y="4403725"/>
          <p14:tracePt t="3258" x="8027988" y="4403725"/>
          <p14:tracePt t="3266" x="7929563" y="4403725"/>
          <p14:tracePt t="3274" x="7862888" y="4403725"/>
          <p14:tracePt t="3282" x="7796213" y="4403725"/>
          <p14:tracePt t="3291" x="7754938" y="4403725"/>
          <p14:tracePt t="3299" x="7680325" y="4403725"/>
          <p14:tracePt t="3307" x="7613650" y="4403725"/>
          <p14:tracePt t="3315" x="7539038" y="4403725"/>
          <p14:tracePt t="3323" x="7489825" y="4403725"/>
          <p14:tracePt t="3332" x="7431088" y="4370388"/>
          <p14:tracePt t="3339" x="7373938" y="4370388"/>
          <p14:tracePt t="3349" x="7348538" y="4362450"/>
          <p14:tracePt t="3355" x="7289800" y="4362450"/>
          <p14:tracePt t="3365" x="7248525" y="4344988"/>
          <p14:tracePt t="3371" x="7224713" y="4329113"/>
          <p14:tracePt t="3382" x="7173913" y="4329113"/>
          <p14:tracePt t="3387" x="7150100" y="4303713"/>
          <p14:tracePt t="3398" x="7091363" y="4303713"/>
          <p14:tracePt t="3404" x="7065963" y="4287838"/>
          <p14:tracePt t="3415" x="7042150" y="4262438"/>
          <p14:tracePt t="3420" x="7008813" y="4262438"/>
          <p14:tracePt t="3431" x="6983413" y="4246563"/>
          <p14:tracePt t="3436" x="6967538" y="4229100"/>
          <p14:tracePt t="3449" x="6958013" y="4221163"/>
          <p14:tracePt t="3452" x="6942138" y="4221163"/>
          <p14:tracePt t="3465" x="6924675" y="4203700"/>
          <p14:tracePt t="3468" x="6916738" y="4203700"/>
          <p14:tracePt t="3500" x="6900863" y="4187825"/>
          <p14:tracePt t="3606" x="6900863" y="4203700"/>
          <p14:tracePt t="3646" x="6900863" y="4221163"/>
          <p14:tracePt t="3848" x="6900863" y="4203700"/>
          <p14:tracePt t="3856" x="6900863" y="4187825"/>
          <p14:tracePt t="3881" x="6900863" y="4179888"/>
          <p14:tracePt t="3904" x="6900863" y="4162425"/>
          <p14:tracePt t="3945" x="6900863" y="4146550"/>
          <p14:tracePt t="4243" x="6883400" y="4146550"/>
          <p14:tracePt t="4251" x="6826250" y="4146550"/>
          <p14:tracePt t="4259" x="6759575" y="4146550"/>
          <p14:tracePt t="4268" x="6700838" y="4146550"/>
          <p14:tracePt t="4275" x="6577013" y="4146550"/>
          <p14:tracePt t="4284" x="6469063" y="4146550"/>
          <p14:tracePt t="4292" x="6311900" y="4146550"/>
          <p14:tracePt t="4300" x="6129338" y="4146550"/>
          <p14:tracePt t="4308" x="5980113" y="4146550"/>
          <p14:tracePt t="4316" x="5854700" y="4138613"/>
          <p14:tracePt t="4324" x="5722938" y="4105275"/>
          <p14:tracePt t="4332" x="5697538" y="4097338"/>
          <p14:tracePt t="4340" x="5599113" y="4046538"/>
          <p14:tracePt t="4348" x="5514975" y="4021138"/>
          <p14:tracePt t="4356" x="5473700" y="3997325"/>
          <p14:tracePt t="4365" x="5416550" y="3963988"/>
          <p14:tracePt t="4372" x="5373688" y="3938588"/>
          <p14:tracePt t="4382" x="5349875" y="3914775"/>
          <p14:tracePt t="4388" x="5324475" y="3871913"/>
          <p14:tracePt t="4398" x="5291138" y="3840163"/>
          <p14:tracePt t="4405" x="5267325" y="3797300"/>
          <p14:tracePt t="4414" x="5267325" y="3756025"/>
          <p14:tracePt t="4421" x="5249863" y="3740150"/>
          <p14:tracePt t="4429" x="5233988" y="3698875"/>
          <p14:tracePt t="4437" x="5224463" y="3673475"/>
          <p14:tracePt t="4445" x="5224463" y="3648075"/>
          <p14:tracePt t="4453" x="5224463" y="3616325"/>
          <p14:tracePt t="4461" x="5208588" y="3606800"/>
          <p14:tracePt t="4470" x="5208588" y="3573463"/>
          <p14:tracePt t="4477" x="5208588" y="3565525"/>
          <p14:tracePt t="4494" x="5208588" y="3549650"/>
          <p14:tracePt t="4502" x="5208588" y="3532188"/>
          <p14:tracePt t="4510" x="5208588" y="3516313"/>
          <p14:tracePt t="4518" x="5192713" y="3508375"/>
          <p14:tracePt t="4526" x="5192713" y="3490913"/>
          <p14:tracePt t="4542" x="5192713" y="3475038"/>
          <p14:tracePt t="4550" x="5192713" y="3467100"/>
          <p14:tracePt t="4558" x="5183188" y="3467100"/>
          <p14:tracePt t="4566" x="5183188" y="3449638"/>
          <p14:tracePt t="4574" x="5167313" y="3433763"/>
          <p14:tracePt t="4582" x="5167313" y="3424238"/>
          <p14:tracePt t="4591" x="5149850" y="3424238"/>
          <p14:tracePt t="4599" x="5141913" y="3408363"/>
          <p14:tracePt t="4607" x="5108575" y="3390900"/>
          <p14:tracePt t="4615" x="5100638" y="3390900"/>
          <p14:tracePt t="4623" x="5041900" y="3367088"/>
          <p14:tracePt t="4632" x="5018088" y="3349625"/>
          <p14:tracePt t="4639" x="4926013" y="3349625"/>
          <p14:tracePt t="4648" x="4843463" y="3341688"/>
          <p14:tracePt t="4655" x="4752975" y="3308350"/>
          <p14:tracePt t="4665" x="4537075" y="3267075"/>
          <p14:tracePt t="4671" x="4313238" y="3225800"/>
          <p14:tracePt t="4681" x="4005263" y="3184525"/>
          <p14:tracePt t="4688" x="3822700" y="3159125"/>
          <p14:tracePt t="4695" x="3557588" y="3117850"/>
          <p14:tracePt t="4704" x="3309938" y="3076575"/>
          <p14:tracePt t="4711" x="3043238" y="3060700"/>
          <p14:tracePt t="4720" x="2860675" y="3017838"/>
          <p14:tracePt t="4728" x="2803525" y="3001963"/>
          <p14:tracePt t="4736" x="2654300" y="2943225"/>
          <p14:tracePt t="4744" x="2554288" y="2935288"/>
          <p14:tracePt t="4752" x="2487613" y="2901950"/>
          <p14:tracePt t="4760" x="2430463" y="2878138"/>
          <p14:tracePt t="4768" x="2389188" y="2860675"/>
          <p14:tracePt t="4776" x="2363788" y="2836863"/>
          <p14:tracePt t="4784" x="2347913" y="2819400"/>
          <p14:tracePt t="4792" x="2330450" y="2811463"/>
          <p14:tracePt t="4800" x="2330450" y="2794000"/>
          <p14:tracePt t="4808" x="2330450" y="2778125"/>
          <p14:tracePt t="4833" x="2330450" y="2760663"/>
          <p14:tracePt t="4841" x="2363788" y="2752725"/>
          <p14:tracePt t="4849" x="2430463" y="2719388"/>
          <p14:tracePt t="4857" x="2528888" y="2711450"/>
          <p14:tracePt t="4865" x="2628900" y="2678113"/>
          <p14:tracePt t="4873" x="2778125" y="2670175"/>
          <p14:tracePt t="4882" x="3127375" y="2670175"/>
          <p14:tracePt t="4889" x="3425825" y="2670175"/>
          <p14:tracePt t="4898" x="3732213" y="2670175"/>
          <p14:tracePt t="4905" x="3881438" y="2670175"/>
          <p14:tracePt t="4915" x="4229100" y="2670175"/>
          <p14:tracePt t="4921" x="4529138" y="2670175"/>
          <p14:tracePt t="4931" x="4835525" y="2736850"/>
          <p14:tracePt t="4938" x="5100638" y="2811463"/>
          <p14:tracePt t="4946" x="5308600" y="2860675"/>
          <p14:tracePt t="4954" x="5499100" y="2919413"/>
          <p14:tracePt t="4962" x="5656263" y="2986088"/>
          <p14:tracePt t="4970" x="5764213" y="3043238"/>
          <p14:tracePt t="4978" x="5805488" y="3076575"/>
          <p14:tracePt t="4986" x="5921375" y="3143250"/>
          <p14:tracePt t="4994" x="5988050" y="3209925"/>
          <p14:tracePt t="5002" x="6046788" y="3251200"/>
          <p14:tracePt t="5010" x="6103938" y="3308350"/>
          <p14:tracePt t="5019" x="6145213" y="3408363"/>
          <p14:tracePt t="5027" x="6162675" y="3490913"/>
          <p14:tracePt t="5035" x="6170613" y="3606800"/>
          <p14:tracePt t="5043" x="6203950" y="3732213"/>
          <p14:tracePt t="5051" x="6203950" y="3856038"/>
          <p14:tracePt t="5059" x="6203950" y="3922713"/>
          <p14:tracePt t="5067" x="6203950" y="4021138"/>
          <p14:tracePt t="5075" x="6203950" y="4097338"/>
          <p14:tracePt t="5083" x="6170613" y="4146550"/>
          <p14:tracePt t="5091" x="6162675" y="4203700"/>
          <p14:tracePt t="5099" x="6121400" y="4246563"/>
          <p14:tracePt t="5107" x="6088063" y="4287838"/>
          <p14:tracePt t="5115" x="6046788" y="4311650"/>
          <p14:tracePt t="5123" x="6005513" y="4329113"/>
          <p14:tracePt t="5132" x="5962650" y="4370388"/>
          <p14:tracePt t="5140" x="5905500" y="4370388"/>
          <p14:tracePt t="5149" x="5864225" y="4403725"/>
          <p14:tracePt t="5156" x="5805488" y="4403725"/>
          <p14:tracePt t="5165" x="5780088" y="4411663"/>
          <p14:tracePt t="5172" x="5738813" y="4427538"/>
          <p14:tracePt t="5182" x="5715000" y="4427538"/>
          <p14:tracePt t="5188" x="5673725" y="4427538"/>
          <p14:tracePt t="5198" x="5656263" y="4427538"/>
          <p14:tracePt t="5204" x="5630863" y="4427538"/>
          <p14:tracePt t="5215" x="5599113" y="4427538"/>
          <p14:tracePt t="5220" x="5589588" y="4427538"/>
          <p14:tracePt t="5231" x="5573713" y="4427538"/>
          <p14:tracePt t="5236" x="5540375" y="4427538"/>
          <p14:tracePt t="5248" x="5532438" y="4427538"/>
          <p14:tracePt t="5252" x="5499100" y="4411663"/>
          <p14:tracePt t="5265" x="5473700" y="4411663"/>
          <p14:tracePt t="5269" x="5457825" y="4403725"/>
          <p14:tracePt t="5282" x="5416550" y="4370388"/>
          <p14:tracePt t="5285" x="5391150" y="4362450"/>
          <p14:tracePt t="5298" x="5349875" y="4344988"/>
          <p14:tracePt t="5301" x="5324475" y="4311650"/>
          <p14:tracePt t="5315" x="5267325" y="4303713"/>
          <p14:tracePt t="5318" x="5224463" y="4287838"/>
          <p14:tracePt t="5331" x="5192713" y="4270375"/>
          <p14:tracePt t="5334" x="5141913" y="4262438"/>
          <p14:tracePt t="5348" x="5084763" y="4246563"/>
          <p14:tracePt t="5350" x="5026025" y="4229100"/>
          <p14:tracePt t="5357" x="4959350" y="4221163"/>
          <p14:tracePt t="5366" x="4884738" y="4203700"/>
          <p14:tracePt t="5374" x="4818063" y="4187825"/>
          <p14:tracePt t="5382" x="4776788" y="4187825"/>
          <p14:tracePt t="5390" x="4702175" y="4162425"/>
          <p14:tracePt t="5398" x="4652963" y="4146550"/>
          <p14:tracePt t="5406" x="4594225" y="4121150"/>
          <p14:tracePt t="5415" x="4537075" y="4105275"/>
          <p14:tracePt t="5422" x="4511675" y="4097338"/>
          <p14:tracePt t="5432" x="4486275" y="4079875"/>
          <p14:tracePt t="5438" x="4470400" y="4064000"/>
          <p14:tracePt t="5449" x="4454525" y="4064000"/>
          <p14:tracePt t="5454" x="4437063" y="4046538"/>
          <p14:tracePt t="5465" x="4437063" y="4038600"/>
          <p14:tracePt t="5470" x="4429125" y="4038600"/>
          <p14:tracePt t="5482" x="4429125" y="4021138"/>
          <p14:tracePt t="5487" x="4429125" y="4005263"/>
          <p14:tracePt t="5503" x="4429125" y="3997325"/>
          <p14:tracePt t="5515" x="4429125" y="3979863"/>
          <p14:tracePt t="5519" x="4429125" y="3956050"/>
          <p14:tracePt t="5535" x="4437063" y="3922713"/>
          <p14:tracePt t="5549" x="4454525" y="3897313"/>
          <p14:tracePt t="5551" x="4470400" y="3881438"/>
          <p14:tracePt t="5565" x="4511675" y="3856038"/>
          <p14:tracePt t="5568" x="4537075" y="3840163"/>
          <p14:tracePt t="5581" x="4594225" y="3830638"/>
          <p14:tracePt t="5584" x="4660900" y="3797300"/>
          <p14:tracePt t="5598" x="4760913" y="3773488"/>
          <p14:tracePt t="5601" x="4860925" y="3773488"/>
          <p14:tracePt t="5617" x="4984750" y="3773488"/>
          <p14:tracePt t="5621" x="5100638" y="3773488"/>
          <p14:tracePt t="5624" x="5224463" y="3773488"/>
          <p14:tracePt t="5632" x="5275263" y="3773488"/>
          <p14:tracePt t="5640" x="5373688" y="3773488"/>
          <p14:tracePt t="5648" x="5448300" y="3773488"/>
          <p14:tracePt t="5656" x="5499100" y="3781425"/>
          <p14:tracePt t="5665" x="5540375" y="3830638"/>
          <p14:tracePt t="5672" x="5556250" y="3840163"/>
          <p14:tracePt t="5682" x="5573713" y="3856038"/>
          <p14:tracePt t="5688" x="5589588" y="3881438"/>
          <p14:tracePt t="5698" x="5599113" y="3897313"/>
          <p14:tracePt t="5705" x="5614988" y="3938588"/>
          <p14:tracePt t="5715" x="5614988" y="4005263"/>
          <p14:tracePt t="5721" x="5614988" y="4038600"/>
          <p14:tracePt t="5732" x="5614988" y="4097338"/>
          <p14:tracePt t="5737" x="5614988" y="4162425"/>
          <p14:tracePt t="5749" x="5614988" y="4221163"/>
          <p14:tracePt t="5753" x="5599113" y="4246563"/>
          <p14:tracePt t="5765" x="5589588" y="4303713"/>
          <p14:tracePt t="5769" x="5573713" y="4344988"/>
          <p14:tracePt t="5782" x="5556250" y="4362450"/>
          <p14:tracePt t="5785" x="5540375" y="4386263"/>
          <p14:tracePt t="5798" x="5540375" y="4403725"/>
          <p14:tracePt t="5802" x="5532438" y="4411663"/>
          <p14:tracePt t="5815" x="5532438" y="4427538"/>
          <p14:tracePt t="5826" x="5514975" y="4445000"/>
          <p14:tracePt t="5850" x="5499100" y="4452938"/>
          <p14:tracePt t="5866" x="5491163" y="4452938"/>
          <p14:tracePt t="5874" x="5473700" y="4452938"/>
          <p14:tracePt t="5882" x="5457825" y="4452938"/>
          <p14:tracePt t="5890" x="5432425" y="4452938"/>
          <p14:tracePt t="5899" x="5407025" y="4452938"/>
          <p14:tracePt t="5906" x="5365750" y="4452938"/>
          <p14:tracePt t="5915" x="5324475" y="4452938"/>
          <p14:tracePt t="5923" x="5291138" y="4452938"/>
          <p14:tracePt t="5932" x="5233988" y="4445000"/>
          <p14:tracePt t="5939" x="5192713" y="4427538"/>
          <p14:tracePt t="5948" x="5167313" y="4411663"/>
          <p14:tracePt t="5955" x="5108575" y="4386263"/>
          <p14:tracePt t="5964" x="5059363" y="4370388"/>
          <p14:tracePt t="5971" x="5018088" y="4329113"/>
          <p14:tracePt t="5979" x="4967288" y="4311650"/>
          <p14:tracePt t="5987" x="4918075" y="4287838"/>
          <p14:tracePt t="5995" x="4860925" y="4262438"/>
          <p14:tracePt t="6003" x="4818063" y="4246563"/>
          <p14:tracePt t="6011" x="4776788" y="4221163"/>
          <p14:tracePt t="6020" x="4735513" y="4187825"/>
          <p14:tracePt t="6028" x="4660900" y="4162425"/>
          <p14:tracePt t="13017" x="4760913" y="4162425"/>
          <p14:tracePt t="13021" x="4884738" y="4162425"/>
          <p14:tracePt t="13034" x="4967288" y="4187825"/>
          <p14:tracePt t="13035" x="5084763" y="4246563"/>
          <p14:tracePt t="13043" x="5208588" y="4287838"/>
          <p14:tracePt t="13051" x="5324475" y="4362450"/>
          <p14:tracePt t="13059" x="5407025" y="4403725"/>
          <p14:tracePt t="13067" x="5532438" y="4452938"/>
          <p14:tracePt t="13075" x="5715000" y="4527550"/>
          <p14:tracePt t="13083" x="5946775" y="4635500"/>
          <p14:tracePt t="13091" x="6170613" y="4694238"/>
          <p14:tracePt t="13099" x="6353175" y="4776788"/>
          <p14:tracePt t="13107" x="6551613" y="4802188"/>
          <p14:tracePt t="13116" x="6759575" y="4843463"/>
          <p14:tracePt t="13123" x="6958013" y="4859338"/>
          <p14:tracePt t="13133" x="7207250" y="4892675"/>
          <p14:tracePt t="13139" x="7613650" y="4941888"/>
          <p14:tracePt t="13149" x="7904163" y="4959350"/>
          <p14:tracePt t="13155" x="8102600" y="4983163"/>
          <p14:tracePt t="13165" x="8393113" y="5000625"/>
          <p14:tracePt t="13172" x="8699500" y="5067300"/>
          <p14:tracePt t="13182" x="8948738" y="5108575"/>
          <p14:tracePt t="13188" x="9172575" y="5157788"/>
          <p14:tracePt t="13198" x="9272588" y="5183188"/>
          <p14:tracePt t="13204" x="9429750" y="5224463"/>
          <p14:tracePt t="13216" x="9555163" y="5240338"/>
          <p14:tracePt t="13220" x="9663113" y="5265738"/>
          <p14:tracePt t="13232" x="9745663" y="5281613"/>
          <p14:tracePt t="13236" x="9786938" y="5291138"/>
          <p14:tracePt t="13249" x="9828213" y="5291138"/>
          <p14:tracePt t="13252" x="9861550" y="5307013"/>
          <p14:tracePt t="13265" x="9869488" y="5307013"/>
          <p14:tracePt t="13268" x="9869488" y="5324475"/>
          <p14:tracePt t="13282" x="9886950" y="5324475"/>
          <p14:tracePt t="13285" x="9902825" y="5324475"/>
          <p14:tracePt t="13301" x="9902825" y="5332413"/>
          <p14:tracePt t="13315" x="9918700" y="5332413"/>
          <p14:tracePt t="13331" x="9918700" y="5348288"/>
          <p14:tracePt t="13406" x="9869488" y="5348288"/>
          <p14:tracePt t="13415" x="9844088" y="5365750"/>
          <p14:tracePt t="13422" x="9802813" y="5365750"/>
          <p14:tracePt t="13433" x="9745663" y="5365750"/>
          <p14:tracePt t="13438" x="9720263" y="5365750"/>
          <p14:tracePt t="13446" x="9663113" y="5365750"/>
          <p14:tracePt t="13454" x="9620250" y="5373688"/>
          <p14:tracePt t="13462" x="9596438" y="5373688"/>
          <p14:tracePt t="13470" x="9555163" y="5389563"/>
          <p14:tracePt t="13478" x="9521825" y="5389563"/>
          <p14:tracePt t="13486" x="9480550" y="5389563"/>
          <p14:tracePt t="13494" x="9471025" y="5389563"/>
          <p14:tracePt t="13503" x="9429750" y="5389563"/>
          <p14:tracePt t="13511" x="9388475" y="5389563"/>
          <p14:tracePt t="13519" x="9339263" y="5389563"/>
          <p14:tracePt t="13527" x="9297988" y="5389563"/>
          <p14:tracePt t="13535" x="9256713" y="5389563"/>
          <p14:tracePt t="13543" x="9213850" y="5389563"/>
          <p14:tracePt t="13551" x="9172575" y="5389563"/>
          <p14:tracePt t="13559" x="9123363" y="5389563"/>
          <p14:tracePt t="13567" x="9064625" y="5389563"/>
          <p14:tracePt t="13575" x="9023350" y="5389563"/>
          <p14:tracePt t="13583" x="8940800" y="5389563"/>
          <p14:tracePt t="13591" x="8858250" y="5389563"/>
          <p14:tracePt t="13599" x="8758238" y="5389563"/>
          <p14:tracePt t="13608" x="8658225" y="5373688"/>
          <p14:tracePt t="13618" x="8559800" y="5365750"/>
          <p14:tracePt t="13624" x="8434388" y="5348288"/>
          <p14:tracePt t="13632" x="8310563" y="5348288"/>
          <p14:tracePt t="13640" x="8169275" y="5324475"/>
          <p14:tracePt t="13649" x="8045450" y="5324475"/>
          <p14:tracePt t="13656" x="7886700" y="5324475"/>
          <p14:tracePt t="13666" x="7762875" y="5324475"/>
          <p14:tracePt t="13672" x="7613650" y="5324475"/>
          <p14:tracePt t="13683" x="7456488" y="5324475"/>
          <p14:tracePt t="13688" x="7315200" y="5324475"/>
          <p14:tracePt t="13699" x="7165975" y="5324475"/>
          <p14:tracePt t="13704" x="7042150" y="5324475"/>
          <p14:tracePt t="13716" x="6883400" y="5324475"/>
          <p14:tracePt t="13720" x="6759575" y="5324475"/>
          <p14:tracePt t="13733" x="6651625" y="5324475"/>
          <p14:tracePt t="13737" x="6592888" y="5324475"/>
          <p14:tracePt t="13749" x="6494463" y="5324475"/>
          <p14:tracePt t="13753" x="6394450" y="5324475"/>
          <p14:tracePt t="13766" x="6327775" y="5324475"/>
          <p14:tracePt t="13769" x="6253163" y="5324475"/>
          <p14:tracePt t="13783" x="6170613" y="5324475"/>
          <p14:tracePt t="13786" x="6103938" y="5324475"/>
          <p14:tracePt t="13800" x="6029325" y="5324475"/>
          <p14:tracePt t="13802" x="5938838" y="5324475"/>
          <p14:tracePt t="13816" x="5897563" y="5324475"/>
          <p14:tracePt t="13818" x="5822950" y="5307013"/>
          <p14:tracePt t="13833" x="5756275" y="5291138"/>
          <p14:tracePt t="13834" x="5697538" y="5281613"/>
          <p14:tracePt t="13842" x="5640388" y="5265738"/>
          <p14:tracePt t="13850" x="5599113" y="5249863"/>
          <p14:tracePt t="13858" x="5556250" y="5240338"/>
          <p14:tracePt t="13866" x="5514975" y="5224463"/>
          <p14:tracePt t="13874" x="5499100" y="5224463"/>
          <p14:tracePt t="13883" x="5473700" y="5207000"/>
          <p14:tracePt t="13891" x="5457825" y="5207000"/>
          <p14:tracePt t="13906" x="5448300" y="5199063"/>
          <p14:tracePt t="13916" x="5432425" y="5199063"/>
          <p14:tracePt t="13922" x="5416550" y="5199063"/>
          <p14:tracePt t="13933" x="5407025" y="5183188"/>
          <p14:tracePt t="13939" x="5391150" y="5183188"/>
          <p14:tracePt t="13950" x="5373688" y="5165725"/>
          <p14:tracePt t="13955" x="5365750" y="5165725"/>
          <p14:tracePt t="13966" x="5349875" y="5165725"/>
          <p14:tracePt t="13971" x="5332413" y="5157788"/>
          <p14:tracePt t="13982" x="5324475" y="5157788"/>
          <p14:tracePt t="13995" x="5324475" y="5141913"/>
          <p14:tracePt t="14011" x="5308600" y="5141913"/>
          <p14:tracePt t="14076" x="5308600" y="5124450"/>
          <p14:tracePt t="14084" x="5324475" y="5124450"/>
          <p14:tracePt t="14092" x="5373688" y="5100638"/>
          <p14:tracePt t="14100" x="5432425" y="5067300"/>
          <p14:tracePt t="14108" x="5532438" y="5026025"/>
          <p14:tracePt t="14116" x="5630863" y="4983163"/>
          <p14:tracePt t="14124" x="5715000" y="4941888"/>
          <p14:tracePt t="14133" x="5864225" y="4892675"/>
          <p14:tracePt t="14140" x="6021388" y="4818063"/>
          <p14:tracePt t="14149" x="6170613" y="4776788"/>
          <p14:tracePt t="14157" x="6353175" y="4718050"/>
          <p14:tracePt t="14166" x="6535738" y="4668838"/>
          <p14:tracePt t="14173" x="6692900" y="4627563"/>
          <p14:tracePt t="14183" x="6842125" y="4594225"/>
          <p14:tracePt t="14189" x="6900863" y="4594225"/>
          <p14:tracePt t="14199" x="7124700" y="4552950"/>
          <p14:tracePt t="14205" x="7173913" y="4552950"/>
          <p14:tracePt t="14215" x="7356475" y="4552950"/>
          <p14:tracePt t="14221" x="7389813" y="4552950"/>
          <p14:tracePt t="14229" x="7539038" y="4552950"/>
          <p14:tracePt t="14237" x="7613650" y="4552950"/>
          <p14:tracePt t="14245" x="7654925" y="4552950"/>
          <p14:tracePt t="14253" x="7721600" y="4568825"/>
          <p14:tracePt t="14261" x="7796213" y="4610100"/>
          <p14:tracePt t="14270" x="7845425" y="4635500"/>
          <p14:tracePt t="14278" x="7962900" y="4694238"/>
          <p14:tracePt t="14286" x="7986713" y="4718050"/>
          <p14:tracePt t="14294" x="8045450" y="4751388"/>
          <p14:tracePt t="14302" x="8086725" y="4792663"/>
          <p14:tracePt t="14310" x="8102600" y="4818063"/>
          <p14:tracePt t="14318" x="8128000" y="4833938"/>
          <p14:tracePt t="14326" x="8153400" y="4859338"/>
          <p14:tracePt t="14334" x="8169275" y="4876800"/>
          <p14:tracePt t="14350" x="8186738" y="4892675"/>
          <p14:tracePt t="14358" x="8194675" y="4900613"/>
          <p14:tracePt t="14366" x="8194675" y="4933950"/>
          <p14:tracePt t="14374" x="8210550" y="4941888"/>
          <p14:tracePt t="14383" x="8228013" y="4959350"/>
          <p14:tracePt t="14391" x="8235950" y="4975225"/>
          <p14:tracePt t="14399" x="8251825" y="5000625"/>
          <p14:tracePt t="14407" x="8269288" y="5016500"/>
          <p14:tracePt t="14417" x="8285163" y="5026025"/>
          <p14:tracePt t="14423" x="8285163" y="5041900"/>
          <p14:tracePt t="14433" x="8285163" y="5057775"/>
          <p14:tracePt t="14439" x="8293100" y="5067300"/>
          <p14:tracePt t="14455" x="8310563" y="5083175"/>
          <p14:tracePt t="14482" x="8310563" y="5100638"/>
          <p14:tracePt t="14504" x="8310563" y="5108575"/>
          <p14:tracePt t="14576" x="8310563" y="5124450"/>
          <p14:tracePt t="14843" x="8293100" y="5141913"/>
          <p14:tracePt t="14867" x="8285163" y="5141913"/>
          <p14:tracePt t="14883" x="8285163" y="5157788"/>
          <p14:tracePt t="14899" x="8269288" y="5157788"/>
          <p14:tracePt t="14939" x="8251825" y="5157788"/>
          <p14:tracePt t="14956" x="8251825" y="5165725"/>
          <p14:tracePt t="14972" x="8235950" y="5165725"/>
          <p14:tracePt t="14999" x="8228013" y="5165725"/>
          <p14:tracePt t="15020" x="8210550" y="5165725"/>
          <p14:tracePt t="15028" x="8210550" y="5183188"/>
          <p14:tracePt t="15037" x="8194675" y="5183188"/>
          <p14:tracePt t="15061" x="8186738" y="5183188"/>
          <p14:tracePt t="15069" x="8186738" y="5199063"/>
          <p14:tracePt t="15085" x="8169275" y="5199063"/>
          <p14:tracePt t="15093" x="8153400" y="5199063"/>
          <p14:tracePt t="15101" x="8143875" y="5207000"/>
          <p14:tracePt t="15109" x="8128000" y="5207000"/>
          <p14:tracePt t="15117" x="8102600" y="5207000"/>
          <p14:tracePt t="15125" x="8086725" y="5224463"/>
          <p14:tracePt t="15133" x="8069263" y="5224463"/>
          <p14:tracePt t="15141" x="8045450" y="5224463"/>
          <p14:tracePt t="15150" x="8020050" y="5240338"/>
          <p14:tracePt t="15157" x="7970838" y="5240338"/>
          <p14:tracePt t="15166" x="7920038" y="5240338"/>
          <p14:tracePt t="16353" x="7920038" y="5224463"/>
          <p14:tracePt t="16361" x="7920038" y="5199063"/>
          <p14:tracePt t="16369" x="7904163" y="5100638"/>
          <p14:tracePt t="16377" x="7878763" y="5016500"/>
          <p14:tracePt t="16385" x="7837488" y="4918075"/>
          <p14:tracePt t="16393" x="7780338" y="4792663"/>
          <p14:tracePt t="16401" x="7737475" y="4694238"/>
          <p14:tracePt t="16409" x="7654925" y="4552950"/>
          <p14:tracePt t="16417" x="7580313" y="4445000"/>
          <p14:tracePt t="16425" x="7497763" y="4303713"/>
          <p14:tracePt t="16433" x="7439025" y="4187825"/>
          <p14:tracePt t="16441" x="7356475" y="4097338"/>
          <p14:tracePt t="16450" x="7331075" y="4046538"/>
          <p14:tracePt t="16458" x="7265988" y="3963988"/>
          <p14:tracePt t="16466" x="7132638" y="3814763"/>
          <p14:tracePt t="16474" x="7083425" y="3756025"/>
          <p14:tracePt t="16483" x="7008813" y="3690938"/>
          <p14:tracePt t="16490" x="6942138" y="3616325"/>
          <p14:tracePt t="16499" x="6859588" y="3549650"/>
          <p14:tracePt t="16506" x="6759575" y="3467100"/>
          <p14:tracePt t="16516" x="6677025" y="3390900"/>
          <p14:tracePt t="16522" x="6577013" y="3308350"/>
          <p14:tracePt t="16533" x="6494463" y="3241675"/>
          <p14:tracePt t="16538" x="6386513" y="3184525"/>
          <p14:tracePt t="16549" x="6270625" y="3117850"/>
          <p14:tracePt t="16555" x="6170613" y="3084513"/>
          <p14:tracePt t="16566" x="6145213" y="3060700"/>
          <p14:tracePt t="16571" x="6046788" y="3027363"/>
          <p14:tracePt t="16583" x="5980113" y="3017838"/>
          <p14:tracePt t="16587" x="5905500" y="2986088"/>
          <p14:tracePt t="16599" x="5822950" y="2960688"/>
          <p14:tracePt t="16603" x="5780088" y="2943225"/>
          <p14:tracePt t="16618" x="5722938" y="2943225"/>
          <p14:tracePt t="16623" x="5673725" y="2919413"/>
          <p14:tracePt t="16633" x="5630863" y="2901950"/>
          <p14:tracePt t="16636" x="5599113" y="2901950"/>
          <p14:tracePt t="16649" x="5556250" y="2878138"/>
          <p14:tracePt t="16652" x="5532438" y="2878138"/>
          <p14:tracePt t="16666" x="5499100" y="2860675"/>
          <p14:tracePt t="16669" x="5457825" y="2852738"/>
          <p14:tracePt t="16682" x="5448300" y="2852738"/>
          <p14:tracePt t="16685" x="5416550" y="2836863"/>
          <p14:tracePt t="16699" x="5407025" y="2819400"/>
          <p14:tracePt t="16700" x="5373688" y="2819400"/>
          <p14:tracePt t="16708" x="5349875" y="2811463"/>
          <p14:tracePt t="16724" x="5332413" y="2811463"/>
          <p14:tracePt t="16732" x="5324475" y="2811463"/>
          <p14:tracePt t="16740" x="5291138" y="2811463"/>
          <p14:tracePt t="18632" x="5224463" y="2819400"/>
          <p14:tracePt t="18640" x="5141913" y="2852738"/>
          <p14:tracePt t="18645" x="5026025" y="2894013"/>
          <p14:tracePt t="18653" x="4902200" y="2919413"/>
          <p14:tracePt t="18661" x="4752975" y="2960688"/>
          <p14:tracePt t="18670" x="4594225" y="2986088"/>
          <p14:tracePt t="18678" x="4437063" y="3001963"/>
          <p14:tracePt t="18686" x="4287838" y="3027363"/>
          <p14:tracePt t="18694" x="4221163" y="3043238"/>
          <p14:tracePt t="18702" x="4089400" y="3060700"/>
          <p14:tracePt t="18710" x="4022725" y="3076575"/>
          <p14:tracePt t="18718" x="3956050" y="3076575"/>
          <p14:tracePt t="18726" x="3898900" y="3076575"/>
          <p14:tracePt t="18734" x="3881438" y="3076575"/>
          <p14:tracePt t="18742" x="3865563" y="3076575"/>
          <p14:tracePt t="18750" x="3856038" y="3076575"/>
          <p14:tracePt t="18807" x="3865563" y="3076575"/>
          <p14:tracePt t="18816" x="3963988" y="3076575"/>
          <p14:tracePt t="18823" x="4146550" y="3076575"/>
          <p14:tracePt t="18833" x="4346575" y="3076575"/>
          <p14:tracePt t="18839" x="4594225" y="3117850"/>
          <p14:tracePt t="18849" x="4876800" y="3251200"/>
          <p14:tracePt t="18855" x="5026025" y="3367088"/>
          <p14:tracePt t="18866" x="5275263" y="3532188"/>
          <p14:tracePt t="18871" x="5532438" y="3714750"/>
          <p14:tracePt t="18882" x="5756275" y="3897313"/>
          <p14:tracePt t="18888" x="5962650" y="4038600"/>
          <p14:tracePt t="18896" x="6129338" y="4203700"/>
          <p14:tracePt t="18904" x="6162675" y="4246563"/>
          <p14:tracePt t="18912" x="6253163" y="4344988"/>
          <p14:tracePt t="18920" x="6327775" y="4403725"/>
          <p14:tracePt t="18928" x="6353175" y="4445000"/>
          <p14:tracePt t="18936" x="6386513" y="4470400"/>
          <p14:tracePt t="18944" x="6386513" y="4486275"/>
          <p14:tracePt t="18952" x="6394450" y="4494213"/>
          <p14:tracePt t="18968" x="6394450" y="4511675"/>
          <p14:tracePt t="18976" x="6411913" y="4511675"/>
          <p14:tracePt t="19211" x="6394450" y="4511675"/>
          <p14:tracePt t="19219" x="6294438" y="4511675"/>
          <p14:tracePt t="19227" x="6121400" y="4511675"/>
          <p14:tracePt t="19235" x="5614988" y="4511675"/>
          <p14:tracePt t="19243" x="5308600" y="4511675"/>
          <p14:tracePt t="19251" x="4752975" y="4427538"/>
          <p14:tracePt t="19259" x="4187825" y="4303713"/>
          <p14:tracePt t="19267" x="3557588" y="4162425"/>
          <p14:tracePt t="19275" x="3292475" y="4105275"/>
          <p14:tracePt t="19283" x="2795588" y="3979863"/>
          <p14:tracePt t="19291" x="2446338" y="3881438"/>
          <p14:tracePt t="19300" x="2347913" y="3840163"/>
          <p14:tracePt t="19308" x="2122488" y="3756025"/>
          <p14:tracePt t="19316" x="1982788" y="3714750"/>
          <p14:tracePt t="19324" x="1882775" y="3673475"/>
          <p14:tracePt t="19333" x="1833563" y="3648075"/>
          <p14:tracePt t="19340" x="1774825" y="3632200"/>
          <p14:tracePt t="19350" x="1758950" y="3616325"/>
          <p14:tracePt t="19356" x="1733550" y="3590925"/>
          <p14:tracePt t="19366" x="1716088" y="3590925"/>
          <p14:tracePt t="19382" x="1700213" y="3573463"/>
          <p14:tracePt t="19428" x="1700213" y="3565525"/>
          <p14:tracePt t="19469" x="1716088" y="3565525"/>
          <p14:tracePt t="19477" x="1733550" y="3549650"/>
          <p14:tracePt t="19485" x="1741488" y="3532188"/>
          <p14:tracePt t="19493" x="1774825" y="3516313"/>
          <p14:tracePt t="19502" x="1833563" y="3490913"/>
          <p14:tracePt t="19509" x="1874838" y="3467100"/>
          <p14:tracePt t="19518" x="1916113" y="3433763"/>
          <p14:tracePt t="19526" x="1998663" y="3390900"/>
          <p14:tracePt t="19533" x="2081213" y="3349625"/>
          <p14:tracePt t="19542" x="2181225" y="3308350"/>
          <p14:tracePt t="19550" x="2330450" y="3284538"/>
          <p14:tracePt t="19558" x="2454275" y="3225800"/>
          <p14:tracePt t="19566" x="2587625" y="3200400"/>
          <p14:tracePt t="19574" x="2695575" y="3167063"/>
          <p14:tracePt t="19583" x="2852738" y="3143250"/>
          <p14:tracePt t="19590" x="2944813" y="3117850"/>
          <p14:tracePt t="19599" x="3001963" y="3101975"/>
          <p14:tracePt t="19606" x="3127375" y="3076575"/>
          <p14:tracePt t="19619" x="3201988" y="3060700"/>
          <p14:tracePt t="19624" x="3292475" y="3043238"/>
          <p14:tracePt t="19633" x="3351213" y="3017838"/>
          <p14:tracePt t="19639" x="3392488" y="3001963"/>
          <p14:tracePt t="19650" x="3433763" y="3001963"/>
          <p14:tracePt t="19655" x="3467100" y="3001963"/>
          <p14:tracePt t="19666" x="3467100" y="2986088"/>
          <p14:tracePt t="19671" x="3475038" y="2986088"/>
          <p14:tracePt t="19683" x="3492500" y="2986088"/>
          <p14:tracePt t="19695" x="3508375" y="2986088"/>
          <p14:tracePt t="19703" x="3508375" y="2976563"/>
          <p14:tracePt t="19752" x="3508375" y="2960688"/>
          <p14:tracePt t="19759" x="3508375" y="2943225"/>
          <p14:tracePt t="19768" x="3508375" y="2935288"/>
          <p14:tracePt t="19776" x="3508375" y="2919413"/>
          <p14:tracePt t="19784" x="3508375" y="2894013"/>
          <p14:tracePt t="19792" x="3492500" y="2860675"/>
          <p14:tracePt t="19800" x="3475038" y="2819400"/>
          <p14:tracePt t="19808" x="3449638" y="2760663"/>
          <p14:tracePt t="19816" x="3425825" y="2719388"/>
          <p14:tracePt t="19824" x="3408363" y="2695575"/>
          <p14:tracePt t="19832" x="3367088" y="2636838"/>
          <p14:tracePt t="19840" x="3351213" y="2611438"/>
          <p14:tracePt t="19849" x="3333750" y="2587625"/>
          <p14:tracePt t="19857" x="3325813" y="2554288"/>
          <p14:tracePt t="19866" x="3292475" y="2528888"/>
          <p14:tracePt t="19873" x="3284538" y="2513013"/>
          <p14:tracePt t="19883" x="3251200" y="2487613"/>
          <p14:tracePt t="19889" x="3225800" y="2454275"/>
          <p14:tracePt t="19899" x="3168650" y="2430463"/>
          <p14:tracePt t="19905" x="3160713" y="2405063"/>
          <p14:tracePt t="19915" x="3109913" y="2371725"/>
          <p14:tracePt t="19921" x="3060700" y="2346325"/>
          <p14:tracePt t="19929" x="3019425" y="2330450"/>
          <p14:tracePt t="19937" x="2960688" y="2289175"/>
          <p14:tracePt t="19945" x="2935288" y="2281238"/>
          <p14:tracePt t="19953" x="2894013" y="2263775"/>
          <p14:tracePt t="19962" x="2860675" y="2230438"/>
          <p14:tracePt t="19970" x="2836863" y="2222500"/>
          <p14:tracePt t="19978" x="2819400" y="2222500"/>
          <p14:tracePt t="19986" x="2795588" y="2206625"/>
          <p14:tracePt t="19994" x="2778125" y="2206625"/>
          <p14:tracePt t="20010" x="2762250" y="2206625"/>
          <p14:tracePt t="20083" x="2778125" y="2206625"/>
          <p14:tracePt t="20091" x="2852738" y="2206625"/>
          <p14:tracePt t="20099" x="2944813" y="2206625"/>
          <p14:tracePt t="20107" x="3068638" y="2206625"/>
          <p14:tracePt t="20116" x="3251200" y="2206625"/>
          <p14:tracePt t="20123" x="3433763" y="2206625"/>
          <p14:tracePt t="20133" x="3657600" y="2206625"/>
          <p14:tracePt t="20139" x="3840163" y="2230438"/>
          <p14:tracePt t="20149" x="4022725" y="2247900"/>
          <p14:tracePt t="20155" x="4105275" y="2281238"/>
          <p14:tracePt t="20166" x="4246563" y="2289175"/>
          <p14:tracePt t="20171" x="4370388" y="2322513"/>
          <p14:tracePt t="20182" x="4470400" y="2346325"/>
          <p14:tracePt t="20188" x="4537075" y="2363788"/>
          <p14:tracePt t="20195" x="4594225" y="2371725"/>
          <p14:tracePt t="20204" x="4635500" y="2387600"/>
          <p14:tracePt t="20212" x="4660900" y="2405063"/>
          <p14:tracePt t="20220" x="4678363" y="2413000"/>
          <p14:tracePt t="20228" x="4694238" y="2413000"/>
          <p14:tracePt t="20236" x="4702175" y="2430463"/>
          <p14:tracePt t="20260" x="4719638" y="2446338"/>
          <p14:tracePt t="20389" x="4719638" y="2454275"/>
          <p14:tracePt t="20432" x="4719638" y="2471738"/>
          <p14:tracePt t="20448" x="4719638" y="2495550"/>
          <p14:tracePt t="20454" x="4719638" y="2528888"/>
          <p14:tracePt t="20462" x="4719638" y="2587625"/>
          <p14:tracePt t="20470" x="4719638" y="2678113"/>
          <p14:tracePt t="20478" x="4719638" y="2935288"/>
          <p14:tracePt t="20486" x="4719638" y="3200400"/>
          <p14:tracePt t="20494" x="4776788" y="3549650"/>
          <p14:tracePt t="20502" x="4884738" y="3997325"/>
          <p14:tracePt t="20510" x="4984750" y="4403725"/>
          <p14:tracePt t="20519" x="5141913" y="4900613"/>
          <p14:tracePt t="20527" x="5249863" y="5348288"/>
          <p14:tracePt t="20535" x="5324475" y="5507038"/>
          <p14:tracePt t="20543" x="5448300" y="5854700"/>
          <p14:tracePt t="20551" x="5556250" y="6145213"/>
          <p14:tracePt t="20559" x="5673725" y="6351588"/>
          <p14:tracePt t="20567" x="5715000" y="6392863"/>
          <p14:tracePt t="20575" x="5780088" y="6510338"/>
          <p14:tracePt t="20583" x="5838825" y="6592888"/>
          <p14:tracePt t="20591" x="5880100" y="6634163"/>
          <p14:tracePt t="20599" x="5905500" y="6650038"/>
          <p14:tracePt t="20607" x="5921375" y="6659563"/>
          <p14:tracePt t="20618" x="5938838" y="6659563"/>
          <p14:tracePt t="20624" x="5946775" y="6659563"/>
          <p14:tracePt t="20640" x="5962650" y="6659563"/>
          <p14:tracePt t="20649" x="5962650" y="6650038"/>
          <p14:tracePt t="20656" x="5980113" y="6608763"/>
          <p14:tracePt t="20666" x="6005513" y="6534150"/>
          <p14:tracePt t="20672" x="6005513" y="6492875"/>
          <p14:tracePt t="20682" x="6029325" y="6451600"/>
          <p14:tracePt t="20688" x="6062663" y="6351588"/>
          <p14:tracePt t="20699" x="6070600" y="6327775"/>
          <p14:tracePt t="20704" x="6145213" y="6219825"/>
          <p14:tracePt t="20715" x="6203950" y="6161088"/>
          <p14:tracePt t="20720" x="6294438" y="6103938"/>
          <p14:tracePt t="20733" x="6394450" y="6062663"/>
          <p14:tracePt t="20737" x="6551613" y="6003925"/>
          <p14:tracePt t="20749" x="6700838" y="5978525"/>
          <p14:tracePt t="20753" x="6883400" y="5954713"/>
          <p14:tracePt t="20766" x="7042150" y="5937250"/>
          <p14:tracePt t="20769" x="7224713" y="5937250"/>
          <p14:tracePt t="20783" x="7415213" y="5937250"/>
          <p14:tracePt t="20785" x="7456488" y="5937250"/>
          <p14:tracePt t="20799" x="7580313" y="5937250"/>
          <p14:tracePt t="20802" x="7705725" y="5937250"/>
          <p14:tracePt t="20816" x="7780338" y="5937250"/>
          <p14:tracePt t="20818" x="7845425" y="5937250"/>
          <p14:tracePt t="20833" x="7904163" y="5921375"/>
          <p14:tracePt t="20834" x="7929563" y="5921375"/>
          <p14:tracePt t="20841" x="7945438" y="5921375"/>
          <p14:tracePt t="20849" x="7962900" y="5921375"/>
          <p14:tracePt t="20866" x="7970838" y="5921375"/>
          <p14:tracePt t="20916" x="7970838" y="5903913"/>
          <p14:tracePt t="20932" x="7970838" y="5895975"/>
          <p14:tracePt t="20938" x="7970838" y="5880100"/>
          <p14:tracePt t="20948" x="7970838" y="5862638"/>
          <p14:tracePt t="20955" x="7970838" y="5854700"/>
          <p14:tracePt t="20965" x="7970838" y="5821363"/>
          <p14:tracePt t="20971" x="7970838" y="5795963"/>
          <p14:tracePt t="20979" x="7970838" y="5754688"/>
          <p14:tracePt t="20987" x="7962900" y="5688013"/>
          <p14:tracePt t="20995" x="7962900" y="5613400"/>
          <p14:tracePt t="21003" x="7929563" y="5530850"/>
          <p14:tracePt t="21011" x="7904163" y="5432425"/>
          <p14:tracePt t="21019" x="7878763" y="5348288"/>
          <p14:tracePt t="21027" x="7837488" y="5224463"/>
          <p14:tracePt t="21035" x="7796213" y="5100638"/>
          <p14:tracePt t="21043" x="7754938" y="4975225"/>
          <p14:tracePt t="21052" x="7705725" y="4859338"/>
          <p14:tracePt t="21060" x="7662863" y="4735513"/>
          <p14:tracePt t="21068" x="7621588" y="4610100"/>
          <p14:tracePt t="21076" x="7580313" y="4486275"/>
          <p14:tracePt t="21084" x="7556500" y="4370388"/>
          <p14:tracePt t="21092" x="7531100" y="4311650"/>
          <p14:tracePt t="21100" x="7497763" y="4221163"/>
          <p14:tracePt t="21108" x="7489825" y="4121150"/>
          <p14:tracePt t="21116" x="7472363" y="4046538"/>
          <p14:tracePt t="21124" x="7439025" y="3979863"/>
          <p14:tracePt t="21132" x="7431088" y="3922713"/>
          <p14:tracePt t="21140" x="7397750" y="3856038"/>
          <p14:tracePt t="21149" x="7373938" y="3756025"/>
          <p14:tracePt t="21156" x="7356475" y="3673475"/>
          <p14:tracePt t="21166" x="7331075" y="3632200"/>
          <p14:tracePt t="21173" x="7315200" y="3590925"/>
          <p14:tracePt t="21183" x="7273925" y="3516313"/>
          <p14:tracePt t="21189" x="7248525" y="3467100"/>
          <p14:tracePt t="21199" x="7224713" y="3408363"/>
          <p14:tracePt t="21205" x="7191375" y="3367088"/>
          <p14:tracePt t="21216" x="7165975" y="3325813"/>
          <p14:tracePt t="21221" x="7150100" y="3308350"/>
          <p14:tracePt t="21232" x="7124700" y="3284538"/>
          <p14:tracePt t="21237" x="7091363" y="3267075"/>
          <p14:tracePt t="21249" x="7083425" y="3251200"/>
          <p14:tracePt t="21253" x="7024688" y="3209925"/>
          <p14:tracePt t="21266" x="6983413" y="3184525"/>
          <p14:tracePt t="21269" x="6916738" y="3159125"/>
          <p14:tracePt t="21282" x="6743700" y="3076575"/>
          <p14:tracePt t="21285" x="6561138" y="2986088"/>
          <p14:tracePt t="21299" x="6453188" y="2935288"/>
          <p14:tracePt t="21302" x="6253163" y="2836863"/>
          <p14:tracePt t="21316" x="6046788" y="2736850"/>
          <p14:tracePt t="21319" x="5988050" y="2695575"/>
          <p14:tracePt t="21332" x="5880100" y="2636838"/>
          <p14:tracePt t="21335" x="5764213" y="2587625"/>
          <p14:tracePt t="21350" x="5697538" y="2554288"/>
          <p14:tracePt t="21351" x="5640388" y="2528888"/>
          <p14:tracePt t="21358" x="5589588" y="2495550"/>
          <p14:tracePt t="21366" x="5556250" y="2487613"/>
          <p14:tracePt t="21374" x="5514975" y="2471738"/>
          <p14:tracePt t="21382" x="5491163" y="2471738"/>
          <p14:tracePt t="21390" x="5448300" y="2446338"/>
          <p14:tracePt t="21399" x="5407025" y="2430463"/>
          <p14:tracePt t="21407" x="5365750" y="2430463"/>
          <p14:tracePt t="21416" x="5324475" y="2413000"/>
          <p14:tracePt t="21423" x="5267325" y="2387600"/>
          <p14:tracePt t="21432" x="5224463" y="2387600"/>
          <p14:tracePt t="21439" x="5192713" y="2371725"/>
          <p14:tracePt t="21449" x="5149850" y="2371725"/>
          <p14:tracePt t="21455" x="5141913" y="2363788"/>
          <p14:tracePt t="21465" x="5100638" y="2346325"/>
          <p14:tracePt t="21471" x="5067300" y="2346325"/>
          <p14:tracePt t="21482" x="5059363" y="2346325"/>
          <p14:tracePt t="21488" x="5026025" y="2330450"/>
          <p14:tracePt t="21499" x="5018088" y="2330450"/>
          <p14:tracePt t="21504" x="5000625" y="2322513"/>
          <p14:tracePt t="21516" x="4967288" y="2322513"/>
          <p14:tracePt t="21519" x="4959350" y="2322513"/>
          <p14:tracePt t="21532" x="4926013" y="2305050"/>
          <p14:tracePt t="21536" x="4902200" y="2305050"/>
          <p14:tracePt t="21549" x="4884738" y="2305050"/>
          <p14:tracePt t="21552" x="4860925" y="2289175"/>
          <p14:tracePt t="21565" x="4843463" y="2289175"/>
          <p14:tracePt t="21569" x="4835525" y="2289175"/>
          <p14:tracePt t="21585" x="4818063" y="2289175"/>
          <p14:tracePt t="21600" x="4802188" y="2289175"/>
          <p14:tracePt t="21609" x="4794250" y="2289175"/>
          <p14:tracePt t="21620" x="4776788" y="2289175"/>
          <p14:tracePt t="21633" x="4760913" y="2289175"/>
          <p14:tracePt t="21641" x="4752975" y="2289175"/>
          <p14:tracePt t="21657" x="4735513" y="2289175"/>
          <p14:tracePt t="21665" x="4719638" y="2289175"/>
          <p14:tracePt t="21673" x="4702175" y="2289175"/>
          <p14:tracePt t="21683" x="4694238" y="2305050"/>
          <p14:tracePt t="21689" x="4678363" y="2305050"/>
          <p14:tracePt t="21699" x="4660900" y="2322513"/>
          <p14:tracePt t="21705" x="4652963" y="2322513"/>
          <p14:tracePt t="21716" x="4619625" y="2330450"/>
          <p14:tracePt t="21721" x="4611688" y="2330450"/>
          <p14:tracePt t="21732" x="4594225" y="2330450"/>
          <p14:tracePt t="21738" x="4578350" y="2346325"/>
          <p14:tracePt t="21748" x="4552950" y="2346325"/>
          <p14:tracePt t="21754" x="4552950" y="2363788"/>
          <p14:tracePt t="21762" x="4537075" y="2363788"/>
          <p14:tracePt t="21770" x="4529138" y="2363788"/>
          <p14:tracePt t="21778" x="4511675" y="2363788"/>
          <p14:tracePt t="21786" x="4495800" y="2363788"/>
          <p14:tracePt t="21810" x="4486275" y="2363788"/>
          <p14:tracePt t="22012" x="4495800" y="2363788"/>
          <p14:tracePt t="22028" x="4529138" y="2363788"/>
          <p14:tracePt t="22036" x="4570413" y="2363788"/>
          <p14:tracePt t="22044" x="4578350" y="2363788"/>
          <p14:tracePt t="22053" x="4635500" y="2363788"/>
          <p14:tracePt t="22061" x="4678363" y="2363788"/>
          <p14:tracePt t="22069" x="4702175" y="2363788"/>
          <p14:tracePt t="22077" x="4752975" y="2363788"/>
          <p14:tracePt t="22085" x="4776788" y="2363788"/>
          <p14:tracePt t="22093" x="4802188" y="2363788"/>
          <p14:tracePt t="22101" x="4835525" y="2363788"/>
          <p14:tracePt t="22109" x="4843463" y="2363788"/>
          <p14:tracePt t="22117" x="4860925" y="2363788"/>
          <p14:tracePt t="22133" x="4876800" y="2363788"/>
          <p14:tracePt t="22149" x="4884738" y="2363788"/>
          <p14:tracePt t="22319" x="4902200" y="2363788"/>
          <p14:tracePt t="22343" x="4918075" y="2363788"/>
          <p14:tracePt t="22351" x="4943475" y="2363788"/>
          <p14:tracePt t="22359" x="4959350" y="2363788"/>
          <p14:tracePt t="22368" x="4967288" y="2363788"/>
          <p14:tracePt t="22376" x="5018088" y="2363788"/>
          <p14:tracePt t="22384" x="5026025" y="2363788"/>
          <p14:tracePt t="22392" x="5084763" y="2363788"/>
          <p14:tracePt t="22400" x="5126038" y="2363788"/>
          <p14:tracePt t="22408" x="5167313" y="2363788"/>
          <p14:tracePt t="22416" x="5249863" y="2363788"/>
          <p14:tracePt t="22424" x="5291138" y="2363788"/>
          <p14:tracePt t="22432" x="5349875" y="2371725"/>
          <p14:tracePt t="22440" x="5416550" y="2387600"/>
          <p14:tracePt t="22449" x="5473700" y="2405063"/>
          <p14:tracePt t="22456" x="5514975" y="2405063"/>
          <p14:tracePt t="22465" x="5573713" y="2413000"/>
          <p14:tracePt t="22472" x="5599113" y="2413000"/>
          <p14:tracePt t="22482" x="5630863" y="2430463"/>
          <p14:tracePt t="22489" x="5640388" y="2430463"/>
          <p14:tracePt t="22499" x="5673725" y="2430463"/>
          <p14:tracePt t="22505" x="5681663" y="2430463"/>
          <p14:tracePt t="22515" x="5697538" y="2430463"/>
          <p14:tracePt t="22529" x="5715000" y="2430463"/>
          <p14:tracePt t="22537" x="5722938" y="2430463"/>
          <p14:tracePt t="22553" x="5738813" y="2430463"/>
          <p14:tracePt t="22561" x="5756275" y="2430463"/>
          <p14:tracePt t="22586" x="5764213" y="2430463"/>
          <p14:tracePt t="22618" x="5780088" y="2430463"/>
          <p14:tracePt t="22626" x="5797550" y="2430463"/>
          <p14:tracePt t="22650" x="5805488" y="2430463"/>
          <p14:tracePt t="22658" x="5805488" y="2446338"/>
          <p14:tracePt t="22666" x="5822950" y="2446338"/>
          <p14:tracePt t="22690" x="5838825" y="2446338"/>
          <p14:tracePt t="22716" x="5854700" y="2446338"/>
          <p14:tracePt t="22749" x="5864225" y="2446338"/>
          <p14:tracePt t="22755" x="5880100" y="2454275"/>
          <p14:tracePt t="22771" x="5897563" y="2454275"/>
          <p14:tracePt t="22781" x="5905500" y="2454275"/>
          <p14:tracePt t="22795" x="5921375" y="2454275"/>
          <p14:tracePt t="22803" x="5938838" y="2471738"/>
          <p14:tracePt t="22819" x="5946775" y="2471738"/>
          <p14:tracePt t="22828" x="5962650" y="2487613"/>
          <p14:tracePt t="22836" x="5988050" y="2487613"/>
          <p14:tracePt t="22844" x="6005513" y="2487613"/>
          <p14:tracePt t="22860" x="6021388" y="2487613"/>
          <p14:tracePt t="22868" x="6029325" y="2495550"/>
          <p14:tracePt t="22900" x="6046788" y="2495550"/>
          <p14:tracePt t="22932" x="6062663" y="2495550"/>
          <p14:tracePt t="23046" x="6070600" y="2495550"/>
          <p14:tracePt t="23078" x="6088063" y="2495550"/>
          <p14:tracePt t="23094" x="6103938" y="2495550"/>
          <p14:tracePt t="23102" x="6129338" y="2495550"/>
          <p14:tracePt t="23110" x="6145213" y="2495550"/>
          <p14:tracePt t="23118" x="6170613" y="2495550"/>
          <p14:tracePt t="23126" x="6203950" y="2495550"/>
          <p14:tracePt t="23134" x="6253163" y="2495550"/>
          <p14:tracePt t="23142" x="6294438" y="2495550"/>
          <p14:tracePt t="23151" x="6337300" y="2495550"/>
          <p14:tracePt t="23159" x="6394450" y="2495550"/>
          <p14:tracePt t="23167" x="6453188" y="2495550"/>
          <p14:tracePt t="23175" x="6510338" y="2495550"/>
          <p14:tracePt t="23183" x="6561138" y="2495550"/>
          <p14:tracePt t="23191" x="6592888" y="2495550"/>
          <p14:tracePt t="23199" x="6651625" y="2495550"/>
          <p14:tracePt t="23207" x="6692900" y="2495550"/>
          <p14:tracePt t="23216" x="6700838" y="2495550"/>
          <p14:tracePt t="23223" x="6734175" y="2495550"/>
          <p14:tracePt t="23232" x="6743700" y="2495550"/>
          <p14:tracePt t="23240" x="6759575" y="2495550"/>
          <p14:tracePt t="23256" x="6775450" y="2495550"/>
          <p14:tracePt t="23288" x="6784975" y="2495550"/>
          <p14:tracePt t="23708" x="6842125" y="2495550"/>
          <p14:tracePt t="23716" x="6883400" y="2495550"/>
          <p14:tracePt t="23724" x="6916738" y="2487613"/>
          <p14:tracePt t="23732" x="6967538" y="2487613"/>
          <p14:tracePt t="23740" x="7042150" y="2487613"/>
          <p14:tracePt t="23749" x="7107238" y="2471738"/>
          <p14:tracePt t="23756" x="7165975" y="2471738"/>
          <p14:tracePt t="23765" x="7232650" y="2471738"/>
          <p14:tracePt t="23772" x="7289800" y="2471738"/>
          <p14:tracePt t="23782" x="7348538" y="2471738"/>
          <p14:tracePt t="23789" x="7397750" y="2471738"/>
          <p14:tracePt t="23799" x="7431088" y="2471738"/>
          <p14:tracePt t="23805" x="7472363" y="2471738"/>
          <p14:tracePt t="23814" x="7497763" y="2471738"/>
          <p14:tracePt t="23821" x="7539038" y="2471738"/>
          <p14:tracePt t="23829" x="7580313" y="2487613"/>
          <p14:tracePt t="23837" x="7621588" y="2495550"/>
          <p14:tracePt t="23845" x="7662863" y="2513013"/>
          <p14:tracePt t="23853" x="7705725" y="2528888"/>
          <p14:tracePt t="23861" x="7754938" y="2554288"/>
          <p14:tracePt t="23869" x="7780338" y="2570163"/>
          <p14:tracePt t="23877" x="7821613" y="2587625"/>
          <p14:tracePt t="23886" x="7845425" y="2611438"/>
          <p14:tracePt t="23894" x="7878763" y="2611438"/>
          <p14:tracePt t="23901" x="7886700" y="2628900"/>
          <p14:tracePt t="23910" x="7904163" y="2628900"/>
          <p14:tracePt t="23926" x="7920038" y="2636838"/>
          <p14:tracePt t="23934" x="7929563" y="2636838"/>
          <p14:tracePt t="23958" x="7945438" y="2636838"/>
          <p14:tracePt t="23966" x="7945438" y="2654300"/>
          <p14:tracePt t="23990" x="7962900" y="2654300"/>
          <p14:tracePt t="24039" x="7962900" y="2670175"/>
          <p14:tracePt t="24598" x="7970838" y="2670175"/>
          <p14:tracePt t="24604" x="8069263" y="2670175"/>
          <p14:tracePt t="24616" x="8143875" y="2670175"/>
          <p14:tracePt t="24620" x="8235950" y="2670175"/>
          <p14:tracePt t="24628" x="8335963" y="2654300"/>
          <p14:tracePt t="24636" x="8434388" y="2654300"/>
          <p14:tracePt t="24644" x="8559800" y="2636838"/>
          <p14:tracePt t="24652" x="8658225" y="2611438"/>
          <p14:tracePt t="24660" x="8907463" y="2587625"/>
          <p14:tracePt t="24668" x="9131300" y="2570163"/>
          <p14:tracePt t="24677" x="9355138" y="2546350"/>
          <p14:tracePt t="24685" x="9578975" y="2528888"/>
          <p14:tracePt t="24693" x="9761538" y="2528888"/>
          <p14:tracePt t="24701" x="9944100" y="2528888"/>
          <p14:tracePt t="24709" x="10002838" y="2513013"/>
          <p14:tracePt t="24717" x="10126663" y="2513013"/>
          <p14:tracePt t="24725" x="10209213" y="2513013"/>
          <p14:tracePt t="24733" x="10293350" y="2495550"/>
          <p14:tracePt t="24741" x="10334625" y="2495550"/>
          <p14:tracePt t="24749" x="10375900" y="2495550"/>
          <p14:tracePt t="24757" x="10401300" y="2495550"/>
          <p14:tracePt t="24774" x="10417175" y="2495550"/>
          <p14:tracePt t="24782" x="10433050" y="2495550"/>
          <p14:tracePt t="24838" x="10417175" y="2495550"/>
          <p14:tracePt t="24848" x="10401300" y="2495550"/>
          <p14:tracePt t="24854" x="10391775" y="2495550"/>
          <p14:tracePt t="24862" x="10375900" y="2495550"/>
          <p14:tracePt t="24878" x="10358438" y="2495550"/>
          <p14:tracePt t="24894" x="10350500" y="2495550"/>
          <p14:tracePt t="25049" x="10317163" y="2495550"/>
          <p14:tracePt t="25056" x="10309225" y="2495550"/>
          <p14:tracePt t="25065" x="10267950" y="2495550"/>
          <p14:tracePt t="25072" x="10209213" y="2495550"/>
          <p14:tracePt t="25082" x="10185400" y="2495550"/>
          <p14:tracePt t="25088" x="10126663" y="2487613"/>
          <p14:tracePt t="25099" x="10069513" y="2487613"/>
          <p14:tracePt t="25104" x="10026650" y="2471738"/>
          <p14:tracePt t="25115" x="9985375" y="2471738"/>
          <p14:tracePt t="25121" x="9944100" y="2454275"/>
          <p14:tracePt t="25129" x="9918700" y="2454275"/>
          <p14:tracePt t="25137" x="9869488" y="2454275"/>
          <p14:tracePt t="25145" x="9861550" y="2454275"/>
          <p14:tracePt t="25153" x="9828213" y="2446338"/>
          <p14:tracePt t="25161" x="9820275" y="2446338"/>
          <p14:tracePt t="25169" x="9802813" y="2446338"/>
          <p14:tracePt t="25177" x="9779000" y="2446338"/>
          <p14:tracePt t="25185" x="9761538" y="2446338"/>
          <p14:tracePt t="25193" x="9745663" y="2446338"/>
          <p14:tracePt t="25201" x="9737725" y="2446338"/>
          <p14:tracePt t="25209" x="9720263" y="2446338"/>
          <p14:tracePt t="25218" x="9694863" y="2446338"/>
          <p14:tracePt t="25226" x="9678988" y="2446338"/>
          <p14:tracePt t="25234" x="9653588" y="2446338"/>
          <p14:tracePt t="25242" x="9620250" y="2446338"/>
          <p14:tracePt t="25250" x="9604375" y="2446338"/>
          <p14:tracePt t="25258" x="9578975" y="2446338"/>
          <p14:tracePt t="25266" x="9563100" y="2446338"/>
          <p14:tracePt t="25274" x="9537700" y="2446338"/>
          <p14:tracePt t="25282" x="9512300" y="2446338"/>
          <p14:tracePt t="25290" x="9480550" y="2446338"/>
          <p14:tracePt t="25299" x="9455150" y="2446338"/>
          <p14:tracePt t="25306" x="9437688" y="2446338"/>
          <p14:tracePt t="25316" x="9413875" y="2430463"/>
          <p14:tracePt t="25322" x="9396413" y="2430463"/>
          <p14:tracePt t="25332" x="9388475" y="2430463"/>
          <p14:tracePt t="25339" x="9372600" y="2430463"/>
          <p14:tracePt t="25349" x="9355138" y="2430463"/>
          <p14:tracePt t="25355" x="9339263" y="2413000"/>
          <p14:tracePt t="25365" x="9331325" y="2413000"/>
          <p14:tracePt t="25379" x="9313863" y="2413000"/>
          <p14:tracePt t="25395" x="9297988" y="2413000"/>
          <p14:tracePt t="25411" x="9288463" y="2405063"/>
          <p14:tracePt t="25419" x="9272588" y="2405063"/>
          <p14:tracePt t="25435" x="9256713" y="2405063"/>
          <p14:tracePt t="25443" x="9247188" y="2405063"/>
          <p14:tracePt t="25460" x="9231313" y="2387600"/>
          <p14:tracePt t="25468" x="9213850" y="2387600"/>
          <p14:tracePt t="25476" x="9190038" y="2387600"/>
          <p14:tracePt t="25484" x="9172575" y="2371725"/>
          <p14:tracePt t="25500" x="9164638" y="2371725"/>
          <p14:tracePt t="25508" x="9148763" y="2363788"/>
          <p14:tracePt t="25516" x="9123363" y="2363788"/>
          <p14:tracePt t="25524" x="9105900" y="2363788"/>
          <p14:tracePt t="25540" x="9090025" y="2363788"/>
          <p14:tracePt t="25549" x="9082088" y="2346325"/>
          <p14:tracePt t="25565" x="9064625" y="2346325"/>
          <p14:tracePt t="25669" x="9064625" y="2330450"/>
          <p14:tracePt t="25678" x="9123363" y="2330450"/>
          <p14:tracePt t="25686" x="9205913" y="2322513"/>
          <p14:tracePt t="25694" x="9331325" y="2322513"/>
          <p14:tracePt t="25702" x="9596438" y="2305050"/>
          <p14:tracePt t="25710" x="9844088" y="2305050"/>
          <p14:tracePt t="25718" x="10152063" y="2305050"/>
          <p14:tracePt t="25726" x="10309225" y="2305050"/>
          <p14:tracePt t="25734" x="10558463" y="2305050"/>
          <p14:tracePt t="25742" x="10823575" y="2305050"/>
          <p14:tracePt t="25751" x="11088688" y="2305050"/>
          <p14:tracePt t="25758" x="11155363" y="2305050"/>
          <p14:tracePt t="25766" x="11312525" y="2305050"/>
          <p14:tracePt t="25775" x="11412538" y="2305050"/>
          <p14:tracePt t="25783" x="11495088" y="2305050"/>
          <p14:tracePt t="25791" x="11553825" y="2305050"/>
          <p14:tracePt t="25799" x="11577638" y="2305050"/>
          <p14:tracePt t="25807" x="11595100" y="2305050"/>
          <p14:tracePt t="25815" x="11603038" y="2305050"/>
          <p14:tracePt t="25847" x="11595100" y="2305050"/>
          <p14:tracePt t="25855" x="11495088" y="2305050"/>
          <p14:tracePt t="25865" x="11271250" y="2305050"/>
          <p14:tracePt t="25871" x="11047413" y="2305050"/>
          <p14:tracePt t="25881" x="10715625" y="2305050"/>
          <p14:tracePt t="25888" x="10358438" y="2305050"/>
          <p14:tracePt t="25896" x="10010775" y="2305050"/>
          <p14:tracePt t="25904" x="9563100" y="2305050"/>
          <p14:tracePt t="25912" x="9105900" y="2305050"/>
          <p14:tracePt t="25920" x="8601075" y="2330450"/>
          <p14:tracePt t="25928" x="8153400" y="2363788"/>
          <p14:tracePt t="25936" x="7597775" y="2387600"/>
          <p14:tracePt t="25944" x="6967538" y="2454275"/>
          <p14:tracePt t="25952" x="6337300" y="2487613"/>
          <p14:tracePt t="25960" x="5715000" y="2554288"/>
          <p14:tracePt t="25968" x="5026025" y="2628900"/>
          <p14:tracePt t="25976" x="4329113" y="2695575"/>
          <p14:tracePt t="25985" x="3773488" y="2794000"/>
          <p14:tracePt t="25992" x="3549650" y="2811463"/>
          <p14:tracePt t="26001" x="3043238" y="2894013"/>
          <p14:tracePt t="26009" x="2595563" y="2943225"/>
          <p14:tracePt t="26017" x="2247900" y="3001963"/>
          <p14:tracePt t="26025" x="1941513" y="3027363"/>
          <p14:tracePt t="26033" x="1857375" y="3043238"/>
          <p14:tracePt t="26041" x="1658938" y="3076575"/>
          <p14:tracePt t="26049" x="1550988" y="3084513"/>
          <p14:tracePt t="26057" x="1427163" y="3117850"/>
          <p14:tracePt t="26065" x="1352550" y="3117850"/>
          <p14:tracePt t="26073" x="1301750" y="3125788"/>
          <p14:tracePt t="26082" x="1260475" y="3125788"/>
          <p14:tracePt t="26090" x="1227138" y="3125788"/>
          <p14:tracePt t="26098" x="1203325" y="3125788"/>
          <p14:tracePt t="26115" x="1185863" y="3125788"/>
          <p14:tracePt t="26138" x="1169988" y="3125788"/>
          <p14:tracePt t="26162" x="1169988" y="3117850"/>
          <p14:tracePt t="26186" x="1169988" y="3101975"/>
          <p14:tracePt t="26195" x="1169988" y="3084513"/>
          <p14:tracePt t="26202" x="1185863" y="3084513"/>
          <p14:tracePt t="26211" x="1244600" y="3060700"/>
          <p14:tracePt t="26219" x="1301750" y="3043238"/>
          <p14:tracePt t="26227" x="1427163" y="3001963"/>
          <p14:tracePt t="26235" x="1535113" y="2960688"/>
          <p14:tracePt t="26243" x="1692275" y="2935288"/>
          <p14:tracePt t="26251" x="1874838" y="2901950"/>
          <p14:tracePt t="26259" x="2024063" y="2878138"/>
          <p14:tracePt t="26267" x="2206625" y="2836863"/>
          <p14:tracePt t="26275" x="2405063" y="2819400"/>
          <p14:tracePt t="26283" x="2554288" y="2811463"/>
          <p14:tracePt t="26291" x="2695575" y="2811463"/>
          <p14:tracePt t="26299" x="2819400" y="2811463"/>
          <p14:tracePt t="26307" x="2894013" y="2811463"/>
          <p14:tracePt t="26315" x="2986088" y="2811463"/>
          <p14:tracePt t="26324" x="3086100" y="2811463"/>
          <p14:tracePt t="26332" x="3160713" y="2811463"/>
          <p14:tracePt t="26340" x="3209925" y="2811463"/>
          <p14:tracePt t="26349" x="3251200" y="2811463"/>
          <p14:tracePt t="26356" x="3284538" y="2811463"/>
          <p14:tracePt t="26365" x="3309938" y="2811463"/>
          <p14:tracePt t="26372" x="3325813" y="2811463"/>
          <p14:tracePt t="26382" x="3333750" y="2811463"/>
          <p14:tracePt t="26388" x="3351213" y="2811463"/>
          <p14:tracePt t="26404" x="3367088" y="2811463"/>
          <p14:tracePt t="26429" x="3375025" y="2811463"/>
          <p14:tracePt t="26461" x="3392488" y="2811463"/>
          <p14:tracePt t="26501" x="3408363" y="2811463"/>
          <p14:tracePt t="26509" x="3425825" y="2811463"/>
          <p14:tracePt t="26525" x="3433763" y="2811463"/>
          <p14:tracePt t="26534" x="3449638" y="2811463"/>
          <p14:tracePt t="26549" x="3475038" y="2811463"/>
          <p14:tracePt t="26558" x="3508375" y="2811463"/>
          <p14:tracePt t="26566" x="3516313" y="2811463"/>
          <p14:tracePt t="26574" x="3575050" y="2811463"/>
          <p14:tracePt t="26582" x="3616325" y="2811463"/>
          <p14:tracePt t="26590" x="3657600" y="2811463"/>
          <p14:tracePt t="26598" x="3698875" y="2811463"/>
          <p14:tracePt t="26606" x="3757613" y="2811463"/>
          <p14:tracePt t="26617" x="3781425" y="2811463"/>
          <p14:tracePt t="26622" x="3822700" y="2811463"/>
          <p14:tracePt t="26632" x="3856038" y="2811463"/>
          <p14:tracePt t="26638" x="3881438" y="2819400"/>
          <p14:tracePt t="26648" x="3898900" y="2819400"/>
          <p14:tracePt t="26655" x="3906838" y="2819400"/>
          <p14:tracePt t="26671" x="3922713" y="2819400"/>
          <p14:tracePt t="26711" x="3940175" y="2819400"/>
          <p14:tracePt t="27123" x="3956050" y="2819400"/>
          <p14:tracePt t="27133" x="4005263" y="2819400"/>
          <p14:tracePt t="27139" x="4079875" y="2852738"/>
          <p14:tracePt t="27149" x="4146550" y="2878138"/>
          <p14:tracePt t="27155" x="4205288" y="2901950"/>
          <p14:tracePt t="27165" x="4262438" y="2935288"/>
          <p14:tracePt t="27172" x="4329113" y="2960688"/>
          <p14:tracePt t="27181" x="4454525" y="3001963"/>
          <p14:tracePt t="27187" x="4594225" y="3076575"/>
          <p14:tracePt t="27195" x="4719638" y="3143250"/>
          <p14:tracePt t="27204" x="4835525" y="3200400"/>
          <p14:tracePt t="27212" x="4959350" y="3241675"/>
          <p14:tracePt t="27220" x="5000625" y="3284538"/>
          <p14:tracePt t="27228" x="5149850" y="3367088"/>
          <p14:tracePt t="27236" x="5192713" y="3382963"/>
          <p14:tracePt t="27244" x="5267325" y="3424238"/>
          <p14:tracePt t="27252" x="5349875" y="3475038"/>
          <p14:tracePt t="27260" x="5407025" y="3508375"/>
          <p14:tracePt t="27268" x="5457825" y="3549650"/>
          <p14:tracePt t="27276" x="5491163" y="3565525"/>
          <p14:tracePt t="27284" x="5540375" y="3590925"/>
          <p14:tracePt t="27292" x="5589588" y="3606800"/>
          <p14:tracePt t="27301" x="5614988" y="3632200"/>
          <p14:tracePt t="27308" x="5640388" y="3657600"/>
          <p14:tracePt t="27317" x="5673725" y="3673475"/>
          <p14:tracePt t="27325" x="5681663" y="3690938"/>
          <p14:tracePt t="27341" x="5697538" y="3690938"/>
          <p14:tracePt t="27349" x="5715000" y="3698875"/>
          <p14:tracePt t="27373" x="5722938" y="3714750"/>
          <p14:tracePt t="36801" x="5715000" y="3714750"/>
          <p14:tracePt t="36807" x="5656263" y="3714750"/>
          <p14:tracePt t="36817" x="5614988" y="3732213"/>
          <p14:tracePt t="36823" x="5556250" y="3756025"/>
          <p14:tracePt t="36834" x="5499100" y="3781425"/>
          <p14:tracePt t="36839" x="5448300" y="3797300"/>
          <p14:tracePt t="36850" x="5391150" y="3814763"/>
          <p14:tracePt t="36855" x="5324475" y="3830638"/>
          <p14:tracePt t="36865" x="5192713" y="3856038"/>
          <p14:tracePt t="36871" x="5084763" y="3881438"/>
          <p14:tracePt t="36882" x="4926013" y="3914775"/>
          <p14:tracePt t="36888" x="4876800" y="3914775"/>
          <p14:tracePt t="36898" x="4776788" y="3914775"/>
          <p14:tracePt t="36904" x="4678363" y="3914775"/>
          <p14:tracePt t="36915" x="4635500" y="3914775"/>
          <p14:tracePt t="36920" x="4594225" y="3914775"/>
          <p14:tracePt t="36932" x="4570413" y="3914775"/>
          <p14:tracePt t="36936" x="4552950" y="3914775"/>
          <p14:tracePt t="36948" x="4537075" y="3914775"/>
          <p14:tracePt t="37041" x="4552950" y="3914775"/>
          <p14:tracePt t="37049" x="4578350" y="3914775"/>
          <p14:tracePt t="37057" x="4619625" y="3914775"/>
          <p14:tracePt t="37066" x="4652963" y="3914775"/>
          <p14:tracePt t="37073" x="4694238" y="3914775"/>
          <p14:tracePt t="37081" x="4719638" y="3914775"/>
          <p14:tracePt t="37089" x="4760913" y="3914775"/>
          <p14:tracePt t="37098" x="4794250" y="3914775"/>
          <p14:tracePt t="37105" x="4802188" y="3914775"/>
          <p14:tracePt t="37115" x="4818063" y="3914775"/>
          <p14:tracePt t="37131" x="4835525" y="3914775"/>
          <p14:tracePt t="37235" x="4802188" y="3914775"/>
          <p14:tracePt t="37243" x="4760913" y="3914775"/>
          <p14:tracePt t="37251" x="4702175" y="3914775"/>
          <p14:tracePt t="37259" x="4635500" y="3914775"/>
          <p14:tracePt t="37267" x="4537075" y="3914775"/>
          <p14:tracePt t="37275" x="4411663" y="3922713"/>
          <p14:tracePt t="37283" x="4287838" y="3922713"/>
          <p14:tracePt t="37291" x="4229100" y="3922713"/>
          <p14:tracePt t="37299" x="4164013" y="3922713"/>
          <p14:tracePt t="37307" x="4064000" y="3922713"/>
          <p14:tracePt t="37315" x="3963988" y="3922713"/>
          <p14:tracePt t="37323" x="3898900" y="3922713"/>
          <p14:tracePt t="37332" x="3822700" y="3938588"/>
          <p14:tracePt t="37339" x="3757613" y="3938588"/>
          <p14:tracePt t="37348" x="3690938" y="3938588"/>
          <p14:tracePt t="37356" x="3632200" y="3956050"/>
          <p14:tracePt t="37365" x="3557588" y="3963988"/>
          <p14:tracePt t="37372" x="3508375" y="3963988"/>
          <p14:tracePt t="37382" x="3449638" y="3963988"/>
          <p14:tracePt t="37388" x="3408363" y="3979863"/>
          <p14:tracePt t="37398" x="3367088" y="3979863"/>
          <p14:tracePt t="37404" x="3325813" y="3979863"/>
          <p14:tracePt t="37412" x="3292475" y="3979863"/>
          <p14:tracePt t="37437" x="3267075" y="3979863"/>
          <p14:tracePt t="37445" x="3243263" y="3979863"/>
          <p14:tracePt t="37469" x="3225800" y="3979863"/>
          <p14:tracePt t="37477" x="3184525" y="3979863"/>
          <p14:tracePt t="37485" x="3160713" y="3979863"/>
          <p14:tracePt t="37493" x="3143250" y="3979863"/>
          <p14:tracePt t="37501" x="3109913" y="3979863"/>
          <p14:tracePt t="37533" x="3068638" y="3979863"/>
          <p14:tracePt t="37574" x="3019425" y="3979863"/>
          <p14:tracePt t="37582" x="2894013" y="3979863"/>
          <p14:tracePt t="37590" x="2819400" y="3979863"/>
          <p14:tracePt t="37598" x="2778125" y="3979863"/>
          <p14:tracePt t="37606" x="2679700" y="3979863"/>
          <p14:tracePt t="37617" x="2613025" y="3979863"/>
          <p14:tracePt t="37622" x="2538413" y="3979863"/>
          <p14:tracePt t="37631" x="2471738" y="3979863"/>
          <p14:tracePt t="37638" x="2413000" y="3979863"/>
          <p14:tracePt t="37648" x="2363788" y="3979863"/>
          <p14:tracePt t="37711" x="2347913" y="3979863"/>
          <p14:tracePt t="37719" x="2330450" y="3979863"/>
          <p14:tracePt t="37727" x="2305050" y="3979863"/>
          <p14:tracePt t="37735" x="2289175" y="3979863"/>
          <p14:tracePt t="37743" x="2263775" y="3979863"/>
          <p14:tracePt t="37765" x="2230438" y="3979863"/>
          <p14:tracePt t="37768" x="2222500" y="3979863"/>
          <p14:tracePt t="37782" x="2189163" y="3963988"/>
          <p14:tracePt t="37785" x="2181225" y="3963988"/>
          <p14:tracePt t="37798" x="2165350" y="3963988"/>
          <p14:tracePt t="37801" x="2147888" y="3963988"/>
          <p14:tracePt t="37815" x="2122488" y="3956050"/>
          <p14:tracePt t="37816" x="2106613" y="3956050"/>
          <p14:tracePt t="37832" x="2098675" y="3938588"/>
          <p14:tracePt t="37840" x="2081213" y="3938588"/>
          <p14:tracePt t="37849" x="2065338" y="3938588"/>
          <p14:tracePt t="37865" x="2057400" y="3922713"/>
          <p14:tracePt t="37913" x="2057400" y="3914775"/>
          <p14:tracePt t="37931" x="2057400" y="3897313"/>
          <p14:tracePt t="37945" x="2081213" y="3881438"/>
          <p14:tracePt t="37953" x="2122488" y="3856038"/>
          <p14:tracePt t="37961" x="2147888" y="3856038"/>
          <p14:tracePt t="37969" x="2247900" y="3830638"/>
          <p14:tracePt t="37977" x="2305050" y="3797300"/>
          <p14:tracePt t="37986" x="2330450" y="3797300"/>
          <p14:tracePt t="37993" x="2389188" y="3781425"/>
          <p14:tracePt t="38002" x="2513013" y="3756025"/>
          <p14:tracePt t="38010" x="2587625" y="3740150"/>
          <p14:tracePt t="38018" x="2679700" y="3732213"/>
          <p14:tracePt t="38026" x="2778125" y="3732213"/>
          <p14:tracePt t="38034" x="2903538" y="3714750"/>
          <p14:tracePt t="38042" x="2935288" y="3714750"/>
          <p14:tracePt t="38050" x="3109913" y="3714750"/>
          <p14:tracePt t="38058" x="3168650" y="3714750"/>
          <p14:tracePt t="38066" x="3267075" y="3714750"/>
          <p14:tracePt t="38074" x="3333750" y="3714750"/>
          <p14:tracePt t="38082" x="3392488" y="3714750"/>
          <p14:tracePt t="38090" x="3449638" y="3714750"/>
          <p14:tracePt t="38099" x="3475038" y="3714750"/>
          <p14:tracePt t="38107" x="3508375" y="3714750"/>
          <p14:tracePt t="38115" x="3533775" y="3714750"/>
          <p14:tracePt t="38131" x="3549650" y="3714750"/>
          <p14:tracePt t="38155" x="3557588" y="3714750"/>
          <p14:tracePt t="38543" x="3549650" y="3714750"/>
          <p14:tracePt t="38551" x="3533775" y="3714750"/>
          <p14:tracePt t="38559" x="3492500" y="3732213"/>
          <p14:tracePt t="38567" x="3467100" y="3740150"/>
          <p14:tracePt t="38575" x="3425825" y="3740150"/>
          <p14:tracePt t="38583" x="3351213" y="3756025"/>
          <p14:tracePt t="38591" x="3292475" y="3773488"/>
          <p14:tracePt t="38599" x="3243263" y="3773488"/>
          <p14:tracePt t="38607" x="3168650" y="3781425"/>
          <p14:tracePt t="38616" x="3127375" y="3781425"/>
          <p14:tracePt t="38623" x="3086100" y="3781425"/>
          <p14:tracePt t="38632" x="3060700" y="3781425"/>
          <p14:tracePt t="38639" x="3019425" y="3781425"/>
          <p14:tracePt t="38655" x="3001963" y="3781425"/>
          <p14:tracePt t="38665" x="2986088" y="3781425"/>
          <p14:tracePt t="38681" x="2978150" y="3781425"/>
          <p14:tracePt t="39035" x="2960688" y="3781425"/>
          <p14:tracePt t="39059" x="2944813" y="3781425"/>
          <p14:tracePt t="39067" x="2944813" y="3773488"/>
          <p14:tracePt t="39092" x="2935288" y="3773488"/>
          <p14:tracePt t="39116" x="2935288" y="3756025"/>
          <p14:tracePt t="39302" x="2960688" y="3756025"/>
          <p14:tracePt t="39310" x="2986088" y="3756025"/>
          <p14:tracePt t="39317" x="3027363" y="3756025"/>
          <p14:tracePt t="39326" x="3068638" y="3756025"/>
          <p14:tracePt t="39334" x="3109913" y="3756025"/>
          <p14:tracePt t="39342" x="3160713" y="3756025"/>
          <p14:tracePt t="39350" x="3201988" y="3756025"/>
          <p14:tracePt t="39358" x="3243263" y="3756025"/>
          <p14:tracePt t="39366" x="3284538" y="3756025"/>
          <p14:tracePt t="39374" x="3325813" y="3756025"/>
          <p14:tracePt t="39382" x="3351213" y="3756025"/>
          <p14:tracePt t="39390" x="3392488" y="3756025"/>
          <p14:tracePt t="39398" x="3425825" y="3756025"/>
          <p14:tracePt t="39406" x="3449638" y="3773488"/>
          <p14:tracePt t="39415" x="3475038" y="3773488"/>
          <p14:tracePt t="39423" x="3516313" y="3781425"/>
          <p14:tracePt t="39431" x="3557588" y="3781425"/>
          <p14:tracePt t="39439" x="3590925" y="3781425"/>
          <p14:tracePt t="39448" x="3632200" y="3797300"/>
          <p14:tracePt t="39455" x="3657600" y="3797300"/>
          <p14:tracePt t="39464" x="3698875" y="3797300"/>
          <p14:tracePt t="39471" x="3732213" y="3797300"/>
          <p14:tracePt t="39479" x="3773488" y="3814763"/>
          <p14:tracePt t="39487" x="3814763" y="3830638"/>
          <p14:tracePt t="39495" x="3822700" y="3830638"/>
          <p14:tracePt t="39503" x="3865563" y="3830638"/>
          <p14:tracePt t="39511" x="3881438" y="3840163"/>
          <p14:tracePt t="39519" x="3906838" y="3840163"/>
          <p14:tracePt t="39527" x="3940175" y="3840163"/>
          <p14:tracePt t="39543" x="3956050" y="3840163"/>
          <p14:tracePt t="39552" x="3963988" y="3840163"/>
          <p14:tracePt t="39568" x="3963988" y="3856038"/>
          <p14:tracePt t="39592" x="3981450" y="3856038"/>
          <p14:tracePt t="39786" x="3997325" y="3856038"/>
          <p14:tracePt t="39794" x="4022725" y="3856038"/>
          <p14:tracePt t="39802" x="4038600" y="3856038"/>
          <p14:tracePt t="39810" x="4064000" y="3856038"/>
          <p14:tracePt t="39819" x="4079875" y="3856038"/>
          <p14:tracePt t="39826" x="4122738" y="3856038"/>
          <p14:tracePt t="39834" x="4146550" y="3856038"/>
          <p14:tracePt t="39842" x="4171950" y="3856038"/>
          <p14:tracePt t="39850" x="4221163" y="3856038"/>
          <p14:tracePt t="39859" x="4229100" y="3856038"/>
          <p14:tracePt t="39867" x="4271963" y="3856038"/>
          <p14:tracePt t="39875" x="4313238" y="3856038"/>
          <p14:tracePt t="39883" x="4346575" y="3856038"/>
          <p14:tracePt t="39891" x="4370388" y="3856038"/>
          <p14:tracePt t="39899" x="4395788" y="3856038"/>
          <p14:tracePt t="39907" x="4437063" y="3856038"/>
          <p14:tracePt t="39915" x="4470400" y="3856038"/>
          <p14:tracePt t="39923" x="4486275" y="3856038"/>
          <p14:tracePt t="39931" x="4511675" y="3856038"/>
          <p14:tracePt t="39939" x="4529138" y="3856038"/>
          <p14:tracePt t="39948" x="4537075" y="3871913"/>
          <p14:tracePt t="39955" x="4570413" y="3871913"/>
          <p14:tracePt t="39965" x="4578350" y="3871913"/>
          <p14:tracePt t="39971" x="4594225" y="3871913"/>
          <p14:tracePt t="39982" x="4611688" y="3871913"/>
          <p14:tracePt t="39988" x="4619625" y="3871913"/>
          <p14:tracePt t="39998" x="4635500" y="3871913"/>
          <p14:tracePt t="40004" x="4652963" y="3881438"/>
          <p14:tracePt t="40015" x="4660900" y="3881438"/>
          <p14:tracePt t="40020" x="4694238" y="3881438"/>
          <p14:tracePt t="40031" x="4702175" y="3881438"/>
          <p14:tracePt t="40036" x="4719638" y="3881438"/>
          <p14:tracePt t="40049" x="4735513" y="3881438"/>
          <p14:tracePt t="40052" x="4760913" y="3881438"/>
          <p14:tracePt t="40065" x="4794250" y="3881438"/>
          <p14:tracePt t="40068" x="4835525" y="3897313"/>
          <p14:tracePt t="40082" x="4860925" y="3897313"/>
          <p14:tracePt t="40085" x="4943475" y="3897313"/>
          <p14:tracePt t="40098" x="4959350" y="3897313"/>
          <p14:tracePt t="40101" x="5018088" y="3897313"/>
          <p14:tracePt t="40115" x="5067300" y="3897313"/>
          <p14:tracePt t="40118" x="5141913" y="3914775"/>
          <p14:tracePt t="40131" x="5192713" y="3922713"/>
          <p14:tracePt t="40134" x="5233988" y="3922713"/>
          <p14:tracePt t="40148" x="5291138" y="3938588"/>
          <p14:tracePt t="40149" x="5416550" y="3956050"/>
          <p14:tracePt t="40157" x="5473700" y="3956050"/>
          <p14:tracePt t="40165" x="5499100" y="3956050"/>
          <p14:tracePt t="40173" x="5589588" y="3956050"/>
          <p14:tracePt t="40182" x="5630863" y="3963988"/>
          <p14:tracePt t="40190" x="5681663" y="3979863"/>
          <p14:tracePt t="40198" x="5738813" y="3997325"/>
          <p14:tracePt t="40206" x="5780088" y="3997325"/>
          <p14:tracePt t="40215" x="5797550" y="3997325"/>
          <p14:tracePt t="40222" x="5822950" y="3997325"/>
          <p14:tracePt t="40238" x="5838825" y="3997325"/>
          <p14:tracePt t="40248" x="5838825" y="4005263"/>
          <p14:tracePt t="40513" x="5854700" y="4005263"/>
          <p14:tracePt t="40521" x="5946775" y="3979863"/>
          <p14:tracePt t="40529" x="6046788" y="3938588"/>
          <p14:tracePt t="40536" x="6162675" y="3881438"/>
          <p14:tracePt t="40545" x="6311900" y="3840163"/>
          <p14:tracePt t="40553" x="6469063" y="3797300"/>
          <p14:tracePt t="40561" x="6535738" y="3781425"/>
          <p14:tracePt t="40569" x="6759575" y="3714750"/>
          <p14:tracePt t="40577" x="6916738" y="3698875"/>
          <p14:tracePt t="40585" x="6967538" y="3698875"/>
          <p14:tracePt t="40593" x="7150100" y="3690938"/>
          <p14:tracePt t="40601" x="7207250" y="3690938"/>
          <p14:tracePt t="40609" x="7273925" y="3690938"/>
          <p14:tracePt t="40620" x="7348538" y="3690938"/>
          <p14:tracePt t="40626" x="7415213" y="3690938"/>
          <p14:tracePt t="40634" x="7456488" y="3690938"/>
          <p14:tracePt t="40642" x="7497763" y="3690938"/>
          <p14:tracePt t="40650" x="7513638" y="3690938"/>
          <p14:tracePt t="40658" x="7539038" y="3690938"/>
          <p14:tracePt t="40666" x="7556500" y="3690938"/>
          <p14:tracePt t="40690" x="7572375" y="3690938"/>
          <p14:tracePt t="40860" x="7597775" y="3690938"/>
          <p14:tracePt t="40868" x="7621588" y="3690938"/>
          <p14:tracePt t="40876" x="7639050" y="3690938"/>
          <p14:tracePt t="40884" x="7680325" y="3690938"/>
          <p14:tracePt t="40892" x="7696200" y="3690938"/>
          <p14:tracePt t="40900" x="7754938" y="3690938"/>
          <p14:tracePt t="40908" x="7796213" y="3690938"/>
          <p14:tracePt t="40916" x="7845425" y="3690938"/>
          <p14:tracePt t="40924" x="7878763" y="3690938"/>
          <p14:tracePt t="40932" x="7929563" y="3690938"/>
          <p14:tracePt t="40940" x="7962900" y="3690938"/>
          <p14:tracePt t="40949" x="8020050" y="3690938"/>
          <p14:tracePt t="40957" x="8061325" y="3690938"/>
          <p14:tracePt t="40965" x="8086725" y="3698875"/>
          <p14:tracePt t="40973" x="8143875" y="3714750"/>
          <p14:tracePt t="40982" x="8186738" y="3714750"/>
          <p14:tracePt t="40989" x="8210550" y="3732213"/>
          <p14:tracePt t="40998" x="8235950" y="3740150"/>
          <p14:tracePt t="41005" x="8269288" y="3740150"/>
          <p14:tracePt t="41015" x="8293100" y="3756025"/>
          <p14:tracePt t="41021" x="8326438" y="3756025"/>
          <p14:tracePt t="41029" x="8335963" y="3773488"/>
          <p14:tracePt t="41037" x="8369300" y="3773488"/>
          <p14:tracePt t="41045" x="8410575" y="3781425"/>
          <p14:tracePt t="41053" x="8418513" y="3797300"/>
          <p14:tracePt t="41062" x="8459788" y="3797300"/>
          <p14:tracePt t="41070" x="8493125" y="3814763"/>
          <p14:tracePt t="41078" x="8534400" y="3814763"/>
          <p14:tracePt t="41086" x="8559800" y="3830638"/>
          <p14:tracePt t="41094" x="8601075" y="3830638"/>
          <p14:tracePt t="41102" x="8642350" y="3840163"/>
          <p14:tracePt t="41110" x="8675688" y="3840163"/>
          <p14:tracePt t="41118" x="8716963" y="3856038"/>
          <p14:tracePt t="41126" x="8724900" y="3871913"/>
          <p14:tracePt t="41134" x="8742363" y="3871913"/>
          <p14:tracePt t="41142" x="8758238" y="3871913"/>
          <p14:tracePt t="41158" x="8766175" y="3881438"/>
          <p14:tracePt t="41183" x="8783638" y="3881438"/>
          <p14:tracePt t="41239" x="8766175" y="3881438"/>
          <p14:tracePt t="41723" x="8799513" y="3871913"/>
          <p14:tracePt t="41732" x="8866188" y="3830638"/>
          <p14:tracePt t="41740" x="8966200" y="3797300"/>
          <p14:tracePt t="41749" x="9064625" y="3773488"/>
          <p14:tracePt t="41756" x="9164638" y="3756025"/>
          <p14:tracePt t="41765" x="9272588" y="3756025"/>
          <p14:tracePt t="41772" x="9372600" y="3756025"/>
          <p14:tracePt t="41781" x="9413875" y="3756025"/>
          <p14:tracePt t="41788" x="9512300" y="3756025"/>
          <p14:tracePt t="41797" x="9563100" y="3756025"/>
          <p14:tracePt t="41804" x="9637713" y="3756025"/>
          <p14:tracePt t="41812" x="9663113" y="3756025"/>
          <p14:tracePt t="41820" x="9704388" y="3773488"/>
          <p14:tracePt t="41828" x="9737725" y="3781425"/>
          <p14:tracePt t="41837" x="9737725" y="3797300"/>
          <p14:tracePt t="41844" x="9745663" y="3797300"/>
          <p14:tracePt t="41853" x="9761538" y="3814763"/>
          <p14:tracePt t="41869" x="9779000" y="3814763"/>
          <p14:tracePt t="41877" x="9779000" y="3830638"/>
          <p14:tracePt t="42103" x="9779000" y="3840163"/>
          <p14:tracePt t="42127" x="9737725" y="3840163"/>
          <p14:tracePt t="42135" x="9704388" y="3840163"/>
          <p14:tracePt t="42143" x="9620250" y="3840163"/>
          <p14:tracePt t="42151" x="9555163" y="3840163"/>
          <p14:tracePt t="42159" x="9455150" y="3840163"/>
          <p14:tracePt t="42168" x="9355138" y="3840163"/>
          <p14:tracePt t="42175" x="9313863" y="3830638"/>
          <p14:tracePt t="42184" x="9231313" y="3814763"/>
          <p14:tracePt t="42192" x="9164638" y="3797300"/>
          <p14:tracePt t="42200" x="9105900" y="3773488"/>
          <p14:tracePt t="42208" x="9082088" y="3756025"/>
          <p14:tracePt t="42216" x="9048750" y="3740150"/>
          <p14:tracePt t="42224" x="9031288" y="3740150"/>
          <p14:tracePt t="42232" x="9023350" y="3732213"/>
          <p14:tracePt t="42240" x="9007475" y="3732213"/>
          <p14:tracePt t="42281" x="8990013" y="3732213"/>
          <p14:tracePt t="42313" x="8982075" y="3732213"/>
          <p14:tracePt t="42337" x="8966200" y="3732213"/>
          <p14:tracePt t="42499" x="8982075" y="3732213"/>
          <p14:tracePt t="42507" x="9007475" y="3732213"/>
          <p14:tracePt t="42515" x="9064625" y="3740150"/>
          <p14:tracePt t="42523" x="9123363" y="3740150"/>
          <p14:tracePt t="42532" x="9148763" y="3756025"/>
          <p14:tracePt t="42539" x="9205913" y="3773488"/>
          <p14:tracePt t="42548" x="9297988" y="3781425"/>
          <p14:tracePt t="42555" x="9331325" y="3781425"/>
          <p14:tracePt t="42564" x="9396413" y="3797300"/>
          <p14:tracePt t="42571" x="9455150" y="3814763"/>
          <p14:tracePt t="42580" x="9496425" y="3830638"/>
          <p14:tracePt t="42587" x="9555163" y="3830638"/>
          <p14:tracePt t="42597" x="9596438" y="3840163"/>
          <p14:tracePt t="42603" x="9637713" y="3856038"/>
          <p14:tracePt t="42616" x="9663113" y="3856038"/>
          <p14:tracePt t="42620" x="9704388" y="3856038"/>
          <p14:tracePt t="42628" x="9720263" y="3871913"/>
          <p14:tracePt t="42636" x="9737725" y="3871913"/>
          <p14:tracePt t="42644" x="9745663" y="3871913"/>
          <p14:tracePt t="42652" x="9761538" y="3871913"/>
          <p14:tracePt t="42676" x="9779000" y="3871913"/>
          <p14:tracePt t="42684" x="9786938" y="3871913"/>
          <p14:tracePt t="42700" x="9786938" y="3881438"/>
          <p14:tracePt t="42716" x="9802813" y="3881438"/>
          <p14:tracePt t="42741" x="9820275" y="3881438"/>
          <p14:tracePt t="42902" x="9802813" y="3881438"/>
          <p14:tracePt t="42918" x="9786938" y="3881438"/>
          <p14:tracePt t="42935" x="9779000" y="3881438"/>
          <p14:tracePt t="42958" x="9761538" y="3881438"/>
          <p14:tracePt t="43128" x="9802813" y="3881438"/>
          <p14:tracePt t="43136" x="9828213" y="3897313"/>
          <p14:tracePt t="43144" x="9869488" y="3922713"/>
          <p14:tracePt t="43153" x="9918700" y="3956050"/>
          <p14:tracePt t="43160" x="9961563" y="3979863"/>
          <p14:tracePt t="43169" x="10010775" y="4005263"/>
          <p14:tracePt t="43177" x="10044113" y="4021138"/>
          <p14:tracePt t="43185" x="10069513" y="4046538"/>
          <p14:tracePt t="43193" x="10093325" y="4064000"/>
          <p14:tracePt t="43201" x="10110788" y="4079875"/>
          <p14:tracePt t="43209" x="10126663" y="4097338"/>
          <p14:tracePt t="43217" x="10134600" y="4097338"/>
          <p14:tracePt t="43233" x="10152063" y="4105275"/>
          <p14:tracePt t="43265" x="10152063" y="4121150"/>
          <p14:tracePt t="43306" x="10093325" y="4121150"/>
          <p14:tracePt t="43315" x="10044113" y="4121150"/>
          <p14:tracePt t="43322" x="9969500" y="4121150"/>
          <p14:tracePt t="43331" x="9928225" y="4121150"/>
          <p14:tracePt t="43338" x="9861550" y="4121150"/>
          <p14:tracePt t="43348" x="9786938" y="4121150"/>
          <p14:tracePt t="43354" x="9663113" y="4121150"/>
          <p14:tracePt t="43362" x="9563100" y="4121150"/>
          <p14:tracePt t="43371" x="9496425" y="4121150"/>
          <p14:tracePt t="43379" x="9396413" y="4121150"/>
          <p14:tracePt t="43387" x="9297988" y="4138613"/>
          <p14:tracePt t="43395" x="9172575" y="4146550"/>
          <p14:tracePt t="43403" x="9023350" y="4162425"/>
          <p14:tracePt t="43411" x="8882063" y="4179888"/>
          <p14:tracePt t="43419" x="8683625" y="4203700"/>
          <p14:tracePt t="43427" x="8501063" y="4229100"/>
          <p14:tracePt t="43435" x="8285163" y="4262438"/>
          <p14:tracePt t="43443" x="8027988" y="4270375"/>
          <p14:tracePt t="43451" x="7804150" y="4303713"/>
          <p14:tracePt t="43459" x="7539038" y="4311650"/>
          <p14:tracePt t="43468" x="7042150" y="4311650"/>
          <p14:tracePt t="43476" x="6743700" y="4311650"/>
          <p14:tracePt t="43483" x="6394450" y="4311650"/>
          <p14:tracePt t="43491" x="5988050" y="4311650"/>
          <p14:tracePt t="43500" x="5540375" y="4311650"/>
          <p14:tracePt t="43508" x="5149850" y="4246563"/>
          <p14:tracePt t="43790" x="5100638" y="4246563"/>
          <p14:tracePt t="43798" x="4967288" y="4246563"/>
          <p14:tracePt t="43807" x="4818063" y="4270375"/>
          <p14:tracePt t="43816" x="4635500" y="4311650"/>
          <p14:tracePt t="43823" x="4411663" y="4329113"/>
          <p14:tracePt t="43831" x="4187825" y="4370388"/>
          <p14:tracePt t="43839" x="3940175" y="4386263"/>
          <p14:tracePt t="43848" x="3632200" y="4411663"/>
          <p14:tracePt t="43855" x="3367088" y="4445000"/>
          <p14:tracePt t="43864" x="3160713" y="4445000"/>
          <p14:tracePt t="43871" x="3060700" y="4452938"/>
          <p14:tracePt t="43879" x="2903538" y="4452938"/>
          <p14:tracePt t="43887" x="2778125" y="4470400"/>
          <p14:tracePt t="43895" x="2654300" y="4470400"/>
          <p14:tracePt t="43903" x="2587625" y="4470400"/>
          <p14:tracePt t="43911" x="2528888" y="4470400"/>
          <p14:tracePt t="43919" x="2487613" y="4470400"/>
          <p14:tracePt t="43928" x="2454275" y="4470400"/>
          <p14:tracePt t="43936" x="2430463" y="4470400"/>
          <p14:tracePt t="43944" x="2413000" y="4470400"/>
          <p14:tracePt t="43952" x="2405063" y="4470400"/>
          <p14:tracePt t="43968" x="2389188" y="4470400"/>
          <p14:tracePt t="44041" x="2405063" y="4470400"/>
          <p14:tracePt t="44049" x="2471738" y="4445000"/>
          <p14:tracePt t="44057" x="2595563" y="4403725"/>
          <p14:tracePt t="44065" x="2754313" y="4370388"/>
          <p14:tracePt t="44083" x="3160713" y="4311650"/>
          <p14:tracePt t="44089" x="3375025" y="4270375"/>
          <p14:tracePt t="44099" x="3557588" y="4246563"/>
          <p14:tracePt t="44105" x="3781425" y="4246563"/>
          <p14:tracePt t="44115" x="3963988" y="4229100"/>
          <p14:tracePt t="44121" x="4146550" y="4229100"/>
          <p14:tracePt t="44131" x="4271963" y="4229100"/>
          <p14:tracePt t="44138" x="4429125" y="4229100"/>
          <p14:tracePt t="44148" x="4552950" y="4229100"/>
          <p14:tracePt t="44154" x="4660900" y="4229100"/>
          <p14:tracePt t="44165" x="4760913" y="4229100"/>
          <p14:tracePt t="44170" x="4818063" y="4246563"/>
          <p14:tracePt t="44182" x="4884738" y="4262438"/>
          <p14:tracePt t="44186" x="4959350" y="4270375"/>
          <p14:tracePt t="44198" x="5041900" y="4287838"/>
          <p14:tracePt t="44202" x="5084763" y="4311650"/>
          <p14:tracePt t="44215" x="5141913" y="4329113"/>
          <p14:tracePt t="44218" x="5192713" y="4344988"/>
          <p14:tracePt t="44231" x="5249863" y="4370388"/>
          <p14:tracePt t="44234" x="5275263" y="4370388"/>
          <p14:tracePt t="44248" x="5332413" y="4403725"/>
          <p14:tracePt t="44251" x="5373688" y="4403725"/>
          <p14:tracePt t="44265" x="5407025" y="4427538"/>
          <p14:tracePt t="44268" x="5448300" y="4427538"/>
          <p14:tracePt t="44282" x="5457825" y="4445000"/>
          <p14:tracePt t="44284" x="5491163" y="4445000"/>
          <p14:tracePt t="44298" x="5514975" y="4452938"/>
          <p14:tracePt t="44315" x="5532438" y="4470400"/>
          <p14:tracePt t="44316" x="5540375" y="4470400"/>
          <p14:tracePt t="44347" x="5540375" y="4486275"/>
          <p14:tracePt t="44388" x="5491163" y="4494213"/>
          <p14:tracePt t="44396" x="5391150" y="4511675"/>
          <p14:tracePt t="44404" x="5291138" y="4527550"/>
          <p14:tracePt t="44412" x="5167313" y="4535488"/>
          <p14:tracePt t="44420" x="5018088" y="4535488"/>
          <p14:tracePt t="44428" x="4860925" y="4535488"/>
          <p14:tracePt t="44436" x="4678363" y="4535488"/>
          <p14:tracePt t="44444" x="4454525" y="4535488"/>
          <p14:tracePt t="44452" x="4271963" y="4535488"/>
          <p14:tracePt t="44460" x="4089400" y="4535488"/>
          <p14:tracePt t="44469" x="3906838" y="4535488"/>
          <p14:tracePt t="44477" x="3690938" y="4535488"/>
          <p14:tracePt t="44485" x="3508375" y="4535488"/>
          <p14:tracePt t="44493" x="3325813" y="4535488"/>
          <p14:tracePt t="44501" x="3101975" y="4535488"/>
          <p14:tracePt t="44509" x="2878138" y="4535488"/>
          <p14:tracePt t="44517" x="2695575" y="4535488"/>
          <p14:tracePt t="44525" x="2513013" y="4535488"/>
          <p14:tracePt t="44533" x="2322513" y="4535488"/>
          <p14:tracePt t="44541" x="2247900" y="4535488"/>
          <p14:tracePt t="44549" x="1998663" y="4535488"/>
          <p14:tracePt t="44558" x="1941513" y="4535488"/>
          <p14:tracePt t="44565" x="1816100" y="4535488"/>
          <p14:tracePt t="44574" x="1692275" y="4535488"/>
          <p14:tracePt t="44582" x="1617663" y="4535488"/>
          <p14:tracePt t="44590" x="1525588" y="4535488"/>
          <p14:tracePt t="44599" x="1468438" y="4535488"/>
          <p14:tracePt t="44606" x="1427163" y="4535488"/>
          <p14:tracePt t="44617" x="1384300" y="4535488"/>
          <p14:tracePt t="44623" x="1343025" y="4535488"/>
          <p14:tracePt t="44632" x="1327150" y="4535488"/>
          <p14:tracePt t="44638" x="1309688" y="4535488"/>
          <p14:tracePt t="44648" x="1301750" y="4535488"/>
          <p14:tracePt t="44662" x="1285875" y="4535488"/>
          <p14:tracePt t="44703" x="1285875" y="4527550"/>
          <p14:tracePt t="44856" x="1285875" y="4511675"/>
          <p14:tracePt t="44921" x="1285875" y="4494213"/>
          <p14:tracePt t="44929" x="1301750" y="4494213"/>
          <p14:tracePt t="44945" x="1301750" y="4486275"/>
          <p14:tracePt t="44953" x="1309688" y="4486275"/>
          <p14:tracePt t="44969" x="1327150" y="4470400"/>
          <p14:tracePt t="44977" x="1343025" y="4452938"/>
          <p14:tracePt t="44985" x="1352550" y="4452938"/>
          <p14:tracePt t="44993" x="1368425" y="4445000"/>
          <p14:tracePt t="45002" x="1393825" y="4427538"/>
          <p14:tracePt t="45009" x="1427163" y="4427538"/>
          <p14:tracePt t="45018" x="1468438" y="4403725"/>
          <p14:tracePt t="45026" x="1492250" y="4403725"/>
          <p14:tracePt t="45034" x="1535113" y="4370388"/>
          <p14:tracePt t="45042" x="1566863" y="4370388"/>
          <p14:tracePt t="45050" x="1609725" y="4362450"/>
          <p14:tracePt t="45058" x="1651000" y="4344988"/>
          <p14:tracePt t="45066" x="1658938" y="4344988"/>
          <p14:tracePt t="45074" x="1692275" y="4344988"/>
          <p14:tracePt t="45082" x="1700213" y="4329113"/>
          <p14:tracePt t="45090" x="1716088" y="4329113"/>
          <p14:tracePt t="45099" x="1741488" y="4329113"/>
          <p14:tracePt t="45115" x="1758950" y="4329113"/>
          <p14:tracePt t="45123" x="1774825" y="4329113"/>
          <p14:tracePt t="45139" x="1790700" y="4329113"/>
          <p14:tracePt t="45155" x="1800225" y="4329113"/>
          <p14:tracePt t="45179" x="1816100" y="4329113"/>
          <p14:tracePt t="45284" x="1774825" y="4344988"/>
          <p14:tracePt t="45292" x="1716088" y="4362450"/>
          <p14:tracePt t="45300" x="1651000" y="4386263"/>
          <p14:tracePt t="45308" x="1525588" y="4427538"/>
          <p14:tracePt t="45316" x="1409700" y="4470400"/>
          <p14:tracePt t="45324" x="1327150" y="4494213"/>
          <p14:tracePt t="45332" x="1211263" y="4527550"/>
          <p14:tracePt t="45341" x="1119188" y="4552950"/>
          <p14:tracePt t="45349" x="1036638" y="4576763"/>
          <p14:tracePt t="45357" x="962025" y="4610100"/>
          <p14:tracePt t="45365" x="936625" y="4627563"/>
          <p14:tracePt t="45373" x="895350" y="4635500"/>
          <p14:tracePt t="45381" x="862013" y="4651375"/>
          <p14:tracePt t="45398" x="854075" y="4668838"/>
          <p14:tracePt t="45415" x="854075" y="4676775"/>
          <p14:tracePt t="45421" x="838200" y="4676775"/>
          <p14:tracePt t="45431" x="838200" y="4694238"/>
          <p14:tracePt t="45445" x="838200" y="4710113"/>
          <p14:tracePt t="45454" x="838200" y="4718050"/>
          <p14:tracePt t="45462" x="820738" y="4735513"/>
          <p14:tracePt t="45470" x="820738" y="4751388"/>
          <p14:tracePt t="45478" x="812800" y="4776788"/>
          <p14:tracePt t="45486" x="796925" y="4792663"/>
          <p14:tracePt t="45494" x="796925" y="4818063"/>
          <p14:tracePt t="45502" x="779463" y="4859338"/>
          <p14:tracePt t="45510" x="754063" y="4933950"/>
          <p14:tracePt t="45518" x="738188" y="4959350"/>
          <p14:tracePt t="45526" x="730250" y="5016500"/>
          <p14:tracePt t="45534" x="696913" y="5067300"/>
          <p14:tracePt t="45543" x="688975" y="5124450"/>
          <p14:tracePt t="45550" x="671513" y="5183188"/>
          <p14:tracePt t="45559" x="655638" y="5224463"/>
          <p14:tracePt t="45566" x="638175" y="5281613"/>
          <p14:tracePt t="45575" x="638175" y="5324475"/>
          <p14:tracePt t="45582" x="630238" y="5348288"/>
          <p14:tracePt t="45591" x="630238" y="5389563"/>
          <p14:tracePt t="45599" x="614363" y="5422900"/>
          <p14:tracePt t="45607" x="614363" y="5448300"/>
          <p14:tracePt t="45620" x="614363" y="5473700"/>
          <p14:tracePt t="45623" x="614363" y="5489575"/>
          <p14:tracePt t="45632" x="614363" y="5514975"/>
          <p14:tracePt t="45639" x="596900" y="5530850"/>
          <p14:tracePt t="45649" x="596900" y="5548313"/>
          <p14:tracePt t="45655" x="596900" y="5556250"/>
          <p14:tracePt t="45671" x="596900" y="5572125"/>
          <p14:tracePt t="45744" x="596900" y="5556250"/>
          <p14:tracePt t="45752" x="596900" y="5548313"/>
          <p14:tracePt t="45760" x="596900" y="5530850"/>
          <p14:tracePt t="45768" x="614363" y="5514975"/>
          <p14:tracePt t="45777" x="671513" y="5464175"/>
          <p14:tracePt t="45799" x="771525" y="5389563"/>
          <p14:tracePt t="45802" x="820738" y="5348288"/>
          <p14:tracePt t="45815" x="895350" y="5324475"/>
          <p14:tracePt t="45818" x="995363" y="5281613"/>
          <p14:tracePt t="45831" x="1062038" y="5240338"/>
          <p14:tracePt t="45834" x="1185863" y="5207000"/>
          <p14:tracePt t="45848" x="1285875" y="5183188"/>
          <p14:tracePt t="45850" x="1409700" y="5157788"/>
          <p14:tracePt t="45865" x="1509713" y="5141913"/>
          <p14:tracePt t="45866" x="1617663" y="5124450"/>
          <p14:tracePt t="45874" x="1658938" y="5108575"/>
          <p14:tracePt t="45882" x="1758950" y="5100638"/>
          <p14:tracePt t="45890" x="1857375" y="5100638"/>
          <p14:tracePt t="45898" x="1924050" y="5083175"/>
          <p14:tracePt t="45905" x="1998663" y="5083175"/>
          <p14:tracePt t="45915" x="2065338" y="5067300"/>
          <p14:tracePt t="45922" x="2122488" y="5067300"/>
          <p14:tracePt t="45931" x="2165350" y="5067300"/>
          <p14:tracePt t="45938" x="2181225" y="5067300"/>
          <p14:tracePt t="45948" x="2206625" y="5067300"/>
          <p14:tracePt t="45954" x="2230438" y="5067300"/>
          <p14:tracePt t="45970" x="2247900" y="5067300"/>
          <p14:tracePt t="45986" x="2263775" y="5067300"/>
          <p14:tracePt t="46010" x="2273300" y="5067300"/>
          <p14:tracePt t="46148" x="2273300" y="5057775"/>
          <p14:tracePt t="46156" x="2273300" y="5041900"/>
          <p14:tracePt t="46165" x="2273300" y="5026025"/>
          <p14:tracePt t="46172" x="2273300" y="5016500"/>
          <p14:tracePt t="46181" x="2273300" y="4983163"/>
          <p14:tracePt t="46188" x="2273300" y="4959350"/>
          <p14:tracePt t="46198" x="2273300" y="4933950"/>
          <p14:tracePt t="46205" x="2273300" y="4918075"/>
          <p14:tracePt t="46212" x="2273300" y="4876800"/>
          <p14:tracePt t="46221" x="2273300" y="4843463"/>
          <p14:tracePt t="46229" x="2273300" y="4833938"/>
          <p14:tracePt t="46237" x="2273300" y="4802188"/>
          <p14:tracePt t="46245" x="2273300" y="4792663"/>
          <p14:tracePt t="46253" x="2273300" y="4759325"/>
          <p14:tracePt t="46261" x="2273300" y="4735513"/>
          <p14:tracePt t="46269" x="2273300" y="4718050"/>
          <p14:tracePt t="46277" x="2273300" y="4694238"/>
          <p14:tracePt t="46285" x="2273300" y="4676775"/>
          <p14:tracePt t="46293" x="2273300" y="4651375"/>
          <p14:tracePt t="46301" x="2273300" y="4635500"/>
          <p14:tracePt t="46309" x="2273300" y="4627563"/>
          <p14:tracePt t="46317" x="2273300" y="4610100"/>
          <p14:tracePt t="46325" x="2273300" y="4576763"/>
          <p14:tracePt t="46334" x="2273300" y="4568825"/>
          <p14:tracePt t="46350" x="2273300" y="4552950"/>
          <p14:tracePt t="46374" x="2273300" y="4535488"/>
          <p14:tracePt t="46398" x="2289175" y="4527550"/>
          <p14:tracePt t="46415" x="2322513" y="4511675"/>
          <p14:tracePt t="46422" x="2363788" y="4494213"/>
          <p14:tracePt t="46432" x="2389188" y="4486275"/>
          <p14:tracePt t="46438" x="2430463" y="4470400"/>
          <p14:tracePt t="46448" x="2528888" y="4427538"/>
          <p14:tracePt t="46455" x="2554288" y="4427538"/>
          <p14:tracePt t="46464" x="2654300" y="4386263"/>
          <p14:tracePt t="46471" x="2695575" y="4370388"/>
          <p14:tracePt t="46479" x="2803525" y="4344988"/>
          <p14:tracePt t="46487" x="2852738" y="4329113"/>
          <p14:tracePt t="46495" x="2919413" y="4303713"/>
          <p14:tracePt t="46503" x="2986088" y="4287838"/>
          <p14:tracePt t="46511" x="3043238" y="4287838"/>
          <p14:tracePt t="46519" x="3101975" y="4270375"/>
          <p14:tracePt t="46527" x="3143250" y="4262438"/>
          <p14:tracePt t="46535" x="3168650" y="4262438"/>
          <p14:tracePt t="46543" x="3201988" y="4246563"/>
          <p14:tracePt t="46551" x="3209925" y="4246563"/>
          <p14:tracePt t="46568" x="3225800" y="4246563"/>
          <p14:tracePt t="46592" x="3243263" y="4246563"/>
          <p14:tracePt t="46648" x="3251200" y="4246563"/>
          <p14:tracePt t="46673" x="3267075" y="4246563"/>
          <p14:tracePt t="46689" x="3292475" y="4246563"/>
          <p14:tracePt t="46698" x="3325813" y="4246563"/>
          <p14:tracePt t="46705" x="3333750" y="4246563"/>
          <p14:tracePt t="46714" x="3375025" y="4246563"/>
          <p14:tracePt t="46721" x="3408363" y="4246563"/>
          <p14:tracePt t="46729" x="3449638" y="4246563"/>
          <p14:tracePt t="46737" x="3492500" y="4246563"/>
          <p14:tracePt t="46745" x="3516313" y="4246563"/>
          <p14:tracePt t="46753" x="3575050" y="4246563"/>
          <p14:tracePt t="46762" x="3632200" y="4246563"/>
          <p14:tracePt t="46770" x="3657600" y="4246563"/>
          <p14:tracePt t="46778" x="3716338" y="4262438"/>
          <p14:tracePt t="46786" x="3757613" y="4262438"/>
          <p14:tracePt t="46793" x="3773488" y="4262438"/>
          <p14:tracePt t="46802" x="3814763" y="4270375"/>
          <p14:tracePt t="46810" x="3822700" y="4270375"/>
          <p14:tracePt t="46818" x="3840163" y="4270375"/>
          <p14:tracePt t="46826" x="3856038" y="4287838"/>
          <p14:tracePt t="46842" x="3865563" y="4287838"/>
          <p14:tracePt t="47044" x="3881438" y="4287838"/>
          <p14:tracePt t="47052" x="3906838" y="4287838"/>
          <p14:tracePt t="47060" x="3940175" y="4303713"/>
          <p14:tracePt t="47068" x="3981450" y="4303713"/>
          <p14:tracePt t="47076" x="4038600" y="4311650"/>
          <p14:tracePt t="47084" x="4122738" y="4344988"/>
          <p14:tracePt t="47092" x="4146550" y="4362450"/>
          <p14:tracePt t="47101" x="4221163" y="4362450"/>
          <p14:tracePt t="47108" x="4271963" y="4386263"/>
          <p14:tracePt t="47117" x="4329113" y="4411663"/>
          <p14:tracePt t="47125" x="4387850" y="4411663"/>
          <p14:tracePt t="47133" x="4429125" y="4445000"/>
          <p14:tracePt t="47141" x="4470400" y="4445000"/>
          <p14:tracePt t="47149" x="4511675" y="4452938"/>
          <p14:tracePt t="47157" x="4537075" y="4470400"/>
          <p14:tracePt t="47165" x="4570413" y="4486275"/>
          <p14:tracePt t="47173" x="4578350" y="4486275"/>
          <p14:tracePt t="47182" x="4594225" y="4494213"/>
          <p14:tracePt t="47189" x="4611688" y="4494213"/>
          <p14:tracePt t="47205" x="4619625" y="4494213"/>
          <p14:tracePt t="47237" x="4619625" y="4511675"/>
          <p14:tracePt t="47480" x="4635500" y="4511675"/>
          <p14:tracePt t="47488" x="4694238" y="4511675"/>
          <p14:tracePt t="47498" x="4760913" y="4511675"/>
          <p14:tracePt t="47504" x="4835525" y="4511675"/>
          <p14:tracePt t="47512" x="4902200" y="4511675"/>
          <p14:tracePt t="47520" x="4984750" y="4511675"/>
          <p14:tracePt t="47528" x="5141913" y="4494213"/>
          <p14:tracePt t="47536" x="5183188" y="4494213"/>
          <p14:tracePt t="47545" x="5308600" y="4486275"/>
          <p14:tracePt t="47553" x="5407025" y="4470400"/>
          <p14:tracePt t="47561" x="5499100" y="4452938"/>
          <p14:tracePt t="47569" x="5573713" y="4445000"/>
          <p14:tracePt t="47577" x="5630863" y="4445000"/>
          <p14:tracePt t="47585" x="5656263" y="4427538"/>
          <p14:tracePt t="47593" x="5697538" y="4427538"/>
          <p14:tracePt t="47601" x="5715000" y="4427538"/>
          <p14:tracePt t="47609" x="5722938" y="4427538"/>
          <p14:tracePt t="47620" x="5738813" y="4411663"/>
          <p14:tracePt t="47658" x="5756275" y="4411663"/>
          <p14:tracePt t="47731" x="5756275" y="4403725"/>
          <p14:tracePt t="47884" x="5738813" y="4403725"/>
          <p14:tracePt t="47892" x="5614988" y="4403725"/>
          <p14:tracePt t="47900" x="5432425" y="4344988"/>
          <p14:tracePt t="47908" x="5308600" y="4311650"/>
          <p14:tracePt t="47916" x="5126038" y="4287838"/>
          <p14:tracePt t="47924" x="5059363" y="4270375"/>
          <p14:tracePt t="47932" x="4902200" y="4246563"/>
          <p14:tracePt t="47940" x="4776788" y="4229100"/>
          <p14:tracePt t="47948" x="4678363" y="4229100"/>
          <p14:tracePt t="47956" x="4611688" y="4229100"/>
          <p14:tracePt t="47965" x="4552950" y="4229100"/>
          <p14:tracePt t="47972" x="4529138" y="4229100"/>
          <p14:tracePt t="47981" x="4495800" y="4229100"/>
          <p14:tracePt t="47988" x="4486275" y="4229100"/>
          <p14:tracePt t="47998" x="4454525" y="4229100"/>
          <p14:tracePt t="48005" x="4395788" y="4229100"/>
          <p14:tracePt t="48014" x="4329113" y="4229100"/>
          <p14:tracePt t="48021" x="4229100" y="4246563"/>
          <p14:tracePt t="48031" x="4171950" y="4262438"/>
          <p14:tracePt t="48037" x="4105275" y="4262438"/>
          <p14:tracePt t="48045" x="4048125" y="4270375"/>
          <p14:tracePt t="48053" x="4005263" y="4270375"/>
          <p14:tracePt t="48061" x="3963988" y="4270375"/>
          <p14:tracePt t="48070" x="3922713" y="4270375"/>
          <p14:tracePt t="48078" x="3906838" y="4270375"/>
          <p14:tracePt t="48093" x="3898900" y="4270375"/>
          <p14:tracePt t="48158" x="3906838" y="4270375"/>
          <p14:tracePt t="48166" x="3956050" y="4262438"/>
          <p14:tracePt t="48174" x="4005263" y="4246563"/>
          <p14:tracePt t="48182" x="4079875" y="4229100"/>
          <p14:tracePt t="48199" x="4271963" y="4187825"/>
          <p14:tracePt t="48207" x="4329113" y="4187825"/>
          <p14:tracePt t="48215" x="4429125" y="4179888"/>
          <p14:tracePt t="48223" x="4529138" y="4162425"/>
          <p14:tracePt t="48232" x="4594225" y="4146550"/>
          <p14:tracePt t="48239" x="4660900" y="4146550"/>
          <p14:tracePt t="48248" x="4719638" y="4146550"/>
          <p14:tracePt t="48255" x="4752975" y="4138613"/>
          <p14:tracePt t="48265" x="4794250" y="4138613"/>
          <p14:tracePt t="48271" x="4835525" y="4138613"/>
          <p14:tracePt t="48288" x="4843463" y="4138613"/>
          <p14:tracePt t="48298" x="4860925" y="4138613"/>
          <p14:tracePt t="48311" x="4876800" y="4138613"/>
          <p14:tracePt t="48400" x="4876800" y="4146550"/>
          <p14:tracePt t="48473" x="4860925" y="4146550"/>
          <p14:tracePt t="48483" x="4860925" y="4162425"/>
          <p14:tracePt t="48497" x="4843463" y="4162425"/>
          <p14:tracePt t="48515" x="4843463" y="4179888"/>
          <p14:tracePt t="48521" x="4835525" y="4179888"/>
          <p14:tracePt t="48531" x="4818063" y="4187825"/>
          <p14:tracePt t="48538" x="4802188" y="4187825"/>
          <p14:tracePt t="48546" x="4794250" y="4187825"/>
          <p14:tracePt t="48554" x="4776788" y="4203700"/>
          <p14:tracePt t="48562" x="4752975" y="4221163"/>
          <p14:tracePt t="48570" x="4735513" y="4221163"/>
          <p14:tracePt t="48578" x="4719638" y="4229100"/>
          <p14:tracePt t="48586" x="4694238" y="4246563"/>
          <p14:tracePt t="48594" x="4678363" y="4246563"/>
          <p14:tracePt t="48602" x="4660900" y="4262438"/>
          <p14:tracePt t="48618" x="4652963" y="4262438"/>
          <p14:tracePt t="48756" x="4694238" y="4262438"/>
          <p14:tracePt t="48765" x="4752975" y="4262438"/>
          <p14:tracePt t="48772" x="4818063" y="4262438"/>
          <p14:tracePt t="48782" x="4918075" y="4262438"/>
          <p14:tracePt t="48788" x="5026025" y="4262438"/>
          <p14:tracePt t="48798" x="5183188" y="4262438"/>
          <p14:tracePt t="48804" x="5332413" y="4262438"/>
          <p14:tracePt t="48812" x="5457825" y="4262438"/>
          <p14:tracePt t="48820" x="5514975" y="4262438"/>
          <p14:tracePt t="48828" x="5614988" y="4262438"/>
          <p14:tracePt t="48836" x="5697538" y="4262438"/>
          <p14:tracePt t="48844" x="5780088" y="4270375"/>
          <p14:tracePt t="48853" x="5854700" y="4270375"/>
          <p14:tracePt t="48860" x="5880100" y="4287838"/>
          <p14:tracePt t="48869" x="5921375" y="4287838"/>
          <p14:tracePt t="48877" x="5946775" y="4287838"/>
          <p14:tracePt t="48893" x="5962650" y="4303713"/>
          <p14:tracePt t="48901" x="5980113" y="4303713"/>
          <p14:tracePt t="48925" x="5988050" y="4303713"/>
          <p14:tracePt t="49184" x="6005513" y="4303713"/>
          <p14:tracePt t="49200" x="6021388" y="4303713"/>
          <p14:tracePt t="49208" x="6029325" y="4303713"/>
          <p14:tracePt t="49216" x="6046788" y="4303713"/>
          <p14:tracePt t="49224" x="6070600" y="4303713"/>
          <p14:tracePt t="49240" x="6088063" y="4303713"/>
          <p14:tracePt t="49248" x="6103938" y="4303713"/>
          <p14:tracePt t="49498" x="6129338" y="4303713"/>
          <p14:tracePt t="49506" x="6211888" y="4303713"/>
          <p14:tracePt t="49515" x="6253163" y="4303713"/>
          <p14:tracePt t="49522" x="6311900" y="4303713"/>
          <p14:tracePt t="49532" x="6353175" y="4311650"/>
          <p14:tracePt t="49539" x="6411913" y="4311650"/>
          <p14:tracePt t="49548" x="6435725" y="4311650"/>
          <p14:tracePt t="49555" x="6535738" y="4311650"/>
          <p14:tracePt t="49565" x="6602413" y="4329113"/>
          <p14:tracePt t="49571" x="6659563" y="4329113"/>
          <p14:tracePt t="49581" x="6718300" y="4329113"/>
          <p14:tracePt t="49587" x="6775450" y="4329113"/>
          <p14:tracePt t="49595" x="6784975" y="4329113"/>
          <p14:tracePt t="49603" x="6818313" y="4329113"/>
          <p14:tracePt t="49616" x="6826250" y="4329113"/>
          <p14:tracePt t="49620" x="6842125" y="4329113"/>
          <p14:tracePt t="49627" x="6859588" y="4329113"/>
          <p14:tracePt t="49652" x="6867525" y="4329113"/>
          <p14:tracePt t="50790" x="6883400" y="4329113"/>
          <p14:tracePt t="50806" x="6900863" y="4329113"/>
          <p14:tracePt t="50822" x="6916738" y="4329113"/>
          <p14:tracePt t="50832" x="6924675" y="4329113"/>
          <p14:tracePt t="50838" x="6942138" y="4344988"/>
          <p14:tracePt t="53768" x="6924675" y="4344988"/>
          <p14:tracePt t="53783" x="6900863" y="4344988"/>
          <p14:tracePt t="53785" x="6775450" y="4362450"/>
          <p14:tracePt t="53792" x="6651625" y="4403725"/>
          <p14:tracePt t="53800" x="6469063" y="4452938"/>
          <p14:tracePt t="53808" x="6286500" y="4511675"/>
          <p14:tracePt t="53816" x="6088063" y="4568825"/>
          <p14:tracePt t="53824" x="5880100" y="4627563"/>
          <p14:tracePt t="53832" x="5614988" y="4694238"/>
          <p14:tracePt t="53840" x="5432425" y="4735513"/>
          <p14:tracePt t="53848" x="5208588" y="4776788"/>
          <p14:tracePt t="53856" x="5026025" y="4802188"/>
          <p14:tracePt t="53865" x="4876800" y="4843463"/>
          <p14:tracePt t="53872" x="4719638" y="4859338"/>
          <p14:tracePt t="53882" x="4570413" y="4892675"/>
          <p14:tracePt t="53889" x="4437063" y="4918075"/>
          <p14:tracePt t="53898" x="4329113" y="4941888"/>
          <p14:tracePt t="53904" x="4205288" y="4975225"/>
          <p14:tracePt t="53915" x="4146550" y="4975225"/>
          <p14:tracePt t="53920" x="4048125" y="4983163"/>
          <p14:tracePt t="53931" x="3981450" y="5000625"/>
          <p14:tracePt t="53937" x="3906838" y="5016500"/>
          <p14:tracePt t="53948" x="3840163" y="5026025"/>
          <p14:tracePt t="53953" x="3781425" y="5041900"/>
          <p14:tracePt t="53965" x="3740150" y="5041900"/>
          <p14:tracePt t="53969" x="3716338" y="5057775"/>
          <p14:tracePt t="53981" x="3690938" y="5067300"/>
          <p14:tracePt t="53985" x="3657600" y="5067300"/>
          <p14:tracePt t="54001" x="3641725" y="5067300"/>
          <p14:tracePt t="55576" x="3632200" y="5067300"/>
          <p14:tracePt t="55584" x="3575050" y="5067300"/>
          <p14:tracePt t="55592" x="3508375" y="5057775"/>
          <p14:tracePt t="55600" x="3467100" y="5057775"/>
          <p14:tracePt t="55608" x="3309938" y="5026025"/>
          <p14:tracePt t="55620" x="3292475" y="5016500"/>
          <p14:tracePt t="55624" x="3209925" y="5000625"/>
          <p14:tracePt t="55633" x="3143250" y="5000625"/>
          <p14:tracePt t="55640" x="3086100" y="4975225"/>
          <p14:tracePt t="55648" x="3043238" y="4959350"/>
          <p14:tracePt t="55656" x="3001963" y="4959350"/>
          <p14:tracePt t="55665" x="2978150" y="4941888"/>
          <p14:tracePt t="55672" x="2960688" y="4933950"/>
          <p14:tracePt t="55682" x="2935288" y="4933950"/>
          <p14:tracePt t="55689" x="2919413" y="4933950"/>
          <p14:tracePt t="55698" x="2903538" y="4918075"/>
          <p14:tracePt t="55737" x="2903538" y="4900613"/>
          <p14:tracePt t="55745" x="2894013" y="4900613"/>
          <p14:tracePt t="55818" x="2903538" y="4900613"/>
          <p14:tracePt t="55826" x="2935288" y="4900613"/>
          <p14:tracePt t="55834" x="2986088" y="4900613"/>
          <p14:tracePt t="55842" x="3060700" y="4900613"/>
          <p14:tracePt t="55850" x="3184525" y="4900613"/>
          <p14:tracePt t="55865" x="3284538" y="4900613"/>
          <p14:tracePt t="55866" x="3392488" y="4900613"/>
          <p14:tracePt t="55874" x="3449638" y="4900613"/>
          <p14:tracePt t="55882" x="3549650" y="4900613"/>
          <p14:tracePt t="55891" x="3641725" y="4900613"/>
          <p14:tracePt t="55899" x="3716338" y="4900613"/>
          <p14:tracePt t="55907" x="3773488" y="4900613"/>
          <p14:tracePt t="55915" x="3814763" y="4900613"/>
          <p14:tracePt t="55923" x="3840163" y="4900613"/>
          <p14:tracePt t="55932" x="3865563" y="4900613"/>
          <p14:tracePt t="55939" x="3881438" y="4900613"/>
          <p14:tracePt t="55955" x="3898900" y="4900613"/>
          <p14:tracePt t="55980" x="3906838" y="4900613"/>
          <p14:tracePt t="56181" x="3922713" y="4900613"/>
          <p14:tracePt t="56189" x="3963988" y="4900613"/>
          <p14:tracePt t="56198" x="3981450" y="4900613"/>
          <p14:tracePt t="56205" x="4038600" y="4900613"/>
          <p14:tracePt t="56215" x="4079875" y="4900613"/>
          <p14:tracePt t="56222" x="4105275" y="4900613"/>
          <p14:tracePt t="56231" x="4164013" y="4900613"/>
          <p14:tracePt t="56238" x="4205288" y="4900613"/>
          <p14:tracePt t="56246" x="4229100" y="4900613"/>
          <p14:tracePt t="56254" x="4271963" y="4900613"/>
          <p14:tracePt t="56262" x="4305300" y="4900613"/>
          <p14:tracePt t="56270" x="4329113" y="4900613"/>
          <p14:tracePt t="56278" x="4346575" y="4900613"/>
          <p14:tracePt t="56286" x="4354513" y="4900613"/>
          <p14:tracePt t="56310" x="4370388" y="4900613"/>
          <p14:tracePt t="56528" x="4354513" y="4900613"/>
          <p14:tracePt t="56536" x="4346575" y="4892675"/>
          <p14:tracePt t="56552" x="4329113" y="4892675"/>
          <p14:tracePt t="56561" x="4313238" y="4892675"/>
          <p14:tracePt t="56601" x="4305300" y="4876800"/>
          <p14:tracePt t="56690" x="4287838" y="4876800"/>
          <p14:tracePt t="56699" x="4271963" y="4876800"/>
          <p14:tracePt t="56706" x="4271963" y="4859338"/>
          <p14:tracePt t="56714" x="4246563" y="4843463"/>
          <p14:tracePt t="56732" x="4130675" y="4776788"/>
          <p14:tracePt t="56956" x="4187825" y="4776788"/>
          <p14:tracePt t="56965" x="4262438" y="4776788"/>
          <p14:tracePt t="56972" x="4313238" y="4776788"/>
          <p14:tracePt t="56982" x="4370388" y="4776788"/>
          <p14:tracePt t="56988" x="4411663" y="4776788"/>
          <p14:tracePt t="56998" x="4470400" y="4776788"/>
          <p14:tracePt t="57005" x="4511675" y="4776788"/>
          <p14:tracePt t="57014" x="4611688" y="4776788"/>
          <p14:tracePt t="57021" x="4678363" y="4776788"/>
          <p14:tracePt t="57029" x="4752975" y="4776788"/>
          <p14:tracePt t="57037" x="4818063" y="4776788"/>
          <p14:tracePt t="57045" x="4902200" y="4776788"/>
          <p14:tracePt t="57053" x="4943475" y="4776788"/>
          <p14:tracePt t="57061" x="5000625" y="4776788"/>
          <p14:tracePt t="57070" x="5041900" y="4776788"/>
          <p14:tracePt t="57077" x="5059363" y="4776788"/>
          <p14:tracePt t="57086" x="5084763" y="4776788"/>
          <p14:tracePt t="57093" x="5100638" y="4776788"/>
          <p14:tracePt t="57102" x="5108575" y="4776788"/>
          <p14:tracePt t="57110" x="5126038" y="4776788"/>
          <p14:tracePt t="57134" x="5141913" y="4776788"/>
          <p14:tracePt t="57231" x="5149850" y="4776788"/>
          <p14:tracePt t="57263" x="5167313" y="4776788"/>
          <p14:tracePt t="57271" x="5183188" y="4776788"/>
          <p14:tracePt t="57281" x="5192713" y="4776788"/>
          <p14:tracePt t="57287" x="5208588" y="4776788"/>
          <p14:tracePt t="57295" x="5233988" y="4776788"/>
          <p14:tracePt t="57303" x="5249863" y="4776788"/>
          <p14:tracePt t="57312" x="5275263" y="4776788"/>
          <p14:tracePt t="57319" x="5308600" y="4776788"/>
          <p14:tracePt t="57327" x="5324475" y="4776788"/>
          <p14:tracePt t="57336" x="5349875" y="4776788"/>
          <p14:tracePt t="57344" x="5365750" y="4792663"/>
          <p14:tracePt t="57352" x="5373688" y="4792663"/>
          <p14:tracePt t="57360" x="5407025" y="4792663"/>
          <p14:tracePt t="57368" x="5432425" y="4792663"/>
          <p14:tracePt t="57384" x="5457825" y="4802188"/>
          <p14:tracePt t="57392" x="5473700" y="4802188"/>
          <p14:tracePt t="57400" x="5491163" y="4802188"/>
          <p14:tracePt t="57416" x="5499100" y="4802188"/>
          <p14:tracePt t="57424" x="5514975" y="4802188"/>
          <p14:tracePt t="57448" x="5532438" y="4818063"/>
          <p14:tracePt t="57473" x="5540375" y="4818063"/>
          <p14:tracePt t="57489" x="5556250" y="4818063"/>
          <p14:tracePt t="57505" x="5573713" y="4818063"/>
          <p14:tracePt t="57529" x="5589588" y="4818063"/>
          <p14:tracePt t="57537" x="5599113" y="4818063"/>
          <p14:tracePt t="57570" x="5614988" y="4818063"/>
          <p14:tracePt t="57578" x="5614988" y="4833938"/>
          <p14:tracePt t="57594" x="5630863" y="4833938"/>
          <p14:tracePt t="57635" x="5640388" y="4833938"/>
          <p14:tracePt t="57699" x="5640388" y="4843463"/>
          <p14:tracePt t="58644" x="5715000" y="4843463"/>
          <p14:tracePt t="58652" x="5780088" y="4843463"/>
          <p14:tracePt t="58660" x="5854700" y="4843463"/>
          <p14:tracePt t="58668" x="5938838" y="4833938"/>
          <p14:tracePt t="58676" x="6021388" y="4833938"/>
          <p14:tracePt t="58684" x="6121400" y="4833938"/>
          <p14:tracePt t="58692" x="6203950" y="4833938"/>
          <p14:tracePt t="58700" x="6386513" y="4833938"/>
          <p14:tracePt t="58708" x="6535738" y="4833938"/>
          <p14:tracePt t="58716" x="6577013" y="4833938"/>
          <p14:tracePt t="58724" x="6700838" y="4833938"/>
          <p14:tracePt t="58732" x="6800850" y="4833938"/>
          <p14:tracePt t="58740" x="6900863" y="4833938"/>
          <p14:tracePt t="58749" x="6999288" y="4833938"/>
          <p14:tracePt t="58756" x="7050088" y="4833938"/>
          <p14:tracePt t="58765" x="7091363" y="4833938"/>
          <p14:tracePt t="58773" x="7150100" y="4833938"/>
          <p14:tracePt t="58782" x="7173913" y="4833938"/>
          <p14:tracePt t="58789" x="7207250" y="4833938"/>
          <p14:tracePt t="58798" x="7224713" y="4843463"/>
          <p14:tracePt t="58805" x="7232650" y="4843463"/>
          <p14:tracePt t="58815" x="7248525" y="4843463"/>
          <p14:tracePt t="58837" x="7265988" y="4843463"/>
          <p14:tracePt t="59249" x="7307263" y="4843463"/>
          <p14:tracePt t="59257" x="7348538" y="4843463"/>
          <p14:tracePt t="59265" x="7373938" y="4859338"/>
          <p14:tracePt t="59273" x="7415213" y="4876800"/>
          <p14:tracePt t="59282" x="7539038" y="4900613"/>
          <p14:tracePt t="59289" x="7613650" y="4941888"/>
          <p14:tracePt t="59298" x="7680325" y="4959350"/>
          <p14:tracePt t="59306" x="7780338" y="5000625"/>
          <p14:tracePt t="59315" x="7878763" y="5026025"/>
          <p14:tracePt t="59322" x="7904163" y="5026025"/>
          <p14:tracePt t="59331" x="8061325" y="5067300"/>
          <p14:tracePt t="59338" x="8153400" y="5100638"/>
          <p14:tracePt t="59347" x="8194675" y="5100638"/>
          <p14:tracePt t="59354" x="8269288" y="5124450"/>
          <p14:tracePt t="59362" x="8335963" y="5141913"/>
          <p14:tracePt t="59370" x="8393113" y="5157788"/>
          <p14:tracePt t="59378" x="8418513" y="5165725"/>
          <p14:tracePt t="59387" x="8459788" y="5183188"/>
          <p14:tracePt t="59395" x="8501063" y="5183188"/>
          <p14:tracePt t="59403" x="8518525" y="5199063"/>
          <p14:tracePt t="59411" x="8550275" y="5207000"/>
          <p14:tracePt t="59419" x="8559800" y="5207000"/>
          <p14:tracePt t="59427" x="8575675" y="5224463"/>
          <p14:tracePt t="59435" x="8601075" y="5224463"/>
          <p14:tracePt t="59443" x="8616950" y="5240338"/>
          <p14:tracePt t="59451" x="8634413" y="5240338"/>
          <p14:tracePt t="59459" x="8658225" y="5249863"/>
          <p14:tracePt t="59467" x="8675688" y="5249863"/>
          <p14:tracePt t="59475" x="8683625" y="5249863"/>
          <p14:tracePt t="59483" x="8716963" y="5249863"/>
          <p14:tracePt t="59491" x="8724900" y="5249863"/>
          <p14:tracePt t="59507" x="8742363" y="5249863"/>
          <p14:tracePt t="59532" x="8758238" y="5265738"/>
          <p14:tracePt t="59564" x="8766175" y="5265738"/>
          <p14:tracePt t="59597" x="8783638" y="5265738"/>
          <p14:tracePt t="59629" x="8799513" y="5265738"/>
          <p14:tracePt t="59653" x="8816975" y="5265738"/>
          <p14:tracePt t="59661" x="8824913" y="5265738"/>
          <p14:tracePt t="59677" x="8858250" y="5265738"/>
          <p14:tracePt t="59685" x="8866188" y="5265738"/>
          <p14:tracePt t="59693" x="8882063" y="5265738"/>
          <p14:tracePt t="59709" x="8899525" y="5265738"/>
          <p14:tracePt t="59717" x="8924925" y="5249863"/>
          <p14:tracePt t="59725" x="8940800" y="5249863"/>
          <p14:tracePt t="59734" x="8948738" y="5249863"/>
          <p14:tracePt t="59741" x="8948738" y="5240338"/>
          <p14:tracePt t="59750" x="8982075" y="5224463"/>
          <p14:tracePt t="59758" x="8990013" y="5224463"/>
          <p14:tracePt t="59766" x="9007475" y="5207000"/>
          <p14:tracePt t="59774" x="9023350" y="5207000"/>
          <p14:tracePt t="59782" x="9023350" y="5199063"/>
          <p14:tracePt t="59790" x="9031288" y="5199063"/>
          <p14:tracePt t="59798" x="9048750" y="5183188"/>
          <p14:tracePt t="59806" x="9064625" y="5165725"/>
          <p14:tracePt t="59822" x="9082088" y="5157788"/>
          <p14:tracePt t="59832" x="9090025" y="5157788"/>
          <p14:tracePt t="59838" x="9105900" y="5141913"/>
          <p14:tracePt t="59848" x="9123363" y="5124450"/>
          <p14:tracePt t="59871" x="9131300" y="5108575"/>
          <p14:tracePt t="59887" x="9148763" y="5108575"/>
          <p14:tracePt t="59895" x="9148763" y="5100638"/>
          <p14:tracePt t="59911" x="9164638" y="5100638"/>
          <p14:tracePt t="60396" x="9172575" y="5100638"/>
          <p14:tracePt t="60404" x="9205913" y="5100638"/>
          <p14:tracePt t="60412" x="9247188" y="5100638"/>
          <p14:tracePt t="60420" x="9288463" y="5100638"/>
          <p14:tracePt t="60428" x="9313863" y="5100638"/>
          <p14:tracePt t="60436" x="9355138" y="5100638"/>
          <p14:tracePt t="60444" x="9396413" y="5100638"/>
          <p14:tracePt t="60452" x="9480550" y="5100638"/>
          <p14:tracePt t="60460" x="9521825" y="5100638"/>
          <p14:tracePt t="60468" x="9604375" y="5100638"/>
          <p14:tracePt t="60476" x="9653588" y="5100638"/>
          <p14:tracePt t="60484" x="9737725" y="5100638"/>
          <p14:tracePt t="60492" x="9761538" y="5100638"/>
          <p14:tracePt t="60501" x="9820275" y="5100638"/>
          <p14:tracePt t="60509" x="9861550" y="5100638"/>
          <p14:tracePt t="60516" x="9886950" y="5100638"/>
          <p14:tracePt t="60525" x="9928225" y="5100638"/>
          <p14:tracePt t="60533" x="9944100" y="5100638"/>
          <p14:tracePt t="60541" x="9969500" y="5100638"/>
          <p14:tracePt t="60549" x="9985375" y="5100638"/>
          <p14:tracePt t="60557" x="10002838" y="5100638"/>
          <p14:tracePt t="60565" x="10010775" y="5100638"/>
          <p14:tracePt t="60581" x="10026650" y="5100638"/>
          <p14:tracePt t="60598" x="10026650" y="5108575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46D9B4-B4B7-7B0E-5907-480DF847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REINFORCE Estimator and Baseline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7DC6068-1706-B4A5-6B27-69B210A42D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Objective is</a:t>
                </a:r>
                <a:r>
                  <a:rPr lang="en-US" sz="1800" b="0" noProof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may be a parametric policy,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may be the reward function, and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typically the action selected.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b="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Gradient Estimation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noProof="1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b="0" i="0" noProof="1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1800" b="0" i="0" noProof="1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Baseline function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used to reduce the variance when we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gradient estimation becomes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noProof="1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b="0" i="0" noProof="1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sz="1800" b="0" i="0" noProof="1" dirty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practice, often a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sample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used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datapoint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compute the estimate, i.e.,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approach is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inefficiency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7DC6068-1706-B4A5-6B27-69B210A42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音訊 13">
            <a:extLst>
              <a:ext uri="{FF2B5EF4-FFF2-40B4-BE49-F238E27FC236}">
                <a16:creationId xmlns:a16="http://schemas.microsoft.com/office/drawing/2014/main" id="{46F9F964-2D0A-5FC3-A53D-101F861ED2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2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760"/>
    </mc:Choice>
    <mc:Fallback xmlns="">
      <p:transition spd="slow" advTm="957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53" x="7050088" y="3027363"/>
          <p14:tracePt t="360" x="6967538" y="3027363"/>
          <p14:tracePt t="368" x="6842125" y="3060700"/>
          <p14:tracePt t="377" x="6743700" y="3101975"/>
          <p14:tracePt t="1394" x="4619625" y="3292475"/>
          <p14:tracePt t="1709" x="4594225" y="3292475"/>
          <p14:tracePt t="1716" x="4570413" y="3292475"/>
          <p14:tracePt t="1724" x="4529138" y="3292475"/>
          <p14:tracePt t="1732" x="4454525" y="3267075"/>
          <p14:tracePt t="1740" x="4395788" y="3251200"/>
          <p14:tracePt t="1749" x="4329113" y="3209925"/>
          <p14:tracePt t="1757" x="4271963" y="3184525"/>
          <p14:tracePt t="1765" x="4205288" y="3143250"/>
          <p14:tracePt t="1773" x="4122738" y="3084513"/>
          <p14:tracePt t="1781" x="4005263" y="3027363"/>
          <p14:tracePt t="1789" x="3981450" y="3017838"/>
          <p14:tracePt t="1797" x="3922713" y="2960688"/>
          <p14:tracePt t="1805" x="3856038" y="2894013"/>
          <p14:tracePt t="1814" x="3781425" y="2852738"/>
          <p14:tracePt t="1821" x="3740150" y="2811463"/>
          <p14:tracePt t="1831" x="3698875" y="2736850"/>
          <p14:tracePt t="1838" x="3657600" y="2695575"/>
          <p14:tracePt t="1846" x="3632200" y="2654300"/>
          <p14:tracePt t="1854" x="3616325" y="2611438"/>
          <p14:tracePt t="1863" x="3590925" y="2570163"/>
          <p14:tracePt t="1870" x="3590925" y="2528888"/>
          <p14:tracePt t="1878" x="3575050" y="2513013"/>
          <p14:tracePt t="1886" x="3575050" y="2487613"/>
          <p14:tracePt t="1894" x="3575050" y="2471738"/>
          <p14:tracePt t="1902" x="3575050" y="2446338"/>
          <p14:tracePt t="1910" x="3575050" y="2430463"/>
          <p14:tracePt t="1926" x="3575050" y="2413000"/>
          <p14:tracePt t="1942" x="3575050" y="2405063"/>
          <p14:tracePt t="1951" x="3590925" y="2405063"/>
          <p14:tracePt t="1975" x="3598863" y="2387600"/>
          <p14:tracePt t="1983" x="3616325" y="2387600"/>
          <p14:tracePt t="1991" x="3632200" y="2371725"/>
          <p14:tracePt t="1999" x="3641725" y="2371725"/>
          <p14:tracePt t="2007" x="3673475" y="2363788"/>
          <p14:tracePt t="2015" x="3698875" y="2346325"/>
          <p14:tracePt t="2023" x="3732213" y="2346325"/>
          <p14:tracePt t="2031" x="3781425" y="2322513"/>
          <p14:tracePt t="2039" x="3814763" y="2305050"/>
          <p14:tracePt t="2047" x="3865563" y="2281238"/>
          <p14:tracePt t="2055" x="3906838" y="2247900"/>
          <p14:tracePt t="2064" x="3963988" y="2230438"/>
          <p14:tracePt t="2072" x="4022725" y="2206625"/>
          <p14:tracePt t="2080" x="4048125" y="2189163"/>
          <p14:tracePt t="2088" x="4105275" y="2163763"/>
          <p14:tracePt t="2098" x="4146550" y="2147888"/>
          <p14:tracePt t="2104" x="4171950" y="2139950"/>
          <p14:tracePt t="2113" x="4229100" y="2106613"/>
          <p14:tracePt t="2120" x="4271963" y="2098675"/>
          <p14:tracePt t="2128" x="4313238" y="2065338"/>
          <p14:tracePt t="2136" x="4411663" y="2024063"/>
          <p14:tracePt t="2144" x="4495800" y="2014538"/>
          <p14:tracePt t="2153" x="4570413" y="2014538"/>
          <p14:tracePt t="2160" x="4678363" y="1965325"/>
          <p14:tracePt t="2169" x="4802188" y="1957388"/>
          <p14:tracePt t="2177" x="4926013" y="1957388"/>
          <p14:tracePt t="2185" x="5084763" y="1957388"/>
          <p14:tracePt t="2193" x="5233988" y="1939925"/>
          <p14:tracePt t="2201" x="5391150" y="1939925"/>
          <p14:tracePt t="2209" x="5532438" y="1939925"/>
          <p14:tracePt t="2217" x="5681663" y="1939925"/>
          <p14:tracePt t="2225" x="5838825" y="1939925"/>
          <p14:tracePt t="2233" x="5897563" y="1939925"/>
          <p14:tracePt t="2241" x="6021388" y="1939925"/>
          <p14:tracePt t="2249" x="6121400" y="1957388"/>
          <p14:tracePt t="2257" x="6162675" y="1965325"/>
          <p14:tracePt t="2265" x="6211888" y="1981200"/>
          <p14:tracePt t="2273" x="6253163" y="1981200"/>
          <p14:tracePt t="2282" x="6270625" y="1998663"/>
          <p14:tracePt t="2298" x="6286500" y="1998663"/>
          <p14:tracePt t="2330" x="6286500" y="2014538"/>
          <p14:tracePt t="2354" x="6270625" y="2014538"/>
          <p14:tracePt t="2364" x="6253163" y="2014538"/>
          <p14:tracePt t="2370" x="6170613" y="2014538"/>
          <p14:tracePt t="2380" x="6103938" y="2014538"/>
          <p14:tracePt t="2386" x="6005513" y="2014538"/>
          <p14:tracePt t="2395" x="5880100" y="2024063"/>
          <p14:tracePt t="2403" x="5738813" y="2024063"/>
          <p14:tracePt t="2411" x="5540375" y="2024063"/>
          <p14:tracePt t="2419" x="5365750" y="2039938"/>
          <p14:tracePt t="2427" x="5108575" y="2039938"/>
          <p14:tracePt t="2435" x="4918075" y="2039938"/>
          <p14:tracePt t="2443" x="4702175" y="2065338"/>
          <p14:tracePt t="2451" x="4511675" y="2065338"/>
          <p14:tracePt t="2459" x="4470400" y="2065338"/>
          <p14:tracePt t="2467" x="4313238" y="2065338"/>
          <p14:tracePt t="2475" x="4187825" y="2065338"/>
          <p14:tracePt t="2483" x="4005263" y="2065338"/>
          <p14:tracePt t="2491" x="3881438" y="2065338"/>
          <p14:tracePt t="2500" x="3757613" y="2065338"/>
          <p14:tracePt t="2508" x="3598863" y="2065338"/>
          <p14:tracePt t="2516" x="3449638" y="2065338"/>
          <p14:tracePt t="2523" x="3309938" y="2065338"/>
          <p14:tracePt t="2532" x="3251200" y="2065338"/>
          <p14:tracePt t="2540" x="3160713" y="2081213"/>
          <p14:tracePt t="2548" x="3060700" y="2081213"/>
          <p14:tracePt t="2556" x="3001963" y="2081213"/>
          <p14:tracePt t="2564" x="2944813" y="2098675"/>
          <p14:tracePt t="2572" x="2919413" y="2098675"/>
          <p14:tracePt t="2581" x="2894013" y="2098675"/>
          <p14:tracePt t="2588" x="2878138" y="2106613"/>
          <p14:tracePt t="2598" x="2860675" y="2106613"/>
          <p14:tracePt t="2604" x="2852738" y="2106613"/>
          <p14:tracePt t="2620" x="2836863" y="2106613"/>
          <p14:tracePt t="2645" x="2819400" y="2106613"/>
          <p14:tracePt t="2758" x="2819400" y="2098675"/>
          <p14:tracePt t="2798" x="2819400" y="2081213"/>
          <p14:tracePt t="2822" x="2836863" y="2081213"/>
          <p14:tracePt t="2831" x="2860675" y="2081213"/>
          <p14:tracePt t="2838" x="2894013" y="2081213"/>
          <p14:tracePt t="2847" x="2944813" y="2081213"/>
          <p14:tracePt t="2855" x="3019425" y="2081213"/>
          <p14:tracePt t="2864" x="3109913" y="2081213"/>
          <p14:tracePt t="2871" x="3243263" y="2081213"/>
          <p14:tracePt t="2880" x="3392488" y="2081213"/>
          <p14:tracePt t="2887" x="3549650" y="2081213"/>
          <p14:tracePt t="2896" x="3732213" y="2081213"/>
          <p14:tracePt t="2903" x="3906838" y="2081213"/>
          <p14:tracePt t="2911" x="4089400" y="2081213"/>
          <p14:tracePt t="2919" x="4354513" y="2081213"/>
          <p14:tracePt t="2927" x="4578350" y="2081213"/>
          <p14:tracePt t="2935" x="4794250" y="2081213"/>
          <p14:tracePt t="2944" x="4984750" y="2081213"/>
          <p14:tracePt t="2952" x="5167313" y="2081213"/>
          <p14:tracePt t="2960" x="5324475" y="2081213"/>
          <p14:tracePt t="2968" x="5365750" y="2081213"/>
          <p14:tracePt t="2976" x="5457825" y="2081213"/>
          <p14:tracePt t="2984" x="5556250" y="2081213"/>
          <p14:tracePt t="2992" x="5630863" y="2065338"/>
          <p14:tracePt t="3001" x="5715000" y="2065338"/>
          <p14:tracePt t="3008" x="5738813" y="2065338"/>
          <p14:tracePt t="3016" x="5797550" y="2055813"/>
          <p14:tracePt t="3024" x="5822950" y="2039938"/>
          <p14:tracePt t="3032" x="5854700" y="2039938"/>
          <p14:tracePt t="3040" x="5864225" y="2039938"/>
          <p14:tracePt t="3048" x="5897563" y="2039938"/>
          <p14:tracePt t="3064" x="5905500" y="2039938"/>
          <p14:tracePt t="3081" x="5905500" y="2024063"/>
          <p14:tracePt t="3145" x="5880100" y="2024063"/>
          <p14:tracePt t="3154" x="5854700" y="2024063"/>
          <p14:tracePt t="3161" x="5805488" y="2024063"/>
          <p14:tracePt t="3169" x="5780088" y="2014538"/>
          <p14:tracePt t="3178" x="5697538" y="2014538"/>
          <p14:tracePt t="3198" x="5532438" y="1998663"/>
          <p14:tracePt t="3202" x="5432425" y="1981200"/>
          <p14:tracePt t="3214" x="5349875" y="1965325"/>
          <p14:tracePt t="3218" x="5224463" y="1939925"/>
          <p14:tracePt t="3231" x="5100638" y="1924050"/>
          <p14:tracePt t="3234" x="5000625" y="1916113"/>
          <p14:tracePt t="3247" x="4943475" y="1916113"/>
          <p14:tracePt t="3250" x="4843463" y="1898650"/>
          <p14:tracePt t="3264" x="4776788" y="1882775"/>
          <p14:tracePt t="3267" x="4719638" y="1874838"/>
          <p14:tracePt t="3281" x="4694238" y="1857375"/>
          <p14:tracePt t="3283" x="4652963" y="1841500"/>
          <p14:tracePt t="3297" x="4635500" y="1841500"/>
          <p14:tracePt t="3300" x="4635500" y="1831975"/>
          <p14:tracePt t="3331" x="4635500" y="1816100"/>
          <p14:tracePt t="3420" x="4652963" y="1816100"/>
          <p14:tracePt t="3856" x="4594225" y="1816100"/>
          <p14:tracePt t="3864" x="4529138" y="1800225"/>
          <p14:tracePt t="3872" x="4429125" y="1800225"/>
          <p14:tracePt t="3881" x="4305300" y="1774825"/>
          <p14:tracePt t="3888" x="4187825" y="1749425"/>
          <p14:tracePt t="3897" x="4064000" y="1733550"/>
          <p14:tracePt t="3904" x="3906838" y="1692275"/>
          <p14:tracePt t="3914" x="3757613" y="1658938"/>
          <p14:tracePt t="3920" x="3598863" y="1651000"/>
          <p14:tracePt t="3930" x="3449638" y="1608138"/>
          <p14:tracePt t="3936" x="3309938" y="1576388"/>
          <p14:tracePt t="3944" x="3160713" y="1566863"/>
          <p14:tracePt t="3953" x="3001963" y="1525588"/>
          <p14:tracePt t="3961" x="2944813" y="1525588"/>
          <p14:tracePt t="3969" x="2819400" y="1492250"/>
          <p14:tracePt t="3977" x="2720975" y="1492250"/>
          <p14:tracePt t="3985" x="2654300" y="1484313"/>
          <p14:tracePt t="3993" x="2595563" y="1484313"/>
          <p14:tracePt t="4001" x="2554288" y="1484313"/>
          <p14:tracePt t="4009" x="2513013" y="1468438"/>
          <p14:tracePt t="4017" x="2487613" y="1468438"/>
          <p14:tracePt t="4033" x="2471738" y="1468438"/>
          <p14:tracePt t="4041" x="2454275" y="1468438"/>
          <p14:tracePt t="4090" x="2454275" y="1450975"/>
          <p14:tracePt t="4106" x="2471738" y="1450975"/>
          <p14:tracePt t="4122" x="2487613" y="1435100"/>
          <p14:tracePt t="4130" x="2513013" y="1435100"/>
          <p14:tracePt t="4138" x="2554288" y="1435100"/>
          <p14:tracePt t="4147" x="2628900" y="1435100"/>
          <p14:tracePt t="4154" x="2695575" y="1435100"/>
          <p14:tracePt t="4164" x="2852738" y="1435100"/>
          <p14:tracePt t="4171" x="3001963" y="1435100"/>
          <p14:tracePt t="4180" x="3184525" y="1435100"/>
          <p14:tracePt t="4187" x="3408363" y="1409700"/>
          <p14:tracePt t="4195" x="3673475" y="1409700"/>
          <p14:tracePt t="4203" x="3922713" y="1409700"/>
          <p14:tracePt t="4211" x="4187825" y="1409700"/>
          <p14:tracePt t="4219" x="4411663" y="1393825"/>
          <p14:tracePt t="4227" x="4511675" y="1393825"/>
          <p14:tracePt t="4235" x="4660900" y="1393825"/>
          <p14:tracePt t="4243" x="4776788" y="1393825"/>
          <p14:tracePt t="4251" x="4902200" y="1393825"/>
          <p14:tracePt t="4259" x="4959350" y="1393825"/>
          <p14:tracePt t="4267" x="5018088" y="1393825"/>
          <p14:tracePt t="4275" x="5026025" y="1393825"/>
          <p14:tracePt t="4283" x="5059363" y="1393825"/>
          <p14:tracePt t="4291" x="5067300" y="1393825"/>
          <p14:tracePt t="4316" x="5084763" y="1393825"/>
          <p14:tracePt t="4389" x="5067300" y="1393825"/>
          <p14:tracePt t="4398" x="5059363" y="1393825"/>
          <p14:tracePt t="4405" x="5026025" y="1393825"/>
          <p14:tracePt t="4413" x="4967288" y="1393825"/>
          <p14:tracePt t="4431" x="4843463" y="1393825"/>
          <p14:tracePt t="4437" x="4776788" y="1393825"/>
          <p14:tracePt t="4447" x="4678363" y="1393825"/>
          <p14:tracePt t="4453" x="4578350" y="1393825"/>
          <p14:tracePt t="4464" x="4470400" y="1393825"/>
          <p14:tracePt t="4469" x="4370388" y="1393825"/>
          <p14:tracePt t="4481" x="4313238" y="1393825"/>
          <p14:tracePt t="4485" x="4221163" y="1393825"/>
          <p14:tracePt t="4497" x="4146550" y="1393825"/>
          <p14:tracePt t="4502" x="4079875" y="1393825"/>
          <p14:tracePt t="4514" x="3997325" y="1393825"/>
          <p14:tracePt t="4518" x="3963988" y="1393825"/>
          <p14:tracePt t="4531" x="3922713" y="1393825"/>
          <p14:tracePt t="4534" x="3906838" y="1393825"/>
          <p14:tracePt t="4547" x="3898900" y="1393825"/>
          <p14:tracePt t="4582" x="3898900" y="1384300"/>
          <p14:tracePt t="4606" x="3940175" y="1384300"/>
          <p14:tracePt t="4614" x="3997325" y="1384300"/>
          <p14:tracePt t="4623" x="4089400" y="1384300"/>
          <p14:tracePt t="4631" x="4205288" y="1384300"/>
          <p14:tracePt t="4639" x="4354513" y="1384300"/>
          <p14:tracePt t="4647" x="4578350" y="1368425"/>
          <p14:tracePt t="4655" x="4760913" y="1368425"/>
          <p14:tracePt t="4664" x="4984750" y="1368425"/>
          <p14:tracePt t="4671" x="5167313" y="1368425"/>
          <p14:tracePt t="4681" x="5324475" y="1368425"/>
          <p14:tracePt t="4687" x="5473700" y="1368425"/>
          <p14:tracePt t="4697" x="5599113" y="1368425"/>
          <p14:tracePt t="4703" x="5640388" y="1368425"/>
          <p14:tracePt t="4711" x="5764213" y="1368425"/>
          <p14:tracePt t="4720" x="5838825" y="1368425"/>
          <p14:tracePt t="4728" x="5921375" y="1368425"/>
          <p14:tracePt t="4736" x="5988050" y="1368425"/>
          <p14:tracePt t="4744" x="6046788" y="1350963"/>
          <p14:tracePt t="4752" x="6088063" y="1350963"/>
          <p14:tracePt t="4760" x="6145213" y="1350963"/>
          <p14:tracePt t="4768" x="6186488" y="1350963"/>
          <p14:tracePt t="4776" x="6203950" y="1343025"/>
          <p14:tracePt t="4784" x="6245225" y="1343025"/>
          <p14:tracePt t="4792" x="6270625" y="1343025"/>
          <p14:tracePt t="4800" x="6286500" y="1343025"/>
          <p14:tracePt t="4808" x="6294438" y="1343025"/>
          <p14:tracePt t="4816" x="6327775" y="1327150"/>
          <p14:tracePt t="4833" x="6337300" y="1327150"/>
          <p14:tracePt t="4840" x="6353175" y="1327150"/>
          <p14:tracePt t="4857" x="6369050" y="1327150"/>
          <p14:tracePt t="4865" x="6386513" y="1327150"/>
          <p14:tracePt t="4889" x="6394450" y="1327150"/>
          <p14:tracePt t="4921" x="6411913" y="1327150"/>
          <p14:tracePt t="5010" x="6394450" y="1327150"/>
          <p14:tracePt t="5018" x="6369050" y="1327150"/>
          <p14:tracePt t="5027" x="6311900" y="1327150"/>
          <p14:tracePt t="5034" x="6245225" y="1327150"/>
          <p14:tracePt t="5042" x="6121400" y="1327150"/>
          <p14:tracePt t="5051" x="5962650" y="1343025"/>
          <p14:tracePt t="5059" x="5780088" y="1350963"/>
          <p14:tracePt t="5067" x="5599113" y="1368425"/>
          <p14:tracePt t="5075" x="5416550" y="1393825"/>
          <p14:tracePt t="5083" x="5233988" y="1425575"/>
          <p14:tracePt t="5091" x="5041900" y="1450975"/>
          <p14:tracePt t="5099" x="4884738" y="1468438"/>
          <p14:tracePt t="5107" x="4752975" y="1484313"/>
          <p14:tracePt t="5115" x="4694238" y="1492250"/>
          <p14:tracePt t="5123" x="4594225" y="1509713"/>
          <p14:tracePt t="5131" x="4495800" y="1525588"/>
          <p14:tracePt t="5139" x="4429125" y="1533525"/>
          <p14:tracePt t="5148" x="4354513" y="1533525"/>
          <p14:tracePt t="5155" x="4313238" y="1533525"/>
          <p14:tracePt t="5164" x="4271963" y="1550988"/>
          <p14:tracePt t="5172" x="4262438" y="1566863"/>
          <p14:tracePt t="5181" x="4246563" y="1566863"/>
          <p14:tracePt t="5188" x="4229100" y="1566863"/>
          <p14:tracePt t="5260" x="4262438" y="1566863"/>
          <p14:tracePt t="5269" x="4313238" y="1566863"/>
          <p14:tracePt t="5276" x="4387850" y="1566863"/>
          <p14:tracePt t="5285" x="4511675" y="1550988"/>
          <p14:tracePt t="5293" x="4660900" y="1550988"/>
          <p14:tracePt t="5314" x="5026025" y="1550988"/>
          <p14:tracePt t="5317" x="5249863" y="1550988"/>
          <p14:tracePt t="5331" x="5473700" y="1550988"/>
          <p14:tracePt t="5333" x="5697538" y="1550988"/>
          <p14:tracePt t="5347" x="5880100" y="1550988"/>
          <p14:tracePt t="5350" x="5946775" y="1550988"/>
          <p14:tracePt t="5364" x="6070600" y="1550988"/>
          <p14:tracePt t="5366" x="6170613" y="1576388"/>
          <p14:tracePt t="5380" x="6245225" y="1592263"/>
          <p14:tracePt t="5381" x="6270625" y="1608138"/>
          <p14:tracePt t="5390" x="6286500" y="1617663"/>
          <p14:tracePt t="5398" x="6294438" y="1633538"/>
          <p14:tracePt t="5406" x="6311900" y="1633538"/>
          <p14:tracePt t="5414" x="6311900" y="1651000"/>
          <p14:tracePt t="5422" x="6311900" y="1658938"/>
          <p14:tracePt t="5430" x="6311900" y="1674813"/>
          <p14:tracePt t="5438" x="6311900" y="1692275"/>
          <p14:tracePt t="5447" x="6311900" y="1700213"/>
          <p14:tracePt t="5454" x="6253163" y="1733550"/>
          <p14:tracePt t="5464" x="6129338" y="1774825"/>
          <p14:tracePt t="5470" x="5988050" y="1841500"/>
          <p14:tracePt t="5481" x="5864225" y="1882775"/>
          <p14:tracePt t="5486" x="5457825" y="2024063"/>
          <p14:tracePt t="5497" x="5349875" y="2065338"/>
          <p14:tracePt t="5503" x="5041900" y="2163763"/>
          <p14:tracePt t="5514" x="4735513" y="2281238"/>
          <p14:tracePt t="5519" x="4486275" y="2363788"/>
          <p14:tracePt t="5530" x="4221163" y="2446338"/>
          <p14:tracePt t="5535" x="4164013" y="2454275"/>
          <p14:tracePt t="5547" x="4005263" y="2513013"/>
          <p14:tracePt t="5551" x="3898900" y="2554288"/>
          <p14:tracePt t="5564" x="3822700" y="2587625"/>
          <p14:tracePt t="5567" x="3773488" y="2595563"/>
          <p14:tracePt t="5581" x="3732213" y="2595563"/>
          <p14:tracePt t="5584" x="3716338" y="2611438"/>
          <p14:tracePt t="5597" x="3698875" y="2611438"/>
          <p14:tracePt t="5600" x="3690938" y="2611438"/>
          <p14:tracePt t="5630" x="3673475" y="2628900"/>
          <p14:tracePt t="5801" x="3657600" y="2628900"/>
          <p14:tracePt t="5810" x="3641725" y="2628900"/>
          <p14:tracePt t="5817" x="3598863" y="2628900"/>
          <p14:tracePt t="5825" x="3557588" y="2628900"/>
          <p14:tracePt t="5834" x="3492500" y="2628900"/>
          <p14:tracePt t="5842" x="3392488" y="2636838"/>
          <p14:tracePt t="5850" x="3267075" y="2654300"/>
          <p14:tracePt t="5858" x="3143250" y="2670175"/>
          <p14:tracePt t="5866" x="3027363" y="2678113"/>
          <p14:tracePt t="5874" x="2903538" y="2711450"/>
          <p14:tracePt t="5882" x="2778125" y="2719388"/>
          <p14:tracePt t="5890" x="2654300" y="2736850"/>
          <p14:tracePt t="5898" x="2538413" y="2736850"/>
          <p14:tracePt t="5906" x="2487613" y="2736850"/>
          <p14:tracePt t="5914" x="2389188" y="2736850"/>
          <p14:tracePt t="5923" x="2322513" y="2736850"/>
          <p14:tracePt t="5931" x="2230438" y="2736850"/>
          <p14:tracePt t="5938" x="2189163" y="2736850"/>
          <p14:tracePt t="5947" x="2147888" y="2736850"/>
          <p14:tracePt t="5955" x="2122488" y="2736850"/>
          <p14:tracePt t="5964" x="2122488" y="2719388"/>
          <p14:tracePt t="5971" x="2106613" y="2719388"/>
          <p14:tracePt t="5980" x="2106613" y="2711450"/>
          <p14:tracePt t="5999" x="2106613" y="2695575"/>
          <p14:tracePt t="6011" x="2106613" y="2678113"/>
          <p14:tracePt t="6043" x="2106613" y="2670175"/>
          <p14:tracePt t="6060" x="2122488" y="2670175"/>
          <p14:tracePt t="6076" x="2139950" y="2670175"/>
          <p14:tracePt t="6092" x="2165350" y="2670175"/>
          <p14:tracePt t="6100" x="2181225" y="2654300"/>
          <p14:tracePt t="6108" x="2230438" y="2654300"/>
          <p14:tracePt t="6116" x="2289175" y="2636838"/>
          <p14:tracePt t="6124" x="2363788" y="2628900"/>
          <p14:tracePt t="6132" x="2430463" y="2611438"/>
          <p14:tracePt t="6140" x="2528888" y="2595563"/>
          <p14:tracePt t="6149" x="2654300" y="2587625"/>
          <p14:tracePt t="6156" x="2778125" y="2554288"/>
          <p14:tracePt t="6164" x="2894013" y="2546350"/>
          <p14:tracePt t="6173" x="3019425" y="2528888"/>
          <p14:tracePt t="6181" x="3068638" y="2513013"/>
          <p14:tracePt t="6189" x="3201988" y="2495550"/>
          <p14:tracePt t="6197" x="3292475" y="2487613"/>
          <p14:tracePt t="6205" x="3367088" y="2487613"/>
          <p14:tracePt t="6214" x="3433763" y="2487613"/>
          <p14:tracePt t="6221" x="3475038" y="2471738"/>
          <p14:tracePt t="6231" x="3508375" y="2471738"/>
          <p14:tracePt t="6237" x="3533775" y="2471738"/>
          <p14:tracePt t="6247" x="3549650" y="2471738"/>
          <p14:tracePt t="6261" x="3557588" y="2471738"/>
          <p14:tracePt t="6318" x="3533775" y="2471738"/>
          <p14:tracePt t="6326" x="3508375" y="2471738"/>
          <p14:tracePt t="6334" x="3475038" y="2471738"/>
          <p14:tracePt t="6342" x="3433763" y="2471738"/>
          <p14:tracePt t="6350" x="3408363" y="2471738"/>
          <p14:tracePt t="6358" x="3351213" y="2454275"/>
          <p14:tracePt t="6366" x="3292475" y="2454275"/>
          <p14:tracePt t="6374" x="3243263" y="2446338"/>
          <p14:tracePt t="6383" x="3184525" y="2446338"/>
          <p14:tracePt t="6391" x="3143250" y="2413000"/>
          <p14:tracePt t="6399" x="3101975" y="2405063"/>
          <p14:tracePt t="6407" x="3043238" y="2405063"/>
          <p14:tracePt t="6415" x="3019425" y="2371725"/>
          <p14:tracePt t="6423" x="2978150" y="2363788"/>
          <p14:tracePt t="6431" x="2944813" y="2346325"/>
          <p14:tracePt t="6439" x="2903538" y="2322513"/>
          <p14:tracePt t="6447" x="2878138" y="2305050"/>
          <p14:tracePt t="6455" x="2860675" y="2289175"/>
          <p14:tracePt t="6464" x="2836863" y="2263775"/>
          <p14:tracePt t="6471" x="2819400" y="2263775"/>
          <p14:tracePt t="6481" x="2795588" y="2230438"/>
          <p14:tracePt t="6487" x="2795588" y="2206625"/>
          <p14:tracePt t="6497" x="2778125" y="2189163"/>
          <p14:tracePt t="6503" x="2762250" y="2181225"/>
          <p14:tracePt t="6513" x="2762250" y="2147888"/>
          <p14:tracePt t="6520" x="2762250" y="2139950"/>
          <p14:tracePt t="6528" x="2762250" y="2122488"/>
          <p14:tracePt t="6536" x="2762250" y="2106613"/>
          <p14:tracePt t="6544" x="2762250" y="2098675"/>
          <p14:tracePt t="6552" x="2762250" y="2081213"/>
          <p14:tracePt t="6568" x="2762250" y="2065338"/>
          <p14:tracePt t="6584" x="2778125" y="2065338"/>
          <p14:tracePt t="6592" x="2795588" y="2055813"/>
          <p14:tracePt t="6609" x="2819400" y="2039938"/>
          <p14:tracePt t="6616" x="2878138" y="2039938"/>
          <p14:tracePt t="6625" x="2935288" y="2024063"/>
          <p14:tracePt t="6633" x="3001963" y="2024063"/>
          <p14:tracePt t="6641" x="3101975" y="2014538"/>
          <p14:tracePt t="6649" x="3201988" y="2014538"/>
          <p14:tracePt t="6657" x="3309938" y="2014538"/>
          <p14:tracePt t="6665" x="3467100" y="2014538"/>
          <p14:tracePt t="6673" x="3641725" y="2014538"/>
          <p14:tracePt t="6681" x="3798888" y="2014538"/>
          <p14:tracePt t="6689" x="3956050" y="2014538"/>
          <p14:tracePt t="6697" x="4105275" y="2014538"/>
          <p14:tracePt t="6705" x="4262438" y="2014538"/>
          <p14:tracePt t="6714" x="4387850" y="2014538"/>
          <p14:tracePt t="6722" x="4429125" y="2024063"/>
          <p14:tracePt t="6731" x="4529138" y="2039938"/>
          <p14:tracePt t="6738" x="4619625" y="2065338"/>
          <p14:tracePt t="6747" x="4694238" y="2098675"/>
          <p14:tracePt t="6754" x="4752975" y="2122488"/>
          <p14:tracePt t="6764" x="4794250" y="2139950"/>
          <p14:tracePt t="6770" x="4835525" y="2163763"/>
          <p14:tracePt t="6778" x="4843463" y="2181225"/>
          <p14:tracePt t="6786" x="4876800" y="2189163"/>
          <p14:tracePt t="6794" x="4884738" y="2222500"/>
          <p14:tracePt t="6802" x="4902200" y="2230438"/>
          <p14:tracePt t="6810" x="4918075" y="2247900"/>
          <p14:tracePt t="6819" x="4918075" y="2263775"/>
          <p14:tracePt t="6826" x="4926013" y="2281238"/>
          <p14:tracePt t="6835" x="4926013" y="2289175"/>
          <p14:tracePt t="6843" x="4926013" y="2305050"/>
          <p14:tracePt t="6851" x="4926013" y="2322513"/>
          <p14:tracePt t="6859" x="4926013" y="2330450"/>
          <p14:tracePt t="6867" x="4926013" y="2346325"/>
          <p14:tracePt t="6875" x="4926013" y="2363788"/>
          <p14:tracePt t="6883" x="4926013" y="2387600"/>
          <p14:tracePt t="6899" x="4926013" y="2413000"/>
          <p14:tracePt t="6907" x="4926013" y="2430463"/>
          <p14:tracePt t="6915" x="4926013" y="2446338"/>
          <p14:tracePt t="6923" x="4926013" y="2471738"/>
          <p14:tracePt t="6932" x="4926013" y="2495550"/>
          <p14:tracePt t="6948" x="4926013" y="2528888"/>
          <p14:tracePt t="6956" x="4926013" y="2546350"/>
          <p14:tracePt t="6964" x="4926013" y="2554288"/>
          <p14:tracePt t="6972" x="4926013" y="2587625"/>
          <p14:tracePt t="6981" x="4926013" y="2595563"/>
          <p14:tracePt t="6988" x="4926013" y="2611438"/>
          <p14:tracePt t="6999" x="4926013" y="2636838"/>
          <p14:tracePt t="7004" x="4926013" y="2670175"/>
          <p14:tracePt t="7014" x="4926013" y="2678113"/>
          <p14:tracePt t="7020" x="4926013" y="2719388"/>
          <p14:tracePt t="7030" x="4926013" y="2736850"/>
          <p14:tracePt t="7036" x="4926013" y="2778125"/>
          <p14:tracePt t="7044" x="4926013" y="2811463"/>
          <p14:tracePt t="7053" x="4926013" y="2819400"/>
          <p14:tracePt t="7061" x="4926013" y="2852738"/>
          <p14:tracePt t="7069" x="4926013" y="2860675"/>
          <p14:tracePt t="7077" x="4943475" y="2894013"/>
          <p14:tracePt t="7085" x="4959350" y="2919413"/>
          <p14:tracePt t="7093" x="4959350" y="2935288"/>
          <p14:tracePt t="7101" x="4959350" y="2943225"/>
          <p14:tracePt t="7109" x="4984750" y="2976563"/>
          <p14:tracePt t="7125" x="5000625" y="2986088"/>
          <p14:tracePt t="7133" x="5018088" y="3017838"/>
          <p14:tracePt t="7142" x="5026025" y="3027363"/>
          <p14:tracePt t="7150" x="5041900" y="3043238"/>
          <p14:tracePt t="7157" x="5059363" y="3060700"/>
          <p14:tracePt t="7166" x="5067300" y="3076575"/>
          <p14:tracePt t="7182" x="5084763" y="3076575"/>
          <p14:tracePt t="7190" x="5084763" y="3084513"/>
          <p14:tracePt t="7271" x="5041900" y="3084513"/>
          <p14:tracePt t="7280" x="5000625" y="3084513"/>
          <p14:tracePt t="7287" x="4943475" y="3084513"/>
          <p14:tracePt t="7295" x="4876800" y="3076575"/>
          <p14:tracePt t="7303" x="4776788" y="3043238"/>
          <p14:tracePt t="7311" x="4652963" y="3027363"/>
          <p14:tracePt t="7319" x="4552950" y="3001963"/>
          <p14:tracePt t="7327" x="4495800" y="2986088"/>
          <p14:tracePt t="7335" x="4395788" y="2960688"/>
          <p14:tracePt t="7343" x="4305300" y="2935288"/>
          <p14:tracePt t="7352" x="4262438" y="2901950"/>
          <p14:tracePt t="7359" x="4205288" y="2894013"/>
          <p14:tracePt t="7368" x="4164013" y="2860675"/>
          <p14:tracePt t="7376" x="4130675" y="2852738"/>
          <p14:tracePt t="7384" x="4105275" y="2836863"/>
          <p14:tracePt t="7392" x="4089400" y="2819400"/>
          <p14:tracePt t="7400" x="4079875" y="2811463"/>
          <p14:tracePt t="7408" x="4064000" y="2794000"/>
          <p14:tracePt t="7416" x="4048125" y="2794000"/>
          <p14:tracePt t="7424" x="4038600" y="2778125"/>
          <p14:tracePt t="7440" x="4038600" y="2760663"/>
          <p14:tracePt t="7642" x="4048125" y="2760663"/>
          <p14:tracePt t="7650" x="4064000" y="2778125"/>
          <p14:tracePt t="7658" x="4089400" y="2778125"/>
          <p14:tracePt t="7666" x="4122738" y="2794000"/>
          <p14:tracePt t="7674" x="4171950" y="2794000"/>
          <p14:tracePt t="7682" x="4229100" y="2811463"/>
          <p14:tracePt t="7690" x="4262438" y="2819400"/>
          <p14:tracePt t="7698" x="4313238" y="2836863"/>
          <p14:tracePt t="7706" x="4354513" y="2836863"/>
          <p14:tracePt t="7714" x="4387850" y="2852738"/>
          <p14:tracePt t="7723" x="4429125" y="2860675"/>
          <p14:tracePt t="7731" x="4454525" y="2860675"/>
          <p14:tracePt t="7747" x="4470400" y="2860675"/>
          <p14:tracePt t="7755" x="4486275" y="2860675"/>
          <p14:tracePt t="7764" x="4495800" y="2878138"/>
          <p14:tracePt t="7771" x="4511675" y="2878138"/>
          <p14:tracePt t="7781" x="4529138" y="2878138"/>
          <p14:tracePt t="7787" x="4529138" y="2894013"/>
          <p14:tracePt t="7797" x="4537075" y="2894013"/>
          <p14:tracePt t="7804" x="4552950" y="2894013"/>
          <p14:tracePt t="7819" x="4570413" y="2894013"/>
          <p14:tracePt t="7827" x="4570413" y="2901950"/>
          <p14:tracePt t="7836" x="4578350" y="2901950"/>
          <p14:tracePt t="7852" x="4594225" y="2901950"/>
          <p14:tracePt t="7876" x="4594225" y="2919413"/>
          <p14:tracePt t="7957" x="4594225" y="2935288"/>
          <p14:tracePt t="8029" x="4578350" y="2935288"/>
          <p14:tracePt t="8038" x="4578350" y="2943225"/>
          <p14:tracePt t="8070" x="4570413" y="2943225"/>
          <p14:tracePt t="8159" x="4570413" y="2935288"/>
          <p14:tracePt t="8207" x="4570413" y="2919413"/>
          <p14:tracePt t="8280" x="4578350" y="2919413"/>
          <p14:tracePt t="8530" x="4578350" y="2901950"/>
          <p14:tracePt t="8547" x="4578350" y="2894013"/>
          <p14:tracePt t="8554" x="4594225" y="2894013"/>
          <p14:tracePt t="8570" x="4594225" y="2878138"/>
          <p14:tracePt t="8580" x="4611688" y="2878138"/>
          <p14:tracePt t="8586" x="4619625" y="2860675"/>
          <p14:tracePt t="8595" x="4635500" y="2852738"/>
          <p14:tracePt t="8603" x="4660900" y="2852738"/>
          <p14:tracePt t="8611" x="4678363" y="2836863"/>
          <p14:tracePt t="8619" x="4719638" y="2811463"/>
          <p14:tracePt t="8627" x="4760913" y="2811463"/>
          <p14:tracePt t="8635" x="4794250" y="2794000"/>
          <p14:tracePt t="8643" x="4835525" y="2778125"/>
          <p14:tracePt t="8651" x="4860925" y="2778125"/>
          <p14:tracePt t="8659" x="4902200" y="2760663"/>
          <p14:tracePt t="8667" x="4918075" y="2760663"/>
          <p14:tracePt t="8675" x="4943475" y="2760663"/>
          <p14:tracePt t="8683" x="4959350" y="2760663"/>
          <p14:tracePt t="8691" x="4967288" y="2760663"/>
          <p14:tracePt t="8700" x="4984750" y="2760663"/>
          <p14:tracePt t="8715" x="5000625" y="2760663"/>
          <p14:tracePt t="8724" x="5018088" y="2760663"/>
          <p14:tracePt t="8740" x="5026025" y="2760663"/>
          <p14:tracePt t="8764" x="5041900" y="2760663"/>
          <p14:tracePt t="8821" x="5059363" y="2760663"/>
          <p14:tracePt t="8830" x="5067300" y="2760663"/>
          <p14:tracePt t="8837" x="5108575" y="2752725"/>
          <p14:tracePt t="8845" x="5167313" y="2719388"/>
          <p14:tracePt t="8853" x="5324475" y="2695575"/>
          <p14:tracePt t="8861" x="5499100" y="2628900"/>
          <p14:tracePt t="8869" x="5764213" y="2554288"/>
          <p14:tracePt t="8877" x="6062663" y="2454275"/>
          <p14:tracePt t="8885" x="6411913" y="2330450"/>
          <p14:tracePt t="8893" x="6818313" y="2230438"/>
          <p14:tracePt t="8901" x="6999288" y="2189163"/>
          <p14:tracePt t="8909" x="7348538" y="2098675"/>
          <p14:tracePt t="8918" x="7597775" y="2014538"/>
          <p14:tracePt t="8926" x="7862888" y="1939925"/>
          <p14:tracePt t="8933" x="7929563" y="1916113"/>
          <p14:tracePt t="8942" x="8086725" y="1882775"/>
          <p14:tracePt t="8950" x="8210550" y="1857375"/>
          <p14:tracePt t="8958" x="8285163" y="1841500"/>
          <p14:tracePt t="8966" x="8335963" y="1831975"/>
          <p14:tracePt t="8974" x="8377238" y="1831975"/>
          <p14:tracePt t="8982" x="8393113" y="1831975"/>
          <p14:tracePt t="8999" x="8410575" y="1831975"/>
          <p14:tracePt t="9152" x="8410575" y="1841500"/>
          <p14:tracePt t="9176" x="8410575" y="1857375"/>
          <p14:tracePt t="9192" x="8410575" y="1874838"/>
          <p14:tracePt t="9200" x="8410575" y="1882775"/>
          <p14:tracePt t="9208" x="8410575" y="1916113"/>
          <p14:tracePt t="9216" x="8410575" y="1939925"/>
          <p14:tracePt t="9224" x="8410575" y="1957388"/>
          <p14:tracePt t="9232" x="8410575" y="1981200"/>
          <p14:tracePt t="9240" x="8410575" y="1998663"/>
          <p14:tracePt t="9248" x="8410575" y="2024063"/>
          <p14:tracePt t="9256" x="8410575" y="2055813"/>
          <p14:tracePt t="9265" x="8410575" y="2065338"/>
          <p14:tracePt t="9273" x="8410575" y="2081213"/>
          <p14:tracePt t="9281" x="8410575" y="2098675"/>
          <p14:tracePt t="9289" x="8410575" y="2106613"/>
          <p14:tracePt t="9297" x="8418513" y="2106613"/>
          <p14:tracePt t="9305" x="8418513" y="2122488"/>
          <p14:tracePt t="9321" x="8418513" y="2139950"/>
          <p14:tracePt t="9337" x="8418513" y="2147888"/>
          <p14:tracePt t="9370" x="8418513" y="2163763"/>
          <p14:tracePt t="9394" x="8418513" y="2181225"/>
          <p14:tracePt t="9402" x="8410575" y="2189163"/>
          <p14:tracePt t="9410" x="8393113" y="2206625"/>
          <p14:tracePt t="9418" x="8377238" y="2206625"/>
          <p14:tracePt t="9426" x="8369300" y="2206625"/>
          <p14:tracePt t="9434" x="8351838" y="2222500"/>
          <p14:tracePt t="9442" x="8335963" y="2230438"/>
          <p14:tracePt t="9450" x="8326438" y="2230438"/>
          <p14:tracePt t="9458" x="8310563" y="2247900"/>
          <p14:tracePt t="9475" x="8293100" y="2263775"/>
          <p14:tracePt t="9483" x="8285163" y="2263775"/>
          <p14:tracePt t="9515" x="8269288" y="2263775"/>
          <p14:tracePt t="9628" x="8269288" y="2281238"/>
          <p14:tracePt t="9660" x="8235950" y="2281238"/>
          <p14:tracePt t="9668" x="8228013" y="2289175"/>
          <p14:tracePt t="9676" x="8194675" y="2305050"/>
          <p14:tracePt t="9685" x="8169275" y="2322513"/>
          <p14:tracePt t="9692" x="8112125" y="2330450"/>
          <p14:tracePt t="9700" x="8069263" y="2346325"/>
          <p14:tracePt t="9709" x="8020050" y="2363788"/>
          <p14:tracePt t="9717" x="7970838" y="2363788"/>
          <p14:tracePt t="9725" x="7920038" y="2371725"/>
          <p14:tracePt t="9733" x="7878763" y="2387600"/>
          <p14:tracePt t="9741" x="7845425" y="2387600"/>
          <p14:tracePt t="9749" x="7821613" y="2387600"/>
          <p14:tracePt t="9757" x="7796213" y="2387600"/>
          <p14:tracePt t="9765" x="7780338" y="2387600"/>
          <p14:tracePt t="9773" x="7762875" y="2387600"/>
          <p14:tracePt t="9781" x="7754938" y="2387600"/>
          <p14:tracePt t="9789" x="7737475" y="2387600"/>
          <p14:tracePt t="9822" x="7737475" y="2371725"/>
          <p14:tracePt t="9831" x="7721600" y="2371725"/>
          <p14:tracePt t="9878" x="7721600" y="2363788"/>
          <p14:tracePt t="9934" x="7705725" y="2346325"/>
          <p14:tracePt t="9951" x="7696200" y="2346325"/>
          <p14:tracePt t="9959" x="7680325" y="2330450"/>
          <p14:tracePt t="9967" x="7662863" y="2330450"/>
          <p14:tracePt t="9983" x="7639050" y="2330450"/>
          <p14:tracePt t="9991" x="7621588" y="2330450"/>
          <p14:tracePt t="9999" x="7613650" y="2330450"/>
          <p14:tracePt t="10007" x="7597775" y="2330450"/>
          <p14:tracePt t="10023" x="7580313" y="2330450"/>
          <p14:tracePt t="10031" x="7572375" y="2330450"/>
          <p14:tracePt t="10048" x="7556500" y="2330450"/>
          <p14:tracePt t="10064" x="7539038" y="2330450"/>
          <p14:tracePt t="10080" x="7531100" y="2330450"/>
          <p14:tracePt t="10097" x="7513638" y="2330450"/>
          <p14:tracePt t="10104" x="7497763" y="2330450"/>
          <p14:tracePt t="10114" x="7497763" y="2346325"/>
          <p14:tracePt t="10120" x="7489825" y="2363788"/>
          <p14:tracePt t="10130" x="7472363" y="2363788"/>
          <p14:tracePt t="10137" x="7472363" y="2371725"/>
          <p14:tracePt t="10145" x="7456488" y="2387600"/>
          <p14:tracePt t="10153" x="7439025" y="2405063"/>
          <p14:tracePt t="10161" x="7431088" y="2413000"/>
          <p14:tracePt t="10169" x="7415213" y="2446338"/>
          <p14:tracePt t="10177" x="7397750" y="2454275"/>
          <p14:tracePt t="10185" x="7373938" y="2487613"/>
          <p14:tracePt t="10193" x="7356475" y="2495550"/>
          <p14:tracePt t="10201" x="7356475" y="2513013"/>
          <p14:tracePt t="10209" x="7348538" y="2528888"/>
          <p14:tracePt t="10217" x="7331075" y="2546350"/>
          <p14:tracePt t="10225" x="7315200" y="2546350"/>
          <p14:tracePt t="10234" x="7315200" y="2554288"/>
          <p14:tracePt t="10241" x="7307263" y="2554288"/>
          <p14:tracePt t="10257" x="7307263" y="2570163"/>
          <p14:tracePt t="10346" x="7348538" y="2554288"/>
          <p14:tracePt t="10355" x="7397750" y="2546350"/>
          <p14:tracePt t="10364" x="7472363" y="2546350"/>
          <p14:tracePt t="10371" x="7572375" y="2546350"/>
          <p14:tracePt t="10381" x="7680325" y="2546350"/>
          <p14:tracePt t="10387" x="7780338" y="2546350"/>
          <p14:tracePt t="10395" x="7904163" y="2546350"/>
          <p14:tracePt t="10403" x="7962900" y="2546350"/>
          <p14:tracePt t="10411" x="8086725" y="2546350"/>
          <p14:tracePt t="10419" x="8169275" y="2546350"/>
          <p14:tracePt t="10427" x="8251825" y="2554288"/>
          <p14:tracePt t="10435" x="8326438" y="2570163"/>
          <p14:tracePt t="10443" x="8393113" y="2587625"/>
          <p14:tracePt t="10452" x="8434388" y="2587625"/>
          <p14:tracePt t="10460" x="8459788" y="2595563"/>
          <p14:tracePt t="10468" x="8493125" y="2611438"/>
          <p14:tracePt t="10476" x="8501063" y="2611438"/>
          <p14:tracePt t="10492" x="8501063" y="2628900"/>
          <p14:tracePt t="10500" x="8518525" y="2628900"/>
          <p14:tracePt t="10532" x="8518525" y="2636838"/>
          <p14:tracePt t="10540" x="8493125" y="2636838"/>
          <p14:tracePt t="10549" x="8451850" y="2654300"/>
          <p14:tracePt t="10556" x="8418513" y="2654300"/>
          <p14:tracePt t="10565" x="8369300" y="2678113"/>
          <p14:tracePt t="10572" x="8310563" y="2695575"/>
          <p14:tracePt t="10581" x="8194675" y="2736850"/>
          <p14:tracePt t="10589" x="8102600" y="2752725"/>
          <p14:tracePt t="10598" x="7945438" y="2778125"/>
          <p14:tracePt t="10605" x="7762875" y="2794000"/>
          <p14:tracePt t="10614" x="7572375" y="2819400"/>
          <p14:tracePt t="10621" x="7389813" y="2836863"/>
          <p14:tracePt t="10631" x="7207250" y="2852738"/>
          <p14:tracePt t="10637" x="6983413" y="2852738"/>
          <p14:tracePt t="10646" x="6759575" y="2852738"/>
          <p14:tracePt t="10653" x="6551613" y="2852738"/>
          <p14:tracePt t="10661" x="6353175" y="2852738"/>
          <p14:tracePt t="10669" x="6170613" y="2852738"/>
          <p14:tracePt t="10677" x="6103938" y="2852738"/>
          <p14:tracePt t="10686" x="5980113" y="2852738"/>
          <p14:tracePt t="10694" x="5905500" y="2836863"/>
          <p14:tracePt t="10702" x="5838825" y="2819400"/>
          <p14:tracePt t="10710" x="5797550" y="2819400"/>
          <p14:tracePt t="10718" x="5764213" y="2819400"/>
          <p14:tracePt t="10726" x="5756275" y="2819400"/>
          <p14:tracePt t="10734" x="5738813" y="2811463"/>
          <p14:tracePt t="10750" x="5722938" y="2811463"/>
          <p14:tracePt t="10847" x="5715000" y="2811463"/>
          <p14:tracePt t="10896" x="5697538" y="2811463"/>
          <p14:tracePt t="11259" x="5681663" y="2811463"/>
          <p14:tracePt t="11267" x="5630863" y="2811463"/>
          <p14:tracePt t="11275" x="5556250" y="2811463"/>
          <p14:tracePt t="11283" x="5491163" y="2819400"/>
          <p14:tracePt t="11291" x="5432425" y="2836863"/>
          <p14:tracePt t="11299" x="5365750" y="2836863"/>
          <p14:tracePt t="11307" x="5291138" y="2836863"/>
          <p14:tracePt t="11315" x="5141913" y="2836863"/>
          <p14:tracePt t="11323" x="4984750" y="2860675"/>
          <p14:tracePt t="11331" x="4835525" y="2878138"/>
          <p14:tracePt t="11339" x="4678363" y="2894013"/>
          <p14:tracePt t="11348" x="4619625" y="2894013"/>
          <p14:tracePt t="11356" x="4511675" y="2901950"/>
          <p14:tracePt t="11365" x="4411663" y="2901950"/>
          <p14:tracePt t="11372" x="4313238" y="2919413"/>
          <p14:tracePt t="11381" x="4221163" y="2919413"/>
          <p14:tracePt t="11388" x="4146550" y="2919413"/>
          <p14:tracePt t="11397" x="4079875" y="2919413"/>
          <p14:tracePt t="11404" x="4022725" y="2919413"/>
          <p14:tracePt t="11414" x="3963988" y="2919413"/>
          <p14:tracePt t="11420" x="3906838" y="2919413"/>
          <p14:tracePt t="11431" x="3881438" y="2919413"/>
          <p14:tracePt t="11436" x="3840163" y="2919413"/>
          <p14:tracePt t="11447" x="3798888" y="2919413"/>
          <p14:tracePt t="11453" x="3773488" y="2919413"/>
          <p14:tracePt t="11464" x="3740150" y="2919413"/>
          <p14:tracePt t="11469" x="3716338" y="2919413"/>
          <p14:tracePt t="11481" x="3690938" y="2919413"/>
          <p14:tracePt t="11485" x="3657600" y="2919413"/>
          <p14:tracePt t="11497" x="3641725" y="2919413"/>
          <p14:tracePt t="11501" x="3616325" y="2919413"/>
          <p14:tracePt t="11514" x="3598863" y="2919413"/>
          <p14:tracePt t="11517" x="3590925" y="2935288"/>
          <p14:tracePt t="11531" x="3575050" y="2935288"/>
          <p14:tracePt t="11533" x="3557588" y="2935288"/>
          <p14:tracePt t="11547" x="3549650" y="2935288"/>
          <p14:tracePt t="11783" x="3467100" y="2935288"/>
          <p14:tracePt t="11792" x="3425825" y="2935288"/>
          <p14:tracePt t="11800" x="3333750" y="2935288"/>
          <p14:tracePt t="11808" x="3267075" y="2919413"/>
          <p14:tracePt t="11816" x="3168650" y="2894013"/>
          <p14:tracePt t="11824" x="3019425" y="2836863"/>
          <p14:tracePt t="11832" x="2878138" y="2778125"/>
          <p14:tracePt t="11840" x="2720975" y="2752725"/>
          <p14:tracePt t="11848" x="2670175" y="2736850"/>
          <p14:tracePt t="11856" x="2538413" y="2678113"/>
          <p14:tracePt t="11864" x="2446338" y="2654300"/>
          <p14:tracePt t="11872" x="2371725" y="2628900"/>
          <p14:tracePt t="11881" x="2305050" y="2595563"/>
          <p14:tracePt t="11888" x="2247900" y="2570163"/>
          <p14:tracePt t="11897" x="2189163" y="2554288"/>
          <p14:tracePt t="11905" x="2147888" y="2528888"/>
          <p14:tracePt t="11914" x="2122488" y="2513013"/>
          <p14:tracePt t="11921" x="2098675" y="2495550"/>
          <p14:tracePt t="11930" x="2081213" y="2487613"/>
          <p14:tracePt t="11937" x="2065338" y="2471738"/>
          <p14:tracePt t="11946" x="2057400" y="2454275"/>
          <p14:tracePt t="11961" x="2057400" y="2446338"/>
          <p14:tracePt t="11977" x="2057400" y="2430463"/>
          <p14:tracePt t="12001" x="2057400" y="2413000"/>
          <p14:tracePt t="12010" x="2057400" y="2405063"/>
          <p14:tracePt t="12018" x="2057400" y="2387600"/>
          <p14:tracePt t="12026" x="2057400" y="2371725"/>
          <p14:tracePt t="12034" x="2065338" y="2363788"/>
          <p14:tracePt t="12042" x="2098675" y="2322513"/>
          <p14:tracePt t="12050" x="2147888" y="2247900"/>
          <p14:tracePt t="12058" x="2181225" y="2189163"/>
          <p14:tracePt t="12066" x="2222500" y="2139950"/>
          <p14:tracePt t="12074" x="2289175" y="2055813"/>
          <p14:tracePt t="12082" x="2363788" y="1981200"/>
          <p14:tracePt t="12090" x="2446338" y="1916113"/>
          <p14:tracePt t="12098" x="2528888" y="1841500"/>
          <p14:tracePt t="12106" x="2613025" y="1800225"/>
          <p14:tracePt t="12114" x="2695575" y="1749425"/>
          <p14:tracePt t="12123" x="2720975" y="1733550"/>
          <p14:tracePt t="12131" x="2795588" y="1692275"/>
          <p14:tracePt t="12139" x="2878138" y="1674813"/>
          <p14:tracePt t="12147" x="3027363" y="1651000"/>
          <p14:tracePt t="12155" x="3109913" y="1651000"/>
          <p14:tracePt t="12164" x="3209925" y="1651000"/>
          <p14:tracePt t="12171" x="3309938" y="1651000"/>
          <p14:tracePt t="12181" x="3433763" y="1651000"/>
          <p14:tracePt t="12187" x="3533775" y="1651000"/>
          <p14:tracePt t="12197" x="3590925" y="1651000"/>
          <p14:tracePt t="12204" x="3732213" y="1651000"/>
          <p14:tracePt t="12211" x="3781425" y="1674813"/>
          <p14:tracePt t="12220" x="3856038" y="1700213"/>
          <p14:tracePt t="12227" x="3940175" y="1749425"/>
          <p14:tracePt t="12236" x="4005263" y="1774825"/>
          <p14:tracePt t="12244" x="4064000" y="1816100"/>
          <p14:tracePt t="12252" x="4105275" y="1857375"/>
          <p14:tracePt t="12260" x="4164013" y="1898650"/>
          <p14:tracePt t="12268" x="4205288" y="1939925"/>
          <p14:tracePt t="12276" x="4246563" y="1965325"/>
          <p14:tracePt t="12284" x="4271963" y="2014538"/>
          <p14:tracePt t="12292" x="4313238" y="2055813"/>
          <p14:tracePt t="12300" x="4346575" y="2081213"/>
          <p14:tracePt t="12308" x="4354513" y="2106613"/>
          <p14:tracePt t="12316" x="4370388" y="2139950"/>
          <p14:tracePt t="12324" x="4387850" y="2147888"/>
          <p14:tracePt t="12332" x="4387850" y="2181225"/>
          <p14:tracePt t="12340" x="4395788" y="2189163"/>
          <p14:tracePt t="12349" x="4395788" y="2230438"/>
          <p14:tracePt t="12357" x="4411663" y="2263775"/>
          <p14:tracePt t="12364" x="4411663" y="2289175"/>
          <p14:tracePt t="12373" x="4411663" y="2322513"/>
          <p14:tracePt t="12381" x="4411663" y="2330450"/>
          <p14:tracePt t="12389" x="4411663" y="2346325"/>
          <p14:tracePt t="12397" x="4411663" y="2363788"/>
          <p14:tracePt t="12405" x="4411663" y="2371725"/>
          <p14:tracePt t="12414" x="4411663" y="2387600"/>
          <p14:tracePt t="12430" x="4395788" y="2387600"/>
          <p14:tracePt t="12437" x="4387850" y="2405063"/>
          <p14:tracePt t="12470" x="4370388" y="2413000"/>
          <p14:tracePt t="12510" x="4354513" y="2413000"/>
          <p14:tracePt t="12526" x="4346575" y="2413000"/>
          <p14:tracePt t="12542" x="4329113" y="2413000"/>
          <p14:tracePt t="12558" x="4313238" y="2413000"/>
          <p14:tracePt t="12567" x="4287838" y="2413000"/>
          <p14:tracePt t="12575" x="4271963" y="2413000"/>
          <p14:tracePt t="12583" x="4246563" y="2413000"/>
          <p14:tracePt t="12591" x="4221163" y="2413000"/>
          <p14:tracePt t="12599" x="4187825" y="2413000"/>
          <p14:tracePt t="12607" x="4130675" y="2413000"/>
          <p14:tracePt t="12615" x="4089400" y="2413000"/>
          <p14:tracePt t="12623" x="4048125" y="2413000"/>
          <p14:tracePt t="12631" x="4005263" y="2413000"/>
          <p14:tracePt t="12639" x="3956050" y="2413000"/>
          <p14:tracePt t="12647" x="3922713" y="2413000"/>
          <p14:tracePt t="12655" x="3881438" y="2413000"/>
          <p14:tracePt t="12664" x="3856038" y="2413000"/>
          <p14:tracePt t="12672" x="3814763" y="2413000"/>
          <p14:tracePt t="12681" x="3773488" y="2413000"/>
          <p14:tracePt t="12688" x="3757613" y="2413000"/>
          <p14:tracePt t="12697" x="3716338" y="2413000"/>
          <p14:tracePt t="12704" x="3690938" y="2413000"/>
          <p14:tracePt t="12713" x="3641725" y="2430463"/>
          <p14:tracePt t="12720" x="3598863" y="2430463"/>
          <p14:tracePt t="12728" x="3575050" y="2430463"/>
          <p14:tracePt t="12736" x="3533775" y="2446338"/>
          <p14:tracePt t="12744" x="3508375" y="2446338"/>
          <p14:tracePt t="12752" x="3467100" y="2446338"/>
          <p14:tracePt t="12760" x="3433763" y="2446338"/>
          <p14:tracePt t="12769" x="3392488" y="2446338"/>
          <p14:tracePt t="12776" x="3351213" y="2446338"/>
          <p14:tracePt t="12785" x="3325813" y="2446338"/>
          <p14:tracePt t="12793" x="3292475" y="2446338"/>
          <p14:tracePt t="12801" x="3284538" y="2446338"/>
          <p14:tracePt t="12809" x="3251200" y="2446338"/>
          <p14:tracePt t="12817" x="3225800" y="2446338"/>
          <p14:tracePt t="12825" x="3225800" y="2430463"/>
          <p14:tracePt t="12833" x="3209925" y="2430463"/>
          <p14:tracePt t="12841" x="3201988" y="2413000"/>
          <p14:tracePt t="12849" x="3201988" y="2405063"/>
          <p14:tracePt t="12881" x="3201988" y="2387600"/>
          <p14:tracePt t="12922" x="3251200" y="2387600"/>
          <p14:tracePt t="12930" x="3351213" y="2371725"/>
          <p14:tracePt t="12938" x="3467100" y="2371725"/>
          <p14:tracePt t="12948" x="3690938" y="2371725"/>
          <p14:tracePt t="12954" x="3997325" y="2371725"/>
          <p14:tracePt t="12964" x="4346575" y="2371725"/>
          <p14:tracePt t="12971" x="4552950" y="2371725"/>
          <p14:tracePt t="12980" x="4860925" y="2446338"/>
          <p14:tracePt t="12986" x="5208588" y="2513013"/>
          <p14:tracePt t="12998" x="5514975" y="2611438"/>
          <p14:tracePt t="13002" x="5599113" y="2636838"/>
          <p14:tracePt t="13010" x="5756275" y="2695575"/>
          <p14:tracePt t="13019" x="5880100" y="2752725"/>
          <p14:tracePt t="13027" x="5980113" y="2778125"/>
          <p14:tracePt t="13035" x="6021388" y="2794000"/>
          <p14:tracePt t="13043" x="6029325" y="2811463"/>
          <p14:tracePt t="13051" x="6062663" y="2819400"/>
          <p14:tracePt t="13075" x="6070600" y="2836863"/>
          <p14:tracePt t="13124" x="6062663" y="2836863"/>
          <p14:tracePt t="13132" x="6046788" y="2836863"/>
          <p14:tracePt t="13140" x="6005513" y="2836863"/>
          <p14:tracePt t="13148" x="5962650" y="2836863"/>
          <p14:tracePt t="13156" x="5938838" y="2836863"/>
          <p14:tracePt t="13164" x="5880100" y="2819400"/>
          <p14:tracePt t="13172" x="5854700" y="2794000"/>
          <p14:tracePt t="13181" x="5797550" y="2794000"/>
          <p14:tracePt t="13188" x="5738813" y="2760663"/>
          <p14:tracePt t="13197" x="5681663" y="2752725"/>
          <p14:tracePt t="13204" x="5630863" y="2736850"/>
          <p14:tracePt t="13214" x="5589588" y="2719388"/>
          <p14:tracePt t="13220" x="5499100" y="2695575"/>
          <p14:tracePt t="13230" x="5457825" y="2695575"/>
          <p14:tracePt t="13237" x="5332413" y="2654300"/>
          <p14:tracePt t="13245" x="5291138" y="2654300"/>
          <p14:tracePt t="13253" x="5224463" y="2636838"/>
          <p14:tracePt t="13261" x="5149850" y="2611438"/>
          <p14:tracePt t="13269" x="5084763" y="2595563"/>
          <p14:tracePt t="13277" x="4959350" y="2587625"/>
          <p14:tracePt t="13285" x="4860925" y="2570163"/>
          <p14:tracePt t="13293" x="4794250" y="2554288"/>
          <p14:tracePt t="13301" x="4694238" y="2554288"/>
          <p14:tracePt t="13309" x="4570413" y="2554288"/>
          <p14:tracePt t="13317" x="4437063" y="2554288"/>
          <p14:tracePt t="13326" x="4329113" y="2554288"/>
          <p14:tracePt t="13333" x="4205288" y="2554288"/>
          <p14:tracePt t="13342" x="4105275" y="2554288"/>
          <p14:tracePt t="13350" x="3981450" y="2554288"/>
          <p14:tracePt t="13358" x="3922713" y="2554288"/>
          <p14:tracePt t="13366" x="3822700" y="2554288"/>
          <p14:tracePt t="13374" x="3757613" y="2554288"/>
          <p14:tracePt t="13382" x="3657600" y="2554288"/>
          <p14:tracePt t="13390" x="3590925" y="2554288"/>
          <p14:tracePt t="13398" x="3533775" y="2554288"/>
          <p14:tracePt t="13406" x="3467100" y="2554288"/>
          <p14:tracePt t="13414" x="3408363" y="2554288"/>
          <p14:tracePt t="13422" x="3367088" y="2554288"/>
          <p14:tracePt t="13431" x="3309938" y="2554288"/>
          <p14:tracePt t="13439" x="3251200" y="2554288"/>
          <p14:tracePt t="13447" x="3201988" y="2554288"/>
          <p14:tracePt t="13455" x="3127375" y="2554288"/>
          <p14:tracePt t="13464" x="3068638" y="2554288"/>
          <p14:tracePt t="13471" x="3019425" y="2554288"/>
          <p14:tracePt t="13481" x="2978150" y="2554288"/>
          <p14:tracePt t="13487" x="2919413" y="2554288"/>
          <p14:tracePt t="13497" x="2852738" y="2554288"/>
          <p14:tracePt t="13503" x="2795588" y="2554288"/>
          <p14:tracePt t="13514" x="2720975" y="2554288"/>
          <p14:tracePt t="13519" x="2670175" y="2546350"/>
          <p14:tracePt t="13530" x="2613025" y="2513013"/>
          <p14:tracePt t="13535" x="2587625" y="2513013"/>
          <p14:tracePt t="13547" x="2538413" y="2487613"/>
          <p14:tracePt t="13552" x="2513013" y="2471738"/>
          <p14:tracePt t="13564" x="2487613" y="2446338"/>
          <p14:tracePt t="13568" x="2487613" y="2430463"/>
          <p14:tracePt t="13580" x="2471738" y="2430463"/>
          <p14:tracePt t="13584" x="2471738" y="2405063"/>
          <p14:tracePt t="13597" x="2471738" y="2387600"/>
          <p14:tracePt t="13600" x="2471738" y="2371725"/>
          <p14:tracePt t="13616" x="2471738" y="2363788"/>
          <p14:tracePt t="13631" x="2487613" y="2346325"/>
          <p14:tracePt t="13647" x="2528888" y="2322513"/>
          <p14:tracePt t="13650" x="2571750" y="2289175"/>
          <p14:tracePt t="13664" x="2628900" y="2281238"/>
          <p14:tracePt t="13665" x="2695575" y="2247900"/>
          <p14:tracePt t="13673" x="2754313" y="2230438"/>
          <p14:tracePt t="13681" x="2852738" y="2206625"/>
          <p14:tracePt t="13689" x="2944813" y="2181225"/>
          <p14:tracePt t="13697" x="3060700" y="2139950"/>
          <p14:tracePt t="13705" x="3209925" y="2106613"/>
          <p14:tracePt t="13714" x="3367088" y="2106613"/>
          <p14:tracePt t="13721" x="3549650" y="2098675"/>
          <p14:tracePt t="13730" x="3732213" y="2098675"/>
          <p14:tracePt t="13737" x="3781425" y="2098675"/>
          <p14:tracePt t="13747" x="3940175" y="2098675"/>
          <p14:tracePt t="13753" x="4038600" y="2098675"/>
          <p14:tracePt t="13764" x="4130675" y="2098675"/>
          <p14:tracePt t="13769" x="4187825" y="2098675"/>
          <p14:tracePt t="13781" x="4221163" y="2098675"/>
          <p14:tracePt t="13786" x="4246563" y="2106613"/>
          <p14:tracePt t="13797" x="4262438" y="2122488"/>
          <p14:tracePt t="13802" x="4271963" y="2139950"/>
          <p14:tracePt t="13814" x="4271963" y="2147888"/>
          <p14:tracePt t="13818" x="4287838" y="2147888"/>
          <p14:tracePt t="13830" x="4287838" y="2163763"/>
          <p14:tracePt t="13834" x="4287838" y="2181225"/>
          <p14:tracePt t="13850" x="4287838" y="2189163"/>
          <p14:tracePt t="13866" x="4287838" y="2206625"/>
          <p14:tracePt t="13883" x="4287838" y="2222500"/>
          <p14:tracePt t="13899" x="4287838" y="2230438"/>
          <p14:tracePt t="13907" x="4271963" y="2230438"/>
          <p14:tracePt t="13915" x="4271963" y="2247900"/>
          <p14:tracePt t="13931" x="4262438" y="2247900"/>
          <p14:tracePt t="13939" x="4246563" y="2263775"/>
          <p14:tracePt t="13955" x="4229100" y="2281238"/>
          <p14:tracePt t="13964" x="4205288" y="2281238"/>
          <p14:tracePt t="13971" x="4146550" y="2305050"/>
          <p14:tracePt t="13981" x="4130675" y="2305050"/>
          <p14:tracePt t="13987" x="4064000" y="2330450"/>
          <p14:tracePt t="13999" x="4022725" y="2346325"/>
          <p14:tracePt t="14004" x="3956050" y="2346325"/>
          <p14:tracePt t="14013" x="3881438" y="2363788"/>
          <p14:tracePt t="14020" x="3822700" y="2371725"/>
          <p14:tracePt t="14028" x="3757613" y="2387600"/>
          <p14:tracePt t="14036" x="3698875" y="2405063"/>
          <p14:tracePt t="14044" x="3657600" y="2405063"/>
          <p14:tracePt t="14052" x="3598863" y="2405063"/>
          <p14:tracePt t="14060" x="3575050" y="2405063"/>
          <p14:tracePt t="14068" x="3533775" y="2405063"/>
          <p14:tracePt t="14077" x="3516313" y="2405063"/>
          <p14:tracePt t="14084" x="3492500" y="2405063"/>
          <p14:tracePt t="14093" x="3449638" y="2405063"/>
          <p14:tracePt t="14100" x="3433763" y="2405063"/>
          <p14:tracePt t="14108" x="3408363" y="2405063"/>
          <p14:tracePt t="14117" x="3375025" y="2405063"/>
          <p14:tracePt t="14125" x="3351213" y="2405063"/>
          <p14:tracePt t="14133" x="3309938" y="2405063"/>
          <p14:tracePt t="14141" x="3292475" y="2405063"/>
          <p14:tracePt t="14149" x="3251200" y="2405063"/>
          <p14:tracePt t="14157" x="3243263" y="2405063"/>
          <p14:tracePt t="14165" x="3201988" y="2405063"/>
          <p14:tracePt t="14173" x="3168650" y="2405063"/>
          <p14:tracePt t="14181" x="3160713" y="2405063"/>
          <p14:tracePt t="14189" x="3127375" y="2405063"/>
          <p14:tracePt t="14198" x="3109913" y="2405063"/>
          <p14:tracePt t="14206" x="3086100" y="2387600"/>
          <p14:tracePt t="14214" x="3060700" y="2387600"/>
          <p14:tracePt t="14222" x="3060700" y="2371725"/>
          <p14:tracePt t="14231" x="3027363" y="2371725"/>
          <p14:tracePt t="14238" x="3001963" y="2346325"/>
          <p14:tracePt t="14254" x="2978150" y="2330450"/>
          <p14:tracePt t="14264" x="2944813" y="2322513"/>
          <p14:tracePt t="14270" x="2944813" y="2305050"/>
          <p14:tracePt t="14281" x="2919413" y="2305050"/>
          <p14:tracePt t="14286" x="2894013" y="2289175"/>
          <p14:tracePt t="14297" x="2878138" y="2263775"/>
          <p14:tracePt t="14302" x="2852738" y="2263775"/>
          <p14:tracePt t="14314" x="2836863" y="2247900"/>
          <p14:tracePt t="14318" x="2819400" y="2230438"/>
          <p14:tracePt t="14330" x="2795588" y="2222500"/>
          <p14:tracePt t="14335" x="2762250" y="2206625"/>
          <p14:tracePt t="14347" x="2762250" y="2189163"/>
          <p14:tracePt t="14351" x="2754313" y="2181225"/>
          <p14:tracePt t="14364" x="2736850" y="2163763"/>
          <p14:tracePt t="14367" x="2720975" y="2147888"/>
          <p14:tracePt t="14381" x="2720975" y="2122488"/>
          <p14:tracePt t="14383" x="2720975" y="2106613"/>
          <p14:tracePt t="14397" x="2720975" y="2098675"/>
          <p14:tracePt t="14414" x="2720975" y="2081213"/>
          <p14:tracePt t="14415" x="2720975" y="2065338"/>
          <p14:tracePt t="14423" x="2736850" y="2055813"/>
          <p14:tracePt t="14431" x="2754313" y="2055813"/>
          <p14:tracePt t="14439" x="2762250" y="2039938"/>
          <p14:tracePt t="14448" x="2778125" y="2024063"/>
          <p14:tracePt t="14456" x="2795588" y="2014538"/>
          <p14:tracePt t="14464" x="2819400" y="2014538"/>
          <p14:tracePt t="14472" x="2836863" y="1998663"/>
          <p14:tracePt t="14481" x="2860675" y="1998663"/>
          <p14:tracePt t="14488" x="2894013" y="1981200"/>
          <p14:tracePt t="14497" x="2935288" y="1965325"/>
          <p14:tracePt t="14504" x="3019425" y="1957388"/>
          <p14:tracePt t="14514" x="3109913" y="1939925"/>
          <p14:tracePt t="14520" x="3225800" y="1924050"/>
          <p14:tracePt t="14531" x="3375025" y="1916113"/>
          <p14:tracePt t="14536" x="3557588" y="1882775"/>
          <p14:tracePt t="14548" x="3716338" y="1874838"/>
          <p14:tracePt t="14553" x="3898900" y="1874838"/>
          <p14:tracePt t="14564" x="3956050" y="1874838"/>
          <p14:tracePt t="14569" x="4105275" y="1874838"/>
          <p14:tracePt t="14581" x="4205288" y="1874838"/>
          <p14:tracePt t="14585" x="4271963" y="1874838"/>
          <p14:tracePt t="14597" x="4329113" y="1874838"/>
          <p14:tracePt t="14601" x="4387850" y="1874838"/>
          <p14:tracePt t="14614" x="4411663" y="1874838"/>
          <p14:tracePt t="14617" x="4437063" y="1874838"/>
          <p14:tracePt t="14630" x="4470400" y="1882775"/>
          <p14:tracePt t="14634" x="4486275" y="1882775"/>
          <p14:tracePt t="14647" x="4495800" y="1898650"/>
          <p14:tracePt t="14650" x="4529138" y="1916113"/>
          <p14:tracePt t="14664" x="4537075" y="1924050"/>
          <p14:tracePt t="14667" x="4570413" y="1939925"/>
          <p14:tracePt t="14680" x="4578350" y="1957388"/>
          <p14:tracePt t="14683" x="4611688" y="1981200"/>
          <p14:tracePt t="14697" x="4619625" y="1998663"/>
          <p14:tracePt t="14698" x="4635500" y="2024063"/>
          <p14:tracePt t="14706" x="4652963" y="2039938"/>
          <p14:tracePt t="14714" x="4660900" y="2065338"/>
          <p14:tracePt t="14722" x="4660900" y="2081213"/>
          <p14:tracePt t="14731" x="4678363" y="2098675"/>
          <p14:tracePt t="14738" x="4678363" y="2106613"/>
          <p14:tracePt t="14748" x="4694238" y="2139950"/>
          <p14:tracePt t="14754" x="4694238" y="2147888"/>
          <p14:tracePt t="14764" x="4702175" y="2147888"/>
          <p14:tracePt t="14771" x="4702175" y="2163763"/>
          <p14:tracePt t="14781" x="4702175" y="2189163"/>
          <p14:tracePt t="14787" x="4702175" y="2206625"/>
          <p14:tracePt t="14797" x="4702175" y="2222500"/>
          <p14:tracePt t="14811" x="4702175" y="2230438"/>
          <p14:tracePt t="14819" x="4702175" y="2247900"/>
          <p14:tracePt t="14827" x="4702175" y="2263775"/>
          <p14:tracePt t="14835" x="4702175" y="2281238"/>
          <p14:tracePt t="14851" x="4702175" y="2289175"/>
          <p14:tracePt t="14859" x="4694238" y="2305050"/>
          <p14:tracePt t="14867" x="4678363" y="2322513"/>
          <p14:tracePt t="14876" x="4652963" y="2322513"/>
          <p14:tracePt t="14883" x="4635500" y="2330450"/>
          <p14:tracePt t="14892" x="4611688" y="2346325"/>
          <p14:tracePt t="14900" x="4578350" y="2363788"/>
          <p14:tracePt t="14908" x="4552950" y="2363788"/>
          <p14:tracePt t="14916" x="4511675" y="2371725"/>
          <p14:tracePt t="14924" x="4486275" y="2387600"/>
          <p14:tracePt t="14932" x="4437063" y="2405063"/>
          <p14:tracePt t="14940" x="4387850" y="2430463"/>
          <p14:tracePt t="14948" x="4346575" y="2430463"/>
          <p14:tracePt t="14956" x="4287838" y="2454275"/>
          <p14:tracePt t="14964" x="4229100" y="2487613"/>
          <p14:tracePt t="14972" x="4171950" y="2513013"/>
          <p14:tracePt t="14981" x="4122738" y="2528888"/>
          <p14:tracePt t="14989" x="4079875" y="2554288"/>
          <p14:tracePt t="14999" x="4022725" y="2570163"/>
          <p14:tracePt t="15005" x="3956050" y="2587625"/>
          <p14:tracePt t="15014" x="3898900" y="2611438"/>
          <p14:tracePt t="15021" x="3773488" y="2636838"/>
          <p14:tracePt t="15031" x="3732213" y="2636838"/>
          <p14:tracePt t="15037" x="3657600" y="2654300"/>
          <p14:tracePt t="15047" x="3590925" y="2670175"/>
          <p14:tracePt t="15053" x="3533775" y="2678113"/>
          <p14:tracePt t="15061" x="3467100" y="2678113"/>
          <p14:tracePt t="15069" x="3392488" y="2695575"/>
          <p14:tracePt t="15077" x="3333750" y="2695575"/>
          <p14:tracePt t="15085" x="3284538" y="2695575"/>
          <p14:tracePt t="15093" x="3225800" y="2695575"/>
          <p14:tracePt t="15102" x="3201988" y="2695575"/>
          <p14:tracePt t="15110" x="3160713" y="2695575"/>
          <p14:tracePt t="15118" x="3101975" y="2695575"/>
          <p14:tracePt t="15126" x="3086100" y="2695575"/>
          <p14:tracePt t="15134" x="3043238" y="2678113"/>
          <p14:tracePt t="15142" x="3019425" y="2670175"/>
          <p14:tracePt t="15150" x="2978150" y="2654300"/>
          <p14:tracePt t="15158" x="2960688" y="2654300"/>
          <p14:tracePt t="15166" x="2919413" y="2628900"/>
          <p14:tracePt t="15174" x="2878138" y="2628900"/>
          <p14:tracePt t="15182" x="2860675" y="2611438"/>
          <p14:tracePt t="15190" x="2819400" y="2587625"/>
          <p14:tracePt t="15198" x="2803525" y="2587625"/>
          <p14:tracePt t="15206" x="2778125" y="2570163"/>
          <p14:tracePt t="15214" x="2762250" y="2554288"/>
          <p14:tracePt t="15223" x="2754313" y="2546350"/>
          <p14:tracePt t="15231" x="2736850" y="2528888"/>
          <p14:tracePt t="15239" x="2736850" y="2513013"/>
          <p14:tracePt t="15248" x="2736850" y="2495550"/>
          <p14:tracePt t="15255" x="2720975" y="2487613"/>
          <p14:tracePt t="15264" x="2720975" y="2454275"/>
          <p14:tracePt t="15271" x="2711450" y="2446338"/>
          <p14:tracePt t="15281" x="2711450" y="2430463"/>
          <p14:tracePt t="15287" x="2711450" y="2413000"/>
          <p14:tracePt t="15297" x="2695575" y="2387600"/>
          <p14:tracePt t="15311" x="2695575" y="2363788"/>
          <p14:tracePt t="15319" x="2695575" y="2346325"/>
          <p14:tracePt t="15327" x="2695575" y="2330450"/>
          <p14:tracePt t="15336" x="2695575" y="2322513"/>
          <p14:tracePt t="15352" x="2695575" y="2305050"/>
          <p14:tracePt t="15360" x="2695575" y="2289175"/>
          <p14:tracePt t="15368" x="2695575" y="2281238"/>
          <p14:tracePt t="15376" x="2695575" y="2263775"/>
          <p14:tracePt t="15384" x="2695575" y="2247900"/>
          <p14:tracePt t="15392" x="2695575" y="2230438"/>
          <p14:tracePt t="15408" x="2695575" y="2222500"/>
          <p14:tracePt t="15417" x="2695575" y="2189163"/>
          <p14:tracePt t="15424" x="2695575" y="2181225"/>
          <p14:tracePt t="15440" x="2695575" y="2163763"/>
          <p14:tracePt t="15448" x="2695575" y="2147888"/>
          <p14:tracePt t="15457" x="2695575" y="2122488"/>
          <p14:tracePt t="15465" x="2711450" y="2106613"/>
          <p14:tracePt t="15473" x="2720975" y="2106613"/>
          <p14:tracePt t="15481" x="2736850" y="2098675"/>
          <p14:tracePt t="15489" x="2762250" y="2081213"/>
          <p14:tracePt t="15497" x="2795588" y="2055813"/>
          <p14:tracePt t="15505" x="2803525" y="2039938"/>
          <p14:tracePt t="15514" x="2852738" y="2014538"/>
          <p14:tracePt t="15521" x="2919413" y="1998663"/>
          <p14:tracePt t="15530" x="2978150" y="1965325"/>
          <p14:tracePt t="15537" x="3043238" y="1939925"/>
          <p14:tracePt t="15547" x="3143250" y="1898650"/>
          <p14:tracePt t="15554" x="3267075" y="1882775"/>
          <p14:tracePt t="15563" x="3408363" y="1857375"/>
          <p14:tracePt t="15570" x="3598863" y="1841500"/>
          <p14:tracePt t="15578" x="3814763" y="1816100"/>
          <p14:tracePt t="15586" x="4005263" y="1800225"/>
          <p14:tracePt t="15594" x="4079875" y="1800225"/>
          <p14:tracePt t="15602" x="4205288" y="1800225"/>
          <p14:tracePt t="15610" x="4313238" y="1800225"/>
          <p14:tracePt t="15618" x="4395788" y="1800225"/>
          <p14:tracePt t="15626" x="4437063" y="1800225"/>
          <p14:tracePt t="15634" x="4495800" y="1800225"/>
          <p14:tracePt t="15642" x="4529138" y="1800225"/>
          <p14:tracePt t="15651" x="4537075" y="1800225"/>
          <p14:tracePt t="15658" x="4552950" y="1800225"/>
          <p14:tracePt t="15667" x="4570413" y="1800225"/>
          <p14:tracePt t="15675" x="4570413" y="1816100"/>
          <p14:tracePt t="15683" x="4578350" y="1831975"/>
          <p14:tracePt t="15691" x="4594225" y="1841500"/>
          <p14:tracePt t="15699" x="4594225" y="1857375"/>
          <p14:tracePt t="15707" x="4611688" y="1882775"/>
          <p14:tracePt t="15715" x="4611688" y="1916113"/>
          <p14:tracePt t="15723" x="4611688" y="1924050"/>
          <p14:tracePt t="15731" x="4611688" y="1965325"/>
          <p14:tracePt t="15739" x="4611688" y="1981200"/>
          <p14:tracePt t="15748" x="4611688" y="2024063"/>
          <p14:tracePt t="15755" x="4611688" y="2039938"/>
          <p14:tracePt t="15764" x="4611688" y="2081213"/>
          <p14:tracePt t="15772" x="4611688" y="2106613"/>
          <p14:tracePt t="15781" x="4611688" y="2139950"/>
          <p14:tracePt t="15788" x="4611688" y="2163763"/>
          <p14:tracePt t="15798" x="4611688" y="2181225"/>
          <p14:tracePt t="15804" x="4611688" y="2206625"/>
          <p14:tracePt t="15814" x="4611688" y="2222500"/>
          <p14:tracePt t="15820" x="4611688" y="2230438"/>
          <p14:tracePt t="15830" x="4611688" y="2247900"/>
          <p14:tracePt t="15836" x="4594225" y="2263775"/>
          <p14:tracePt t="15847" x="4578350" y="2281238"/>
          <p14:tracePt t="15852" x="4570413" y="2281238"/>
          <p14:tracePt t="15864" x="4537075" y="2305050"/>
          <p14:tracePt t="15869" x="4486275" y="2322513"/>
          <p14:tracePt t="15881" x="4437063" y="2346325"/>
          <p14:tracePt t="15885" x="4354513" y="2346325"/>
          <p14:tracePt t="15897" x="4262438" y="2371725"/>
          <p14:tracePt t="15901" x="4146550" y="2387600"/>
          <p14:tracePt t="15915" x="4022725" y="2413000"/>
          <p14:tracePt t="15918" x="3898900" y="2430463"/>
          <p14:tracePt t="15930" x="3840163" y="2430463"/>
          <p14:tracePt t="15933" x="3740150" y="2446338"/>
          <p14:tracePt t="15947" x="3657600" y="2446338"/>
          <p14:tracePt t="15949" x="3557588" y="2454275"/>
          <p14:tracePt t="15964" x="3475038" y="2454275"/>
          <p14:tracePt t="15966" x="3433763" y="2454275"/>
          <p14:tracePt t="15981" x="3375025" y="2454275"/>
          <p14:tracePt t="15982" x="3325813" y="2454275"/>
          <p14:tracePt t="15989" x="3309938" y="2454275"/>
          <p14:tracePt t="16002" x="3267075" y="2454275"/>
          <p14:tracePt t="16006" x="3251200" y="2454275"/>
          <p14:tracePt t="16014" x="3243263" y="2454275"/>
          <p14:tracePt t="16022" x="3225800" y="2446338"/>
          <p14:tracePt t="16031" x="3209925" y="2446338"/>
          <p14:tracePt t="16038" x="3201988" y="2430463"/>
          <p14:tracePt t="16048" x="3201988" y="2413000"/>
          <p14:tracePt t="16064" x="3184525" y="2405063"/>
          <p14:tracePt t="16086" x="3168650" y="2405063"/>
          <p14:tracePt t="16110" x="3160713" y="2405063"/>
          <p14:tracePt t="16143" x="3143250" y="2405063"/>
          <p14:tracePt t="16151" x="3127375" y="2405063"/>
          <p14:tracePt t="16167" x="3109913" y="2405063"/>
          <p14:tracePt t="16175" x="3101975" y="2405063"/>
          <p14:tracePt t="16191" x="3086100" y="2405063"/>
          <p14:tracePt t="16200" x="3068638" y="2405063"/>
          <p14:tracePt t="16207" x="3060700" y="2413000"/>
          <p14:tracePt t="16216" x="3043238" y="2413000"/>
          <p14:tracePt t="16224" x="3027363" y="2430463"/>
          <p14:tracePt t="16232" x="3019425" y="2446338"/>
          <p14:tracePt t="16240" x="3001963" y="2446338"/>
          <p14:tracePt t="16248" x="2986088" y="2454275"/>
          <p14:tracePt t="16256" x="2978150" y="2454275"/>
          <p14:tracePt t="16264" x="2960688" y="2471738"/>
          <p14:tracePt t="16272" x="2960688" y="2487613"/>
          <p14:tracePt t="16288" x="2944813" y="2487613"/>
          <p14:tracePt t="16297" x="2935288" y="2495550"/>
          <p14:tracePt t="16329" x="2935288" y="2513013"/>
          <p14:tracePt t="16409" x="2935288" y="2495550"/>
          <p14:tracePt t="16426" x="2944813" y="2495550"/>
          <p14:tracePt t="16433" x="2960688" y="2487613"/>
          <p14:tracePt t="16442" x="2986088" y="2471738"/>
          <p14:tracePt t="16450" x="3001963" y="2471738"/>
          <p14:tracePt t="16458" x="3043238" y="2454275"/>
          <p14:tracePt t="16466" x="3086100" y="2446338"/>
          <p14:tracePt t="16474" x="3160713" y="2430463"/>
          <p14:tracePt t="16482" x="3284538" y="2413000"/>
          <p14:tracePt t="16490" x="3433763" y="2405063"/>
          <p14:tracePt t="16498" x="3590925" y="2405063"/>
          <p14:tracePt t="16506" x="3798888" y="2387600"/>
          <p14:tracePt t="16514" x="4022725" y="2387600"/>
          <p14:tracePt t="16522" x="4287838" y="2387600"/>
          <p14:tracePt t="16531" x="4537075" y="2387600"/>
          <p14:tracePt t="16539" x="4760913" y="2387600"/>
          <p14:tracePt t="16547" x="4984750" y="2387600"/>
          <p14:tracePt t="16555" x="5059363" y="2387600"/>
          <p14:tracePt t="16564" x="5208588" y="2387600"/>
          <p14:tracePt t="16571" x="5365750" y="2387600"/>
          <p14:tracePt t="16580" x="5491163" y="2387600"/>
          <p14:tracePt t="16587" x="5589588" y="2405063"/>
          <p14:tracePt t="16598" x="5673725" y="2405063"/>
          <p14:tracePt t="16603" x="5764213" y="2413000"/>
          <p14:tracePt t="16614" x="5838825" y="2413000"/>
          <p14:tracePt t="16619" x="5921375" y="2413000"/>
          <p14:tracePt t="16631" x="5988050" y="2430463"/>
          <p14:tracePt t="16635" x="6046788" y="2430463"/>
          <p14:tracePt t="16647" x="6088063" y="2430463"/>
          <p14:tracePt t="16652" x="6145213" y="2430463"/>
          <p14:tracePt t="16664" x="6186488" y="2430463"/>
          <p14:tracePt t="16668" x="6203950" y="2430463"/>
          <p14:tracePt t="16680" x="6229350" y="2430463"/>
          <p14:tracePt t="16684" x="6245225" y="2430463"/>
          <p14:tracePt t="16708" x="6253163" y="2430463"/>
          <p14:tracePt t="16781" x="6229350" y="2430463"/>
          <p14:tracePt t="16789" x="6203950" y="2430463"/>
          <p14:tracePt t="16798" x="6162675" y="2430463"/>
          <p14:tracePt t="16805" x="6129338" y="2430463"/>
          <p14:tracePt t="16813" x="6029325" y="2430463"/>
          <p14:tracePt t="16832" x="5864225" y="2430463"/>
          <p14:tracePt t="16837" x="5797550" y="2430463"/>
          <p14:tracePt t="16847" x="5722938" y="2430463"/>
          <p14:tracePt t="16853" x="5673725" y="2430463"/>
          <p14:tracePt t="16864" x="5540375" y="2430463"/>
          <p14:tracePt t="16870" x="5499100" y="2430463"/>
          <p14:tracePt t="16880" x="5416550" y="2430463"/>
          <p14:tracePt t="16886" x="5324475" y="2446338"/>
          <p14:tracePt t="16897" x="5275263" y="2446338"/>
          <p14:tracePt t="16902" x="5192713" y="2446338"/>
          <p14:tracePt t="16914" x="5167313" y="2454275"/>
          <p14:tracePt t="16918" x="5126038" y="2454275"/>
          <p14:tracePt t="16931" x="5108575" y="2454275"/>
          <p14:tracePt t="16934" x="5100638" y="2454275"/>
          <p14:tracePt t="16950" x="5084763" y="2454275"/>
          <p14:tracePt t="17047" x="5067300" y="2454275"/>
          <p14:tracePt t="17064" x="5059363" y="2454275"/>
          <p14:tracePt t="17071" x="5041900" y="2454275"/>
          <p14:tracePt t="17081" x="5026025" y="2454275"/>
          <p14:tracePt t="17087" x="5000625" y="2454275"/>
          <p14:tracePt t="17104" x="4984750" y="2446338"/>
          <p14:tracePt t="17113" x="4967288" y="2446338"/>
          <p14:tracePt t="17120" x="4959350" y="2430463"/>
          <p14:tracePt t="17128" x="4943475" y="2430463"/>
          <p14:tracePt t="17136" x="4926013" y="2413000"/>
          <p14:tracePt t="17144" x="4926013" y="2405063"/>
          <p14:tracePt t="17152" x="4918075" y="2405063"/>
          <p14:tracePt t="17160" x="4918075" y="2387600"/>
          <p14:tracePt t="17168" x="4902200" y="2371725"/>
          <p14:tracePt t="17176" x="4902200" y="2363788"/>
          <p14:tracePt t="17185" x="4884738" y="2346325"/>
          <p14:tracePt t="17200" x="4884738" y="2330450"/>
          <p14:tracePt t="17209" x="4884738" y="2322513"/>
          <p14:tracePt t="17217" x="4884738" y="2305050"/>
          <p14:tracePt t="17225" x="4884738" y="2289175"/>
          <p14:tracePt t="17233" x="4884738" y="2281238"/>
          <p14:tracePt t="17241" x="4884738" y="2263775"/>
          <p14:tracePt t="17249" x="4884738" y="2230438"/>
          <p14:tracePt t="17257" x="4884738" y="2222500"/>
          <p14:tracePt t="17273" x="4884738" y="2189163"/>
          <p14:tracePt t="17281" x="4884738" y="2181225"/>
          <p14:tracePt t="17289" x="4884738" y="2163763"/>
          <p14:tracePt t="17297" x="4884738" y="2147888"/>
          <p14:tracePt t="17314" x="4884738" y="2139950"/>
          <p14:tracePt t="17322" x="4884738" y="2122488"/>
          <p14:tracePt t="17346" x="4902200" y="2106613"/>
          <p14:tracePt t="17370" x="4918075" y="2106613"/>
          <p14:tracePt t="17402" x="4926013" y="2106613"/>
          <p14:tracePt t="17418" x="4943475" y="2106613"/>
          <p14:tracePt t="17426" x="4984750" y="2106613"/>
          <p14:tracePt t="17435" x="5041900" y="2106613"/>
          <p14:tracePt t="17443" x="5141913" y="2106613"/>
          <p14:tracePt t="17451" x="5208588" y="2122488"/>
          <p14:tracePt t="17459" x="5249863" y="2139950"/>
          <p14:tracePt t="17467" x="5324475" y="2147888"/>
          <p14:tracePt t="17475" x="5391150" y="2181225"/>
          <p14:tracePt t="17483" x="5432425" y="2189163"/>
          <p14:tracePt t="17491" x="5473700" y="2230438"/>
          <p14:tracePt t="17499" x="5491163" y="2247900"/>
          <p14:tracePt t="17507" x="5499100" y="2263775"/>
          <p14:tracePt t="17516" x="5514975" y="2263775"/>
          <p14:tracePt t="17523" x="5514975" y="2281238"/>
          <p14:tracePt t="17532" x="5532438" y="2289175"/>
          <p14:tracePt t="17548" x="5532438" y="2305050"/>
          <p14:tracePt t="17556" x="5532438" y="2322513"/>
          <p14:tracePt t="17572" x="5532438" y="2330450"/>
          <p14:tracePt t="17580" x="5532438" y="2346325"/>
          <p14:tracePt t="17597" x="5532438" y="2363788"/>
          <p14:tracePt t="17614" x="5532438" y="2371725"/>
          <p14:tracePt t="17620" x="5514975" y="2371725"/>
          <p14:tracePt t="17630" x="5499100" y="2387600"/>
          <p14:tracePt t="17644" x="5473700" y="2405063"/>
          <p14:tracePt t="17653" x="5457825" y="2405063"/>
          <p14:tracePt t="17661" x="5432425" y="2413000"/>
          <p14:tracePt t="17669" x="5407025" y="2413000"/>
          <p14:tracePt t="17677" x="5373688" y="2413000"/>
          <p14:tracePt t="17685" x="5349875" y="2413000"/>
          <p14:tracePt t="17693" x="5291138" y="2413000"/>
          <p14:tracePt t="17701" x="5249863" y="2413000"/>
          <p14:tracePt t="17709" x="5224463" y="2413000"/>
          <p14:tracePt t="17717" x="5167313" y="2413000"/>
          <p14:tracePt t="17725" x="5141913" y="2413000"/>
          <p14:tracePt t="17733" x="5108575" y="2413000"/>
          <p14:tracePt t="17742" x="5100638" y="2413000"/>
          <p14:tracePt t="17750" x="5067300" y="2405063"/>
          <p14:tracePt t="17766" x="5059363" y="2387600"/>
          <p14:tracePt t="17774" x="5059363" y="2371725"/>
          <p14:tracePt t="17782" x="5041900" y="2371725"/>
          <p14:tracePt t="17790" x="5041900" y="2363788"/>
          <p14:tracePt t="17798" x="5041900" y="2346325"/>
          <p14:tracePt t="17814" x="5041900" y="2330450"/>
          <p14:tracePt t="17822" x="5041900" y="2322513"/>
          <p14:tracePt t="17838" x="5041900" y="2305050"/>
          <p14:tracePt t="17847" x="5041900" y="2289175"/>
          <p14:tracePt t="17968" x="5041900" y="2305050"/>
          <p14:tracePt t="17983" x="5041900" y="2322513"/>
          <p14:tracePt t="18008" x="5041900" y="2330450"/>
          <p14:tracePt t="18016" x="5041900" y="2346325"/>
          <p14:tracePt t="18040" x="5041900" y="2363788"/>
          <p14:tracePt t="18064" x="5059363" y="2363788"/>
          <p14:tracePt t="18081" x="5067300" y="2371725"/>
          <p14:tracePt t="18088" x="5084763" y="2371725"/>
          <p14:tracePt t="18098" x="5108575" y="2371725"/>
          <p14:tracePt t="18104" x="5141913" y="2371725"/>
          <p14:tracePt t="18114" x="5192713" y="2371725"/>
          <p14:tracePt t="18121" x="5233988" y="2371725"/>
          <p14:tracePt t="18131" x="5291138" y="2371725"/>
          <p14:tracePt t="18137" x="5365750" y="2371725"/>
          <p14:tracePt t="18146" x="5416550" y="2371725"/>
          <p14:tracePt t="18153" x="5491163" y="2371725"/>
          <p14:tracePt t="18161" x="5540375" y="2363788"/>
          <p14:tracePt t="18169" x="5589588" y="2346325"/>
          <p14:tracePt t="18177" x="5640388" y="2330450"/>
          <p14:tracePt t="18186" x="5681663" y="2330450"/>
          <p14:tracePt t="18193" x="5715000" y="2330450"/>
          <p14:tracePt t="18202" x="5738813" y="2330450"/>
          <p14:tracePt t="18210" x="5764213" y="2322513"/>
          <p14:tracePt t="18226" x="5780088" y="2322513"/>
          <p14:tracePt t="18250" x="5797550" y="2322513"/>
          <p14:tracePt t="18468" x="5780088" y="2322513"/>
          <p14:tracePt t="18476" x="5764213" y="2322513"/>
          <p14:tracePt t="18492" x="5756275" y="2322513"/>
          <p14:tracePt t="18500" x="5738813" y="2322513"/>
          <p14:tracePt t="18508" x="5722938" y="2322513"/>
          <p14:tracePt t="18516" x="5681663" y="2322513"/>
          <p14:tracePt t="18524" x="5630863" y="2322513"/>
          <p14:tracePt t="18533" x="5589588" y="2322513"/>
          <p14:tracePt t="18541" x="5499100" y="2322513"/>
          <p14:tracePt t="18549" x="5416550" y="2322513"/>
          <p14:tracePt t="18557" x="5373688" y="2322513"/>
          <p14:tracePt t="18565" x="5308600" y="2322513"/>
          <p14:tracePt t="18573" x="5233988" y="2322513"/>
          <p14:tracePt t="18581" x="5183188" y="2322513"/>
          <p14:tracePt t="18589" x="5141913" y="2322513"/>
          <p14:tracePt t="18597" x="5126038" y="2322513"/>
          <p14:tracePt t="18605" x="5108575" y="2322513"/>
          <p14:tracePt t="18614" x="5100638" y="2322513"/>
          <p14:tracePt t="18686" x="5108575" y="2322513"/>
          <p14:tracePt t="18702" x="5126038" y="2322513"/>
          <p14:tracePt t="18710" x="5141913" y="2322513"/>
          <p14:tracePt t="18726" x="5167313" y="2322513"/>
          <p14:tracePt t="18734" x="5192713" y="2322513"/>
          <p14:tracePt t="18742" x="5233988" y="2322513"/>
          <p14:tracePt t="18751" x="5275263" y="2322513"/>
          <p14:tracePt t="18759" x="5332413" y="2322513"/>
          <p14:tracePt t="18767" x="5407025" y="2322513"/>
          <p14:tracePt t="18775" x="5499100" y="2322513"/>
          <p14:tracePt t="18783" x="5589588" y="2322513"/>
          <p14:tracePt t="18791" x="5673725" y="2322513"/>
          <p14:tracePt t="18799" x="5797550" y="2322513"/>
          <p14:tracePt t="18807" x="5897563" y="2322513"/>
          <p14:tracePt t="18815" x="5946775" y="2322513"/>
          <p14:tracePt t="18823" x="6103938" y="2322513"/>
          <p14:tracePt t="18831" x="6129338" y="2322513"/>
          <p14:tracePt t="18839" x="6211888" y="2322513"/>
          <p14:tracePt t="18848" x="6286500" y="2322513"/>
          <p14:tracePt t="18856" x="6353175" y="2322513"/>
          <p14:tracePt t="18864" x="6411913" y="2322513"/>
          <p14:tracePt t="18872" x="6469063" y="2322513"/>
          <p14:tracePt t="18881" x="6494463" y="2322513"/>
          <p14:tracePt t="18888" x="6518275" y="2322513"/>
          <p14:tracePt t="18898" x="6551613" y="2322513"/>
          <p14:tracePt t="18904" x="6561138" y="2322513"/>
          <p14:tracePt t="18914" x="6592888" y="2322513"/>
          <p14:tracePt t="18930" x="6602413" y="2322513"/>
          <p14:tracePt t="18952" x="6618288" y="2322513"/>
          <p14:tracePt t="19066" x="6602413" y="2322513"/>
          <p14:tracePt t="19090" x="6592888" y="2322513"/>
          <p14:tracePt t="19098" x="6577013" y="2322513"/>
          <p14:tracePt t="19115" x="6561138" y="2322513"/>
          <p14:tracePt t="19122" x="6551613" y="2322513"/>
          <p14:tracePt t="19138" x="6535738" y="2322513"/>
          <p14:tracePt t="19147" x="6518275" y="2322513"/>
          <p14:tracePt t="19164" x="6494463" y="2330450"/>
          <p14:tracePt t="19171" x="6477000" y="2330450"/>
          <p14:tracePt t="19180" x="6469063" y="2330450"/>
          <p14:tracePt t="19187" x="6453188" y="2330450"/>
          <p14:tracePt t="19195" x="6435725" y="2330450"/>
          <p14:tracePt t="19203" x="6411913" y="2330450"/>
          <p14:tracePt t="19211" x="6394450" y="2330450"/>
          <p14:tracePt t="19219" x="6369050" y="2346325"/>
          <p14:tracePt t="19227" x="6353175" y="2346325"/>
          <p14:tracePt t="19235" x="6337300" y="2346325"/>
          <p14:tracePt t="19243" x="6294438" y="2363788"/>
          <p14:tracePt t="19251" x="6270625" y="2363788"/>
          <p14:tracePt t="19259" x="6253163" y="2363788"/>
          <p14:tracePt t="19267" x="6229350" y="2363788"/>
          <p14:tracePt t="19275" x="6211888" y="2363788"/>
          <p14:tracePt t="19283" x="6203950" y="2371725"/>
          <p14:tracePt t="19292" x="6186488" y="2371725"/>
          <p14:tracePt t="19300" x="6170613" y="2371725"/>
          <p14:tracePt t="19308" x="6162675" y="2371725"/>
          <p14:tracePt t="19405" x="6170613" y="2371725"/>
          <p14:tracePt t="19414" x="6186488" y="2371725"/>
          <p14:tracePt t="19421" x="6245225" y="2371725"/>
          <p14:tracePt t="19431" x="6286500" y="2371725"/>
          <p14:tracePt t="19437" x="6386513" y="2371725"/>
          <p14:tracePt t="19446" x="6510338" y="2371725"/>
          <p14:tracePt t="19453" x="6602413" y="2371725"/>
          <p14:tracePt t="19461" x="6759575" y="2371725"/>
          <p14:tracePt t="19469" x="6867525" y="2371725"/>
          <p14:tracePt t="19477" x="7024688" y="2371725"/>
          <p14:tracePt t="19485" x="7173913" y="2371725"/>
          <p14:tracePt t="19493" x="7307263" y="2371725"/>
          <p14:tracePt t="19501" x="7356475" y="2371725"/>
          <p14:tracePt t="19510" x="7489825" y="2387600"/>
          <p14:tracePt t="19518" x="7572375" y="2405063"/>
          <p14:tracePt t="19526" x="7621588" y="2413000"/>
          <p14:tracePt t="19534" x="7680325" y="2413000"/>
          <p14:tracePt t="19542" x="7721600" y="2413000"/>
          <p14:tracePt t="19550" x="7737475" y="2413000"/>
          <p14:tracePt t="19558" x="7754938" y="2413000"/>
          <p14:tracePt t="19566" x="7762875" y="2413000"/>
          <p14:tracePt t="19590" x="7780338" y="2413000"/>
          <p14:tracePt t="19848" x="7762875" y="2413000"/>
          <p14:tracePt t="19857" x="7737475" y="2413000"/>
          <p14:tracePt t="19865" x="7680325" y="2413000"/>
          <p14:tracePt t="19873" x="7662863" y="2413000"/>
          <p14:tracePt t="19881" x="7613650" y="2413000"/>
          <p14:tracePt t="19889" x="7556500" y="2430463"/>
          <p14:tracePt t="19897" x="7497763" y="2430463"/>
          <p14:tracePt t="19905" x="7456488" y="2446338"/>
          <p14:tracePt t="19914" x="7397750" y="2454275"/>
          <p14:tracePt t="19921" x="7348538" y="2454275"/>
          <p14:tracePt t="19931" x="7307263" y="2471738"/>
          <p14:tracePt t="19937" x="7273925" y="2471738"/>
          <p14:tracePt t="19947" x="7248525" y="2487613"/>
          <p14:tracePt t="19953" x="7232650" y="2487613"/>
          <p14:tracePt t="19963" x="7224713" y="2487613"/>
          <p14:tracePt t="19970" x="7207250" y="2487613"/>
          <p14:tracePt t="19986" x="7191375" y="2487613"/>
          <p14:tracePt t="20066" x="7207250" y="2487613"/>
          <p14:tracePt t="20083" x="7224713" y="2487613"/>
          <p14:tracePt t="20091" x="7232650" y="2487613"/>
          <p14:tracePt t="20099" x="7273925" y="2487613"/>
          <p14:tracePt t="20114" x="7289800" y="2487613"/>
          <p14:tracePt t="20115" x="7331075" y="2487613"/>
          <p14:tracePt t="20123" x="7373938" y="2495550"/>
          <p14:tracePt t="20131" x="7389813" y="2495550"/>
          <p14:tracePt t="20139" x="7415213" y="2513013"/>
          <p14:tracePt t="20148" x="7431088" y="2513013"/>
          <p14:tracePt t="20171" x="7439025" y="2513013"/>
          <p14:tracePt t="20196" x="7431088" y="2513013"/>
          <p14:tracePt t="20204" x="7389813" y="2528888"/>
          <p14:tracePt t="20213" x="7307263" y="2546350"/>
          <p14:tracePt t="20220" x="7207250" y="2587625"/>
          <p14:tracePt t="20228" x="7065963" y="2611438"/>
          <p14:tracePt t="20236" x="6867525" y="2654300"/>
          <p14:tracePt t="20244" x="6692900" y="2695575"/>
          <p14:tracePt t="20252" x="6469063" y="2752725"/>
          <p14:tracePt t="20260" x="6253163" y="2794000"/>
          <p14:tracePt t="20269" x="6029325" y="2811463"/>
          <p14:tracePt t="20277" x="5854700" y="2836863"/>
          <p14:tracePt t="20285" x="5656263" y="2852738"/>
          <p14:tracePt t="20293" x="5499100" y="2860675"/>
          <p14:tracePt t="20301" x="5365750" y="2878138"/>
          <p14:tracePt t="20309" x="5308600" y="2878138"/>
          <p14:tracePt t="20317" x="5208588" y="2878138"/>
          <p14:tracePt t="20325" x="5108575" y="2878138"/>
          <p14:tracePt t="20333" x="5041900" y="2878138"/>
          <p14:tracePt t="20341" x="5000625" y="2878138"/>
          <p14:tracePt t="20349" x="4967288" y="2878138"/>
          <p14:tracePt t="20357" x="4926013" y="2878138"/>
          <p14:tracePt t="20365" x="4918075" y="2878138"/>
          <p14:tracePt t="20447" x="4926013" y="2860675"/>
          <p14:tracePt t="20454" x="4943475" y="2860675"/>
          <p14:tracePt t="20464" x="4959350" y="2852738"/>
          <p14:tracePt t="20470" x="4967288" y="2836863"/>
          <p14:tracePt t="20480" x="5000625" y="2819400"/>
          <p14:tracePt t="20487" x="5059363" y="2811463"/>
          <p14:tracePt t="20494" x="5100638" y="2778125"/>
          <p14:tracePt t="20503" x="5149850" y="2760663"/>
          <p14:tracePt t="20511" x="5249863" y="2736850"/>
          <p14:tracePt t="20519" x="5349875" y="2719388"/>
          <p14:tracePt t="20527" x="5473700" y="2695575"/>
          <p14:tracePt t="20535" x="5656263" y="2654300"/>
          <p14:tracePt t="20543" x="5838825" y="2636838"/>
          <p14:tracePt t="20551" x="6021388" y="2611438"/>
          <p14:tracePt t="20559" x="6211888" y="2595563"/>
          <p14:tracePt t="20567" x="6394450" y="2587625"/>
          <p14:tracePt t="20575" x="6551613" y="2587625"/>
          <p14:tracePt t="20583" x="6659563" y="2587625"/>
          <p14:tracePt t="20591" x="6818313" y="2587625"/>
          <p14:tracePt t="20599" x="6942138" y="2587625"/>
          <p14:tracePt t="20608" x="7065963" y="2587625"/>
          <p14:tracePt t="20616" x="7124700" y="2587625"/>
          <p14:tracePt t="20624" x="7207250" y="2587625"/>
          <p14:tracePt t="20632" x="7289800" y="2587625"/>
          <p14:tracePt t="20640" x="7356475" y="2570163"/>
          <p14:tracePt t="20648" x="7389813" y="2570163"/>
          <p14:tracePt t="20656" x="7431088" y="2570163"/>
          <p14:tracePt t="20664" x="7456488" y="2554288"/>
          <p14:tracePt t="20672" x="7472363" y="2554288"/>
          <p14:tracePt t="20688" x="7489825" y="2554288"/>
          <p14:tracePt t="20697" x="7489825" y="2546350"/>
          <p14:tracePt t="20704" x="7497763" y="2546350"/>
          <p14:tracePt t="20729" x="7513638" y="2528888"/>
          <p14:tracePt t="20737" x="7531100" y="2528888"/>
          <p14:tracePt t="20744" x="7539038" y="2528888"/>
          <p14:tracePt t="20753" x="7572375" y="2513013"/>
          <p14:tracePt t="20761" x="7597775" y="2513013"/>
          <p14:tracePt t="20769" x="7654925" y="2495550"/>
          <p14:tracePt t="20777" x="7705725" y="2487613"/>
          <p14:tracePt t="20785" x="7804150" y="2471738"/>
          <p14:tracePt t="20793" x="7886700" y="2471738"/>
          <p14:tracePt t="20801" x="7986713" y="2454275"/>
          <p14:tracePt t="20809" x="8112125" y="2454275"/>
          <p14:tracePt t="20817" x="8235950" y="2454275"/>
          <p14:tracePt t="20825" x="8293100" y="2454275"/>
          <p14:tracePt t="20834" x="8377238" y="2454275"/>
          <p14:tracePt t="20842" x="8459788" y="2454275"/>
          <p14:tracePt t="20850" x="8501063" y="2454275"/>
          <p14:tracePt t="20858" x="8559800" y="2454275"/>
          <p14:tracePt t="20866" x="8601075" y="2454275"/>
          <p14:tracePt t="20874" x="8616950" y="2454275"/>
          <p14:tracePt t="20882" x="8634413" y="2454275"/>
          <p14:tracePt t="20890" x="8642350" y="2454275"/>
          <p14:tracePt t="20906" x="8658225" y="2454275"/>
          <p14:tracePt t="20963" x="8642350" y="2454275"/>
          <p14:tracePt t="20981" x="8634413" y="2454275"/>
          <p14:tracePt t="20987" x="8616950" y="2454275"/>
          <p14:tracePt t="20999" x="8593138" y="2454275"/>
          <p14:tracePt t="21015" x="8559800" y="2454275"/>
          <p14:tracePt t="21019" x="8518525" y="2454275"/>
          <p14:tracePt t="21031" x="8501063" y="2454275"/>
          <p14:tracePt t="21035" x="8475663" y="2454275"/>
          <p14:tracePt t="21047" x="8451850" y="2454275"/>
          <p14:tracePt t="21052" x="8434388" y="2454275"/>
          <p14:tracePt t="21064" x="8393113" y="2454275"/>
          <p14:tracePt t="21068" x="8369300" y="2446338"/>
          <p14:tracePt t="21081" x="8326438" y="2446338"/>
          <p14:tracePt t="21084" x="8285163" y="2446338"/>
          <p14:tracePt t="21097" x="8235950" y="2446338"/>
          <p14:tracePt t="21100" x="8186738" y="2430463"/>
          <p14:tracePt t="21114" x="8128000" y="2413000"/>
          <p14:tracePt t="21117" x="8069263" y="2405063"/>
          <p14:tracePt t="21130" x="8020050" y="2387600"/>
          <p14:tracePt t="21133" x="7986713" y="2387600"/>
          <p14:tracePt t="21147" x="7945438" y="2371725"/>
          <p14:tracePt t="21150" x="7920038" y="2371725"/>
          <p14:tracePt t="21163" x="7886700" y="2363788"/>
          <p14:tracePt t="21164" x="7862888" y="2346325"/>
          <p14:tracePt t="21181" x="7837488" y="2346325"/>
          <p14:tracePt t="21189" x="7821613" y="2330450"/>
          <p14:tracePt t="21197" x="7804150" y="2330450"/>
          <p14:tracePt t="21205" x="7796213" y="2330450"/>
          <p14:tracePt t="21213" x="7780338" y="2322513"/>
          <p14:tracePt t="21230" x="7762875" y="2322513"/>
          <p14:tracePt t="21246" x="7762875" y="2305050"/>
          <p14:tracePt t="21334" x="7754938" y="2305050"/>
          <p14:tracePt t="21342" x="7754938" y="2289175"/>
          <p14:tracePt t="21374" x="7754938" y="2281238"/>
          <p14:tracePt t="21423" x="7737475" y="2281238"/>
          <p14:tracePt t="21447" x="7721600" y="2281238"/>
          <p14:tracePt t="21464" x="7705725" y="2281238"/>
          <p14:tracePt t="21471" x="7696200" y="2281238"/>
          <p14:tracePt t="21487" x="7680325" y="2281238"/>
          <p14:tracePt t="21497" x="7662863" y="2289175"/>
          <p14:tracePt t="21504" x="7654925" y="2305050"/>
          <p14:tracePt t="21513" x="7639050" y="2322513"/>
          <p14:tracePt t="21520" x="7621588" y="2322513"/>
          <p14:tracePt t="21528" x="7621588" y="2330450"/>
          <p14:tracePt t="21536" x="7613650" y="2346325"/>
          <p14:tracePt t="21544" x="7597775" y="2363788"/>
          <p14:tracePt t="21568" x="7580313" y="2371725"/>
          <p14:tracePt t="21584" x="7580313" y="2387600"/>
          <p14:tracePt t="21657" x="7597775" y="2387600"/>
          <p14:tracePt t="21665" x="7639050" y="2387600"/>
          <p14:tracePt t="21673" x="7662863" y="2387600"/>
          <p14:tracePt t="21681" x="7696200" y="2387600"/>
          <p14:tracePt t="21698" x="7754938" y="2387600"/>
          <p14:tracePt t="21705" x="7780338" y="2387600"/>
          <p14:tracePt t="21722" x="7796213" y="2387600"/>
          <p14:tracePt t="21731" x="7804150" y="2387600"/>
          <p14:tracePt t="21770" x="7804150" y="2405063"/>
          <p14:tracePt t="21818" x="7804150" y="2413000"/>
          <p14:tracePt t="21956" x="7821613" y="2413000"/>
          <p14:tracePt t="21972" x="7837488" y="2413000"/>
          <p14:tracePt t="21981" x="7845425" y="2413000"/>
          <p14:tracePt t="21999" x="7862888" y="2413000"/>
          <p14:tracePt t="22004" x="7886700" y="2413000"/>
          <p14:tracePt t="22014" x="7904163" y="2413000"/>
          <p14:tracePt t="22030" x="7920038" y="2413000"/>
          <p14:tracePt t="22044" x="7929563" y="2413000"/>
          <p14:tracePt t="22166" x="7920038" y="2413000"/>
          <p14:tracePt t="22198" x="7904163" y="2413000"/>
          <p14:tracePt t="22214" x="7904163" y="2430463"/>
          <p14:tracePt t="22231" x="7886700" y="2430463"/>
          <p14:tracePt t="22376" x="7904163" y="2430463"/>
          <p14:tracePt t="22400" x="7920038" y="2413000"/>
          <p14:tracePt t="22424" x="7929563" y="2413000"/>
          <p14:tracePt t="22432" x="7962900" y="2413000"/>
          <p14:tracePt t="22440" x="7970838" y="2413000"/>
          <p14:tracePt t="22448" x="8004175" y="2405063"/>
          <p14:tracePt t="22456" x="8027988" y="2405063"/>
          <p14:tracePt t="22464" x="8069263" y="2405063"/>
          <p14:tracePt t="22472" x="8128000" y="2405063"/>
          <p14:tracePt t="22480" x="8194675" y="2405063"/>
          <p14:tracePt t="22489" x="8235950" y="2405063"/>
          <p14:tracePt t="22498" x="8310563" y="2405063"/>
          <p14:tracePt t="22505" x="8377238" y="2405063"/>
          <p14:tracePt t="22514" x="8459788" y="2405063"/>
          <p14:tracePt t="22521" x="8501063" y="2405063"/>
          <p14:tracePt t="22531" x="8593138" y="2405063"/>
          <p14:tracePt t="22537" x="8634413" y="2405063"/>
          <p14:tracePt t="22546" x="8683625" y="2405063"/>
          <p14:tracePt t="22553" x="8742363" y="2405063"/>
          <p14:tracePt t="22561" x="8799513" y="2405063"/>
          <p14:tracePt t="22569" x="8858250" y="2405063"/>
          <p14:tracePt t="22577" x="8924925" y="2405063"/>
          <p14:tracePt t="22585" x="8982075" y="2405063"/>
          <p14:tracePt t="22594" x="9048750" y="2405063"/>
          <p14:tracePt t="22602" x="9105900" y="2405063"/>
          <p14:tracePt t="22610" x="9148763" y="2405063"/>
          <p14:tracePt t="22618" x="9205913" y="2405063"/>
          <p14:tracePt t="22626" x="9247188" y="2405063"/>
          <p14:tracePt t="22634" x="9272588" y="2405063"/>
          <p14:tracePt t="22642" x="9313863" y="2405063"/>
          <p14:tracePt t="22650" x="9331325" y="2405063"/>
          <p14:tracePt t="22658" x="9339263" y="2405063"/>
          <p14:tracePt t="22666" x="9355138" y="2405063"/>
          <p14:tracePt t="22682" x="9372600" y="2405063"/>
          <p14:tracePt t="22989" x="9429750" y="2405063"/>
          <p14:tracePt t="22999" x="9496425" y="2405063"/>
          <p14:tracePt t="23005" x="9555163" y="2405063"/>
          <p14:tracePt t="23015" x="9604375" y="2405063"/>
          <p14:tracePt t="23022" x="9704388" y="2405063"/>
          <p14:tracePt t="23031" x="9802813" y="2405063"/>
          <p14:tracePt t="23038" x="9844088" y="2405063"/>
          <p14:tracePt t="23047" x="9928225" y="2405063"/>
          <p14:tracePt t="23054" x="9961563" y="2405063"/>
          <p14:tracePt t="23063" x="10002838" y="2405063"/>
          <p14:tracePt t="23070" x="10010775" y="2405063"/>
          <p14:tracePt t="23078" x="10026650" y="2405063"/>
          <p14:tracePt t="23086" x="10044113" y="2405063"/>
          <p14:tracePt t="23102" x="10052050" y="2405063"/>
          <p14:tracePt t="23175" x="10044113" y="2405063"/>
          <p14:tracePt t="23183" x="10026650" y="2405063"/>
          <p14:tracePt t="23199" x="10002838" y="2405063"/>
          <p14:tracePt t="23207" x="9969500" y="2405063"/>
          <p14:tracePt t="23215" x="9961563" y="2405063"/>
          <p14:tracePt t="23223" x="9918700" y="2405063"/>
          <p14:tracePt t="23231" x="9886950" y="2405063"/>
          <p14:tracePt t="23239" x="9828213" y="2405063"/>
          <p14:tracePt t="23248" x="9786938" y="2405063"/>
          <p14:tracePt t="23255" x="9737725" y="2405063"/>
          <p14:tracePt t="23264" x="9694863" y="2405063"/>
          <p14:tracePt t="23272" x="9653588" y="2405063"/>
          <p14:tracePt t="23281" x="9604375" y="2405063"/>
          <p14:tracePt t="23288" x="9578975" y="2405063"/>
          <p14:tracePt t="23297" x="9555163" y="2405063"/>
          <p14:tracePt t="23304" x="9537700" y="2405063"/>
          <p14:tracePt t="23314" x="9512300" y="2405063"/>
          <p14:tracePt t="23320" x="9496425" y="2405063"/>
          <p14:tracePt t="23330" x="9480550" y="2405063"/>
          <p14:tracePt t="23337" x="9471025" y="2405063"/>
          <p14:tracePt t="23347" x="9455150" y="2405063"/>
          <p14:tracePt t="23360" x="9437688" y="2405063"/>
          <p14:tracePt t="23368" x="9429750" y="2405063"/>
          <p14:tracePt t="23466" x="9471025" y="2405063"/>
          <p14:tracePt t="23473" x="9537700" y="2405063"/>
          <p14:tracePt t="23482" x="9637713" y="2405063"/>
          <p14:tracePt t="23490" x="9745663" y="2405063"/>
          <p14:tracePt t="23498" x="9869488" y="2405063"/>
          <p14:tracePt t="23506" x="10026650" y="2405063"/>
          <p14:tracePt t="23514" x="10093325" y="2413000"/>
          <p14:tracePt t="23522" x="10317163" y="2430463"/>
          <p14:tracePt t="23531" x="10375900" y="2446338"/>
          <p14:tracePt t="23538" x="10499725" y="2454275"/>
          <p14:tracePt t="23547" x="10599738" y="2454275"/>
          <p14:tracePt t="23554" x="10666413" y="2471738"/>
          <p14:tracePt t="23564" x="10723563" y="2471738"/>
          <p14:tracePt t="23570" x="10756900" y="2471738"/>
          <p14:tracePt t="23580" x="10782300" y="2471738"/>
          <p14:tracePt t="23587" x="10798175" y="2471738"/>
          <p14:tracePt t="23595" x="10807700" y="2471738"/>
          <p14:tracePt t="23603" x="10823575" y="2471738"/>
          <p14:tracePt t="23619" x="10839450" y="2471738"/>
          <p14:tracePt t="23675" x="10839450" y="2454275"/>
          <p14:tracePt t="23699" x="10823575" y="2454275"/>
          <p14:tracePt t="23708" x="10798175" y="2454275"/>
          <p14:tracePt t="23716" x="10782300" y="2454275"/>
          <p14:tracePt t="23724" x="10756900" y="2454275"/>
          <p14:tracePt t="23732" x="10723563" y="2446338"/>
          <p14:tracePt t="23740" x="10699750" y="2446338"/>
          <p14:tracePt t="23748" x="10656888" y="2446338"/>
          <p14:tracePt t="23756" x="10582275" y="2446338"/>
          <p14:tracePt t="23764" x="10517188" y="2446338"/>
          <p14:tracePt t="23772" x="10417175" y="2446338"/>
          <p14:tracePt t="23781" x="10267950" y="2446338"/>
          <p14:tracePt t="23788" x="10110788" y="2446338"/>
          <p14:tracePt t="23797" x="9928225" y="2446338"/>
          <p14:tracePt t="23805" x="9745663" y="2446338"/>
          <p14:tracePt t="23814" x="9596438" y="2446338"/>
          <p14:tracePt t="23821" x="9413875" y="2446338"/>
          <p14:tracePt t="23830" x="9256713" y="2446338"/>
          <p14:tracePt t="23837" x="9105900" y="2446338"/>
          <p14:tracePt t="23845" x="8948738" y="2446338"/>
          <p14:tracePt t="23853" x="8799513" y="2454275"/>
          <p14:tracePt t="23861" x="8675688" y="2471738"/>
          <p14:tracePt t="23869" x="8518525" y="2487613"/>
          <p14:tracePt t="23877" x="8410575" y="2495550"/>
          <p14:tracePt t="23885" x="8351838" y="2495550"/>
          <p14:tracePt t="23893" x="8251825" y="2513013"/>
          <p14:tracePt t="23902" x="8153400" y="2513013"/>
          <p14:tracePt t="23910" x="7970838" y="2528888"/>
          <p14:tracePt t="23918" x="7878763" y="2528888"/>
          <p14:tracePt t="23926" x="7780338" y="2528888"/>
          <p14:tracePt t="23934" x="7654925" y="2528888"/>
          <p14:tracePt t="23942" x="7513638" y="2528888"/>
          <p14:tracePt t="23950" x="7356475" y="2528888"/>
          <p14:tracePt t="23958" x="7207250" y="2528888"/>
          <p14:tracePt t="23966" x="7024688" y="2513013"/>
          <p14:tracePt t="23974" x="6826250" y="2487613"/>
          <p14:tracePt t="23982" x="6618288" y="2446338"/>
          <p14:tracePt t="23990" x="6427788" y="2405063"/>
          <p14:tracePt t="24002" x="6245225" y="2387600"/>
          <p14:tracePt t="24007" x="6170613" y="2371725"/>
          <p14:tracePt t="24014" x="6046788" y="2363788"/>
          <p14:tracePt t="24023" x="5921375" y="2346325"/>
          <p14:tracePt t="24031" x="5822950" y="2346325"/>
          <p14:tracePt t="24039" x="5738813" y="2346325"/>
          <p14:tracePt t="24048" x="5656263" y="2346325"/>
          <p14:tracePt t="24055" x="5589588" y="2346325"/>
          <p14:tracePt t="24064" x="5532438" y="2346325"/>
          <p14:tracePt t="24071" x="5499100" y="2346325"/>
          <p14:tracePt t="24081" x="5457825" y="2346325"/>
          <p14:tracePt t="24087" x="5365750" y="2346325"/>
          <p14:tracePt t="24281" x="5308600" y="2346325"/>
          <p14:tracePt t="24289" x="5233988" y="2346325"/>
          <p14:tracePt t="24297" x="5183188" y="2346325"/>
          <p14:tracePt t="24305" x="5067300" y="2363788"/>
          <p14:tracePt t="24314" x="4984750" y="2371725"/>
          <p14:tracePt t="24321" x="4884738" y="2387600"/>
          <p14:tracePt t="24331" x="4802188" y="2405063"/>
          <p14:tracePt t="24337" x="4702175" y="2413000"/>
          <p14:tracePt t="24347" x="4611688" y="2430463"/>
          <p14:tracePt t="24353" x="4537075" y="2446338"/>
          <p14:tracePt t="24363" x="4454525" y="2454275"/>
          <p14:tracePt t="24370" x="4370388" y="2471738"/>
          <p14:tracePt t="24378" x="4287838" y="2487613"/>
          <p14:tracePt t="24386" x="4246563" y="2495550"/>
          <p14:tracePt t="24394" x="4164013" y="2513013"/>
          <p14:tracePt t="24402" x="4089400" y="2528888"/>
          <p14:tracePt t="24410" x="4038600" y="2528888"/>
          <p14:tracePt t="24418" x="3963988" y="2528888"/>
          <p14:tracePt t="24426" x="3940175" y="2528888"/>
          <p14:tracePt t="24434" x="3881438" y="2528888"/>
          <p14:tracePt t="24442" x="3840163" y="2528888"/>
          <p14:tracePt t="24451" x="3822700" y="2528888"/>
          <p14:tracePt t="24459" x="3798888" y="2528888"/>
          <p14:tracePt t="24467" x="3773488" y="2528888"/>
          <p14:tracePt t="24475" x="3757613" y="2528888"/>
          <p14:tracePt t="24483" x="3740150" y="2528888"/>
          <p14:tracePt t="24499" x="3732213" y="2528888"/>
          <p14:tracePt t="24523" x="3732213" y="2513013"/>
          <p14:tracePt t="24531" x="3716338" y="2513013"/>
          <p14:tracePt t="24563" x="3716338" y="2495550"/>
          <p14:tracePt t="24588" x="3716338" y="2487613"/>
          <p14:tracePt t="24620" x="3716338" y="2471738"/>
          <p14:tracePt t="24644" x="3716338" y="2454275"/>
          <p14:tracePt t="24652" x="3716338" y="2446338"/>
          <p14:tracePt t="24660" x="3732213" y="2446338"/>
          <p14:tracePt t="24685" x="3740150" y="2430463"/>
          <p14:tracePt t="24701" x="3757613" y="2430463"/>
          <p14:tracePt t="24709" x="3773488" y="2430463"/>
          <p14:tracePt t="24717" x="3798888" y="2430463"/>
          <p14:tracePt t="24725" x="3814763" y="2430463"/>
          <p14:tracePt t="24733" x="3840163" y="2430463"/>
          <p14:tracePt t="24741" x="3856038" y="2430463"/>
          <p14:tracePt t="24749" x="3881438" y="2430463"/>
          <p14:tracePt t="24757" x="3906838" y="2430463"/>
          <p14:tracePt t="24765" x="3922713" y="2430463"/>
          <p14:tracePt t="24781" x="3940175" y="2430463"/>
          <p14:tracePt t="24863" x="3940175" y="2446338"/>
          <p14:tracePt t="24878" x="3922713" y="2446338"/>
          <p14:tracePt t="24902" x="3906838" y="2446338"/>
          <p14:tracePt t="24935" x="3898900" y="2446338"/>
          <p14:tracePt t="24943" x="3898900" y="2430463"/>
          <p14:tracePt t="24975" x="3898900" y="2413000"/>
          <p14:tracePt t="24999" x="3906838" y="2413000"/>
          <p14:tracePt t="25016" x="3922713" y="2413000"/>
          <p14:tracePt t="25032" x="3956050" y="2413000"/>
          <p14:tracePt t="25040" x="3963988" y="2413000"/>
          <p14:tracePt t="25048" x="3997325" y="2413000"/>
          <p14:tracePt t="25056" x="4005263" y="2413000"/>
          <p14:tracePt t="25064" x="4048125" y="2413000"/>
          <p14:tracePt t="25072" x="4079875" y="2413000"/>
          <p14:tracePt t="25080" x="4089400" y="2413000"/>
          <p14:tracePt t="25088" x="4130675" y="2413000"/>
          <p14:tracePt t="25097" x="4146550" y="2413000"/>
          <p14:tracePt t="25104" x="4187825" y="2413000"/>
          <p14:tracePt t="25114" x="4262438" y="2413000"/>
          <p14:tracePt t="25120" x="4329113" y="2413000"/>
          <p14:tracePt t="25130" x="4429125" y="2413000"/>
          <p14:tracePt t="25137" x="4652963" y="2413000"/>
          <p14:tracePt t="25145" x="4876800" y="2413000"/>
          <p14:tracePt t="25153" x="5026025" y="2413000"/>
          <p14:tracePt t="25161" x="5324475" y="2446338"/>
          <p14:tracePt t="25169" x="5897563" y="2471738"/>
          <p14:tracePt t="25177" x="6286500" y="2495550"/>
          <p14:tracePt t="25185" x="6734175" y="2528888"/>
          <p14:tracePt t="25193" x="6958013" y="2546350"/>
          <p14:tracePt t="25201" x="7348538" y="2570163"/>
          <p14:tracePt t="25209" x="8112125" y="2611438"/>
          <p14:tracePt t="25217" x="8501063" y="2628900"/>
          <p14:tracePt t="25225" x="8907463" y="2654300"/>
          <p14:tracePt t="25234" x="9090025" y="2678113"/>
          <p14:tracePt t="25242" x="9437688" y="2695575"/>
          <p14:tracePt t="25250" x="9737725" y="2719388"/>
          <p14:tracePt t="25258" x="10002838" y="2752725"/>
          <p14:tracePt t="25266" x="10267950" y="2760663"/>
          <p14:tracePt t="25274" x="10475913" y="2794000"/>
          <p14:tracePt t="25282" x="10558463" y="2811463"/>
          <p14:tracePt t="25290" x="10699750" y="2819400"/>
          <p14:tracePt t="25298" x="10823575" y="2836863"/>
          <p14:tracePt t="25306" x="10890250" y="2852738"/>
          <p14:tracePt t="25314" x="10980738" y="2860675"/>
          <p14:tracePt t="25322" x="11047413" y="2860675"/>
          <p14:tracePt t="25331" x="11072813" y="2860675"/>
          <p14:tracePt t="25338" x="11129963" y="2860675"/>
          <p14:tracePt t="25347" x="11171238" y="2878138"/>
          <p14:tracePt t="25355" x="11229975" y="2878138"/>
          <p14:tracePt t="25364" x="11255375" y="2878138"/>
          <p14:tracePt t="25371" x="11312525" y="2878138"/>
          <p14:tracePt t="25380" x="11353800" y="2878138"/>
          <p14:tracePt t="25387" x="11379200" y="2878138"/>
          <p14:tracePt t="25398" x="11412538" y="2878138"/>
          <p14:tracePt t="25403" x="11420475" y="2878138"/>
          <p14:tracePt t="25414" x="11453813" y="2878138"/>
          <p14:tracePt t="25427" x="11461750" y="2878138"/>
          <p14:tracePt t="25492" x="11337925" y="2860675"/>
          <p14:tracePt t="25500" x="11155363" y="2811463"/>
          <p14:tracePt t="25508" x="10890250" y="2760663"/>
          <p14:tracePt t="25516" x="10541000" y="2711450"/>
          <p14:tracePt t="25524" x="10334625" y="2670175"/>
          <p14:tracePt t="25532" x="9704388" y="2611438"/>
          <p14:tracePt t="25540" x="9205913" y="2570163"/>
          <p14:tracePt t="25548" x="8634413" y="2546350"/>
          <p14:tracePt t="25556" x="8069263" y="2546350"/>
          <p14:tracePt t="25564" x="7513638" y="2546350"/>
          <p14:tracePt t="25573" x="6883400" y="2546350"/>
          <p14:tracePt t="25581" x="6253163" y="2546350"/>
          <p14:tracePt t="25589" x="5630863" y="2546350"/>
          <p14:tracePt t="25598" x="5067300" y="2546350"/>
          <p14:tracePt t="25605" x="4511675" y="2546350"/>
          <p14:tracePt t="25614" x="3940175" y="2570163"/>
          <p14:tracePt t="25621" x="3757613" y="2595563"/>
          <p14:tracePt t="25631" x="3367088" y="2628900"/>
          <p14:tracePt t="25637" x="3060700" y="2628900"/>
          <p14:tracePt t="25646" x="2795588" y="2636838"/>
          <p14:tracePt t="25653" x="2587625" y="2670175"/>
          <p14:tracePt t="25663" x="2430463" y="2678113"/>
          <p14:tracePt t="25669" x="2363788" y="2695575"/>
          <p14:tracePt t="25677" x="2230438" y="2695575"/>
          <p14:tracePt t="25686" x="2139950" y="2711450"/>
          <p14:tracePt t="25694" x="2065338" y="2711450"/>
          <p14:tracePt t="25702" x="1982788" y="2711450"/>
          <p14:tracePt t="25710" x="1957388" y="2711450"/>
          <p14:tracePt t="25718" x="1916113" y="2711450"/>
          <p14:tracePt t="25726" x="1898650" y="2711450"/>
          <p14:tracePt t="25742" x="1882775" y="2711450"/>
          <p14:tracePt t="25750" x="1874838" y="2711450"/>
          <p14:tracePt t="25775" x="1874838" y="2719388"/>
          <p14:tracePt t="25855" x="1882775" y="2736850"/>
          <p14:tracePt t="25896" x="1882775" y="2752725"/>
          <p14:tracePt t="25960" x="1874838" y="2760663"/>
          <p14:tracePt t="25976" x="1857375" y="2760663"/>
          <p14:tracePt t="25984" x="1841500" y="2760663"/>
          <p14:tracePt t="26000" x="1833563" y="2760663"/>
          <p14:tracePt t="26009" x="1816100" y="2760663"/>
          <p14:tracePt t="26017" x="1800225" y="2760663"/>
          <p14:tracePt t="26033" x="1790700" y="2760663"/>
          <p14:tracePt t="26041" x="1790700" y="2752725"/>
          <p14:tracePt t="26057" x="1790700" y="2736850"/>
          <p14:tracePt t="26073" x="1790700" y="2719388"/>
          <p14:tracePt t="26089" x="1790700" y="2711450"/>
          <p14:tracePt t="26114" x="1790700" y="2695575"/>
          <p14:tracePt t="26121" x="1800225" y="2695575"/>
          <p14:tracePt t="26130" x="1841500" y="2678113"/>
          <p14:tracePt t="26137" x="1916113" y="2670175"/>
          <p14:tracePt t="26147" x="2006600" y="2654300"/>
          <p14:tracePt t="26154" x="2122488" y="2636838"/>
          <p14:tracePt t="26163" x="2273300" y="2636838"/>
          <p14:tracePt t="26170" x="2405063" y="2628900"/>
          <p14:tracePt t="26178" x="2454275" y="2628900"/>
          <p14:tracePt t="26186" x="2587625" y="2628900"/>
          <p14:tracePt t="26194" x="2679700" y="2611438"/>
          <p14:tracePt t="26202" x="2762250" y="2611438"/>
          <p14:tracePt t="26210" x="2819400" y="2611438"/>
          <p14:tracePt t="26218" x="2878138" y="2611438"/>
          <p14:tracePt t="26226" x="2919413" y="2611438"/>
          <p14:tracePt t="26235" x="2935288" y="2611438"/>
          <p14:tracePt t="26243" x="2944813" y="2611438"/>
          <p14:tracePt t="26251" x="2960688" y="2611438"/>
          <p14:tracePt t="26259" x="2978150" y="2611438"/>
          <p14:tracePt t="26283" x="2986088" y="2611438"/>
          <p14:tracePt t="26638" x="2978150" y="2611438"/>
          <p14:tracePt t="26662" x="2978150" y="2628900"/>
          <p14:tracePt t="26719" x="3019425" y="2628900"/>
          <p14:tracePt t="26727" x="3068638" y="2628900"/>
          <p14:tracePt t="26735" x="3143250" y="2636838"/>
          <p14:tracePt t="26743" x="3209925" y="2654300"/>
          <p14:tracePt t="26751" x="3309938" y="2670175"/>
          <p14:tracePt t="26759" x="3351213" y="2670175"/>
          <p14:tracePt t="26767" x="3449638" y="2678113"/>
          <p14:tracePt t="26775" x="3516313" y="2695575"/>
          <p14:tracePt t="26783" x="3590925" y="2695575"/>
          <p14:tracePt t="26791" x="3657600" y="2711450"/>
          <p14:tracePt t="26800" x="3716338" y="2711450"/>
          <p14:tracePt t="26808" x="3757613" y="2711450"/>
          <p14:tracePt t="26816" x="3781425" y="2711450"/>
          <p14:tracePt t="26824" x="3814763" y="2711450"/>
          <p14:tracePt t="26832" x="3822700" y="2711450"/>
          <p14:tracePt t="26848" x="3840163" y="2719388"/>
          <p14:tracePt t="26913" x="3814763" y="2736850"/>
          <p14:tracePt t="26921" x="3798888" y="2736850"/>
          <p14:tracePt t="26931" x="3757613" y="2736850"/>
          <p14:tracePt t="26937" x="3698875" y="2752725"/>
          <p14:tracePt t="26945" x="3673475" y="2752725"/>
          <p14:tracePt t="26965" x="3492500" y="2778125"/>
          <p14:tracePt t="26969" x="3433763" y="2794000"/>
          <p14:tracePt t="26981" x="3333750" y="2811463"/>
          <p14:tracePt t="26985" x="3251200" y="2819400"/>
          <p14:tracePt t="27000" x="3168650" y="2836863"/>
          <p14:tracePt t="27005" x="3127375" y="2836863"/>
          <p14:tracePt t="27014" x="3027363" y="2852738"/>
          <p14:tracePt t="27018" x="2944813" y="2860675"/>
          <p14:tracePt t="27031" x="2878138" y="2878138"/>
          <p14:tracePt t="27034" x="2819400" y="2878138"/>
          <p14:tracePt t="27047" x="2778125" y="2894013"/>
          <p14:tracePt t="27050" x="2736850" y="2894013"/>
          <p14:tracePt t="27064" x="2720975" y="2894013"/>
          <p14:tracePt t="27067" x="2695575" y="2894013"/>
          <p14:tracePt t="27080" x="2679700" y="2894013"/>
          <p14:tracePt t="27083" x="2670175" y="2894013"/>
          <p14:tracePt t="27155" x="2670175" y="2878138"/>
          <p14:tracePt t="27171" x="2670175" y="2860675"/>
          <p14:tracePt t="27187" x="2679700" y="2860675"/>
          <p14:tracePt t="27196" x="2695575" y="2852738"/>
          <p14:tracePt t="27203" x="2720975" y="2852738"/>
          <p14:tracePt t="27211" x="2762250" y="2836863"/>
          <p14:tracePt t="27220" x="2819400" y="2836863"/>
          <p14:tracePt t="27228" x="2894013" y="2836863"/>
          <p14:tracePt t="27236" x="2986088" y="2836863"/>
          <p14:tracePt t="27244" x="3086100" y="2836863"/>
          <p14:tracePt t="27252" x="3209925" y="2836863"/>
          <p14:tracePt t="27260" x="3333750" y="2836863"/>
          <p14:tracePt t="27268" x="3408363" y="2836863"/>
          <p14:tracePt t="27276" x="3590925" y="2836863"/>
          <p14:tracePt t="27284" x="3641725" y="2836863"/>
          <p14:tracePt t="27292" x="3740150" y="2836863"/>
          <p14:tracePt t="27300" x="3814763" y="2836863"/>
          <p14:tracePt t="27308" x="3881438" y="2836863"/>
          <p14:tracePt t="27316" x="3922713" y="2836863"/>
          <p14:tracePt t="27325" x="3981450" y="2836863"/>
          <p14:tracePt t="27332" x="3997325" y="2836863"/>
          <p14:tracePt t="27340" x="4038600" y="2836863"/>
          <p14:tracePt t="27349" x="4048125" y="2836863"/>
          <p14:tracePt t="27357" x="4064000" y="2836863"/>
          <p14:tracePt t="27365" x="4089400" y="2836863"/>
          <p14:tracePt t="27373" x="4105275" y="2836863"/>
          <p14:tracePt t="27381" x="4122738" y="2836863"/>
          <p14:tracePt t="27389" x="4146550" y="2836863"/>
          <p14:tracePt t="27398" x="4164013" y="2836863"/>
          <p14:tracePt t="27405" x="4171950" y="2836863"/>
          <p14:tracePt t="27414" x="4205288" y="2819400"/>
          <p14:tracePt t="27421" x="4221163" y="2819400"/>
          <p14:tracePt t="27431" x="4246563" y="2819400"/>
          <p14:tracePt t="27437" x="4262438" y="2819400"/>
          <p14:tracePt t="27447" x="4271963" y="2811463"/>
          <p14:tracePt t="27453" x="4287838" y="2811463"/>
          <p14:tracePt t="27470" x="4305300" y="2811463"/>
          <p14:tracePt t="27481" x="4313238" y="2811463"/>
          <p14:tracePt t="27486" x="4329113" y="2811463"/>
          <p14:tracePt t="27497" x="4346575" y="2811463"/>
          <p14:tracePt t="27502" x="4354513" y="2811463"/>
          <p14:tracePt t="27518" x="4387850" y="2811463"/>
          <p14:tracePt t="27534" x="4395788" y="2811463"/>
          <p14:tracePt t="27551" x="4411663" y="2811463"/>
          <p14:tracePt t="27558" x="4429125" y="2811463"/>
          <p14:tracePt t="29742" x="4387850" y="2794000"/>
          <p14:tracePt t="29750" x="4329113" y="2760663"/>
          <p14:tracePt t="29758" x="4262438" y="2711450"/>
          <p14:tracePt t="29766" x="4205288" y="2678113"/>
          <p14:tracePt t="29774" x="4130675" y="2654300"/>
          <p14:tracePt t="29782" x="4048125" y="2611438"/>
          <p14:tracePt t="29790" x="4005263" y="2587625"/>
          <p14:tracePt t="29798" x="3922713" y="2546350"/>
          <p14:tracePt t="29806" x="3881438" y="2528888"/>
          <p14:tracePt t="29814" x="3822700" y="2495550"/>
          <p14:tracePt t="29823" x="3773488" y="2487613"/>
          <p14:tracePt t="29831" x="3716338" y="2454275"/>
          <p14:tracePt t="29839" x="3616325" y="2430463"/>
          <p14:tracePt t="29848" x="3549650" y="2405063"/>
          <p14:tracePt t="29855" x="3533775" y="2387600"/>
          <p14:tracePt t="29864" x="3449638" y="2363788"/>
          <p14:tracePt t="29871" x="3408363" y="2346325"/>
          <p14:tracePt t="29881" x="3351213" y="2322513"/>
          <p14:tracePt t="29887" x="3309938" y="2289175"/>
          <p14:tracePt t="29897" x="3284538" y="2281238"/>
          <p14:tracePt t="29904" x="3251200" y="2263775"/>
          <p14:tracePt t="29914" x="3225800" y="2247900"/>
          <p14:tracePt t="29919" x="3225800" y="2230438"/>
          <p14:tracePt t="29931" x="3209925" y="2222500"/>
          <p14:tracePt t="29935" x="3201988" y="2206625"/>
          <p14:tracePt t="29947" x="3184525" y="2206625"/>
          <p14:tracePt t="29952" x="3184525" y="2189163"/>
          <p14:tracePt t="29964" x="3184525" y="2181225"/>
          <p14:tracePt t="29992" x="3184525" y="2163763"/>
          <p14:tracePt t="30033" x="3201988" y="2163763"/>
          <p14:tracePt t="30041" x="3209925" y="2163763"/>
          <p14:tracePt t="30049" x="3267075" y="2163763"/>
          <p14:tracePt t="30057" x="3367088" y="2163763"/>
          <p14:tracePt t="30065" x="3467100" y="2163763"/>
          <p14:tracePt t="30073" x="3616325" y="2163763"/>
          <p14:tracePt t="30081" x="3732213" y="2163763"/>
          <p14:tracePt t="30089" x="3881438" y="2163763"/>
          <p14:tracePt t="30098" x="4038600" y="2181225"/>
          <p14:tracePt t="30105" x="4187825" y="2189163"/>
          <p14:tracePt t="30114" x="4346575" y="2222500"/>
          <p14:tracePt t="30121" x="4470400" y="2247900"/>
          <p14:tracePt t="30130" x="4578350" y="2281238"/>
          <p14:tracePt t="30138" x="4635500" y="2289175"/>
          <p14:tracePt t="30147" x="4735513" y="2305050"/>
          <p14:tracePt t="30153" x="4794250" y="2322513"/>
          <p14:tracePt t="30163" x="4843463" y="2330450"/>
          <p14:tracePt t="30170" x="4876800" y="2346325"/>
          <p14:tracePt t="30178" x="4902200" y="2346325"/>
          <p14:tracePt t="30186" x="4918075" y="2363788"/>
          <p14:tracePt t="30242" x="4860925" y="2371725"/>
          <p14:tracePt t="30250" x="4802188" y="2371725"/>
          <p14:tracePt t="30258" x="4760913" y="2387600"/>
          <p14:tracePt t="30267" x="4719638" y="2387600"/>
          <p14:tracePt t="30275" x="4652963" y="2387600"/>
          <p14:tracePt t="30283" x="4570413" y="2387600"/>
          <p14:tracePt t="30291" x="4454525" y="2387600"/>
          <p14:tracePt t="30299" x="4329113" y="2387600"/>
          <p14:tracePt t="30307" x="4205288" y="2387600"/>
          <p14:tracePt t="30315" x="4079875" y="2387600"/>
          <p14:tracePt t="30323" x="3940175" y="2387600"/>
          <p14:tracePt t="30331" x="3814763" y="2387600"/>
          <p14:tracePt t="30339" x="3757613" y="2387600"/>
          <p14:tracePt t="30347" x="3657600" y="2387600"/>
          <p14:tracePt t="30355" x="3557588" y="2387600"/>
          <p14:tracePt t="30364" x="3492500" y="2387600"/>
          <p14:tracePt t="30371" x="3433763" y="2387600"/>
          <p14:tracePt t="30380" x="3375025" y="2387600"/>
          <p14:tracePt t="30388" x="3351213" y="2387600"/>
          <p14:tracePt t="30397" x="3309938" y="2387600"/>
          <p14:tracePt t="30404" x="3292475" y="2387600"/>
          <p14:tracePt t="30413" x="3267075" y="2387600"/>
          <p14:tracePt t="30420" x="3251200" y="2387600"/>
          <p14:tracePt t="30428" x="3243263" y="2387600"/>
          <p14:tracePt t="30436" x="3225800" y="2387600"/>
          <p14:tracePt t="30444" x="3209925" y="2387600"/>
          <p14:tracePt t="30460" x="3201988" y="2387600"/>
          <p14:tracePt t="30484" x="3184525" y="2387600"/>
          <p14:tracePt t="30557" x="3201988" y="2371725"/>
          <p14:tracePt t="30565" x="3225800" y="2371725"/>
          <p14:tracePt t="30573" x="3251200" y="2371725"/>
          <p14:tracePt t="30581" x="3292475" y="2371725"/>
          <p14:tracePt t="30598" x="3433763" y="2371725"/>
          <p14:tracePt t="30606" x="3533775" y="2371725"/>
          <p14:tracePt t="30614" x="3657600" y="2371725"/>
          <p14:tracePt t="30622" x="3814763" y="2371725"/>
          <p14:tracePt t="30631" x="3963988" y="2371725"/>
          <p14:tracePt t="30638" x="4089400" y="2371725"/>
          <p14:tracePt t="30647" x="4164013" y="2371725"/>
          <p14:tracePt t="30654" x="4262438" y="2371725"/>
          <p14:tracePt t="30665" x="4354513" y="2371725"/>
          <p14:tracePt t="30670" x="4429125" y="2371725"/>
          <p14:tracePt t="30680" x="4495800" y="2371725"/>
          <p14:tracePt t="30686" x="4552950" y="2371725"/>
          <p14:tracePt t="30697" x="4578350" y="2371725"/>
          <p14:tracePt t="30702" x="4619625" y="2371725"/>
          <p14:tracePt t="30714" x="4652963" y="2371725"/>
          <p14:tracePt t="30727" x="4660900" y="2371725"/>
          <p14:tracePt t="30735" x="4678363" y="2371725"/>
          <p14:tracePt t="30751" x="4678363" y="2363788"/>
          <p14:tracePt t="30832" x="4660900" y="2363788"/>
          <p14:tracePt t="30848" x="4652963" y="2363788"/>
          <p14:tracePt t="30856" x="4635500" y="2363788"/>
          <p14:tracePt t="30872" x="4619625" y="2363788"/>
          <p14:tracePt t="30880" x="4611688" y="2363788"/>
          <p14:tracePt t="30897" x="4594225" y="2363788"/>
          <p14:tracePt t="30913" x="4578350" y="2363788"/>
          <p14:tracePt t="30930" x="4570413" y="2371725"/>
          <p14:tracePt t="30953" x="4552950" y="2371725"/>
          <p14:tracePt t="30969" x="4537075" y="2387600"/>
          <p14:tracePt t="30985" x="4529138" y="2387600"/>
          <p14:tracePt t="30993" x="4511675" y="2387600"/>
          <p14:tracePt t="31001" x="4495800" y="2387600"/>
          <p14:tracePt t="31018" x="4486275" y="2387600"/>
          <p14:tracePt t="31025" x="4470400" y="2387600"/>
          <p14:tracePt t="31034" x="4454525" y="2387600"/>
          <p14:tracePt t="31042" x="4454525" y="2405063"/>
          <p14:tracePt t="31058" x="4437063" y="2405063"/>
          <p14:tracePt t="31090" x="4429125" y="2405063"/>
          <p14:tracePt t="31163" x="4411663" y="2405063"/>
          <p14:tracePt t="31171" x="4395788" y="2413000"/>
          <p14:tracePt t="31187" x="4370388" y="2430463"/>
          <p14:tracePt t="31197" x="4346575" y="2430463"/>
          <p14:tracePt t="31203" x="4329113" y="2446338"/>
          <p14:tracePt t="31211" x="4287838" y="2471738"/>
          <p14:tracePt t="31219" x="4262438" y="2487613"/>
          <p14:tracePt t="31227" x="4229100" y="2495550"/>
          <p14:tracePt t="31235" x="4187825" y="2513013"/>
          <p14:tracePt t="31243" x="4164013" y="2546350"/>
          <p14:tracePt t="31252" x="4122738" y="2546350"/>
          <p14:tracePt t="31260" x="4105275" y="2554288"/>
          <p14:tracePt t="31268" x="4064000" y="2587625"/>
          <p14:tracePt t="31276" x="4038600" y="2595563"/>
          <p14:tracePt t="31284" x="4022725" y="2595563"/>
          <p14:tracePt t="31292" x="4005263" y="2611438"/>
          <p14:tracePt t="31300" x="3981450" y="2611438"/>
          <p14:tracePt t="31308" x="3981450" y="2628900"/>
          <p14:tracePt t="31316" x="3956050" y="2636838"/>
          <p14:tracePt t="31324" x="3940175" y="2636838"/>
          <p14:tracePt t="31332" x="3922713" y="2654300"/>
          <p14:tracePt t="31356" x="3906838" y="2654300"/>
          <p14:tracePt t="31421" x="3906838" y="2636838"/>
          <p14:tracePt t="31437" x="3922713" y="2636838"/>
          <p14:tracePt t="31445" x="3922713" y="2628900"/>
          <p14:tracePt t="31454" x="3940175" y="2628900"/>
          <p14:tracePt t="31465" x="3956050" y="2628900"/>
          <p14:tracePt t="31469" x="3956050" y="2611438"/>
          <p14:tracePt t="31481" x="3981450" y="2611438"/>
          <p14:tracePt t="31486" x="4005263" y="2587625"/>
          <p14:tracePt t="31498" x="4048125" y="2587625"/>
          <p14:tracePt t="31502" x="4122738" y="2587625"/>
          <p14:tracePt t="31514" x="4187825" y="2554288"/>
          <p14:tracePt t="31518" x="4313238" y="2546350"/>
          <p14:tracePt t="31531" x="4470400" y="2546350"/>
          <p14:tracePt t="31534" x="4619625" y="2528888"/>
          <p14:tracePt t="31547" x="4776788" y="2495550"/>
          <p14:tracePt t="31550" x="4818063" y="2495550"/>
          <p14:tracePt t="31565" x="4943475" y="2487613"/>
          <p14:tracePt t="31568" x="5041900" y="2487613"/>
          <p14:tracePt t="31580" x="5141913" y="2487613"/>
          <p14:tracePt t="31583" x="5192713" y="2487613"/>
          <p14:tracePt t="31597" x="5233988" y="2487613"/>
          <p14:tracePt t="31600" x="5275263" y="2487613"/>
          <p14:tracePt t="31614" x="5308600" y="2487613"/>
          <p14:tracePt t="31616" x="5324475" y="2487613"/>
          <p14:tracePt t="31632" x="5332413" y="2487613"/>
          <p14:tracePt t="31704" x="5324475" y="2495550"/>
          <p14:tracePt t="31720" x="5308600" y="2513013"/>
          <p14:tracePt t="31728" x="5291138" y="2513013"/>
          <p14:tracePt t="31736" x="5275263" y="2528888"/>
          <p14:tracePt t="31748" x="5267325" y="2546350"/>
          <p14:tracePt t="31752" x="5267325" y="2554288"/>
          <p14:tracePt t="31764" x="5249863" y="2570163"/>
          <p14:tracePt t="31768" x="5233988" y="2587625"/>
          <p14:tracePt t="31781" x="5224463" y="2587625"/>
          <p14:tracePt t="31784" x="5224463" y="2595563"/>
          <p14:tracePt t="31797" x="5208588" y="2611438"/>
          <p14:tracePt t="31801" x="5192713" y="2611438"/>
          <p14:tracePt t="31814" x="5192713" y="2628900"/>
          <p14:tracePt t="31817" x="5192713" y="2636838"/>
          <p14:tracePt t="31830" x="5183188" y="2636838"/>
          <p14:tracePt t="31849" x="5183188" y="2654300"/>
          <p14:tracePt t="31922" x="5192713" y="2654300"/>
          <p14:tracePt t="31930" x="5192713" y="2636838"/>
          <p14:tracePt t="31962" x="5208588" y="2628900"/>
          <p14:tracePt t="31986" x="5224463" y="2611438"/>
          <p14:tracePt t="32010" x="5233988" y="2595563"/>
          <p14:tracePt t="32019" x="5249863" y="2587625"/>
          <p14:tracePt t="32026" x="5267325" y="2587625"/>
          <p14:tracePt t="32035" x="5275263" y="2570163"/>
          <p14:tracePt t="32043" x="5291138" y="2554288"/>
          <p14:tracePt t="32051" x="5308600" y="2554288"/>
          <p14:tracePt t="32059" x="5324475" y="2546350"/>
          <p14:tracePt t="32067" x="5332413" y="2546350"/>
          <p14:tracePt t="32075" x="5332413" y="2528888"/>
          <p14:tracePt t="32083" x="5349875" y="2528888"/>
          <p14:tracePt t="32099" x="5365750" y="2513013"/>
          <p14:tracePt t="32164" x="5349875" y="2513013"/>
          <p14:tracePt t="32181" x="5324475" y="2528888"/>
          <p14:tracePt t="32188" x="5291138" y="2546350"/>
          <p14:tracePt t="32196" x="5267325" y="2570163"/>
          <p14:tracePt t="32215" x="5208588" y="2636838"/>
          <p14:tracePt t="32220" x="5167313" y="2678113"/>
          <p14:tracePt t="32231" x="5126038" y="2719388"/>
          <p14:tracePt t="32237" x="5100638" y="2760663"/>
          <p14:tracePt t="32247" x="5059363" y="2811463"/>
          <p14:tracePt t="32253" x="5026025" y="2852738"/>
          <p14:tracePt t="32264" x="5000625" y="2878138"/>
          <p14:tracePt t="32269" x="4984750" y="2894013"/>
          <p14:tracePt t="32281" x="4959350" y="2901950"/>
          <p14:tracePt t="32285" x="4959350" y="2919413"/>
          <p14:tracePt t="32297" x="4943475" y="2919413"/>
          <p14:tracePt t="32358" x="4959350" y="2901950"/>
          <p14:tracePt t="32374" x="4967288" y="2894013"/>
          <p14:tracePt t="32390" x="4984750" y="2878138"/>
          <p14:tracePt t="32398" x="5000625" y="2878138"/>
          <p14:tracePt t="32406" x="5000625" y="2860675"/>
          <p14:tracePt t="32422" x="5018088" y="2860675"/>
          <p14:tracePt t="32487" x="5000625" y="2860675"/>
          <p14:tracePt t="32503" x="4984750" y="2860675"/>
          <p14:tracePt t="32519" x="4967288" y="2860675"/>
          <p14:tracePt t="32535" x="4959350" y="2860675"/>
          <p14:tracePt t="32567" x="4943475" y="2860675"/>
          <p14:tracePt t="32576" x="4926013" y="2860675"/>
          <p14:tracePt t="32584" x="4926013" y="2852738"/>
          <p14:tracePt t="32592" x="4926013" y="2836863"/>
          <p14:tracePt t="32600" x="4918075" y="2819400"/>
          <p14:tracePt t="32608" x="4918075" y="2811463"/>
          <p14:tracePt t="32624" x="4902200" y="2794000"/>
          <p14:tracePt t="32632" x="4902200" y="2778125"/>
          <p14:tracePt t="32648" x="4902200" y="2760663"/>
          <p14:tracePt t="32656" x="4902200" y="2752725"/>
          <p14:tracePt t="32672" x="4902200" y="2736850"/>
          <p14:tracePt t="32688" x="4918075" y="2736850"/>
          <p14:tracePt t="32697" x="4918075" y="2719388"/>
          <p14:tracePt t="32705" x="4959350" y="2711450"/>
          <p14:tracePt t="32714" x="5018088" y="2678113"/>
          <p14:tracePt t="32721" x="5067300" y="2670175"/>
          <p14:tracePt t="32731" x="5084763" y="2670175"/>
          <p14:tracePt t="32737" x="5149850" y="2636838"/>
          <p14:tracePt t="32746" x="5208588" y="2636838"/>
          <p14:tracePt t="32753" x="5267325" y="2628900"/>
          <p14:tracePt t="32761" x="5308600" y="2628900"/>
          <p14:tracePt t="32769" x="5332413" y="2628900"/>
          <p14:tracePt t="32777" x="5373688" y="2628900"/>
          <p14:tracePt t="32785" x="5391150" y="2628900"/>
          <p14:tracePt t="32801" x="5407025" y="2628900"/>
          <p14:tracePt t="32810" x="5407025" y="2636838"/>
          <p14:tracePt t="32818" x="5407025" y="2654300"/>
          <p14:tracePt t="32826" x="5407025" y="2670175"/>
          <p14:tracePt t="32834" x="5407025" y="2719388"/>
          <p14:tracePt t="32842" x="5407025" y="2736850"/>
          <p14:tracePt t="32850" x="5407025" y="2778125"/>
          <p14:tracePt t="32858" x="5407025" y="2836863"/>
          <p14:tracePt t="32866" x="5373688" y="2860675"/>
          <p14:tracePt t="32874" x="5365750" y="2901950"/>
          <p14:tracePt t="32882" x="5349875" y="2943225"/>
          <p14:tracePt t="32890" x="5332413" y="2960688"/>
          <p14:tracePt t="32898" x="5324475" y="2986088"/>
          <p14:tracePt t="32907" x="5308600" y="3001963"/>
          <p14:tracePt t="32915" x="5308600" y="3017838"/>
          <p14:tracePt t="32922" x="5308600" y="3027363"/>
          <p14:tracePt t="32987" x="5324475" y="3027363"/>
          <p14:tracePt t="32999" x="5349875" y="3027363"/>
          <p14:tracePt t="33003" x="5416550" y="3001963"/>
          <p14:tracePt t="33012" x="5540375" y="2935288"/>
          <p14:tracePt t="33031" x="5822950" y="2736850"/>
          <p14:tracePt t="33036" x="5980113" y="2611438"/>
          <p14:tracePt t="33047" x="6029325" y="2570163"/>
          <p14:tracePt t="33052" x="6121400" y="2495550"/>
          <p14:tracePt t="33064" x="6203950" y="2430463"/>
          <p14:tracePt t="33068" x="6245225" y="2387600"/>
          <p14:tracePt t="33081" x="6253163" y="2346325"/>
          <p14:tracePt t="33084" x="6270625" y="2330450"/>
          <p14:tracePt t="33098" x="6286500" y="2322513"/>
          <p14:tracePt t="33114" x="6286500" y="2305050"/>
          <p14:tracePt t="33124" x="6229350" y="2305050"/>
          <p14:tracePt t="33132" x="6170613" y="2305050"/>
          <p14:tracePt t="33141" x="6070600" y="2305050"/>
          <p14:tracePt t="33149" x="5980113" y="2322513"/>
          <p14:tracePt t="33157" x="5854700" y="2371725"/>
          <p14:tracePt t="33165" x="5715000" y="2430463"/>
          <p14:tracePt t="33173" x="5540375" y="2528888"/>
          <p14:tracePt t="33181" x="5373688" y="2628900"/>
          <p14:tracePt t="33189" x="5233988" y="2711450"/>
          <p14:tracePt t="33197" x="5067300" y="2794000"/>
          <p14:tracePt t="33205" x="4902200" y="2894013"/>
          <p14:tracePt t="33214" x="4776788" y="2976563"/>
          <p14:tracePt t="33221" x="4652963" y="3027363"/>
          <p14:tracePt t="33231" x="4594225" y="3060700"/>
          <p14:tracePt t="33237" x="4495800" y="3101975"/>
          <p14:tracePt t="33247" x="4429125" y="3143250"/>
          <p14:tracePt t="33254" x="4387850" y="3167063"/>
          <p14:tracePt t="33264" x="4329113" y="3200400"/>
          <p14:tracePt t="33270" x="4313238" y="3200400"/>
          <p14:tracePt t="33280" x="4305300" y="3209925"/>
          <p14:tracePt t="33286" x="4287838" y="3209925"/>
          <p14:tracePt t="33302" x="4287838" y="3225800"/>
          <p14:tracePt t="33359" x="4305300" y="3209925"/>
          <p14:tracePt t="33367" x="4313238" y="3209925"/>
          <p14:tracePt t="33375" x="4329113" y="3200400"/>
          <p14:tracePt t="33383" x="4370388" y="3159125"/>
          <p14:tracePt t="33391" x="4387850" y="3143250"/>
          <p14:tracePt t="33399" x="4454525" y="3117850"/>
          <p14:tracePt t="33407" x="4486275" y="3101975"/>
          <p14:tracePt t="33415" x="4529138" y="3060700"/>
          <p14:tracePt t="33423" x="4578350" y="3027363"/>
          <p14:tracePt t="33431" x="4619625" y="3001963"/>
          <p14:tracePt t="33439" x="4660900" y="2960688"/>
          <p14:tracePt t="33447" x="4702175" y="2935288"/>
          <p14:tracePt t="33455" x="4752975" y="2894013"/>
          <p14:tracePt t="33464" x="4794250" y="2836863"/>
          <p14:tracePt t="33471" x="4835525" y="2794000"/>
          <p14:tracePt t="33481" x="4876800" y="2752725"/>
          <p14:tracePt t="33488" x="4902200" y="2736850"/>
          <p14:tracePt t="33497" x="4918075" y="2711450"/>
          <p14:tracePt t="33504" x="4943475" y="2678113"/>
          <p14:tracePt t="33513" x="4943475" y="2670175"/>
          <p14:tracePt t="33520" x="4959350" y="2654300"/>
          <p14:tracePt t="33530" x="4967288" y="2636838"/>
          <p14:tracePt t="33593" x="4943475" y="2636838"/>
          <p14:tracePt t="33601" x="4902200" y="2636838"/>
          <p14:tracePt t="33609" x="4860925" y="2636838"/>
          <p14:tracePt t="33617" x="4818063" y="2654300"/>
          <p14:tracePt t="33625" x="4752975" y="2695575"/>
          <p14:tracePt t="33633" x="4652963" y="2736850"/>
          <p14:tracePt t="33641" x="4529138" y="2778125"/>
          <p14:tracePt t="33649" x="4411663" y="2819400"/>
          <p14:tracePt t="33657" x="4287838" y="2860675"/>
          <p14:tracePt t="33666" x="4221163" y="2894013"/>
          <p14:tracePt t="33673" x="4122738" y="2935288"/>
          <p14:tracePt t="33682" x="4022725" y="2960688"/>
          <p14:tracePt t="33690" x="3922713" y="2986088"/>
          <p14:tracePt t="33698" x="3865563" y="3001963"/>
          <p14:tracePt t="33706" x="3814763" y="3017838"/>
          <p14:tracePt t="33714" x="3781425" y="3017838"/>
          <p14:tracePt t="33722" x="3757613" y="3027363"/>
          <p14:tracePt t="33731" x="3740150" y="3027363"/>
          <p14:tracePt t="33738" x="3732213" y="3027363"/>
          <p14:tracePt t="33778" x="3732213" y="3017838"/>
          <p14:tracePt t="33787" x="3732213" y="3001963"/>
          <p14:tracePt t="33803" x="3732213" y="2986088"/>
          <p14:tracePt t="33811" x="3732213" y="2976563"/>
          <p14:tracePt t="33819" x="3732213" y="2960688"/>
          <p14:tracePt t="33827" x="3740150" y="2943225"/>
          <p14:tracePt t="33835" x="3740150" y="2935288"/>
          <p14:tracePt t="33843" x="3757613" y="2919413"/>
          <p14:tracePt t="33859" x="3757613" y="2901950"/>
          <p14:tracePt t="33867" x="3773488" y="2894013"/>
          <p14:tracePt t="33883" x="3773488" y="2878138"/>
          <p14:tracePt t="33892" x="3773488" y="2860675"/>
          <p14:tracePt t="33948" x="3740150" y="2860675"/>
          <p14:tracePt t="33956" x="3698875" y="2860675"/>
          <p14:tracePt t="33965" x="3673475" y="2860675"/>
          <p14:tracePt t="33972" x="3632200" y="2860675"/>
          <p14:tracePt t="33980" x="3575050" y="2852738"/>
          <p14:tracePt t="34000" x="3508375" y="2836863"/>
          <p14:tracePt t="34006" x="3492500" y="2836863"/>
          <p14:tracePt t="34014" x="3467100" y="2819400"/>
          <p14:tracePt t="34021" x="3449638" y="2819400"/>
          <p14:tracePt t="34037" x="3449638" y="2811463"/>
          <p14:tracePt t="34085" x="3449638" y="2794000"/>
          <p14:tracePt t="34093" x="3467100" y="2794000"/>
          <p14:tracePt t="34101" x="3475038" y="2794000"/>
          <p14:tracePt t="34109" x="3492500" y="2794000"/>
          <p14:tracePt t="34117" x="3516313" y="2778125"/>
          <p14:tracePt t="34126" x="3549650" y="2760663"/>
          <p14:tracePt t="34134" x="3575050" y="2752725"/>
          <p14:tracePt t="34142" x="3598863" y="2752725"/>
          <p14:tracePt t="34150" x="3641725" y="2752725"/>
          <p14:tracePt t="34158" x="3673475" y="2736850"/>
          <p14:tracePt t="34166" x="3698875" y="2736850"/>
          <p14:tracePt t="34174" x="3732213" y="2719388"/>
          <p14:tracePt t="34182" x="3740150" y="2719388"/>
          <p14:tracePt t="34190" x="3781425" y="2719388"/>
          <p14:tracePt t="34198" x="3822700" y="2719388"/>
          <p14:tracePt t="34206" x="3856038" y="2719388"/>
          <p14:tracePt t="34215" x="3898900" y="2719388"/>
          <p14:tracePt t="34223" x="3956050" y="2719388"/>
          <p14:tracePt t="34231" x="3997325" y="2719388"/>
          <p14:tracePt t="34238" x="4122738" y="2719388"/>
          <p14:tracePt t="34247" x="4146550" y="2719388"/>
          <p14:tracePt t="34255" x="4246563" y="2719388"/>
          <p14:tracePt t="34264" x="4313238" y="2719388"/>
          <p14:tracePt t="34271" x="4387850" y="2719388"/>
          <p14:tracePt t="34281" x="4511675" y="2719388"/>
          <p14:tracePt t="34287" x="4611688" y="2719388"/>
          <p14:tracePt t="34297" x="4719638" y="2719388"/>
          <p14:tracePt t="34303" x="4818063" y="2719388"/>
          <p14:tracePt t="34314" x="4943475" y="2719388"/>
          <p14:tracePt t="34319" x="5000625" y="2719388"/>
          <p14:tracePt t="34330" x="5126038" y="2719388"/>
          <p14:tracePt t="34335" x="5192713" y="2719388"/>
          <p14:tracePt t="34347" x="5267325" y="2719388"/>
          <p14:tracePt t="34352" x="5324475" y="2719388"/>
          <p14:tracePt t="34364" x="5349875" y="2719388"/>
          <p14:tracePt t="34368" x="5373688" y="2719388"/>
          <p14:tracePt t="34381" x="5391150" y="2719388"/>
          <p14:tracePt t="34400" x="5407025" y="2719388"/>
          <p14:tracePt t="34489" x="5416550" y="2719388"/>
          <p14:tracePt t="34497" x="5448300" y="2719388"/>
          <p14:tracePt t="34505" x="5491163" y="2719388"/>
          <p14:tracePt t="34514" x="5589588" y="2719388"/>
          <p14:tracePt t="34521" x="5673725" y="2719388"/>
          <p14:tracePt t="34531" x="5822950" y="2719388"/>
          <p14:tracePt t="34537" x="5980113" y="2719388"/>
          <p14:tracePt t="34547" x="6129338" y="2719388"/>
          <p14:tracePt t="34554" x="6203950" y="2719388"/>
          <p14:tracePt t="34561" x="6327775" y="2719388"/>
          <p14:tracePt t="34570" x="6394450" y="2719388"/>
          <p14:tracePt t="34578" x="6469063" y="2736850"/>
          <p14:tracePt t="34586" x="6510338" y="2736850"/>
          <p14:tracePt t="34594" x="6535738" y="2736850"/>
          <p14:tracePt t="34610" x="6551613" y="2736850"/>
          <p14:tracePt t="34618" x="6561138" y="2736850"/>
          <p14:tracePt t="34658" x="6561138" y="2752725"/>
          <p14:tracePt t="34667" x="6551613" y="2752725"/>
          <p14:tracePt t="34674" x="6535738" y="2760663"/>
          <p14:tracePt t="34683" x="6518275" y="2778125"/>
          <p14:tracePt t="34691" x="6510338" y="2794000"/>
          <p14:tracePt t="34699" x="6477000" y="2819400"/>
          <p14:tracePt t="34707" x="6469063" y="2852738"/>
          <p14:tracePt t="34715" x="6453188" y="2860675"/>
          <p14:tracePt t="34723" x="6435725" y="2878138"/>
          <p14:tracePt t="34731" x="6435725" y="2894013"/>
          <p14:tracePt t="34747" x="6435725" y="2901950"/>
          <p14:tracePt t="34804" x="6453188" y="2901950"/>
          <p14:tracePt t="34820" x="6469063" y="2901950"/>
          <p14:tracePt t="34836" x="6477000" y="2894013"/>
          <p14:tracePt t="34844" x="6477000" y="2878138"/>
          <p14:tracePt t="34852" x="6494463" y="2878138"/>
          <p14:tracePt t="34884" x="6494463" y="2860675"/>
          <p14:tracePt t="34901" x="6477000" y="2852738"/>
          <p14:tracePt t="34909" x="6435725" y="2836863"/>
          <p14:tracePt t="34917" x="6386513" y="2836863"/>
          <p14:tracePt t="34925" x="6353175" y="2836863"/>
          <p14:tracePt t="34933" x="6294438" y="2819400"/>
          <p14:tracePt t="34941" x="6229350" y="2819400"/>
          <p14:tracePt t="34949" x="6170613" y="2819400"/>
          <p14:tracePt t="34957" x="6103938" y="2819400"/>
          <p14:tracePt t="34965" x="6021388" y="2819400"/>
          <p14:tracePt t="34973" x="5980113" y="2819400"/>
          <p14:tracePt t="34981" x="5938838" y="2819400"/>
          <p14:tracePt t="34989" x="5905500" y="2836863"/>
          <p14:tracePt t="34999" x="5880100" y="2852738"/>
          <p14:tracePt t="35006" x="5854700" y="2860675"/>
          <p14:tracePt t="35014" x="5838825" y="2878138"/>
          <p14:tracePt t="35022" x="5838825" y="2894013"/>
          <p14:tracePt t="35030" x="5822950" y="2901950"/>
          <p14:tracePt t="35038" x="5805488" y="2919413"/>
          <p14:tracePt t="35047" x="5805488" y="2935288"/>
          <p14:tracePt t="36984" x="5797550" y="2935288"/>
          <p14:tracePt t="36992" x="5697538" y="2935288"/>
          <p14:tracePt t="37000" x="5589588" y="2935288"/>
          <p14:tracePt t="37008" x="5391150" y="2935288"/>
          <p14:tracePt t="37016" x="5000625" y="2935288"/>
          <p14:tracePt t="37024" x="4652963" y="2935288"/>
          <p14:tracePt t="37032" x="4495800" y="2901950"/>
          <p14:tracePt t="37040" x="4205288" y="2860675"/>
          <p14:tracePt t="37048" x="3940175" y="2819400"/>
          <p14:tracePt t="37056" x="3865563" y="2811463"/>
          <p14:tracePt t="37064" x="3690938" y="2752725"/>
          <p14:tracePt t="37073" x="3533775" y="2719388"/>
          <p14:tracePt t="37081" x="3408363" y="2695575"/>
          <p14:tracePt t="37089" x="3309938" y="2670175"/>
          <p14:tracePt t="37098" x="3243263" y="2628900"/>
          <p14:tracePt t="37105" x="3184525" y="2595563"/>
          <p14:tracePt t="37114" x="3127375" y="2587625"/>
          <p14:tracePt t="37121" x="3086100" y="2554288"/>
          <p14:tracePt t="37131" x="3043238" y="2546350"/>
          <p14:tracePt t="37137" x="3019425" y="2513013"/>
          <p14:tracePt t="37147" x="2986088" y="2495550"/>
          <p14:tracePt t="37153" x="2978150" y="2487613"/>
          <p14:tracePt t="37164" x="2960688" y="2454275"/>
          <p14:tracePt t="37169" x="2935288" y="2446338"/>
          <p14:tracePt t="37180" x="2919413" y="2446338"/>
          <p14:tracePt t="37185" x="2903538" y="2413000"/>
          <p14:tracePt t="37197" x="2894013" y="2405063"/>
          <p14:tracePt t="37202" x="2878138" y="2387600"/>
          <p14:tracePt t="37214" x="2852738" y="2371725"/>
          <p14:tracePt t="37218" x="2836863" y="2346325"/>
          <p14:tracePt t="37231" x="2819400" y="2346325"/>
          <p14:tracePt t="37234" x="2778125" y="2322513"/>
          <p14:tracePt t="37247" x="2754313" y="2305050"/>
          <p14:tracePt t="37250" x="2736850" y="2305050"/>
          <p14:tracePt t="37264" x="2695575" y="2289175"/>
          <p14:tracePt t="37267" x="2679700" y="2289175"/>
          <p14:tracePt t="37280" x="2654300" y="2289175"/>
          <p14:tracePt t="37283" x="2613025" y="2281238"/>
          <p14:tracePt t="37297" x="2587625" y="2281238"/>
          <p14:tracePt t="37299" x="2538413" y="2281238"/>
          <p14:tracePt t="37313" x="2513013" y="2281238"/>
          <p14:tracePt t="37315" x="2471738" y="2281238"/>
          <p14:tracePt t="37322" x="2430463" y="2281238"/>
          <p14:tracePt t="37331" x="2405063" y="2281238"/>
          <p14:tracePt t="37339" x="2363788" y="2281238"/>
          <p14:tracePt t="37347" x="2330450" y="2281238"/>
          <p14:tracePt t="37355" x="2322513" y="2281238"/>
          <p14:tracePt t="37364" x="2305050" y="2281238"/>
          <p14:tracePt t="37380" x="2289175" y="2281238"/>
          <p14:tracePt t="37387" x="2289175" y="2289175"/>
          <p14:tracePt t="37419" x="2305050" y="2289175"/>
          <p14:tracePt t="37428" x="2371725" y="2289175"/>
          <p14:tracePt t="37436" x="2554288" y="2322513"/>
          <p14:tracePt t="37444" x="2711450" y="2322513"/>
          <p14:tracePt t="37452" x="3019425" y="2330450"/>
          <p14:tracePt t="37460" x="3367088" y="2330450"/>
          <p14:tracePt t="37468" x="3757613" y="2363788"/>
          <p14:tracePt t="37476" x="3940175" y="2363788"/>
          <p14:tracePt t="37484" x="4346575" y="2363788"/>
          <p14:tracePt t="37492" x="4694238" y="2363788"/>
          <p14:tracePt t="37501" x="4794250" y="2363788"/>
          <p14:tracePt t="37508" x="5000625" y="2363788"/>
          <p14:tracePt t="37517" x="5126038" y="2363788"/>
          <p14:tracePt t="37524" x="5224463" y="2363788"/>
          <p14:tracePt t="37533" x="5275263" y="2363788"/>
          <p14:tracePt t="37540" x="5291138" y="2363788"/>
          <p14:tracePt t="37549" x="5324475" y="2363788"/>
          <p14:tracePt t="37565" x="5332413" y="2363788"/>
          <p14:tracePt t="37605" x="5324475" y="2363788"/>
          <p14:tracePt t="37621" x="5308600" y="2363788"/>
          <p14:tracePt t="37638" x="5291138" y="2346325"/>
          <p14:tracePt t="37662" x="5275263" y="2330450"/>
          <p14:tracePt t="37670" x="5267325" y="2330450"/>
          <p14:tracePt t="37686" x="5249863" y="2330450"/>
          <p14:tracePt t="37694" x="5224463" y="2322513"/>
          <p14:tracePt t="37702" x="5192713" y="2305050"/>
          <p14:tracePt t="37710" x="5141913" y="2289175"/>
          <p14:tracePt t="37718" x="5059363" y="2281238"/>
          <p14:tracePt t="37726" x="4984750" y="2263775"/>
          <p14:tracePt t="37734" x="4884738" y="2230438"/>
          <p14:tracePt t="37742" x="4776788" y="2206625"/>
          <p14:tracePt t="37751" x="4652963" y="2189163"/>
          <p14:tracePt t="37759" x="4529138" y="2163763"/>
          <p14:tracePt t="37767" x="4470400" y="2147888"/>
          <p14:tracePt t="37775" x="4354513" y="2139950"/>
          <p14:tracePt t="37783" x="4262438" y="2122488"/>
          <p14:tracePt t="37791" x="4164013" y="2106613"/>
          <p14:tracePt t="37799" x="4089400" y="2106613"/>
          <p14:tracePt t="37807" x="3997325" y="2106613"/>
          <p14:tracePt t="37815" x="3922713" y="2106613"/>
          <p14:tracePt t="37823" x="3865563" y="2106613"/>
          <p14:tracePt t="37831" x="3798888" y="2106613"/>
          <p14:tracePt t="37839" x="3740150" y="2106613"/>
          <p14:tracePt t="37847" x="3690938" y="2106613"/>
          <p14:tracePt t="37855" x="3641725" y="2106613"/>
          <p14:tracePt t="37864" x="3632200" y="2106613"/>
          <p14:tracePt t="37872" x="3598863" y="2122488"/>
          <p14:tracePt t="37881" x="3590925" y="2122488"/>
          <p14:tracePt t="37897" x="3590925" y="2139950"/>
          <p14:tracePt t="37952" x="3616325" y="2139950"/>
          <p14:tracePt t="37961" x="3641725" y="2139950"/>
          <p14:tracePt t="37968" x="3698875" y="2139950"/>
          <p14:tracePt t="37976" x="3757613" y="2139950"/>
          <p14:tracePt t="37985" x="3856038" y="2139950"/>
          <p14:tracePt t="37993" x="3956050" y="2147888"/>
          <p14:tracePt t="38002" x="4048125" y="2163763"/>
          <p14:tracePt t="38009" x="4187825" y="2189163"/>
          <p14:tracePt t="38017" x="4346575" y="2230438"/>
          <p14:tracePt t="38025" x="4470400" y="2263775"/>
          <p14:tracePt t="38033" x="4619625" y="2281238"/>
          <p14:tracePt t="38041" x="4678363" y="2289175"/>
          <p14:tracePt t="38049" x="4776788" y="2322513"/>
          <p14:tracePt t="38057" x="4860925" y="2330450"/>
          <p14:tracePt t="38065" x="4943475" y="2346325"/>
          <p14:tracePt t="38073" x="4984750" y="2346325"/>
          <p14:tracePt t="38081" x="5026025" y="2346325"/>
          <p14:tracePt t="38090" x="5067300" y="2346325"/>
          <p14:tracePt t="38106" x="5084763" y="2346325"/>
          <p14:tracePt t="38114" x="5100638" y="2346325"/>
          <p14:tracePt t="38130" x="5108575" y="2346325"/>
          <p14:tracePt t="38163" x="5108575" y="2330450"/>
          <p14:tracePt t="38179" x="5108575" y="2322513"/>
          <p14:tracePt t="38186" x="5100638" y="2322513"/>
          <p14:tracePt t="38195" x="5067300" y="2322513"/>
          <p14:tracePt t="38203" x="5059363" y="2305050"/>
          <p14:tracePt t="38211" x="5000625" y="2305050"/>
          <p14:tracePt t="38219" x="4926013" y="2305050"/>
          <p14:tracePt t="38227" x="4843463" y="2305050"/>
          <p14:tracePt t="38235" x="4760913" y="2305050"/>
          <p14:tracePt t="38243" x="4660900" y="2305050"/>
          <p14:tracePt t="38251" x="4537075" y="2305050"/>
          <p14:tracePt t="38259" x="4411663" y="2305050"/>
          <p14:tracePt t="38267" x="4287838" y="2305050"/>
          <p14:tracePt t="38275" x="4246563" y="2305050"/>
          <p14:tracePt t="38283" x="4146550" y="2305050"/>
          <p14:tracePt t="38292" x="4079875" y="2305050"/>
          <p14:tracePt t="38300" x="3997325" y="2305050"/>
          <p14:tracePt t="38308" x="3922713" y="2322513"/>
          <p14:tracePt t="38316" x="3898900" y="2330450"/>
          <p14:tracePt t="38324" x="3856038" y="2346325"/>
          <p14:tracePt t="38332" x="3822700" y="2346325"/>
          <p14:tracePt t="38340" x="3814763" y="2363788"/>
          <p14:tracePt t="38348" x="3798888" y="2363788"/>
          <p14:tracePt t="38356" x="3781425" y="2371725"/>
          <p14:tracePt t="38365" x="3781425" y="2387600"/>
          <p14:tracePt t="38372" x="3773488" y="2405063"/>
          <p14:tracePt t="38388" x="3757613" y="2413000"/>
          <p14:tracePt t="38397" x="3740150" y="2430463"/>
          <p14:tracePt t="38404" x="3732213" y="2430463"/>
          <p14:tracePt t="38414" x="3698875" y="2446338"/>
          <p14:tracePt t="38421" x="3673475" y="2446338"/>
          <p14:tracePt t="38431" x="3632200" y="2454275"/>
          <p14:tracePt t="38437" x="3549650" y="2471738"/>
          <p14:tracePt t="38445" x="3475038" y="2487613"/>
          <p14:tracePt t="38453" x="3408363" y="2487613"/>
          <p14:tracePt t="38461" x="3309938" y="2487613"/>
          <p14:tracePt t="38469" x="3209925" y="2487613"/>
          <p14:tracePt t="38477" x="3109913" y="2487613"/>
          <p14:tracePt t="38485" x="3043238" y="2471738"/>
          <p14:tracePt t="38493" x="3001963" y="2446338"/>
          <p14:tracePt t="38501" x="2935288" y="2405063"/>
          <p14:tracePt t="38509" x="2894013" y="2363788"/>
          <p14:tracePt t="38518" x="2852738" y="2305050"/>
          <p14:tracePt t="38526" x="2836863" y="2281238"/>
          <p14:tracePt t="38534" x="2836863" y="2230438"/>
          <p14:tracePt t="38542" x="2836863" y="2189163"/>
          <p14:tracePt t="38550" x="2836863" y="2163763"/>
          <p14:tracePt t="38558" x="2836863" y="2139950"/>
          <p14:tracePt t="38566" x="2836863" y="2122488"/>
          <p14:tracePt t="38574" x="2878138" y="2081213"/>
          <p14:tracePt t="38582" x="2944813" y="2055813"/>
          <p14:tracePt t="38590" x="3043238" y="2014538"/>
          <p14:tracePt t="38598" x="3251200" y="1957388"/>
          <p14:tracePt t="38606" x="3516313" y="1924050"/>
          <p14:tracePt t="38614" x="3822700" y="1898650"/>
          <p14:tracePt t="38622" x="4171950" y="1898650"/>
          <p14:tracePt t="38631" x="4313238" y="1898650"/>
          <p14:tracePt t="38639" x="4619625" y="1898650"/>
          <p14:tracePt t="38647" x="4884738" y="1898650"/>
          <p14:tracePt t="38655" x="5100638" y="1939925"/>
          <p14:tracePt t="38664" x="5249863" y="2014538"/>
          <p14:tracePt t="38671" x="5308600" y="2039938"/>
          <p14:tracePt t="38681" x="5416550" y="2106613"/>
          <p14:tracePt t="38687" x="5499100" y="2163763"/>
          <p14:tracePt t="38698" x="5540375" y="2206625"/>
          <p14:tracePt t="38703" x="5573713" y="2247900"/>
          <p14:tracePt t="38714" x="5589588" y="2281238"/>
          <p14:tracePt t="38719" x="5599113" y="2322513"/>
          <p14:tracePt t="38730" x="5599113" y="2330450"/>
          <p14:tracePt t="38735" x="5599113" y="2371725"/>
          <p14:tracePt t="38747" x="5599113" y="2405063"/>
          <p14:tracePt t="38752" x="5599113" y="2413000"/>
          <p14:tracePt t="38764" x="5599113" y="2446338"/>
          <p14:tracePt t="38768" x="5573713" y="2471738"/>
          <p14:tracePt t="38780" x="5491163" y="2528888"/>
          <p14:tracePt t="38784" x="5432425" y="2546350"/>
          <p14:tracePt t="38798" x="5373688" y="2570163"/>
          <p14:tracePt t="38801" x="5291138" y="2611438"/>
          <p14:tracePt t="38814" x="5192713" y="2654300"/>
          <p14:tracePt t="38817" x="5067300" y="2695575"/>
          <p14:tracePt t="38831" x="4943475" y="2719388"/>
          <p14:tracePt t="38834" x="4794250" y="2752725"/>
          <p14:tracePt t="38847" x="4752975" y="2760663"/>
          <p14:tracePt t="38850" x="4619625" y="2778125"/>
          <p14:tracePt t="38864" x="4552950" y="2794000"/>
          <p14:tracePt t="38865" x="4470400" y="2794000"/>
          <p14:tracePt t="38873" x="4429125" y="2794000"/>
          <p14:tracePt t="38881" x="4395788" y="2794000"/>
          <p14:tracePt t="38889" x="4370388" y="2794000"/>
          <p14:tracePt t="38905" x="4354513" y="2794000"/>
          <p14:tracePt t="38914" x="4346575" y="2794000"/>
          <p14:tracePt t="38921" x="4329113" y="2794000"/>
          <p14:tracePt t="38931" x="4305300" y="2794000"/>
          <p14:tracePt t="38937" x="4287838" y="2794000"/>
          <p14:tracePt t="38947" x="4262438" y="2794000"/>
          <p14:tracePt t="38954" x="4187825" y="2794000"/>
          <p14:tracePt t="38964" x="4130675" y="2794000"/>
          <p14:tracePt t="38970" x="4038600" y="2794000"/>
          <p14:tracePt t="38981" x="3940175" y="2794000"/>
          <p14:tracePt t="38986" x="3856038" y="2794000"/>
          <p14:tracePt t="39000" x="3732213" y="2794000"/>
          <p14:tracePt t="39005" x="3598863" y="2794000"/>
          <p14:tracePt t="39014" x="3475038" y="2794000"/>
          <p14:tracePt t="39018" x="3325813" y="2794000"/>
          <p14:tracePt t="39031" x="3143250" y="2778125"/>
          <p14:tracePt t="39034" x="2986088" y="2752725"/>
          <p14:tracePt t="39048" x="2944813" y="2736850"/>
          <p14:tracePt t="39051" x="2819400" y="2711450"/>
          <p14:tracePt t="39064" x="2720975" y="2678113"/>
          <p14:tracePt t="39067" x="2654300" y="2654300"/>
          <p14:tracePt t="39081" x="2595563" y="2628900"/>
          <p14:tracePt t="39084" x="2571750" y="2595563"/>
          <p14:tracePt t="39097" x="2538413" y="2570163"/>
          <p14:tracePt t="39100" x="2513013" y="2546350"/>
          <p14:tracePt t="39113" x="2497138" y="2495550"/>
          <p14:tracePt t="39116" x="2497138" y="2487613"/>
          <p14:tracePt t="39130" x="2497138" y="2446338"/>
          <p14:tracePt t="39131" x="2497138" y="2405063"/>
          <p14:tracePt t="39139" x="2497138" y="2371725"/>
          <p14:tracePt t="39147" x="2497138" y="2330450"/>
          <p14:tracePt t="39155" x="2497138" y="2305050"/>
          <p14:tracePt t="39164" x="2497138" y="2263775"/>
          <p14:tracePt t="39171" x="2497138" y="2230438"/>
          <p14:tracePt t="39180" x="2497138" y="2206625"/>
          <p14:tracePt t="39188" x="2513013" y="2163763"/>
          <p14:tracePt t="39197" x="2538413" y="2139950"/>
          <p14:tracePt t="39204" x="2554288" y="2122488"/>
          <p14:tracePt t="39214" x="2587625" y="2106613"/>
          <p14:tracePt t="39220" x="2595563" y="2098675"/>
          <p14:tracePt t="39231" x="2613025" y="2081213"/>
          <p14:tracePt t="39236" x="2654300" y="2065338"/>
          <p14:tracePt t="39247" x="2720975" y="2039938"/>
          <p14:tracePt t="39252" x="2795588" y="2039938"/>
          <p14:tracePt t="39264" x="2919413" y="2039938"/>
          <p14:tracePt t="39268" x="3184525" y="2014538"/>
          <p14:tracePt t="39281" x="3433763" y="1998663"/>
          <p14:tracePt t="39284" x="3781425" y="1998663"/>
          <p14:tracePt t="39297" x="3963988" y="1998663"/>
          <p14:tracePt t="39301" x="4271963" y="1998663"/>
          <p14:tracePt t="39313" x="4578350" y="1998663"/>
          <p14:tracePt t="39317" x="4835525" y="1998663"/>
          <p14:tracePt t="39331" x="5059363" y="2024063"/>
          <p14:tracePt t="39334" x="5275263" y="2098675"/>
          <p14:tracePt t="39347" x="5324475" y="2106613"/>
          <p14:tracePt t="39350" x="5448300" y="2147888"/>
          <p14:tracePt t="39364" x="5540375" y="2189163"/>
          <p14:tracePt t="39366" x="5630863" y="2247900"/>
          <p14:tracePt t="39380" x="5673725" y="2289175"/>
          <p14:tracePt t="39381" x="5715000" y="2330450"/>
          <p14:tracePt t="39389" x="5722938" y="2346325"/>
          <p14:tracePt t="39398" x="5738813" y="2387600"/>
          <p14:tracePt t="39406" x="5756275" y="2405063"/>
          <p14:tracePt t="39414" x="5756275" y="2430463"/>
          <p14:tracePt t="39422" x="5756275" y="2454275"/>
          <p14:tracePt t="39431" x="5756275" y="2471738"/>
          <p14:tracePt t="39438" x="5756275" y="2495550"/>
          <p14:tracePt t="39447" x="5756275" y="2513013"/>
          <p14:tracePt t="39454" x="5738813" y="2528888"/>
          <p14:tracePt t="39464" x="5697538" y="2570163"/>
          <p14:tracePt t="39470" x="5640388" y="2595563"/>
          <p14:tracePt t="39481" x="5540375" y="2636838"/>
          <p14:tracePt t="39486" x="5448300" y="2678113"/>
          <p14:tracePt t="39497" x="5332413" y="2711450"/>
          <p14:tracePt t="39503" x="5183188" y="2736850"/>
          <p14:tracePt t="39514" x="4984750" y="2760663"/>
          <p14:tracePt t="39519" x="4776788" y="2778125"/>
          <p14:tracePt t="39531" x="4552950" y="2811463"/>
          <p14:tracePt t="39535" x="4329113" y="2811463"/>
          <p14:tracePt t="39547" x="4146550" y="2811463"/>
          <p14:tracePt t="39551" x="3997325" y="2811463"/>
          <p14:tracePt t="39564" x="3840163" y="2811463"/>
          <p14:tracePt t="39567" x="3781425" y="2778125"/>
          <p14:tracePt t="39581" x="3632200" y="2711450"/>
          <p14:tracePt t="39583" x="3590925" y="2678113"/>
          <p14:tracePt t="39597" x="3533775" y="2611438"/>
          <p14:tracePt t="39600" x="3467100" y="2570163"/>
          <p14:tracePt t="39614" x="3433763" y="2528888"/>
          <p14:tracePt t="39617" x="3375025" y="2454275"/>
          <p14:tracePt t="39630" x="3367088" y="2405063"/>
          <p14:tracePt t="39633" x="3333750" y="2363788"/>
          <p14:tracePt t="39647" x="3309938" y="2322513"/>
          <p14:tracePt t="39649" x="3292475" y="2263775"/>
          <p14:tracePt t="39664" x="3267075" y="2206625"/>
          <p14:tracePt t="39665" x="3251200" y="2147888"/>
          <p14:tracePt t="39672" x="3251200" y="2106613"/>
          <p14:tracePt t="39680" x="3251200" y="2065338"/>
          <p14:tracePt t="39688" x="3251200" y="2024063"/>
          <p14:tracePt t="39697" x="3251200" y="1998663"/>
          <p14:tracePt t="39704" x="3251200" y="1965325"/>
          <p14:tracePt t="39714" x="3251200" y="1957388"/>
          <p14:tracePt t="39730" x="3251200" y="1939925"/>
          <p14:tracePt t="39736" x="3251200" y="1924050"/>
          <p14:tracePt t="39745" x="3267075" y="1924050"/>
          <p14:tracePt t="39753" x="3284538" y="1924050"/>
          <p14:tracePt t="39761" x="3292475" y="1924050"/>
          <p14:tracePt t="39769" x="3309938" y="1924050"/>
          <p14:tracePt t="39777" x="3333750" y="1924050"/>
          <p14:tracePt t="39785" x="3392488" y="1924050"/>
          <p14:tracePt t="39793" x="3467100" y="1924050"/>
          <p14:tracePt t="39801" x="3557588" y="1924050"/>
          <p14:tracePt t="39809" x="3814763" y="1924050"/>
          <p14:tracePt t="39817" x="4038600" y="1924050"/>
          <p14:tracePt t="39825" x="4187825" y="1924050"/>
          <p14:tracePt t="39833" x="4454525" y="1924050"/>
          <p14:tracePt t="39841" x="4702175" y="1924050"/>
          <p14:tracePt t="39850" x="4967288" y="1965325"/>
          <p14:tracePt t="39858" x="5192713" y="2024063"/>
          <p14:tracePt t="39866" x="5373688" y="2081213"/>
          <p14:tracePt t="39874" x="5448300" y="2106613"/>
          <p14:tracePt t="39882" x="5573713" y="2147888"/>
          <p14:tracePt t="39890" x="5697538" y="2206625"/>
          <p14:tracePt t="39898" x="5780088" y="2263775"/>
          <p14:tracePt t="39906" x="5822950" y="2289175"/>
          <p14:tracePt t="39914" x="5854700" y="2322513"/>
          <p14:tracePt t="39922" x="5880100" y="2346325"/>
          <p14:tracePt t="39931" x="5897563" y="2363788"/>
          <p14:tracePt t="39938" x="5905500" y="2371725"/>
          <p14:tracePt t="39947" x="5905500" y="2387600"/>
          <p14:tracePt t="39954" x="5905500" y="2413000"/>
          <p14:tracePt t="39964" x="5905500" y="2430463"/>
          <p14:tracePt t="39971" x="5905500" y="2446338"/>
          <p14:tracePt t="39981" x="5905500" y="2471738"/>
          <p14:tracePt t="39987" x="5897563" y="2487613"/>
          <p14:tracePt t="40003" x="5854700" y="2513013"/>
          <p14:tracePt t="40004" x="5805488" y="2554288"/>
          <p14:tracePt t="40011" x="5722938" y="2611438"/>
          <p14:tracePt t="40019" x="5630863" y="2654300"/>
          <p14:tracePt t="40027" x="5499100" y="2695575"/>
          <p14:tracePt t="40036" x="5373688" y="2719388"/>
          <p14:tracePt t="40043" x="5267325" y="2752725"/>
          <p14:tracePt t="40052" x="5067300" y="2794000"/>
          <p14:tracePt t="40060" x="4918075" y="2819400"/>
          <p14:tracePt t="40068" x="4702175" y="2852738"/>
          <p14:tracePt t="40076" x="4511675" y="2860675"/>
          <p14:tracePt t="40084" x="4305300" y="2878138"/>
          <p14:tracePt t="40092" x="4105275" y="2901950"/>
          <p14:tracePt t="40100" x="3922713" y="2901950"/>
          <p14:tracePt t="40108" x="3740150" y="2901950"/>
          <p14:tracePt t="40116" x="3590925" y="2901950"/>
          <p14:tracePt t="40124" x="3433763" y="2901950"/>
          <p14:tracePt t="40132" x="3309938" y="2901950"/>
          <p14:tracePt t="40140" x="3267075" y="2901950"/>
          <p14:tracePt t="40148" x="3168650" y="2901950"/>
          <p14:tracePt t="40156" x="3068638" y="2894013"/>
          <p14:tracePt t="40164" x="3001963" y="2878138"/>
          <p14:tracePt t="40173" x="2935288" y="2860675"/>
          <p14:tracePt t="40181" x="2878138" y="2852738"/>
          <p14:tracePt t="40189" x="2836863" y="2852738"/>
          <p14:tracePt t="40198" x="2819400" y="2836863"/>
          <p14:tracePt t="40205" x="2795588" y="2819400"/>
          <p14:tracePt t="40221" x="2778125" y="2811463"/>
          <p14:tracePt t="40237" x="2778125" y="2778125"/>
          <p14:tracePt t="40633" x="2754313" y="2760663"/>
          <p14:tracePt t="40641" x="2711450" y="2760663"/>
          <p14:tracePt t="40649" x="2670175" y="2736850"/>
          <p14:tracePt t="40657" x="2628900" y="2711450"/>
          <p14:tracePt t="40665" x="2587625" y="2678113"/>
          <p14:tracePt t="40673" x="2538413" y="2670175"/>
          <p14:tracePt t="40681" x="2513013" y="2636838"/>
          <p14:tracePt t="40689" x="2497138" y="2611438"/>
          <p14:tracePt t="40698" x="2471738" y="2587625"/>
          <p14:tracePt t="40705" x="2446338" y="2554288"/>
          <p14:tracePt t="40714" x="2430463" y="2528888"/>
          <p14:tracePt t="40721" x="2405063" y="2495550"/>
          <p14:tracePt t="40731" x="2389188" y="2446338"/>
          <p14:tracePt t="40738" x="2371725" y="2405063"/>
          <p14:tracePt t="40747" x="2363788" y="2363788"/>
          <p14:tracePt t="40754" x="2363788" y="2322513"/>
          <p14:tracePt t="40764" x="2363788" y="2281238"/>
          <p14:tracePt t="40770" x="2363788" y="2247900"/>
          <p14:tracePt t="40778" x="2363788" y="2222500"/>
          <p14:tracePt t="40786" x="2363788" y="2206625"/>
          <p14:tracePt t="40794" x="2363788" y="2181225"/>
          <p14:tracePt t="40802" x="2363788" y="2163763"/>
          <p14:tracePt t="40810" x="2363788" y="2147888"/>
          <p14:tracePt t="40826" x="2371725" y="2139950"/>
          <p14:tracePt t="40835" x="2389188" y="2139950"/>
          <p14:tracePt t="40843" x="2405063" y="2122488"/>
          <p14:tracePt t="40859" x="2454275" y="2106613"/>
          <p14:tracePt t="40867" x="2513013" y="2098675"/>
          <p14:tracePt t="40875" x="2571750" y="2098675"/>
          <p14:tracePt t="40883" x="2636838" y="2081213"/>
          <p14:tracePt t="40891" x="2736850" y="2065338"/>
          <p14:tracePt t="40899" x="2860675" y="2065338"/>
          <p14:tracePt t="40907" x="2978150" y="2065338"/>
          <p14:tracePt t="40915" x="3101975" y="2065338"/>
          <p14:tracePt t="40924" x="3251200" y="2065338"/>
          <p14:tracePt t="40931" x="3408363" y="2065338"/>
          <p14:tracePt t="40939" x="3467100" y="2065338"/>
          <p14:tracePt t="40947" x="3557588" y="2065338"/>
          <p14:tracePt t="40955" x="3641725" y="2065338"/>
          <p14:tracePt t="40964" x="3840163" y="2065338"/>
          <p14:tracePt t="40972" x="3906838" y="2098675"/>
          <p14:tracePt t="40980" x="4005263" y="2139950"/>
          <p14:tracePt t="40988" x="4064000" y="2189163"/>
          <p14:tracePt t="40999" x="4146550" y="2247900"/>
          <p14:tracePt t="41004" x="4229100" y="2305050"/>
          <p14:tracePt t="41014" x="4287838" y="2346325"/>
          <p14:tracePt t="41020" x="4313238" y="2371725"/>
          <p14:tracePt t="41030" x="4387850" y="2446338"/>
          <p14:tracePt t="41036" x="4437063" y="2487613"/>
          <p14:tracePt t="41045" x="4486275" y="2528888"/>
          <p14:tracePt t="41053" x="4529138" y="2587625"/>
          <p14:tracePt t="41061" x="4570413" y="2628900"/>
          <p14:tracePt t="41069" x="4578350" y="2670175"/>
          <p14:tracePt t="41077" x="4594225" y="2695575"/>
          <p14:tracePt t="41085" x="4611688" y="2719388"/>
          <p14:tracePt t="41093" x="4611688" y="2736850"/>
          <p14:tracePt t="41101" x="4611688" y="2760663"/>
          <p14:tracePt t="41109" x="4611688" y="2778125"/>
          <p14:tracePt t="41117" x="4611688" y="2794000"/>
          <p14:tracePt t="41125" x="4611688" y="2819400"/>
          <p14:tracePt t="41133" x="4611688" y="2836863"/>
          <p14:tracePt t="41149" x="4578350" y="2852738"/>
          <p14:tracePt t="41158" x="4529138" y="2878138"/>
          <p14:tracePt t="41166" x="4486275" y="2894013"/>
          <p14:tracePt t="41174" x="4429125" y="2901950"/>
          <p14:tracePt t="41182" x="4305300" y="2943225"/>
          <p14:tracePt t="41190" x="4171950" y="2960688"/>
          <p14:tracePt t="41198" x="4064000" y="2976563"/>
          <p14:tracePt t="41206" x="3865563" y="2986088"/>
          <p14:tracePt t="41214" x="3690938" y="3017838"/>
          <p14:tracePt t="41222" x="3508375" y="3017838"/>
          <p14:tracePt t="41231" x="3325813" y="3017838"/>
          <p14:tracePt t="41238" x="3143250" y="3017838"/>
          <p14:tracePt t="41247" x="2986088" y="3017838"/>
          <p14:tracePt t="41254" x="2860675" y="2960688"/>
          <p14:tracePt t="41264" x="2736850" y="2919413"/>
          <p14:tracePt t="41270" x="2613025" y="2878138"/>
          <p14:tracePt t="41280" x="2528888" y="2819400"/>
          <p14:tracePt t="41287" x="2430463" y="2736850"/>
          <p14:tracePt t="41294" x="2363788" y="2695575"/>
          <p14:tracePt t="41303" x="2305050" y="2628900"/>
          <p14:tracePt t="41311" x="2263775" y="2587625"/>
          <p14:tracePt t="41319" x="2230438" y="2528888"/>
          <p14:tracePt t="41327" x="2189163" y="2454275"/>
          <p14:tracePt t="41335" x="2181225" y="2387600"/>
          <p14:tracePt t="41343" x="2147888" y="2330450"/>
          <p14:tracePt t="41351" x="2139950" y="2263775"/>
          <p14:tracePt t="41359" x="2139950" y="2206625"/>
          <p14:tracePt t="41367" x="2139950" y="2147888"/>
          <p14:tracePt t="41375" x="2139950" y="2098675"/>
          <p14:tracePt t="41384" x="2139950" y="2065338"/>
          <p14:tracePt t="41392" x="2139950" y="2024063"/>
          <p14:tracePt t="41400" x="2139950" y="1998663"/>
          <p14:tracePt t="41408" x="2147888" y="1957388"/>
          <p14:tracePt t="41416" x="2165350" y="1924050"/>
          <p14:tracePt t="41424" x="2181225" y="1916113"/>
          <p14:tracePt t="41432" x="2189163" y="1898650"/>
          <p14:tracePt t="41440" x="2206625" y="1882775"/>
          <p14:tracePt t="41448" x="2222500" y="1874838"/>
          <p14:tracePt t="41456" x="2222500" y="1857375"/>
          <p14:tracePt t="41464" x="2230438" y="1857375"/>
          <p14:tracePt t="41472" x="2247900" y="1857375"/>
          <p14:tracePt t="41481" x="2263775" y="1841500"/>
          <p14:tracePt t="41488" x="2273300" y="1831975"/>
          <p14:tracePt t="41497" x="2289175" y="1831975"/>
          <p14:tracePt t="41505" x="2305050" y="1816100"/>
          <p14:tracePt t="41514" x="2330450" y="1816100"/>
          <p14:tracePt t="41521" x="2371725" y="1800225"/>
          <p14:tracePt t="41531" x="2405063" y="1790700"/>
          <p14:tracePt t="41537" x="2471738" y="1774825"/>
          <p14:tracePt t="41547" x="2554288" y="1774825"/>
          <p14:tracePt t="41553" x="2636838" y="1774825"/>
          <p14:tracePt t="41564" x="2736850" y="1774825"/>
          <p14:tracePt t="41569" x="2860675" y="1774825"/>
          <p14:tracePt t="41580" x="2986088" y="1774825"/>
          <p14:tracePt t="41585" x="3109913" y="1774825"/>
          <p14:tracePt t="41597" x="3225800" y="1774825"/>
          <p14:tracePt t="41601" x="3325813" y="1774825"/>
          <p14:tracePt t="41614" x="3449638" y="1774825"/>
          <p14:tracePt t="41617" x="3549650" y="1790700"/>
          <p14:tracePt t="41631" x="3673475" y="1800225"/>
          <p14:tracePt t="41634" x="3781425" y="1831975"/>
          <p14:tracePt t="41647" x="3881438" y="1841500"/>
          <p14:tracePt t="41650" x="4005263" y="1874838"/>
          <p14:tracePt t="41664" x="4048125" y="1882775"/>
          <p14:tracePt t="41666" x="4130675" y="1916113"/>
          <p14:tracePt t="41680" x="4287838" y="1965325"/>
          <p14:tracePt t="41683" x="4387850" y="2014538"/>
          <p14:tracePt t="41697" x="4470400" y="2065338"/>
          <p14:tracePt t="41699" x="4537075" y="2098675"/>
          <p14:tracePt t="41713" x="4619625" y="2147888"/>
          <p14:tracePt t="41714" x="4694238" y="2206625"/>
          <p14:tracePt t="41722" x="4702175" y="2230438"/>
          <p14:tracePt t="41731" x="4776788" y="2281238"/>
          <p14:tracePt t="41739" x="4843463" y="2346325"/>
          <p14:tracePt t="41747" x="4884738" y="2387600"/>
          <p14:tracePt t="41755" x="4918075" y="2446338"/>
          <p14:tracePt t="41764" x="4943475" y="2487613"/>
          <p14:tracePt t="41771" x="4967288" y="2513013"/>
          <p14:tracePt t="41780" x="4984750" y="2554288"/>
          <p14:tracePt t="41787" x="4984750" y="2595563"/>
          <p14:tracePt t="41797" x="5000625" y="2628900"/>
          <p14:tracePt t="41803" x="5018088" y="2654300"/>
          <p14:tracePt t="41813" x="5018088" y="2670175"/>
          <p14:tracePt t="41819" x="5018088" y="2711450"/>
          <p14:tracePt t="41830" x="5018088" y="2736850"/>
          <p14:tracePt t="41836" x="5000625" y="2752725"/>
          <p14:tracePt t="41847" x="4943475" y="2811463"/>
          <p14:tracePt t="41852" x="4902200" y="2836863"/>
          <p14:tracePt t="41864" x="4843463" y="2852738"/>
          <p14:tracePt t="41868" x="4802188" y="2878138"/>
          <p14:tracePt t="41880" x="4719638" y="2901950"/>
          <p14:tracePt t="41884" x="4678363" y="2901950"/>
          <p14:tracePt t="41897" x="4529138" y="2943225"/>
          <p14:tracePt t="41900" x="4454525" y="2960688"/>
          <p14:tracePt t="41913" x="4354513" y="2976563"/>
          <p14:tracePt t="41916" x="4262438" y="2986088"/>
          <p14:tracePt t="41930" x="4164013" y="2986088"/>
          <p14:tracePt t="41933" x="4038600" y="2986088"/>
          <p14:tracePt t="41947" x="3922713" y="2986088"/>
          <p14:tracePt t="41949" x="3798888" y="2986088"/>
          <p14:tracePt t="41964" x="3673475" y="2986088"/>
          <p14:tracePt t="41965" x="3549650" y="2986088"/>
          <p14:tracePt t="41973" x="3467100" y="2976563"/>
          <p14:tracePt t="41981" x="3333750" y="2943225"/>
          <p14:tracePt t="41989" x="3209925" y="2919413"/>
          <p14:tracePt t="42000" x="3109913" y="2878138"/>
          <p14:tracePt t="42006" x="2986088" y="2836863"/>
          <p14:tracePt t="42014" x="2894013" y="2760663"/>
          <p14:tracePt t="42021" x="2852738" y="2752725"/>
          <p14:tracePt t="42031" x="2762250" y="2695575"/>
          <p14:tracePt t="42037" x="2711450" y="2654300"/>
          <p14:tracePt t="42047" x="2654300" y="2595563"/>
          <p14:tracePt t="42054" x="2613025" y="2554288"/>
          <p14:tracePt t="42064" x="2571750" y="2495550"/>
          <p14:tracePt t="42070" x="2554288" y="2471738"/>
          <p14:tracePt t="42080" x="2528888" y="2413000"/>
          <p14:tracePt t="42086" x="2528888" y="2363788"/>
          <p14:tracePt t="42097" x="2513013" y="2330450"/>
          <p14:tracePt t="42102" x="2497138" y="2281238"/>
          <p14:tracePt t="42114" x="2497138" y="2230438"/>
          <p14:tracePt t="42118" x="2497138" y="2206625"/>
          <p14:tracePt t="42131" x="2497138" y="2181225"/>
          <p14:tracePt t="42134" x="2497138" y="2147888"/>
          <p14:tracePt t="42147" x="2497138" y="2139950"/>
          <p14:tracePt t="42151" x="2497138" y="2106613"/>
          <p14:tracePt t="42164" x="2497138" y="2098675"/>
          <p14:tracePt t="42167" x="2497138" y="2081213"/>
          <p14:tracePt t="42180" x="2513013" y="2065338"/>
          <p14:tracePt t="42184" x="2528888" y="2055813"/>
          <p14:tracePt t="42197" x="2538413" y="2039938"/>
          <p14:tracePt t="42200" x="2571750" y="2024063"/>
          <p14:tracePt t="42214" x="2613025" y="1998663"/>
          <p14:tracePt t="42217" x="2654300" y="1965325"/>
          <p14:tracePt t="42231" x="2695575" y="1939925"/>
          <p14:tracePt t="42232" x="2754313" y="1916113"/>
          <p14:tracePt t="42240" x="2795588" y="1898650"/>
          <p14:tracePt t="42247" x="2919413" y="1857375"/>
          <p14:tracePt t="42255" x="2944813" y="1857375"/>
          <p14:tracePt t="42264" x="3019425" y="1831975"/>
          <p14:tracePt t="42271" x="3101975" y="1816100"/>
          <p14:tracePt t="42280" x="3168650" y="1800225"/>
          <p14:tracePt t="42288" x="3243263" y="1800225"/>
          <p14:tracePt t="42298" x="3333750" y="1800225"/>
          <p14:tracePt t="42304" x="3467100" y="1800225"/>
          <p14:tracePt t="42314" x="3533775" y="1800225"/>
          <p14:tracePt t="42320" x="3598863" y="1800225"/>
          <p14:tracePt t="42331" x="3673475" y="1800225"/>
          <p14:tracePt t="42336" x="3716338" y="1816100"/>
          <p14:tracePt t="42347" x="3781425" y="1831975"/>
          <p14:tracePt t="42352" x="3856038" y="1874838"/>
          <p14:tracePt t="42364" x="3906838" y="1898650"/>
          <p14:tracePt t="42368" x="3963988" y="1939925"/>
          <p14:tracePt t="42380" x="4022725" y="1965325"/>
          <p14:tracePt t="42385" x="4064000" y="2014538"/>
          <p14:tracePt t="42398" x="4105275" y="2039938"/>
          <p14:tracePt t="42401" x="4146550" y="2081213"/>
          <p14:tracePt t="42414" x="4187825" y="2122488"/>
          <p14:tracePt t="42417" x="4262438" y="2206625"/>
          <p14:tracePt t="42430" x="4305300" y="2263775"/>
          <p14:tracePt t="42433" x="4354513" y="2346325"/>
          <p14:tracePt t="42447" x="4429125" y="2430463"/>
          <p14:tracePt t="42450" x="4486275" y="2546350"/>
          <p14:tracePt t="42464" x="4552950" y="2654300"/>
          <p14:tracePt t="42467" x="4611688" y="2752725"/>
          <p14:tracePt t="42480" x="4635500" y="2811463"/>
          <p14:tracePt t="42481" x="4694238" y="2919413"/>
          <p14:tracePt t="42489" x="4735513" y="2986088"/>
          <p14:tracePt t="42498" x="4752975" y="3043238"/>
          <p14:tracePt t="42506" x="4776788" y="3084513"/>
          <p14:tracePt t="42514" x="4794250" y="3125788"/>
          <p14:tracePt t="42522" x="4794250" y="3159125"/>
          <p14:tracePt t="42530" x="4802188" y="3159125"/>
          <p14:tracePt t="42538" x="4802188" y="3167063"/>
          <p14:tracePt t="42547" x="4802188" y="3184525"/>
          <p14:tracePt t="42579" x="4802188" y="3200400"/>
          <p14:tracePt t="42611" x="4802188" y="3209925"/>
          <p14:tracePt t="42627" x="4794250" y="3209925"/>
          <p14:tracePt t="42643" x="4776788" y="3209925"/>
          <p14:tracePt t="42651" x="4776788" y="3225800"/>
          <p14:tracePt t="42659" x="4760913" y="3225800"/>
          <p14:tracePt t="42683" x="4752975" y="3225800"/>
          <p14:tracePt t="42707" x="4735513" y="3225800"/>
          <p14:tracePt t="42732" x="4719638" y="3225800"/>
          <p14:tracePt t="42772" x="4702175" y="3225800"/>
          <p14:tracePt t="42780" x="4694238" y="3225800"/>
          <p14:tracePt t="42797" x="4660900" y="3225800"/>
          <p14:tracePt t="42804" x="4619625" y="3225800"/>
          <p14:tracePt t="42814" x="4578350" y="3225800"/>
          <p14:tracePt t="42820" x="4495800" y="3225800"/>
          <p14:tracePt t="42830" x="4411663" y="3241675"/>
          <p14:tracePt t="42837" x="4287838" y="3251200"/>
          <p14:tracePt t="42846" x="4130675" y="3284538"/>
          <p14:tracePt t="42853" x="3956050" y="3292475"/>
          <p14:tracePt t="42861" x="3757613" y="3308350"/>
          <p14:tracePt t="42869" x="3549650" y="3341688"/>
          <p14:tracePt t="42877" x="3325813" y="3349625"/>
          <p14:tracePt t="42885" x="3143250" y="3367088"/>
          <p14:tracePt t="42893" x="2919413" y="3390900"/>
          <p14:tracePt t="42901" x="2695575" y="3408363"/>
          <p14:tracePt t="42910" x="2513013" y="3408363"/>
          <p14:tracePt t="42917" x="2363788" y="3408363"/>
          <p14:tracePt t="42925" x="2289175" y="3408363"/>
          <p14:tracePt t="42934" x="2189163" y="3408363"/>
          <p14:tracePt t="42942" x="2098675" y="3408363"/>
          <p14:tracePt t="42950" x="1998663" y="3408363"/>
          <p14:tracePt t="42958" x="1941513" y="3408363"/>
          <p14:tracePt t="42966" x="1916113" y="3408363"/>
          <p14:tracePt t="42974" x="1874838" y="3408363"/>
          <p14:tracePt t="42982" x="1857375" y="3408363"/>
          <p14:tracePt t="42990" x="1833563" y="3408363"/>
          <p14:tracePt t="43002" x="1816100" y="3408363"/>
          <p14:tracePt t="43014" x="1800225" y="3408363"/>
          <p14:tracePt t="43022" x="1800225" y="3424238"/>
          <p14:tracePt t="43031" x="1790700" y="3424238"/>
          <p14:tracePt t="43127" x="1800225" y="3424238"/>
          <p14:tracePt t="43135" x="1800225" y="3408363"/>
          <p14:tracePt t="43160" x="1816100" y="3408363"/>
          <p14:tracePt t="43184" x="1833563" y="3408363"/>
          <p14:tracePt t="43208" x="1841500" y="3390900"/>
          <p14:tracePt t="43216" x="1874838" y="3390900"/>
          <p14:tracePt t="43224" x="1898650" y="3390900"/>
          <p14:tracePt t="43233" x="1957388" y="3390900"/>
          <p14:tracePt t="43240" x="2006600" y="3390900"/>
          <p14:tracePt t="43249" x="2106613" y="3390900"/>
          <p14:tracePt t="43257" x="2181225" y="3390900"/>
          <p14:tracePt t="43265" x="2230438" y="3390900"/>
          <p14:tracePt t="43273" x="2330450" y="3408363"/>
          <p14:tracePt t="43281" x="2405063" y="3424238"/>
          <p14:tracePt t="43289" x="2471738" y="3433763"/>
          <p14:tracePt t="43297" x="2528888" y="3449638"/>
          <p14:tracePt t="43305" x="2587625" y="3449638"/>
          <p14:tracePt t="43314" x="2628900" y="3467100"/>
          <p14:tracePt t="43321" x="2654300" y="3475038"/>
          <p14:tracePt t="43330" x="2679700" y="3475038"/>
          <p14:tracePt t="43337" x="2695575" y="3475038"/>
          <p14:tracePt t="43347" x="2711450" y="3475038"/>
          <p14:tracePt t="43353" x="2711450" y="3490913"/>
          <p14:tracePt t="43361" x="2720975" y="3490913"/>
          <p14:tracePt t="43434" x="2720975" y="3508375"/>
          <p14:tracePt t="43459" x="2711450" y="3508375"/>
          <p14:tracePt t="43466" x="2695575" y="3516313"/>
          <p14:tracePt t="43474" x="2679700" y="3516313"/>
          <p14:tracePt t="43483" x="2670175" y="3516313"/>
          <p14:tracePt t="43491" x="2654300" y="3516313"/>
          <p14:tracePt t="43499" x="2628900" y="3532188"/>
          <p14:tracePt t="43507" x="2595563" y="3532188"/>
          <p14:tracePt t="43515" x="2554288" y="3532188"/>
          <p14:tracePt t="43523" x="2513013" y="3532188"/>
          <p14:tracePt t="43531" x="2430463" y="3549650"/>
          <p14:tracePt t="43539" x="2347913" y="3565525"/>
          <p14:tracePt t="43547" x="2273300" y="3565525"/>
          <p14:tracePt t="43555" x="2181225" y="3565525"/>
          <p14:tracePt t="43564" x="2147888" y="3565525"/>
          <p14:tracePt t="43571" x="2065338" y="3573463"/>
          <p14:tracePt t="43581" x="1924050" y="3573463"/>
          <p14:tracePt t="43588" x="1882775" y="3573463"/>
          <p14:tracePt t="43598" x="1790700" y="3573463"/>
          <p14:tracePt t="43604" x="1716088" y="3573463"/>
          <p14:tracePt t="43614" x="1651000" y="3573463"/>
          <p14:tracePt t="43620" x="1566863" y="3573463"/>
          <p14:tracePt t="43630" x="1525588" y="3573463"/>
          <p14:tracePt t="43636" x="1468438" y="3573463"/>
          <p14:tracePt t="43647" x="1427163" y="3573463"/>
          <p14:tracePt t="43652" x="1393825" y="3573463"/>
          <p14:tracePt t="43664" x="1368425" y="3573463"/>
          <p14:tracePt t="43668" x="1352550" y="3573463"/>
          <p14:tracePt t="43717" x="1352550" y="3565525"/>
          <p14:tracePt t="43741" x="1368425" y="3565525"/>
          <p14:tracePt t="43749" x="1393825" y="3565525"/>
          <p14:tracePt t="43757" x="1409700" y="3549650"/>
          <p14:tracePt t="43765" x="1468438" y="3549650"/>
          <p14:tracePt t="43773" x="1509713" y="3549650"/>
          <p14:tracePt t="43781" x="1535113" y="3532188"/>
          <p14:tracePt t="43789" x="1633538" y="3532188"/>
          <p14:tracePt t="43797" x="1716088" y="3532188"/>
          <p14:tracePt t="43806" x="1800225" y="3532188"/>
          <p14:tracePt t="43814" x="1898650" y="3516313"/>
          <p14:tracePt t="43822" x="1998663" y="3516313"/>
          <p14:tracePt t="43831" x="2122488" y="3516313"/>
          <p14:tracePt t="43838" x="2222500" y="3516313"/>
          <p14:tracePt t="43847" x="2273300" y="3516313"/>
          <p14:tracePt t="43854" x="2454275" y="3516313"/>
          <p14:tracePt t="43864" x="2513013" y="3516313"/>
          <p14:tracePt t="43870" x="2587625" y="3516313"/>
          <p14:tracePt t="43878" x="2654300" y="3516313"/>
          <p14:tracePt t="43886" x="2720975" y="3516313"/>
          <p14:tracePt t="43894" x="2795588" y="3516313"/>
          <p14:tracePt t="43903" x="2836863" y="3516313"/>
          <p14:tracePt t="43911" x="2894013" y="3516313"/>
          <p14:tracePt t="43919" x="2903538" y="3516313"/>
          <p14:tracePt t="43927" x="2944813" y="3516313"/>
          <p14:tracePt t="43935" x="2978150" y="3516313"/>
          <p14:tracePt t="43951" x="2986088" y="3516313"/>
          <p14:tracePt t="43959" x="3001963" y="3516313"/>
          <p14:tracePt t="44056" x="2978150" y="3516313"/>
          <p14:tracePt t="44064" x="2960688" y="3516313"/>
          <p14:tracePt t="44072" x="2935288" y="3516313"/>
          <p14:tracePt t="44081" x="2903538" y="3516313"/>
          <p14:tracePt t="44088" x="2860675" y="3516313"/>
          <p14:tracePt t="44097" x="2819400" y="3516313"/>
          <p14:tracePt t="44104" x="2778125" y="3516313"/>
          <p14:tracePt t="44114" x="2720975" y="3516313"/>
          <p14:tracePt t="44120" x="2679700" y="3516313"/>
          <p14:tracePt t="44130" x="2628900" y="3516313"/>
          <p14:tracePt t="44136" x="2587625" y="3516313"/>
          <p14:tracePt t="44144" x="2538413" y="3516313"/>
          <p14:tracePt t="44153" x="2513013" y="3516313"/>
          <p14:tracePt t="44161" x="2471738" y="3516313"/>
          <p14:tracePt t="44169" x="2446338" y="3516313"/>
          <p14:tracePt t="44177" x="2430463" y="3516313"/>
          <p14:tracePt t="44185" x="2405063" y="3516313"/>
          <p14:tracePt t="44193" x="2389188" y="3516313"/>
          <p14:tracePt t="44201" x="2363788" y="3508375"/>
          <p14:tracePt t="44209" x="2330450" y="3508375"/>
          <p14:tracePt t="44217" x="2330450" y="3490913"/>
          <p14:tracePt t="44225" x="2305050" y="3490913"/>
          <p14:tracePt t="44234" x="2289175" y="3475038"/>
          <p14:tracePt t="44242" x="2263775" y="3475038"/>
          <p14:tracePt t="44258" x="2247900" y="3475038"/>
          <p14:tracePt t="44266" x="2230438" y="3467100"/>
          <p14:tracePt t="44274" x="2222500" y="3467100"/>
          <p14:tracePt t="44282" x="2206625" y="3467100"/>
          <p14:tracePt t="44290" x="2189163" y="3467100"/>
          <p14:tracePt t="44298" x="2181225" y="3467100"/>
          <p14:tracePt t="44306" x="2147888" y="3467100"/>
          <p14:tracePt t="44314" x="2139950" y="3467100"/>
          <p14:tracePt t="44322" x="2106613" y="3467100"/>
          <p14:tracePt t="44330" x="2081213" y="3467100"/>
          <p14:tracePt t="44338" x="2057400" y="3467100"/>
          <p14:tracePt t="44347" x="2024063" y="3467100"/>
          <p14:tracePt t="44354" x="1965325" y="3467100"/>
          <p14:tracePt t="44364" x="1941513" y="3467100"/>
          <p14:tracePt t="44371" x="1882775" y="3467100"/>
          <p14:tracePt t="44381" x="1833563" y="3467100"/>
          <p14:tracePt t="44387" x="1800225" y="3467100"/>
          <p14:tracePt t="44396" x="1741488" y="3467100"/>
          <p14:tracePt t="44403" x="1700213" y="3467100"/>
          <p14:tracePt t="44411" x="1658938" y="3467100"/>
          <p14:tracePt t="44419" x="1617663" y="3467100"/>
          <p14:tracePt t="44427" x="1566863" y="3467100"/>
          <p14:tracePt t="44435" x="1535113" y="3467100"/>
          <p14:tracePt t="44443" x="1492250" y="3467100"/>
          <p14:tracePt t="44451" x="1450975" y="3467100"/>
          <p14:tracePt t="44459" x="1435100" y="3467100"/>
          <p14:tracePt t="44468" x="1393825" y="3467100"/>
          <p14:tracePt t="44476" x="1384300" y="3467100"/>
          <p14:tracePt t="44484" x="1368425" y="3467100"/>
          <p14:tracePt t="44492" x="1352550" y="3467100"/>
          <p14:tracePt t="44500" x="1343025" y="3467100"/>
          <p14:tracePt t="44589" x="1352550" y="3449638"/>
          <p14:tracePt t="44597" x="1368425" y="3449638"/>
          <p14:tracePt t="44605" x="1384300" y="3449638"/>
          <p14:tracePt t="44615" x="1409700" y="3433763"/>
          <p14:tracePt t="44621" x="1468438" y="3433763"/>
          <p14:tracePt t="44631" x="1525588" y="3433763"/>
          <p14:tracePt t="44637" x="1592263" y="3433763"/>
          <p14:tracePt t="44647" x="1692275" y="3433763"/>
          <p14:tracePt t="44654" x="1800225" y="3433763"/>
          <p14:tracePt t="44661" x="1957388" y="3433763"/>
          <p14:tracePt t="44669" x="2106613" y="3433763"/>
          <p14:tracePt t="44678" x="2263775" y="3433763"/>
          <p14:tracePt t="44686" x="2413000" y="3433763"/>
          <p14:tracePt t="44694" x="2571750" y="3433763"/>
          <p14:tracePt t="44702" x="2695575" y="3433763"/>
          <p14:tracePt t="44710" x="2803525" y="3433763"/>
          <p14:tracePt t="44718" x="2960688" y="3433763"/>
          <p14:tracePt t="44726" x="3060700" y="3433763"/>
          <p14:tracePt t="44734" x="3184525" y="3433763"/>
          <p14:tracePt t="44742" x="3284538" y="3433763"/>
          <p14:tracePt t="44750" x="3325813" y="3433763"/>
          <p14:tracePt t="44758" x="3425825" y="3433763"/>
          <p14:tracePt t="44766" x="3508375" y="3433763"/>
          <p14:tracePt t="44774" x="3575050" y="3433763"/>
          <p14:tracePt t="44782" x="3632200" y="3433763"/>
          <p14:tracePt t="44791" x="3698875" y="3433763"/>
          <p14:tracePt t="44799" x="3732213" y="3433763"/>
          <p14:tracePt t="44807" x="3781425" y="3433763"/>
          <p14:tracePt t="44815" x="3822700" y="3433763"/>
          <p14:tracePt t="44823" x="3865563" y="3433763"/>
          <p14:tracePt t="44831" x="3906838" y="3433763"/>
          <p14:tracePt t="44839" x="3956050" y="3433763"/>
          <p14:tracePt t="44847" x="3981450" y="3433763"/>
          <p14:tracePt t="44855" x="4022725" y="3433763"/>
          <p14:tracePt t="44864" x="4048125" y="3433763"/>
          <p14:tracePt t="44871" x="4089400" y="3433763"/>
          <p14:tracePt t="44881" x="4130675" y="3433763"/>
          <p14:tracePt t="44887" x="4164013" y="3433763"/>
          <p14:tracePt t="44897" x="4187825" y="3433763"/>
          <p14:tracePt t="44904" x="4221163" y="3433763"/>
          <p14:tracePt t="44914" x="4271963" y="3433763"/>
          <p14:tracePt t="44920" x="4346575" y="3433763"/>
          <p14:tracePt t="44931" x="4395788" y="3433763"/>
          <p14:tracePt t="44936" x="4470400" y="3433763"/>
          <p14:tracePt t="44947" x="4570413" y="3449638"/>
          <p14:tracePt t="44952" x="4660900" y="3449638"/>
          <p14:tracePt t="44964" x="4794250" y="3475038"/>
          <p14:tracePt t="44968" x="4918075" y="3490913"/>
          <p14:tracePt t="44981" x="5026025" y="3508375"/>
          <p14:tracePt t="44984" x="5126038" y="3516313"/>
          <p14:tracePt t="44999" x="5183188" y="3516313"/>
          <p14:tracePt t="45005" x="5275263" y="3516313"/>
          <p14:tracePt t="45014" x="5373688" y="3532188"/>
          <p14:tracePt t="45017" x="5448300" y="3549650"/>
          <p14:tracePt t="45030" x="5514975" y="3565525"/>
          <p14:tracePt t="45033" x="5589588" y="3573463"/>
          <p14:tracePt t="45047" x="5640388" y="3590925"/>
          <p14:tracePt t="45050" x="5697538" y="3590925"/>
          <p14:tracePt t="45063" x="5722938" y="3590925"/>
          <p14:tracePt t="45066" x="5764213" y="3590925"/>
          <p14:tracePt t="45080" x="5797550" y="3590925"/>
          <p14:tracePt t="45081" x="5805488" y="3590925"/>
          <p14:tracePt t="45089" x="5822950" y="3590925"/>
          <p14:tracePt t="45097" x="5838825" y="3590925"/>
          <p14:tracePt t="45114" x="5854700" y="3590925"/>
          <p14:tracePt t="45130" x="5864225" y="3590925"/>
          <p14:tracePt t="45194" x="5822950" y="3590925"/>
          <p14:tracePt t="45202" x="5764213" y="3590925"/>
          <p14:tracePt t="45210" x="5697538" y="3590925"/>
          <p14:tracePt t="45219" x="5630863" y="3573463"/>
          <p14:tracePt t="45226" x="5499100" y="3565525"/>
          <p14:tracePt t="45247" x="5267325" y="3508375"/>
          <p14:tracePt t="45251" x="5108575" y="3490913"/>
          <p14:tracePt t="45264" x="4926013" y="3475038"/>
          <p14:tracePt t="45267" x="4735513" y="3449638"/>
          <p14:tracePt t="45281" x="4578350" y="3433763"/>
          <p14:tracePt t="45284" x="4395788" y="3433763"/>
          <p14:tracePt t="45297" x="4346575" y="3433763"/>
          <p14:tracePt t="45299" x="4229100" y="3424238"/>
          <p14:tracePt t="45314" x="4130675" y="3424238"/>
          <p14:tracePt t="45316" x="4064000" y="3424238"/>
          <p14:tracePt t="45330" x="4005263" y="3424238"/>
          <p14:tracePt t="45332" x="3956050" y="3424238"/>
          <p14:tracePt t="45347" x="3906838" y="3424238"/>
          <p14:tracePt t="45348" x="3881438" y="3424238"/>
          <p14:tracePt t="45356" x="3856038" y="3424238"/>
          <p14:tracePt t="45364" x="3840163" y="3424238"/>
          <p14:tracePt t="45372" x="3814763" y="3424238"/>
          <p14:tracePt t="45381" x="3798888" y="3424238"/>
          <p14:tracePt t="45388" x="3781425" y="3424238"/>
          <p14:tracePt t="45397" x="3773488" y="3424238"/>
          <p14:tracePt t="45404" x="3757613" y="3424238"/>
          <p14:tracePt t="45420" x="3740150" y="3424238"/>
          <p14:tracePt t="45430" x="3740150" y="3408363"/>
          <p14:tracePt t="45517" x="3757613" y="3408363"/>
          <p14:tracePt t="45549" x="3773488" y="3408363"/>
          <p14:tracePt t="45574" x="3781425" y="3408363"/>
          <p14:tracePt t="45582" x="3822700" y="3408363"/>
          <p14:tracePt t="45590" x="3856038" y="3408363"/>
          <p14:tracePt t="45598" x="3906838" y="3408363"/>
          <p14:tracePt t="45606" x="3981450" y="3408363"/>
          <p14:tracePt t="45614" x="4105275" y="3408363"/>
          <p14:tracePt t="45622" x="4262438" y="3424238"/>
          <p14:tracePt t="45630" x="4437063" y="3433763"/>
          <p14:tracePt t="45638" x="4660900" y="3433763"/>
          <p14:tracePt t="45647" x="4843463" y="3467100"/>
          <p14:tracePt t="45654" x="4918075" y="3467100"/>
          <p14:tracePt t="45664" x="5067300" y="3475038"/>
          <p14:tracePt t="45671" x="5192713" y="3475038"/>
          <p14:tracePt t="45680" x="5291138" y="3475038"/>
          <p14:tracePt t="45687" x="5332413" y="3475038"/>
          <p14:tracePt t="45695" x="5391150" y="3475038"/>
          <p14:tracePt t="45703" x="5416550" y="3475038"/>
          <p14:tracePt t="45711" x="5432425" y="3475038"/>
          <p14:tracePt t="45719" x="5448300" y="3475038"/>
          <p14:tracePt t="45727" x="5457825" y="3475038"/>
          <p14:tracePt t="45824" x="5373688" y="3490913"/>
          <p14:tracePt t="46050" x="5391150" y="3490913"/>
          <p14:tracePt t="46058" x="5457825" y="3490913"/>
          <p14:tracePt t="46066" x="5556250" y="3490913"/>
          <p14:tracePt t="46074" x="5681663" y="3490913"/>
          <p14:tracePt t="46082" x="5822950" y="3475038"/>
          <p14:tracePt t="46090" x="6021388" y="3449638"/>
          <p14:tracePt t="46099" x="6203950" y="3433763"/>
          <p14:tracePt t="46107" x="6386513" y="3424238"/>
          <p14:tracePt t="46115" x="6535738" y="3424238"/>
          <p14:tracePt t="46123" x="6692900" y="3390900"/>
          <p14:tracePt t="46131" x="6842125" y="3390900"/>
          <p14:tracePt t="46139" x="6883400" y="3390900"/>
          <p14:tracePt t="46147" x="7107238" y="3390900"/>
          <p14:tracePt t="46155" x="7165975" y="3390900"/>
          <p14:tracePt t="46164" x="7232650" y="3390900"/>
          <p14:tracePt t="46171" x="7331075" y="3390900"/>
          <p14:tracePt t="46180" x="7397750" y="3390900"/>
          <p14:tracePt t="46187" x="7489825" y="3390900"/>
          <p14:tracePt t="46197" x="7556500" y="3390900"/>
          <p14:tracePt t="46204" x="7621588" y="3390900"/>
          <p14:tracePt t="46213" x="7696200" y="3390900"/>
          <p14:tracePt t="46220" x="7754938" y="3390900"/>
          <p14:tracePt t="46228" x="7821613" y="3390900"/>
          <p14:tracePt t="46236" x="7878763" y="3390900"/>
          <p14:tracePt t="46244" x="7929563" y="3390900"/>
          <p14:tracePt t="46252" x="7970838" y="3390900"/>
          <p14:tracePt t="46260" x="8027988" y="3390900"/>
          <p14:tracePt t="46268" x="8069263" y="3390900"/>
          <p14:tracePt t="46276" x="8102600" y="3390900"/>
          <p14:tracePt t="46284" x="8143875" y="3390900"/>
          <p14:tracePt t="46292" x="8186738" y="3390900"/>
          <p14:tracePt t="46300" x="8194675" y="3390900"/>
          <p14:tracePt t="46308" x="8235950" y="3390900"/>
          <p14:tracePt t="46317" x="8251825" y="3390900"/>
          <p14:tracePt t="46325" x="8285163" y="3390900"/>
          <p14:tracePt t="46333" x="8310563" y="3390900"/>
          <p14:tracePt t="46349" x="8326438" y="3390900"/>
          <p14:tracePt t="46357" x="8335963" y="3390900"/>
          <p14:tracePt t="46365" x="8351838" y="3390900"/>
          <p14:tracePt t="46381" x="8369300" y="3390900"/>
          <p14:tracePt t="46413" x="8377238" y="3382963"/>
          <p14:tracePt t="46494" x="8369300" y="3382963"/>
          <p14:tracePt t="46502" x="8351838" y="3382963"/>
          <p14:tracePt t="46510" x="8335963" y="3382963"/>
          <p14:tracePt t="46519" x="8326438" y="3382963"/>
          <p14:tracePt t="46527" x="8310563" y="3382963"/>
          <p14:tracePt t="46534" x="8293100" y="3382963"/>
          <p14:tracePt t="46543" x="8269288" y="3382963"/>
          <p14:tracePt t="46551" x="8235950" y="3382963"/>
          <p14:tracePt t="46559" x="8210550" y="3382963"/>
          <p14:tracePt t="46567" x="8169275" y="3382963"/>
          <p14:tracePt t="46575" x="8143875" y="3382963"/>
          <p14:tracePt t="46583" x="8102600" y="3382963"/>
          <p14:tracePt t="46591" x="8069263" y="3382963"/>
          <p14:tracePt t="46599" x="8027988" y="3382963"/>
          <p14:tracePt t="46607" x="8004175" y="3367088"/>
          <p14:tracePt t="46615" x="7970838" y="3367088"/>
          <p14:tracePt t="46623" x="7945438" y="3367088"/>
          <p14:tracePt t="46631" x="7929563" y="3367088"/>
          <p14:tracePt t="46640" x="7920038" y="3349625"/>
          <p14:tracePt t="46647" x="7904163" y="3349625"/>
          <p14:tracePt t="46664" x="7886700" y="3349625"/>
          <p14:tracePt t="46672" x="7878763" y="3349625"/>
          <p14:tracePt t="46688" x="7878763" y="3341688"/>
          <p14:tracePt t="46697" x="7862888" y="3341688"/>
          <p14:tracePt t="46713" x="7845425" y="3341688"/>
          <p14:tracePt t="46720" x="7821613" y="3341688"/>
          <p14:tracePt t="46730" x="7804150" y="3341688"/>
          <p14:tracePt t="46737" x="7796213" y="3341688"/>
          <p14:tracePt t="46744" x="7762875" y="3341688"/>
          <p14:tracePt t="46753" x="7754938" y="3341688"/>
          <p14:tracePt t="46761" x="7705725" y="3341688"/>
          <p14:tracePt t="46769" x="7662863" y="3341688"/>
          <p14:tracePt t="46777" x="7639050" y="3341688"/>
          <p14:tracePt t="46785" x="7597775" y="3341688"/>
          <p14:tracePt t="46793" x="7539038" y="3341688"/>
          <p14:tracePt t="46801" x="7513638" y="3341688"/>
          <p14:tracePt t="46809" x="7456488" y="3341688"/>
          <p14:tracePt t="46817" x="7397750" y="3341688"/>
          <p14:tracePt t="46825" x="7373938" y="3341688"/>
          <p14:tracePt t="46833" x="7315200" y="3341688"/>
          <p14:tracePt t="46841" x="7273925" y="3341688"/>
          <p14:tracePt t="46849" x="7232650" y="3341688"/>
          <p14:tracePt t="46857" x="7191375" y="3325813"/>
          <p14:tracePt t="46865" x="7132638" y="3325813"/>
          <p14:tracePt t="46874" x="7083425" y="3292475"/>
          <p14:tracePt t="46881" x="7042150" y="3284538"/>
          <p14:tracePt t="46890" x="6999288" y="3267075"/>
          <p14:tracePt t="46898" x="6958013" y="3251200"/>
          <p14:tracePt t="46906" x="6916738" y="3209925"/>
          <p14:tracePt t="46914" x="6900863" y="3200400"/>
          <p14:tracePt t="46922" x="6867525" y="3167063"/>
          <p14:tracePt t="46931" x="6859588" y="3143250"/>
          <p14:tracePt t="46938" x="6842125" y="3117850"/>
          <p14:tracePt t="46947" x="6826250" y="3101975"/>
          <p14:tracePt t="46954" x="6826250" y="3076575"/>
          <p14:tracePt t="46964" x="6826250" y="3060700"/>
          <p14:tracePt t="46971" x="6826250" y="3027363"/>
          <p14:tracePt t="46981" x="6826250" y="3001963"/>
          <p14:tracePt t="46999" x="6826250" y="2976563"/>
          <p14:tracePt t="47003" x="6826250" y="2960688"/>
          <p14:tracePt t="47011" x="6842125" y="2943225"/>
          <p14:tracePt t="47019" x="6842125" y="2935288"/>
          <p14:tracePt t="47027" x="6859588" y="2935288"/>
          <p14:tracePt t="47035" x="6867525" y="2919413"/>
          <p14:tracePt t="47043" x="6883400" y="2901950"/>
          <p14:tracePt t="47051" x="6900863" y="2894013"/>
          <p14:tracePt t="47059" x="6916738" y="2894013"/>
          <p14:tracePt t="47067" x="6942138" y="2878138"/>
          <p14:tracePt t="47075" x="6967538" y="2878138"/>
          <p14:tracePt t="47083" x="6999288" y="2860675"/>
          <p14:tracePt t="47092" x="7050088" y="2852738"/>
          <p14:tracePt t="47100" x="7083425" y="2836863"/>
          <p14:tracePt t="47108" x="7173913" y="2819400"/>
          <p14:tracePt t="47116" x="7248525" y="2819400"/>
          <p14:tracePt t="47124" x="7331075" y="2819400"/>
          <p14:tracePt t="47132" x="7439025" y="2819400"/>
          <p14:tracePt t="47140" x="7572375" y="2819400"/>
          <p14:tracePt t="47148" x="7696200" y="2819400"/>
          <p14:tracePt t="47156" x="7796213" y="2819400"/>
          <p14:tracePt t="47164" x="7845425" y="2819400"/>
          <p14:tracePt t="47172" x="7929563" y="2819400"/>
          <p14:tracePt t="47181" x="8027988" y="2819400"/>
          <p14:tracePt t="47188" x="8112125" y="2836863"/>
          <p14:tracePt t="47198" x="8153400" y="2852738"/>
          <p14:tracePt t="47204" x="8210550" y="2860675"/>
          <p14:tracePt t="47214" x="8251825" y="2894013"/>
          <p14:tracePt t="47221" x="8285163" y="2901950"/>
          <p14:tracePt t="47232" x="8310563" y="2901950"/>
          <p14:tracePt t="47237" x="8326438" y="2919413"/>
          <p14:tracePt t="47248" x="8335963" y="2935288"/>
          <p14:tracePt t="47253" x="8369300" y="2943225"/>
          <p14:tracePt t="47264" x="8377238" y="2960688"/>
          <p14:tracePt t="47269" x="8377238" y="2976563"/>
          <p14:tracePt t="47280" x="8393113" y="3001963"/>
          <p14:tracePt t="47285" x="8410575" y="3017838"/>
          <p14:tracePt t="47297" x="8418513" y="3027363"/>
          <p14:tracePt t="47301" x="8418513" y="3043238"/>
          <p14:tracePt t="47314" x="8434388" y="3060700"/>
          <p14:tracePt t="47318" x="8434388" y="3076575"/>
          <p14:tracePt t="47331" x="8434388" y="3084513"/>
          <p14:tracePt t="47334" x="8434388" y="3101975"/>
          <p14:tracePt t="47350" x="8434388" y="3117850"/>
          <p14:tracePt t="47364" x="8434388" y="3125788"/>
          <p14:tracePt t="47380" x="8434388" y="3143250"/>
          <p14:tracePt t="47383" x="8434388" y="3159125"/>
          <p14:tracePt t="47399" x="8418513" y="3167063"/>
          <p14:tracePt t="47414" x="8410575" y="3184525"/>
          <p14:tracePt t="47423" x="8393113" y="3200400"/>
          <p14:tracePt t="47431" x="8377238" y="3209925"/>
          <p14:tracePt t="47447" x="8351838" y="3241675"/>
          <p14:tracePt t="47455" x="8335963" y="3251200"/>
          <p14:tracePt t="47464" x="8326438" y="3284538"/>
          <p14:tracePt t="47471" x="8293100" y="3292475"/>
          <p14:tracePt t="47480" x="8285163" y="3308350"/>
          <p14:tracePt t="47487" x="8269288" y="3325813"/>
          <p14:tracePt t="47497" x="8235950" y="3349625"/>
          <p14:tracePt t="47504" x="8210550" y="3367088"/>
          <p14:tracePt t="47513" x="8186738" y="3390900"/>
          <p14:tracePt t="47520" x="8143875" y="3424238"/>
          <p14:tracePt t="47528" x="8128000" y="3433763"/>
          <p14:tracePt t="47536" x="8086725" y="3467100"/>
          <p14:tracePt t="47544" x="8027988" y="3475038"/>
          <p14:tracePt t="47552" x="7986713" y="3508375"/>
          <p14:tracePt t="47560" x="7945438" y="3516313"/>
          <p14:tracePt t="47568" x="7886700" y="3532188"/>
          <p14:tracePt t="47576" x="7762875" y="3565525"/>
          <p14:tracePt t="47584" x="7696200" y="3573463"/>
          <p14:tracePt t="47592" x="7621588" y="3590925"/>
          <p14:tracePt t="47600" x="7531100" y="3606800"/>
          <p14:tracePt t="47608" x="7456488" y="3606800"/>
          <p14:tracePt t="47616" x="7356475" y="3606800"/>
          <p14:tracePt t="47624" x="7265988" y="3606800"/>
          <p14:tracePt t="47632" x="7207250" y="3606800"/>
          <p14:tracePt t="47641" x="7132638" y="3606800"/>
          <p14:tracePt t="47649" x="7065963" y="3590925"/>
          <p14:tracePt t="47657" x="7008813" y="3573463"/>
          <p14:tracePt t="47665" x="6967538" y="3549650"/>
          <p14:tracePt t="47673" x="6942138" y="3532188"/>
          <p14:tracePt t="47681" x="6916738" y="3516313"/>
          <p14:tracePt t="47689" x="6900863" y="3490913"/>
          <p14:tracePt t="47697" x="6883400" y="3475038"/>
          <p14:tracePt t="47705" x="6883400" y="3467100"/>
          <p14:tracePt t="47714" x="6867525" y="3433763"/>
          <p14:tracePt t="47721" x="6867525" y="3424238"/>
          <p14:tracePt t="47731" x="6867525" y="3408363"/>
          <p14:tracePt t="47737" x="6867525" y="3382963"/>
          <p14:tracePt t="47747" x="6867525" y="3367088"/>
          <p14:tracePt t="47754" x="6867525" y="3341688"/>
          <p14:tracePt t="47764" x="6867525" y="3308350"/>
          <p14:tracePt t="47770" x="6867525" y="3292475"/>
          <p14:tracePt t="47780" x="6867525" y="3267075"/>
          <p14:tracePt t="47786" x="6867525" y="3251200"/>
          <p14:tracePt t="47797" x="6867525" y="3225800"/>
          <p14:tracePt t="47802" x="6867525" y="3200400"/>
          <p14:tracePt t="47814" x="6867525" y="3184525"/>
          <p14:tracePt t="47818" x="6867525" y="3159125"/>
          <p14:tracePt t="47831" x="6883400" y="3143250"/>
          <p14:tracePt t="47835" x="6883400" y="3125788"/>
          <p14:tracePt t="47847" x="6900863" y="3117850"/>
          <p14:tracePt t="47851" x="6900863" y="3101975"/>
          <p14:tracePt t="47864" x="6916738" y="3101975"/>
          <p14:tracePt t="47867" x="6924675" y="3084513"/>
          <p14:tracePt t="47880" x="6958013" y="3084513"/>
          <p14:tracePt t="47883" x="6967538" y="3076575"/>
          <p14:tracePt t="47897" x="6983413" y="3076575"/>
          <p14:tracePt t="47900" x="7008813" y="3076575"/>
          <p14:tracePt t="47915" x="7042150" y="3060700"/>
          <p14:tracePt t="47916" x="7083425" y="3043238"/>
          <p14:tracePt t="47923" x="7107238" y="3043238"/>
          <p14:tracePt t="47931" x="7150100" y="3043238"/>
          <p14:tracePt t="47940" x="7207250" y="3043238"/>
          <p14:tracePt t="47947" x="7265988" y="3043238"/>
          <p14:tracePt t="47955" x="7307263" y="3043238"/>
          <p14:tracePt t="47964" x="7356475" y="3043238"/>
          <p14:tracePt t="47972" x="7456488" y="3043238"/>
          <p14:tracePt t="47981" x="7531100" y="3043238"/>
          <p14:tracePt t="47988" x="7597775" y="3043238"/>
          <p14:tracePt t="48000" x="7680325" y="3043238"/>
          <p14:tracePt t="48005" x="7780338" y="3060700"/>
          <p14:tracePt t="48014" x="7845425" y="3076575"/>
          <p14:tracePt t="48020" x="7878763" y="3084513"/>
          <p14:tracePt t="48031" x="7962900" y="3117850"/>
          <p14:tracePt t="48036" x="8027988" y="3125788"/>
          <p14:tracePt t="48047" x="8102600" y="3167063"/>
          <p14:tracePt t="48052" x="8153400" y="3200400"/>
          <p14:tracePt t="48064" x="8210550" y="3225800"/>
          <p14:tracePt t="48068" x="8251825" y="3251200"/>
          <p14:tracePt t="48080" x="8285163" y="3267075"/>
          <p14:tracePt t="48085" x="8310563" y="3284538"/>
          <p14:tracePt t="48097" x="8326438" y="3292475"/>
          <p14:tracePt t="48101" x="8335963" y="3308350"/>
          <p14:tracePt t="48114" x="8351838" y="3325813"/>
          <p14:tracePt t="48133" x="8351838" y="3341688"/>
          <p14:tracePt t="48165" x="8351838" y="3349625"/>
          <p14:tracePt t="48182" x="8335963" y="3349625"/>
          <p14:tracePt t="48190" x="8335963" y="3367088"/>
          <p14:tracePt t="48198" x="8326438" y="3367088"/>
          <p14:tracePt t="48206" x="8310563" y="3382963"/>
          <p14:tracePt t="48214" x="8293100" y="3382963"/>
          <p14:tracePt t="48231" x="8285163" y="3390900"/>
          <p14:tracePt t="48238" x="8269288" y="3390900"/>
          <p14:tracePt t="48247" x="8269288" y="3408363"/>
          <p14:tracePt t="48254" x="8251825" y="3408363"/>
          <p14:tracePt t="48264" x="8235950" y="3408363"/>
          <p14:tracePt t="48280" x="8228013" y="3424238"/>
          <p14:tracePt t="48286" x="8210550" y="3424238"/>
          <p14:tracePt t="48295" x="8194675" y="3424238"/>
          <p14:tracePt t="48303" x="8169275" y="3424238"/>
          <p14:tracePt t="48311" x="8153400" y="3433763"/>
          <p14:tracePt t="48319" x="8128000" y="3433763"/>
          <p14:tracePt t="48327" x="8102600" y="3433763"/>
          <p14:tracePt t="48335" x="8061325" y="3449638"/>
          <p14:tracePt t="48343" x="8004175" y="3467100"/>
          <p14:tracePt t="48351" x="7970838" y="3467100"/>
          <p14:tracePt t="48359" x="7920038" y="3467100"/>
          <p14:tracePt t="48367" x="7862888" y="3467100"/>
          <p14:tracePt t="48375" x="7837488" y="3467100"/>
          <p14:tracePt t="48384" x="7780338" y="3467100"/>
          <p14:tracePt t="48391" x="7737475" y="3467100"/>
          <p14:tracePt t="48399" x="7680325" y="3467100"/>
          <p14:tracePt t="48407" x="7654925" y="3467100"/>
          <p14:tracePt t="48416" x="7597775" y="3467100"/>
          <p14:tracePt t="48424" x="7556500" y="3467100"/>
          <p14:tracePt t="48432" x="7531100" y="3467100"/>
          <p14:tracePt t="48440" x="7472363" y="3467100"/>
          <p14:tracePt t="48448" x="7439025" y="3467100"/>
          <p14:tracePt t="48456" x="7389813" y="3449638"/>
          <p14:tracePt t="48464" x="7331075" y="3433763"/>
          <p14:tracePt t="48472" x="7289800" y="3424238"/>
          <p14:tracePt t="48481" x="7248525" y="3408363"/>
          <p14:tracePt t="48488" x="7191375" y="3390900"/>
          <p14:tracePt t="48497" x="7132638" y="3382963"/>
          <p14:tracePt t="48505" x="7083425" y="3349625"/>
          <p14:tracePt t="48514" x="7050088" y="3341688"/>
          <p14:tracePt t="48521" x="7008813" y="3325813"/>
          <p14:tracePt t="48531" x="6983413" y="3308350"/>
          <p14:tracePt t="48537" x="6967538" y="3292475"/>
          <p14:tracePt t="48548" x="6942138" y="3284538"/>
          <p14:tracePt t="48553" x="6924675" y="3251200"/>
          <p14:tracePt t="48564" x="6924675" y="3241675"/>
          <p14:tracePt t="48569" x="6916738" y="3225800"/>
          <p14:tracePt t="48580" x="6916738" y="3209925"/>
          <p14:tracePt t="48585" x="6916738" y="3200400"/>
          <p14:tracePt t="48598" x="6916738" y="3184525"/>
          <p14:tracePt t="48601" x="6916738" y="3167063"/>
          <p14:tracePt t="48614" x="6916738" y="3159125"/>
          <p14:tracePt t="48618" x="6916738" y="3143250"/>
          <p14:tracePt t="48631" x="6942138" y="3143250"/>
          <p14:tracePt t="48634" x="6958013" y="3143250"/>
          <p14:tracePt t="48647" x="6983413" y="3117850"/>
          <p14:tracePt t="48650" x="7008813" y="3117850"/>
          <p14:tracePt t="48664" x="7042150" y="3101975"/>
          <p14:tracePt t="48667" x="7083425" y="3084513"/>
          <p14:tracePt t="48680" x="7124700" y="3076575"/>
          <p14:tracePt t="48683" x="7207250" y="3043238"/>
          <p14:tracePt t="48697" x="7289800" y="3017838"/>
          <p14:tracePt t="48700" x="7356475" y="3017838"/>
          <p14:tracePt t="48713" x="7431088" y="3001963"/>
          <p14:tracePt t="48715" x="7531100" y="2986088"/>
          <p14:tracePt t="48730" x="7654925" y="2986088"/>
          <p14:tracePt t="48731" x="7754938" y="2986088"/>
          <p14:tracePt t="48739" x="7862888" y="2986088"/>
          <p14:tracePt t="48747" x="7920038" y="2986088"/>
          <p14:tracePt t="48755" x="8020050" y="2986088"/>
          <p14:tracePt t="48764" x="8112125" y="2986088"/>
          <p14:tracePt t="48771" x="8210550" y="2986088"/>
          <p14:tracePt t="48780" x="8285163" y="2986088"/>
          <p14:tracePt t="48787" x="8351838" y="3001963"/>
          <p14:tracePt t="48797" x="8410575" y="3017838"/>
          <p14:tracePt t="48803" x="8459788" y="3043238"/>
          <p14:tracePt t="48813" x="8493125" y="3076575"/>
          <p14:tracePt t="48819" x="8534400" y="3101975"/>
          <p14:tracePt t="48831" x="8559800" y="3117850"/>
          <p14:tracePt t="48835" x="8593138" y="3143250"/>
          <p14:tracePt t="48847" x="8601075" y="3159125"/>
          <p14:tracePt t="48852" x="8616950" y="3184525"/>
          <p14:tracePt t="48864" x="8634413" y="3200400"/>
          <p14:tracePt t="48868" x="8642350" y="3225800"/>
          <p14:tracePt t="48881" x="8658225" y="3241675"/>
          <p14:tracePt t="48884" x="8658225" y="3267075"/>
          <p14:tracePt t="48897" x="8675688" y="3284538"/>
          <p14:tracePt t="48900" x="8683625" y="3284538"/>
          <p14:tracePt t="48913" x="8683625" y="3292475"/>
          <p14:tracePt t="48917" x="8699500" y="3308350"/>
          <p14:tracePt t="48933" x="8699500" y="3325813"/>
          <p14:tracePt t="48947" x="8716963" y="3325813"/>
          <p14:tracePt t="48964" x="8716963" y="3341688"/>
          <p14:tracePt t="48973" x="8724900" y="3341688"/>
          <p14:tracePt t="48981" x="8724900" y="3349625"/>
          <p14:tracePt t="49005" x="8742363" y="3349625"/>
          <p14:tracePt t="49046" x="8742363" y="3367088"/>
          <p14:tracePt t="49094" x="8724900" y="3382963"/>
          <p14:tracePt t="49102" x="8716963" y="3382963"/>
          <p14:tracePt t="49110" x="8699500" y="3382963"/>
          <p14:tracePt t="49118" x="8683625" y="3382963"/>
          <p14:tracePt t="49126" x="8658225" y="3382963"/>
          <p14:tracePt t="49135" x="8642350" y="3382963"/>
          <p14:tracePt t="49142" x="8616950" y="3382963"/>
          <p14:tracePt t="49151" x="8593138" y="3382963"/>
          <p14:tracePt t="49159" x="8575675" y="3382963"/>
          <p14:tracePt t="49167" x="8550275" y="3382963"/>
          <p14:tracePt t="49175" x="8534400" y="3382963"/>
          <p14:tracePt t="49183" x="8501063" y="3382963"/>
          <p14:tracePt t="49191" x="8459788" y="3382963"/>
          <p14:tracePt t="49199" x="8451850" y="3382963"/>
          <p14:tracePt t="49207" x="8418513" y="3382963"/>
          <p14:tracePt t="49215" x="8410575" y="3382963"/>
          <p14:tracePt t="49223" x="8377238" y="3367088"/>
          <p14:tracePt t="49231" x="8351838" y="3367088"/>
          <p14:tracePt t="49239" x="8351838" y="3349625"/>
          <p14:tracePt t="49247" x="8335963" y="3349625"/>
          <p14:tracePt t="49255" x="8326438" y="3341688"/>
          <p14:tracePt t="49280" x="8326438" y="3325813"/>
          <p14:tracePt t="49336" x="8335963" y="3325813"/>
          <p14:tracePt t="49344" x="8335963" y="3308350"/>
          <p14:tracePt t="49352" x="8351838" y="3308350"/>
          <p14:tracePt t="49376" x="8369300" y="3308350"/>
          <p14:tracePt t="49401" x="8377238" y="3308350"/>
          <p14:tracePt t="49425" x="8393113" y="3308350"/>
          <p14:tracePt t="49433" x="8393113" y="3292475"/>
          <p14:tracePt t="49481" x="8393113" y="3284538"/>
          <p14:tracePt t="49506" x="8393113" y="3267075"/>
          <p14:tracePt t="49530" x="8393113" y="3251200"/>
          <p14:tracePt t="49554" x="8393113" y="3241675"/>
          <p14:tracePt t="49594" x="8393113" y="3225800"/>
          <p14:tracePt t="49627" x="8377238" y="3225800"/>
          <p14:tracePt t="49659" x="8377238" y="3209925"/>
          <p14:tracePt t="49723" x="8393113" y="3209925"/>
          <p14:tracePt t="49740" x="8410575" y="3209925"/>
          <p14:tracePt t="49748" x="8434388" y="3209925"/>
          <p14:tracePt t="49756" x="8459788" y="3209925"/>
          <p14:tracePt t="49764" x="8501063" y="3225800"/>
          <p14:tracePt t="49772" x="8534400" y="3225800"/>
          <p14:tracePt t="49781" x="8593138" y="3225800"/>
          <p14:tracePt t="49788" x="8642350" y="3225800"/>
          <p14:tracePt t="49798" x="8699500" y="3225800"/>
          <p14:tracePt t="49804" x="8742363" y="3225800"/>
          <p14:tracePt t="49814" x="8783638" y="3225800"/>
          <p14:tracePt t="49821" x="8824913" y="3225800"/>
          <p14:tracePt t="49830" x="8840788" y="3225800"/>
          <p14:tracePt t="49837" x="8866188" y="3225800"/>
          <p14:tracePt t="49847" x="8882063" y="3225800"/>
          <p14:tracePt t="49861" x="8899525" y="3225800"/>
          <p14:tracePt t="49917" x="8899525" y="3241675"/>
          <p14:tracePt t="49950" x="8882063" y="3251200"/>
          <p14:tracePt t="49958" x="8882063" y="3267075"/>
          <p14:tracePt t="49974" x="8866188" y="3284538"/>
          <p14:tracePt t="49982" x="8858250" y="3284538"/>
          <p14:tracePt t="49990" x="8840788" y="3292475"/>
          <p14:tracePt t="49999" x="8824913" y="3292475"/>
          <p14:tracePt t="50014" x="8799513" y="3292475"/>
          <p14:tracePt t="50022" x="8783638" y="3292475"/>
          <p14:tracePt t="50030" x="8766175" y="3292475"/>
          <p14:tracePt t="50038" x="8742363" y="3292475"/>
          <p14:tracePt t="50047" x="8699500" y="3292475"/>
          <p14:tracePt t="50054" x="8683625" y="3292475"/>
          <p14:tracePt t="50064" x="8642350" y="3284538"/>
          <p14:tracePt t="50071" x="8616950" y="3251200"/>
          <p14:tracePt t="50080" x="8593138" y="3225800"/>
          <p14:tracePt t="50087" x="8575675" y="3209925"/>
          <p14:tracePt t="50097" x="8559800" y="3184525"/>
          <p14:tracePt t="50103" x="8550275" y="3159125"/>
          <p14:tracePt t="50111" x="8534400" y="3117850"/>
          <p14:tracePt t="50119" x="8534400" y="3084513"/>
          <p14:tracePt t="50128" x="8534400" y="3043238"/>
          <p14:tracePt t="50136" x="8534400" y="3001963"/>
          <p14:tracePt t="50143" x="8534400" y="2976563"/>
          <p14:tracePt t="50152" x="8534400" y="2935288"/>
          <p14:tracePt t="50160" x="8534400" y="2919413"/>
          <p14:tracePt t="50168" x="8534400" y="2894013"/>
          <p14:tracePt t="50176" x="8534400" y="2878138"/>
          <p14:tracePt t="50184" x="8534400" y="2860675"/>
          <p14:tracePt t="50200" x="8550275" y="2860675"/>
          <p14:tracePt t="50208" x="8559800" y="2860675"/>
          <p14:tracePt t="50224" x="8575675" y="2860675"/>
          <p14:tracePt t="50240" x="8601075" y="2860675"/>
          <p14:tracePt t="50248" x="8642350" y="2860675"/>
          <p14:tracePt t="50256" x="8675688" y="2860675"/>
          <p14:tracePt t="50264" x="8724900" y="2860675"/>
          <p14:tracePt t="50273" x="8758238" y="2894013"/>
          <p14:tracePt t="50281" x="8799513" y="2901950"/>
          <p14:tracePt t="50289" x="8840788" y="2935288"/>
          <p14:tracePt t="50297" x="8866188" y="2960688"/>
          <p14:tracePt t="50305" x="8899525" y="2986088"/>
          <p14:tracePt t="50314" x="8924925" y="3017838"/>
          <p14:tracePt t="50321" x="8940800" y="3043238"/>
          <p14:tracePt t="50330" x="8940800" y="3060700"/>
          <p14:tracePt t="50337" x="8948738" y="3084513"/>
          <p14:tracePt t="50347" x="8948738" y="3101975"/>
          <p14:tracePt t="50353" x="8948738" y="3117850"/>
          <p14:tracePt t="50363" x="8948738" y="3125788"/>
          <p14:tracePt t="50370" x="8948738" y="3143250"/>
          <p14:tracePt t="50378" x="8948738" y="3159125"/>
          <p14:tracePt t="50402" x="8940800" y="3167063"/>
          <p14:tracePt t="50418" x="8924925" y="3167063"/>
          <p14:tracePt t="50426" x="8924925" y="3184525"/>
          <p14:tracePt t="50434" x="8907463" y="3184525"/>
          <p14:tracePt t="50442" x="8899525" y="3184525"/>
          <p14:tracePt t="50450" x="8882063" y="3200400"/>
          <p14:tracePt t="50458" x="8866188" y="3200400"/>
          <p14:tracePt t="50466" x="8858250" y="3200400"/>
          <p14:tracePt t="50475" x="8840788" y="3209925"/>
          <p14:tracePt t="50483" x="8824913" y="3209925"/>
          <p14:tracePt t="50491" x="8799513" y="3225800"/>
          <p14:tracePt t="50499" x="8783638" y="3225800"/>
          <p14:tracePt t="50507" x="8758238" y="3241675"/>
          <p14:tracePt t="50515" x="8716963" y="3241675"/>
          <p14:tracePt t="50523" x="8642350" y="3251200"/>
          <p14:tracePt t="50531" x="8593138" y="3267075"/>
          <p14:tracePt t="50539" x="8410575" y="3308350"/>
          <p14:tracePt t="50548" x="8228013" y="3341688"/>
          <p14:tracePt t="50555" x="8004175" y="3367088"/>
          <p14:tracePt t="50564" x="7845425" y="3390900"/>
          <p14:tracePt t="50571" x="7289800" y="3424238"/>
          <p14:tracePt t="50581" x="6842125" y="3475038"/>
          <p14:tracePt t="50587" x="6394450" y="3508375"/>
          <p14:tracePt t="50597" x="6129338" y="3532188"/>
          <p14:tracePt t="50604" x="5681663" y="3565525"/>
          <p14:tracePt t="50614" x="4843463" y="3565525"/>
          <p14:tracePt t="50620" x="4454525" y="3565525"/>
          <p14:tracePt t="50628" x="4271963" y="3565525"/>
          <p14:tracePt t="50636" x="3922713" y="3565525"/>
          <p14:tracePt t="50644" x="3616325" y="3565525"/>
          <p14:tracePt t="50652" x="3549650" y="3565525"/>
          <p14:tracePt t="50660" x="3367088" y="3565525"/>
          <p14:tracePt t="50668" x="3209925" y="3565525"/>
          <p14:tracePt t="50676" x="3086100" y="3565525"/>
          <p14:tracePt t="50684" x="3019425" y="3565525"/>
          <p14:tracePt t="50693" x="2944813" y="3565525"/>
          <p14:tracePt t="50701" x="2903538" y="3565525"/>
          <p14:tracePt t="50709" x="2878138" y="3565525"/>
          <p14:tracePt t="50717" x="2860675" y="3565525"/>
          <p14:tracePt t="50725" x="2852738" y="3565525"/>
          <p14:tracePt t="50741" x="2836863" y="3565525"/>
          <p14:tracePt t="50797" x="2819400" y="3565525"/>
          <p14:tracePt t="50822" x="2803525" y="3565525"/>
          <p14:tracePt t="50838" x="2795588" y="3565525"/>
          <p14:tracePt t="50848" x="2778125" y="3573463"/>
          <p14:tracePt t="50854" x="2762250" y="3573463"/>
          <p14:tracePt t="50864" x="2736850" y="3590925"/>
          <p14:tracePt t="50870" x="2720975" y="3590925"/>
          <p14:tracePt t="50880" x="2695575" y="3606800"/>
          <p14:tracePt t="50886" x="2654300" y="3606800"/>
          <p14:tracePt t="50894" x="2636838" y="3616325"/>
          <p14:tracePt t="50902" x="2613025" y="3616325"/>
          <p14:tracePt t="50910" x="2587625" y="3632200"/>
          <p14:tracePt t="50919" x="2538413" y="3648075"/>
          <p14:tracePt t="50927" x="2513013" y="3648075"/>
          <p14:tracePt t="50935" x="2487613" y="3657600"/>
          <p14:tracePt t="50943" x="2446338" y="3657600"/>
          <p14:tracePt t="50951" x="2389188" y="3690938"/>
          <p14:tracePt t="50959" x="2363788" y="3698875"/>
          <p14:tracePt t="50967" x="2305050" y="3732213"/>
          <p14:tracePt t="50975" x="2247900" y="3740150"/>
          <p14:tracePt t="50983" x="2222500" y="3773488"/>
          <p14:tracePt t="50991" x="2181225" y="3781425"/>
          <p14:tracePt t="51002" x="2147888" y="3797300"/>
          <p14:tracePt t="51007" x="2122488" y="3814763"/>
          <p14:tracePt t="51016" x="2098675" y="3814763"/>
          <p14:tracePt t="51024" x="2098675" y="3830638"/>
          <p14:tracePt t="51032" x="2057400" y="3840163"/>
          <p14:tracePt t="51242" x="1998663" y="3840163"/>
          <p14:tracePt t="51250" x="1941513" y="3840163"/>
          <p14:tracePt t="51258" x="1841500" y="3840163"/>
          <p14:tracePt t="51266" x="1800225" y="3840163"/>
          <p14:tracePt t="51274" x="1716088" y="3840163"/>
          <p14:tracePt t="51282" x="1617663" y="3840163"/>
          <p14:tracePt t="51290" x="1566863" y="3840163"/>
          <p14:tracePt t="51298" x="1509713" y="3840163"/>
          <p14:tracePt t="51306" x="1450975" y="3840163"/>
          <p14:tracePt t="51314" x="1435100" y="3840163"/>
          <p14:tracePt t="51322" x="1427163" y="3830638"/>
          <p14:tracePt t="51338" x="1409700" y="3830638"/>
          <p14:tracePt t="51363" x="1409700" y="3814763"/>
          <p14:tracePt t="51395" x="1427163" y="3814763"/>
          <p14:tracePt t="51411" x="1427163" y="3797300"/>
          <p14:tracePt t="51419" x="1435100" y="3797300"/>
          <p14:tracePt t="51427" x="1476375" y="3797300"/>
          <p14:tracePt t="51435" x="1509713" y="3797300"/>
          <p14:tracePt t="51443" x="1566863" y="3797300"/>
          <p14:tracePt t="51452" x="1633538" y="3797300"/>
          <p14:tracePt t="51459" x="1758950" y="3797300"/>
          <p14:tracePt t="51468" x="1882775" y="3797300"/>
          <p14:tracePt t="51476" x="2039938" y="3797300"/>
          <p14:tracePt t="51484" x="2222500" y="3830638"/>
          <p14:tracePt t="51492" x="2371725" y="3840163"/>
          <p14:tracePt t="51500" x="2528888" y="3856038"/>
          <p14:tracePt t="51508" x="2711450" y="3871913"/>
          <p14:tracePt t="51516" x="2860675" y="3897313"/>
          <p14:tracePt t="51524" x="3068638" y="3914775"/>
          <p14:tracePt t="51532" x="3267075" y="3922713"/>
          <p14:tracePt t="51540" x="3449638" y="3956050"/>
          <p14:tracePt t="51548" x="3516313" y="3963988"/>
          <p14:tracePt t="51556" x="3673475" y="3979863"/>
          <p14:tracePt t="51564" x="3798888" y="3997325"/>
          <p14:tracePt t="51572" x="3898900" y="4005263"/>
          <p14:tracePt t="51581" x="3963988" y="4021138"/>
          <p14:tracePt t="51589" x="4022725" y="4021138"/>
          <p14:tracePt t="51597" x="4064000" y="4021138"/>
          <p14:tracePt t="51605" x="4089400" y="4021138"/>
          <p14:tracePt t="51614" x="4122738" y="4021138"/>
          <p14:tracePt t="51630" x="4130675" y="4021138"/>
          <p14:tracePt t="51710" x="4122738" y="4021138"/>
          <p14:tracePt t="51718" x="4105275" y="4021138"/>
          <p14:tracePt t="51734" x="4079875" y="4021138"/>
          <p14:tracePt t="51742" x="4064000" y="4021138"/>
          <p14:tracePt t="51750" x="4038600" y="4021138"/>
          <p14:tracePt t="51758" x="4005263" y="4021138"/>
          <p14:tracePt t="51766" x="3981450" y="4021138"/>
          <p14:tracePt t="51774" x="3940175" y="4021138"/>
          <p14:tracePt t="51783" x="3898900" y="4021138"/>
          <p14:tracePt t="51790" x="3856038" y="4005263"/>
          <p14:tracePt t="51798" x="3814763" y="3997325"/>
          <p14:tracePt t="51807" x="3757613" y="3997325"/>
          <p14:tracePt t="51815" x="3698875" y="3997325"/>
          <p14:tracePt t="51823" x="3641725" y="3997325"/>
          <p14:tracePt t="51831" x="3590925" y="3997325"/>
          <p14:tracePt t="51839" x="3549650" y="3997325"/>
          <p14:tracePt t="51847" x="3492500" y="3997325"/>
          <p14:tracePt t="51855" x="3433763" y="3997325"/>
          <p14:tracePt t="51864" x="3392488" y="3997325"/>
          <p14:tracePt t="51871" x="3367088" y="3997325"/>
          <p14:tracePt t="51881" x="3333750" y="3979863"/>
          <p14:tracePt t="51887" x="3325813" y="3979863"/>
          <p14:tracePt t="51897" x="3309938" y="3979863"/>
          <p14:tracePt t="51903" x="3292475" y="3979863"/>
          <p14:tracePt t="51913" x="3292475" y="3963988"/>
          <p14:tracePt t="51968" x="3292475" y="3956050"/>
          <p14:tracePt t="52000" x="3309938" y="3956050"/>
          <p14:tracePt t="52033" x="3325813" y="3938588"/>
          <p14:tracePt t="52057" x="3333750" y="3938588"/>
          <p14:tracePt t="52089" x="3351213" y="3938588"/>
          <p14:tracePt t="52113" x="3367088" y="3938588"/>
          <p14:tracePt t="52162" x="3375025" y="3938588"/>
          <p14:tracePt t="52194" x="3375025" y="3922713"/>
          <p14:tracePt t="52267" x="3367088" y="3922713"/>
          <p14:tracePt t="52275" x="3351213" y="3922713"/>
          <p14:tracePt t="52291" x="3333750" y="3922713"/>
          <p14:tracePt t="52307" x="3325813" y="3922713"/>
          <p14:tracePt t="52315" x="3309938" y="3922713"/>
          <p14:tracePt t="52331" x="3292475" y="3922713"/>
          <p14:tracePt t="52453" x="3309938" y="3922713"/>
          <p14:tracePt t="52460" x="3325813" y="3922713"/>
          <p14:tracePt t="52477" x="3351213" y="3922713"/>
          <p14:tracePt t="52485" x="3408363" y="3922713"/>
          <p14:tracePt t="52493" x="3467100" y="3922713"/>
          <p14:tracePt t="52501" x="3508375" y="3922713"/>
          <p14:tracePt t="52509" x="3590925" y="3922713"/>
          <p14:tracePt t="52517" x="3673475" y="3922713"/>
          <p14:tracePt t="52525" x="3773488" y="3922713"/>
          <p14:tracePt t="52533" x="3822700" y="3922713"/>
          <p14:tracePt t="52541" x="3922713" y="3922713"/>
          <p14:tracePt t="52549" x="4022725" y="3922713"/>
          <p14:tracePt t="52557" x="4089400" y="3922713"/>
          <p14:tracePt t="52565" x="4164013" y="3922713"/>
          <p14:tracePt t="52573" x="4246563" y="3922713"/>
          <p14:tracePt t="52582" x="4287838" y="3922713"/>
          <p14:tracePt t="52590" x="4346575" y="3922713"/>
          <p14:tracePt t="52598" x="4387850" y="3922713"/>
          <p14:tracePt t="52606" x="4411663" y="3922713"/>
          <p14:tracePt t="52614" x="4454525" y="3922713"/>
          <p14:tracePt t="52622" x="4470400" y="3922713"/>
          <p14:tracePt t="52631" x="4495800" y="3922713"/>
          <p14:tracePt t="52638" x="4511675" y="3922713"/>
          <p14:tracePt t="52647" x="4529138" y="3922713"/>
          <p14:tracePt t="52654" x="4537075" y="3922713"/>
          <p14:tracePt t="52664" x="4537075" y="3914775"/>
          <p14:tracePt t="52687" x="4552950" y="3914775"/>
          <p14:tracePt t="52735" x="4570413" y="3914775"/>
          <p14:tracePt t="52776" x="4570413" y="3897313"/>
          <p14:tracePt t="53187" x="4552950" y="3897313"/>
          <p14:tracePt t="53197" x="4537075" y="3897313"/>
          <p14:tracePt t="53203" x="4511675" y="3897313"/>
          <p14:tracePt t="53211" x="4486275" y="3897313"/>
          <p14:tracePt t="53220" x="4454525" y="3897313"/>
          <p14:tracePt t="53228" x="4411663" y="3897313"/>
          <p14:tracePt t="53236" x="4387850" y="3897313"/>
          <p14:tracePt t="53244" x="4329113" y="3897313"/>
          <p14:tracePt t="53252" x="4262438" y="3897313"/>
          <p14:tracePt t="53260" x="4171950" y="3897313"/>
          <p14:tracePt t="53268" x="4105275" y="3897313"/>
          <p14:tracePt t="53276" x="4005263" y="3897313"/>
          <p14:tracePt t="53284" x="3940175" y="3897313"/>
          <p14:tracePt t="53292" x="3840163" y="3897313"/>
          <p14:tracePt t="53300" x="3740150" y="3897313"/>
          <p14:tracePt t="53308" x="3698875" y="3897313"/>
          <p14:tracePt t="53316" x="3616325" y="3897313"/>
          <p14:tracePt t="53325" x="3549650" y="3897313"/>
          <p14:tracePt t="53333" x="3475038" y="3897313"/>
          <p14:tracePt t="53341" x="3433763" y="3897313"/>
          <p14:tracePt t="53349" x="3408363" y="3897313"/>
          <p14:tracePt t="53357" x="3367088" y="3897313"/>
          <p14:tracePt t="53365" x="3351213" y="3897313"/>
          <p14:tracePt t="53373" x="3333750" y="3897313"/>
          <p14:tracePt t="53381" x="3333750" y="3881438"/>
          <p14:tracePt t="53389" x="3325813" y="3881438"/>
          <p14:tracePt t="53462" x="3309938" y="3881438"/>
          <p14:tracePt t="53502" x="3292475" y="3881438"/>
          <p14:tracePt t="53510" x="3284538" y="3881438"/>
          <p14:tracePt t="53518" x="3267075" y="3881438"/>
          <p14:tracePt t="53526" x="3251200" y="3881438"/>
          <p14:tracePt t="53535" x="3243263" y="3881438"/>
          <p14:tracePt t="53542" x="3225800" y="3871913"/>
          <p14:tracePt t="53551" x="3201988" y="3871913"/>
          <p14:tracePt t="53559" x="3168650" y="3856038"/>
          <p14:tracePt t="53567" x="3160713" y="3840163"/>
          <p14:tracePt t="53575" x="3127375" y="3840163"/>
          <p14:tracePt t="53583" x="3109913" y="3830638"/>
          <p14:tracePt t="53591" x="3101975" y="3814763"/>
          <p14:tracePt t="53607" x="3101975" y="3797300"/>
          <p14:tracePt t="53615" x="3101975" y="3781425"/>
          <p14:tracePt t="53631" x="3101975" y="3773488"/>
          <p14:tracePt t="53656" x="3101975" y="3756025"/>
          <p14:tracePt t="53672" x="3109913" y="3740150"/>
          <p14:tracePt t="53681" x="3127375" y="3740150"/>
          <p14:tracePt t="53697" x="3143250" y="3740150"/>
          <p14:tracePt t="53704" x="3160713" y="3740150"/>
          <p14:tracePt t="53720" x="3168650" y="3740150"/>
          <p14:tracePt t="53729" x="3184525" y="3740150"/>
          <p14:tracePt t="53736" x="3225800" y="3740150"/>
          <p14:tracePt t="53744" x="3267075" y="3740150"/>
          <p14:tracePt t="53752" x="3325813" y="3740150"/>
          <p14:tracePt t="53760" x="3392488" y="3740150"/>
          <p14:tracePt t="53768" x="3492500" y="3740150"/>
          <p14:tracePt t="53777" x="3616325" y="3740150"/>
          <p14:tracePt t="53785" x="3657600" y="3740150"/>
          <p14:tracePt t="53793" x="3757613" y="3740150"/>
          <p14:tracePt t="53801" x="3840163" y="3740150"/>
          <p14:tracePt t="53809" x="3898900" y="3740150"/>
          <p14:tracePt t="53817" x="3963988" y="3740150"/>
          <p14:tracePt t="53825" x="4022725" y="3740150"/>
          <p14:tracePt t="53833" x="4064000" y="3756025"/>
          <p14:tracePt t="53841" x="4089400" y="3773488"/>
          <p14:tracePt t="53849" x="4122738" y="3781425"/>
          <p14:tracePt t="53857" x="4146550" y="3797300"/>
          <p14:tracePt t="53865" x="4146550" y="3814763"/>
          <p14:tracePt t="53873" x="4164013" y="3830638"/>
          <p14:tracePt t="53889" x="4171950" y="3840163"/>
          <p14:tracePt t="53898" x="4171950" y="3856038"/>
          <p14:tracePt t="53914" x="4171950" y="3871913"/>
          <p14:tracePt t="53922" x="4171950" y="3881438"/>
          <p14:tracePt t="53938" x="4171950" y="3897313"/>
          <p14:tracePt t="53963" x="4171950" y="3914775"/>
          <p14:tracePt t="53971" x="4164013" y="3914775"/>
          <p14:tracePt t="53980" x="4146550" y="3914775"/>
          <p14:tracePt t="53987" x="4146550" y="3922713"/>
          <p14:tracePt t="53999" x="4130675" y="3922713"/>
          <p14:tracePt t="54004" x="4105275" y="3938588"/>
          <p14:tracePt t="54011" x="4048125" y="3938588"/>
          <p14:tracePt t="54019" x="4005263" y="3938588"/>
          <p14:tracePt t="54027" x="3922713" y="3956050"/>
          <p14:tracePt t="54035" x="3822700" y="3963988"/>
          <p14:tracePt t="54043" x="3690938" y="3979863"/>
          <p14:tracePt t="54051" x="3557588" y="4005263"/>
          <p14:tracePt t="54060" x="3433763" y="4005263"/>
          <p14:tracePt t="54068" x="3367088" y="4005263"/>
          <p14:tracePt t="54076" x="3267075" y="4005263"/>
          <p14:tracePt t="54084" x="3168650" y="4005263"/>
          <p14:tracePt t="54092" x="3101975" y="4005263"/>
          <p14:tracePt t="54100" x="3043238" y="4005263"/>
          <p14:tracePt t="54108" x="3001963" y="4005263"/>
          <p14:tracePt t="54124" x="2986088" y="4005263"/>
          <p14:tracePt t="54189" x="3001963" y="4005263"/>
          <p14:tracePt t="54199" x="3019425" y="4005263"/>
          <p14:tracePt t="54205" x="3027363" y="3997325"/>
          <p14:tracePt t="54213" x="3043238" y="3997325"/>
          <p14:tracePt t="54232" x="3127375" y="3979863"/>
          <p14:tracePt t="54237" x="3201988" y="3979863"/>
          <p14:tracePt t="54248" x="3325813" y="3979863"/>
          <p14:tracePt t="54254" x="3433763" y="3979863"/>
          <p14:tracePt t="54265" x="3590925" y="3979863"/>
          <p14:tracePt t="54269" x="3740150" y="3979863"/>
          <p14:tracePt t="54280" x="3898900" y="3979863"/>
          <p14:tracePt t="54285" x="4079875" y="3979863"/>
          <p14:tracePt t="54297" x="4229100" y="3979863"/>
          <p14:tracePt t="54302" x="4411663" y="3979863"/>
          <p14:tracePt t="54314" x="4570413" y="3979863"/>
          <p14:tracePt t="54318" x="4694238" y="3979863"/>
          <p14:tracePt t="54331" x="4843463" y="3979863"/>
          <p14:tracePt t="54334" x="4902200" y="3979863"/>
          <p14:tracePt t="54347" x="5000625" y="3979863"/>
          <p14:tracePt t="54350" x="5084763" y="3979863"/>
          <p14:tracePt t="54364" x="5167313" y="3997325"/>
          <p14:tracePt t="54367" x="5208588" y="3997325"/>
          <p14:tracePt t="54381" x="5249863" y="3997325"/>
          <p14:tracePt t="54383" x="5291138" y="3997325"/>
          <p14:tracePt t="54397" x="5308600" y="3997325"/>
          <p14:tracePt t="54399" x="5332413" y="3997325"/>
          <p14:tracePt t="54415" x="5349875" y="3997325"/>
          <p14:tracePt t="54430" x="5365750" y="3997325"/>
          <p14:tracePt t="54471" x="5349875" y="3997325"/>
          <p14:tracePt t="54481" x="5192713" y="3997325"/>
          <p14:tracePt t="54681" x="5208588" y="3997325"/>
          <p14:tracePt t="54689" x="5308600" y="3997325"/>
          <p14:tracePt t="54698" x="5432425" y="3997325"/>
          <p14:tracePt t="54705" x="5589588" y="3997325"/>
          <p14:tracePt t="54714" x="5722938" y="3997325"/>
          <p14:tracePt t="54721" x="5921375" y="3997325"/>
          <p14:tracePt t="54731" x="5988050" y="3997325"/>
          <p14:tracePt t="54737" x="6121400" y="3997325"/>
          <p14:tracePt t="54747" x="6229350" y="3997325"/>
          <p14:tracePt t="54753" x="6311900" y="3997325"/>
          <p14:tracePt t="54763" x="6337300" y="3997325"/>
          <p14:tracePt t="54770" x="6386513" y="3997325"/>
          <p14:tracePt t="54778" x="6394450" y="3997325"/>
          <p14:tracePt t="54786" x="6411913" y="3997325"/>
          <p14:tracePt t="54842" x="6386513" y="3997325"/>
          <p14:tracePt t="54850" x="6327775" y="3997325"/>
          <p14:tracePt t="54859" x="6253163" y="3997325"/>
          <p14:tracePt t="54866" x="6186488" y="3997325"/>
          <p14:tracePt t="54875" x="6088063" y="3997325"/>
          <p14:tracePt t="54883" x="5962650" y="3997325"/>
          <p14:tracePt t="54891" x="5854700" y="3997325"/>
          <p14:tracePt t="54899" x="5722938" y="3997325"/>
          <p14:tracePt t="54907" x="5599113" y="3997325"/>
          <p14:tracePt t="54915" x="5473700" y="3997325"/>
          <p14:tracePt t="54923" x="5365750" y="3997325"/>
          <p14:tracePt t="54931" x="5308600" y="3997325"/>
          <p14:tracePt t="54939" x="5208588" y="3997325"/>
          <p14:tracePt t="54947" x="5141913" y="3997325"/>
          <p14:tracePt t="54955" x="5041900" y="3997325"/>
          <p14:tracePt t="54964" x="4984750" y="3997325"/>
          <p14:tracePt t="54972" x="4926013" y="3997325"/>
          <p14:tracePt t="54981" x="4876800" y="3997325"/>
          <p14:tracePt t="54988" x="4843463" y="3997325"/>
          <p14:tracePt t="55000" x="4818063" y="3997325"/>
          <p14:tracePt t="55005" x="4802188" y="3997325"/>
          <p14:tracePt t="55013" x="4776788" y="3997325"/>
          <p14:tracePt t="55020" x="4760913" y="3997325"/>
          <p14:tracePt t="55036" x="4752975" y="3997325"/>
          <p14:tracePt t="55076" x="4752975" y="3979863"/>
          <p14:tracePt t="55125" x="4752975" y="3963988"/>
          <p14:tracePt t="55133" x="4760913" y="3963988"/>
          <p14:tracePt t="55141" x="4818063" y="3956050"/>
          <p14:tracePt t="55149" x="4876800" y="3956050"/>
          <p14:tracePt t="55157" x="5026025" y="3956050"/>
          <p14:tracePt t="55165" x="5208588" y="3956050"/>
          <p14:tracePt t="55173" x="5432425" y="3956050"/>
          <p14:tracePt t="55181" x="5573713" y="3956050"/>
          <p14:tracePt t="55189" x="5838825" y="3956050"/>
          <p14:tracePt t="55197" x="6103938" y="3956050"/>
          <p14:tracePt t="55205" x="6353175" y="3956050"/>
          <p14:tracePt t="55214" x="6577013" y="3956050"/>
          <p14:tracePt t="55222" x="6800850" y="3956050"/>
          <p14:tracePt t="55230" x="6859588" y="3956050"/>
          <p14:tracePt t="55238" x="6999288" y="3956050"/>
          <p14:tracePt t="55247" x="7091363" y="3956050"/>
          <p14:tracePt t="55254" x="7191375" y="3956050"/>
          <p14:tracePt t="55263" x="7265988" y="3956050"/>
          <p14:tracePt t="55270" x="7315200" y="3956050"/>
          <p14:tracePt t="55280" x="7373938" y="3956050"/>
          <p14:tracePt t="55286" x="7431088" y="3956050"/>
          <p14:tracePt t="55294" x="7456488" y="3956050"/>
          <p14:tracePt t="55302" x="7497763" y="3956050"/>
          <p14:tracePt t="55311" x="7539038" y="3956050"/>
          <p14:tracePt t="55319" x="7580313" y="3956050"/>
          <p14:tracePt t="55327" x="7621588" y="3956050"/>
          <p14:tracePt t="55335" x="7680325" y="3956050"/>
          <p14:tracePt t="55343" x="7705725" y="3956050"/>
          <p14:tracePt t="55351" x="7754938" y="3956050"/>
          <p14:tracePt t="55359" x="7804150" y="3956050"/>
          <p14:tracePt t="55367" x="7837488" y="3956050"/>
          <p14:tracePt t="55375" x="7886700" y="3956050"/>
          <p14:tracePt t="55383" x="7929563" y="3956050"/>
          <p14:tracePt t="55391" x="7962900" y="3956050"/>
          <p14:tracePt t="55399" x="8004175" y="3956050"/>
          <p14:tracePt t="55407" x="8020050" y="3956050"/>
          <p14:tracePt t="55415" x="8061325" y="3956050"/>
          <p14:tracePt t="55423" x="8069263" y="3956050"/>
          <p14:tracePt t="55432" x="8102600" y="3956050"/>
          <p14:tracePt t="55440" x="8143875" y="3963988"/>
          <p14:tracePt t="55448" x="8153400" y="3963988"/>
          <p14:tracePt t="55456" x="8186738" y="3963988"/>
          <p14:tracePt t="55464" x="8194675" y="3979863"/>
          <p14:tracePt t="55472" x="8210550" y="3979863"/>
          <p14:tracePt t="55481" x="8228013" y="3997325"/>
          <p14:tracePt t="55488" x="8235950" y="3997325"/>
          <p14:tracePt t="55497" x="8251825" y="3997325"/>
          <p14:tracePt t="55520" x="8269288" y="3997325"/>
          <p14:tracePt t="55537" x="8269288" y="4005263"/>
          <p14:tracePt t="55577" x="8251825" y="4005263"/>
          <p14:tracePt t="55585" x="8228013" y="4021138"/>
          <p14:tracePt t="55593" x="8194675" y="4021138"/>
          <p14:tracePt t="55601" x="8153400" y="4021138"/>
          <p14:tracePt t="55609" x="8086725" y="4038600"/>
          <p14:tracePt t="55617" x="8027988" y="4046538"/>
          <p14:tracePt t="55626" x="7962900" y="4064000"/>
          <p14:tracePt t="55634" x="7862888" y="4079875"/>
          <p14:tracePt t="55642" x="7762875" y="4079875"/>
          <p14:tracePt t="55649" x="7662863" y="4079875"/>
          <p14:tracePt t="55658" x="7572375" y="4097338"/>
          <p14:tracePt t="55666" x="7539038" y="4097338"/>
          <p14:tracePt t="55674" x="7439025" y="4097338"/>
          <p14:tracePt t="55682" x="7373938" y="4097338"/>
          <p14:tracePt t="55690" x="7307263" y="4097338"/>
          <p14:tracePt t="55698" x="7248525" y="4097338"/>
          <p14:tracePt t="55706" x="7191375" y="4097338"/>
          <p14:tracePt t="55714" x="7132638" y="4097338"/>
          <p14:tracePt t="55722" x="7083425" y="4097338"/>
          <p14:tracePt t="55730" x="7042150" y="4097338"/>
          <p14:tracePt t="55738" x="6983413" y="4097338"/>
          <p14:tracePt t="55747" x="6924675" y="4097338"/>
          <p14:tracePt t="55754" x="6867525" y="4097338"/>
          <p14:tracePt t="55764" x="6842125" y="4097338"/>
          <p14:tracePt t="55771" x="6800850" y="4097338"/>
          <p14:tracePt t="55781" x="6759575" y="4097338"/>
          <p14:tracePt t="55787" x="6743700" y="4097338"/>
          <p14:tracePt t="55797" x="6734175" y="4097338"/>
          <p14:tracePt t="55803" x="6718300" y="4097338"/>
          <p14:tracePt t="55876" x="6734175" y="4097338"/>
          <p14:tracePt t="55884" x="6759575" y="4097338"/>
          <p14:tracePt t="55892" x="6818313" y="4097338"/>
          <p14:tracePt t="55900" x="6859588" y="4097338"/>
          <p14:tracePt t="55908" x="6942138" y="4105275"/>
          <p14:tracePt t="55916" x="7024688" y="4138613"/>
          <p14:tracePt t="55924" x="7065963" y="4146550"/>
          <p14:tracePt t="55932" x="7165975" y="4179888"/>
          <p14:tracePt t="55940" x="7224713" y="4203700"/>
          <p14:tracePt t="55948" x="7289800" y="4221163"/>
          <p14:tracePt t="55956" x="7348538" y="4246563"/>
          <p14:tracePt t="55964" x="7373938" y="4262438"/>
          <p14:tracePt t="55973" x="7415213" y="4270375"/>
          <p14:tracePt t="55981" x="7431088" y="4287838"/>
          <p14:tracePt t="55989" x="7439025" y="4287838"/>
          <p14:tracePt t="55999" x="7456488" y="4303713"/>
          <p14:tracePt t="56014" x="7472363" y="4303713"/>
          <p14:tracePt t="56021" x="7472363" y="4311650"/>
          <p14:tracePt t="56046" x="7472363" y="4329113"/>
          <p14:tracePt t="56077" x="7472363" y="4344988"/>
          <p14:tracePt t="56093" x="7456488" y="4362450"/>
          <p14:tracePt t="56110" x="7439025" y="4362450"/>
          <p14:tracePt t="56118" x="7431088" y="4370388"/>
          <p14:tracePt t="56134" x="7415213" y="4386263"/>
          <p14:tracePt t="56142" x="7389813" y="4386263"/>
          <p14:tracePt t="56150" x="7373938" y="4403725"/>
          <p14:tracePt t="56158" x="7331075" y="4403725"/>
          <p14:tracePt t="56166" x="7273925" y="4411663"/>
          <p14:tracePt t="56174" x="7248525" y="4427538"/>
          <p14:tracePt t="56182" x="7150100" y="4445000"/>
          <p14:tracePt t="56191" x="7107238" y="4445000"/>
          <p14:tracePt t="56199" x="7050088" y="4452938"/>
          <p14:tracePt t="56207" x="6983413" y="4470400"/>
          <p14:tracePt t="56215" x="6924675" y="4486275"/>
          <p14:tracePt t="56223" x="6883400" y="4486275"/>
          <p14:tracePt t="56231" x="6826250" y="4494213"/>
          <p14:tracePt t="56239" x="6775450" y="4494213"/>
          <p14:tracePt t="56247" x="6734175" y="4494213"/>
          <p14:tracePt t="56255" x="6692900" y="4494213"/>
          <p14:tracePt t="56264" x="6651625" y="4511675"/>
          <p14:tracePt t="56271" x="6618288" y="4511675"/>
          <p14:tracePt t="56281" x="6592888" y="4511675"/>
          <p14:tracePt t="56287" x="6561138" y="4511675"/>
          <p14:tracePt t="56297" x="6551613" y="4511675"/>
          <p14:tracePt t="56304" x="6518275" y="4511675"/>
          <p14:tracePt t="56320" x="6510338" y="4511675"/>
          <p14:tracePt t="56521" x="6494463" y="4511675"/>
          <p14:tracePt t="56538" x="6477000" y="4511675"/>
          <p14:tracePt t="56547" x="6453188" y="4511675"/>
          <p14:tracePt t="56554" x="6427788" y="4511675"/>
          <p14:tracePt t="56564" x="6411913" y="4511675"/>
          <p14:tracePt t="56570" x="6369050" y="4511675"/>
          <p14:tracePt t="56578" x="6327775" y="4511675"/>
          <p14:tracePt t="56586" x="6286500" y="4511675"/>
          <p14:tracePt t="56594" x="6245225" y="4511675"/>
          <p14:tracePt t="56602" x="6211888" y="4511675"/>
          <p14:tracePt t="56610" x="6170613" y="4511675"/>
          <p14:tracePt t="56618" x="6145213" y="4511675"/>
          <p14:tracePt t="56627" x="6103938" y="4511675"/>
          <p14:tracePt t="56635" x="6070600" y="4511675"/>
          <p14:tracePt t="56643" x="6062663" y="4511675"/>
          <p14:tracePt t="56651" x="6029325" y="4511675"/>
          <p14:tracePt t="56659" x="6021388" y="4494213"/>
          <p14:tracePt t="56667" x="5988050" y="4494213"/>
          <p14:tracePt t="56675" x="5980113" y="4486275"/>
          <p14:tracePt t="56683" x="5962650" y="4470400"/>
          <p14:tracePt t="56691" x="5946775" y="4452938"/>
          <p14:tracePt t="56699" x="5938838" y="4452938"/>
          <p14:tracePt t="56707" x="5921375" y="4445000"/>
          <p14:tracePt t="56715" x="5921375" y="4427538"/>
          <p14:tracePt t="56723" x="5905500" y="4411663"/>
          <p14:tracePt t="56731" x="5897563" y="4411663"/>
          <p14:tracePt t="56739" x="5897563" y="4403725"/>
          <p14:tracePt t="56748" x="5897563" y="4386263"/>
          <p14:tracePt t="56756" x="5880100" y="4386263"/>
          <p14:tracePt t="56764" x="5880100" y="4370388"/>
          <p14:tracePt t="56772" x="5880100" y="4362450"/>
          <p14:tracePt t="56788" x="5880100" y="4344988"/>
          <p14:tracePt t="56797" x="5880100" y="4329113"/>
          <p14:tracePt t="56814" x="5880100" y="4311650"/>
          <p14:tracePt t="56828" x="5880100" y="4303713"/>
          <p14:tracePt t="56836" x="5880100" y="4287838"/>
          <p14:tracePt t="56852" x="5880100" y="4270375"/>
          <p14:tracePt t="56861" x="5880100" y="4262438"/>
          <p14:tracePt t="56877" x="5880100" y="4246563"/>
          <p14:tracePt t="56893" x="5880100" y="4229100"/>
          <p14:tracePt t="56901" x="5897563" y="4229100"/>
          <p14:tracePt t="56909" x="5897563" y="4221163"/>
          <p14:tracePt t="56917" x="5905500" y="4221163"/>
          <p14:tracePt t="56925" x="5946775" y="4187825"/>
          <p14:tracePt t="56933" x="5988050" y="4162425"/>
          <p14:tracePt t="56941" x="6046788" y="4146550"/>
          <p14:tracePt t="56949" x="6121400" y="4121150"/>
          <p14:tracePt t="56958" x="6186488" y="4097338"/>
          <p14:tracePt t="56966" x="6245225" y="4079875"/>
          <p14:tracePt t="56974" x="6311900" y="4064000"/>
          <p14:tracePt t="56982" x="6386513" y="4046538"/>
          <p14:tracePt t="56990" x="6469063" y="4038600"/>
          <p14:tracePt t="56998" x="6535738" y="4038600"/>
          <p14:tracePt t="57006" x="6602413" y="4021138"/>
          <p14:tracePt t="57014" x="6659563" y="4021138"/>
          <p14:tracePt t="57022" x="6734175" y="4021138"/>
          <p14:tracePt t="57031" x="6784975" y="4021138"/>
          <p14:tracePt t="57038" x="6842125" y="4021138"/>
          <p14:tracePt t="57047" x="6883400" y="4021138"/>
          <p14:tracePt t="57054" x="6942138" y="4038600"/>
          <p14:tracePt t="57064" x="6983413" y="4046538"/>
          <p14:tracePt t="57070" x="7008813" y="4064000"/>
          <p14:tracePt t="57080" x="7042150" y="4079875"/>
          <p14:tracePt t="57087" x="7065963" y="4097338"/>
          <p14:tracePt t="57095" x="7083425" y="4105275"/>
          <p14:tracePt t="57103" x="7107238" y="4121150"/>
          <p14:tracePt t="57111" x="7124700" y="4138613"/>
          <p14:tracePt t="57119" x="7132638" y="4146550"/>
          <p14:tracePt t="57127" x="7132638" y="4162425"/>
          <p14:tracePt t="57135" x="7150100" y="4179888"/>
          <p14:tracePt t="57143" x="7165975" y="4187825"/>
          <p14:tracePt t="57151" x="7165975" y="4203700"/>
          <p14:tracePt t="57159" x="7173913" y="4221163"/>
          <p14:tracePt t="57167" x="7173913" y="4229100"/>
          <p14:tracePt t="57183" x="7173913" y="4246563"/>
          <p14:tracePt t="57191" x="7173913" y="4262438"/>
          <p14:tracePt t="57200" x="7173913" y="4270375"/>
          <p14:tracePt t="57216" x="7173913" y="4287838"/>
          <p14:tracePt t="57232" x="7173913" y="4303713"/>
          <p14:tracePt t="57248" x="7173913" y="4311650"/>
          <p14:tracePt t="57264" x="7165975" y="4329113"/>
          <p14:tracePt t="57272" x="7150100" y="4329113"/>
          <p14:tracePt t="57281" x="7150100" y="4344988"/>
          <p14:tracePt t="57288" x="7132638" y="4344988"/>
          <p14:tracePt t="57297" x="7124700" y="4362450"/>
          <p14:tracePt t="57304" x="7107238" y="4362450"/>
          <p14:tracePt t="57314" x="7083425" y="4370388"/>
          <p14:tracePt t="57321" x="7065963" y="4386263"/>
          <p14:tracePt t="57330" x="7042150" y="4386263"/>
          <p14:tracePt t="57337" x="7024688" y="4403725"/>
          <p14:tracePt t="57346" x="6983413" y="4403725"/>
          <p14:tracePt t="57353" x="6942138" y="4411663"/>
          <p14:tracePt t="57361" x="6916738" y="4427538"/>
          <p14:tracePt t="57369" x="6867525" y="4427538"/>
          <p14:tracePt t="57377" x="6826250" y="4445000"/>
          <p14:tracePt t="57385" x="6775450" y="4452938"/>
          <p14:tracePt t="57393" x="6734175" y="4452938"/>
          <p14:tracePt t="57401" x="6677025" y="4470400"/>
          <p14:tracePt t="57409" x="6651625" y="4470400"/>
          <p14:tracePt t="57418" x="6592888" y="4470400"/>
          <p14:tracePt t="57425" x="6561138" y="4470400"/>
          <p14:tracePt t="57434" x="6535738" y="4470400"/>
          <p14:tracePt t="57442" x="6510338" y="4470400"/>
          <p14:tracePt t="57450" x="6494463" y="4470400"/>
          <p14:tracePt t="57458" x="6477000" y="4470400"/>
          <p14:tracePt t="57466" x="6469063" y="4470400"/>
          <p14:tracePt t="57474" x="6453188" y="4470400"/>
          <p14:tracePt t="57482" x="6435725" y="4470400"/>
          <p14:tracePt t="57514" x="6427788" y="4470400"/>
          <p14:tracePt t="57620" x="6435725" y="4470400"/>
          <p14:tracePt t="57732" x="6427788" y="4470400"/>
          <p14:tracePt t="57749" x="6411913" y="4470400"/>
          <p14:tracePt t="57765" x="6394450" y="4470400"/>
          <p14:tracePt t="57773" x="6386513" y="4470400"/>
          <p14:tracePt t="57781" x="6369050" y="4470400"/>
          <p14:tracePt t="57797" x="6353175" y="4470400"/>
          <p14:tracePt t="57805" x="6337300" y="4470400"/>
          <p14:tracePt t="57814" x="6327775" y="4470400"/>
          <p14:tracePt t="57831" x="6311900" y="4470400"/>
          <p14:tracePt t="57854" x="6294438" y="4470400"/>
          <p14:tracePt t="57878" x="6286500" y="4470400"/>
          <p14:tracePt t="57902" x="6270625" y="4470400"/>
          <p14:tracePt t="57934" x="6253163" y="4470400"/>
          <p14:tracePt t="57959" x="6245225" y="4470400"/>
          <p14:tracePt t="57967" x="6229350" y="4470400"/>
          <p14:tracePt t="57983" x="6211888" y="4470400"/>
          <p14:tracePt t="57991" x="6203950" y="4470400"/>
          <p14:tracePt t="58007" x="6186488" y="4470400"/>
          <p14:tracePt t="58015" x="6170613" y="4470400"/>
          <p14:tracePt t="58031" x="6162675" y="4470400"/>
          <p14:tracePt t="58306" x="6103938" y="4470400"/>
          <p14:tracePt t="58314" x="6046788" y="4470400"/>
          <p14:tracePt t="58322" x="5988050" y="4452938"/>
          <p14:tracePt t="58331" x="5946775" y="4452938"/>
          <p14:tracePt t="58338" x="5854700" y="4427538"/>
          <p14:tracePt t="58347" x="5805488" y="4403725"/>
          <p14:tracePt t="58354" x="5738813" y="4386263"/>
          <p14:tracePt t="58364" x="5673725" y="4344988"/>
          <p14:tracePt t="58370" x="5614988" y="4311650"/>
          <p14:tracePt t="58380" x="5573713" y="4287838"/>
          <p14:tracePt t="58387" x="5532438" y="4262438"/>
          <p14:tracePt t="58394" x="5499100" y="4229100"/>
          <p14:tracePt t="58403" x="5491163" y="4221163"/>
          <p14:tracePt t="58411" x="5491163" y="4203700"/>
          <p14:tracePt t="58419" x="5473700" y="4179888"/>
          <p14:tracePt t="58427" x="5473700" y="4162425"/>
          <p14:tracePt t="58435" x="5473700" y="4138613"/>
          <p14:tracePt t="58451" x="5473700" y="4121150"/>
          <p14:tracePt t="58459" x="5473700" y="4105275"/>
          <p14:tracePt t="58467" x="5473700" y="4079875"/>
          <p14:tracePt t="58475" x="5473700" y="4064000"/>
          <p14:tracePt t="58483" x="5491163" y="4064000"/>
          <p14:tracePt t="58491" x="5514975" y="4038600"/>
          <p14:tracePt t="58500" x="5532438" y="4021138"/>
          <p14:tracePt t="58508" x="5599113" y="3963988"/>
          <p14:tracePt t="58516" x="5630863" y="3956050"/>
          <p14:tracePt t="58524" x="5715000" y="3922713"/>
          <p14:tracePt t="58532" x="5780088" y="3897313"/>
          <p14:tracePt t="58540" x="5854700" y="3881438"/>
          <p14:tracePt t="58548" x="5946775" y="3871913"/>
          <p14:tracePt t="58556" x="6021388" y="3856038"/>
          <p14:tracePt t="58564" x="6121400" y="3840163"/>
          <p14:tracePt t="58572" x="6170613" y="3840163"/>
          <p14:tracePt t="58581" x="6270625" y="3840163"/>
          <p14:tracePt t="58588" x="6337300" y="3840163"/>
          <p14:tracePt t="58597" x="6411913" y="3840163"/>
          <p14:tracePt t="58604" x="6477000" y="3840163"/>
          <p14:tracePt t="58614" x="6561138" y="3840163"/>
          <p14:tracePt t="58621" x="6602413" y="3840163"/>
          <p14:tracePt t="58630" x="6659563" y="3840163"/>
          <p14:tracePt t="58637" x="6718300" y="3840163"/>
          <p14:tracePt t="58645" x="6743700" y="3856038"/>
          <p14:tracePt t="58653" x="6800850" y="3881438"/>
          <p14:tracePt t="58661" x="6842125" y="3914775"/>
          <p14:tracePt t="58669" x="6883400" y="3938588"/>
          <p14:tracePt t="58677" x="6916738" y="3963988"/>
          <p14:tracePt t="58685" x="6942138" y="4005263"/>
          <p14:tracePt t="58693" x="6983413" y="4038600"/>
          <p14:tracePt t="58702" x="7008813" y="4079875"/>
          <p14:tracePt t="58709" x="7042150" y="4121150"/>
          <p14:tracePt t="58718" x="7065963" y="4162425"/>
          <p14:tracePt t="58726" x="7091363" y="4203700"/>
          <p14:tracePt t="58734" x="7107238" y="4221163"/>
          <p14:tracePt t="58742" x="7124700" y="4262438"/>
          <p14:tracePt t="58750" x="7124700" y="4270375"/>
          <p14:tracePt t="58758" x="7132638" y="4303713"/>
          <p14:tracePt t="58766" x="7132638" y="4311650"/>
          <p14:tracePt t="58774" x="7150100" y="4329113"/>
          <p14:tracePt t="58790" x="7150100" y="4344988"/>
          <p14:tracePt t="58798" x="7150100" y="4362450"/>
          <p14:tracePt t="58806" x="7150100" y="4370388"/>
          <p14:tracePt t="58822" x="7150100" y="4386263"/>
          <p14:tracePt t="58831" x="7132638" y="4403725"/>
          <p14:tracePt t="58838" x="7124700" y="4411663"/>
          <p14:tracePt t="58847" x="7091363" y="4427538"/>
          <p14:tracePt t="58855" x="7083425" y="4445000"/>
          <p14:tracePt t="58864" x="7050088" y="4452938"/>
          <p14:tracePt t="58871" x="6999288" y="4470400"/>
          <p14:tracePt t="58881" x="6967538" y="4486275"/>
          <p14:tracePt t="58887" x="6867525" y="4511675"/>
          <p14:tracePt t="58896" x="6818313" y="4535488"/>
          <p14:tracePt t="58903" x="6775450" y="4535488"/>
          <p14:tracePt t="58911" x="6700838" y="4552950"/>
          <p14:tracePt t="58919" x="6635750" y="4568825"/>
          <p14:tracePt t="58927" x="6577013" y="4576763"/>
          <p14:tracePt t="58936" x="6510338" y="4594225"/>
          <p14:tracePt t="58943" x="6453188" y="4594225"/>
          <p14:tracePt t="58952" x="6394450" y="4594225"/>
          <p14:tracePt t="58960" x="6353175" y="4594225"/>
          <p14:tracePt t="58968" x="6294438" y="4594225"/>
          <p14:tracePt t="58976" x="6245225" y="4594225"/>
          <p14:tracePt t="58984" x="6121400" y="4594225"/>
          <p14:tracePt t="58992" x="6062663" y="4594225"/>
          <p14:tracePt t="59002" x="5988050" y="4576763"/>
          <p14:tracePt t="59008" x="5897563" y="4552950"/>
          <p14:tracePt t="59016" x="5864225" y="4535488"/>
          <p14:tracePt t="59024" x="5797550" y="4511675"/>
          <p14:tracePt t="59032" x="5738813" y="4494213"/>
          <p14:tracePt t="59040" x="5681663" y="4486275"/>
          <p14:tracePt t="59048" x="5630863" y="4470400"/>
          <p14:tracePt t="59057" x="5599113" y="4445000"/>
          <p14:tracePt t="59064" x="5556250" y="4427538"/>
          <p14:tracePt t="59073" x="5532438" y="4411663"/>
          <p14:tracePt t="59089" x="5514975" y="4403725"/>
          <p14:tracePt t="59097" x="5499100" y="4386263"/>
          <p14:tracePt t="59105" x="5499100" y="4370388"/>
          <p14:tracePt t="59114" x="5491163" y="4370388"/>
          <p14:tracePt t="59121" x="5491163" y="4362450"/>
          <p14:tracePt t="59131" x="5491163" y="4344988"/>
          <p14:tracePt t="59146" x="5491163" y="4329113"/>
          <p14:tracePt t="59154" x="5491163" y="4311650"/>
          <p14:tracePt t="59163" x="5491163" y="4303713"/>
          <p14:tracePt t="59178" x="5491163" y="4287838"/>
          <p14:tracePt t="59186" x="5491163" y="4270375"/>
          <p14:tracePt t="59202" x="5491163" y="4262438"/>
          <p14:tracePt t="59210" x="5491163" y="4246563"/>
          <p14:tracePt t="59218" x="5491163" y="4229100"/>
          <p14:tracePt t="59234" x="5491163" y="4221163"/>
          <p14:tracePt t="59243" x="5491163" y="4203700"/>
          <p14:tracePt t="59250" x="5499100" y="4203700"/>
          <p14:tracePt t="59258" x="5499100" y="4187825"/>
          <p14:tracePt t="59283" x="5499100" y="4179888"/>
          <p14:tracePt t="59291" x="5514975" y="4179888"/>
          <p14:tracePt t="59307" x="5514975" y="4162425"/>
          <p14:tracePt t="59315" x="5532438" y="4162425"/>
          <p14:tracePt t="59323" x="5540375" y="4162425"/>
          <p14:tracePt t="59331" x="5556250" y="4146550"/>
          <p14:tracePt t="59339" x="5573713" y="4146550"/>
          <p14:tracePt t="59347" x="5614988" y="4146550"/>
          <p14:tracePt t="59355" x="5656263" y="4138613"/>
          <p14:tracePt t="59364" x="5681663" y="4121150"/>
          <p14:tracePt t="59371" x="5780088" y="4105275"/>
          <p14:tracePt t="59381" x="5838825" y="4105275"/>
          <p14:tracePt t="59387" x="5864225" y="4105275"/>
          <p14:tracePt t="59397" x="5946775" y="4105275"/>
          <p14:tracePt t="59404" x="6021388" y="4105275"/>
          <p14:tracePt t="59414" x="6088063" y="4105275"/>
          <p14:tracePt t="59420" x="6145213" y="4105275"/>
          <p14:tracePt t="59428" x="6211888" y="4105275"/>
          <p14:tracePt t="59436" x="6253163" y="4105275"/>
          <p14:tracePt t="59444" x="6286500" y="4105275"/>
          <p14:tracePt t="59452" x="6327775" y="4105275"/>
          <p14:tracePt t="59460" x="6337300" y="4121150"/>
          <p14:tracePt t="59469" x="6353175" y="4121150"/>
          <p14:tracePt t="59476" x="6369050" y="4138613"/>
          <p14:tracePt t="59485" x="6386513" y="4146550"/>
          <p14:tracePt t="59501" x="6394450" y="4162425"/>
          <p14:tracePt t="59525" x="6394450" y="4179888"/>
          <p14:tracePt t="59533" x="6411913" y="4179888"/>
          <p14:tracePt t="59541" x="6411913" y="4187825"/>
          <p14:tracePt t="59549" x="6411913" y="4203700"/>
          <p14:tracePt t="59565" x="6411913" y="4221163"/>
          <p14:tracePt t="59589" x="6411913" y="4229100"/>
          <p14:tracePt t="59614" x="6411913" y="4246563"/>
          <p14:tracePt t="59654" x="6411913" y="4262438"/>
          <p14:tracePt t="59686" x="6411913" y="4270375"/>
          <p14:tracePt t="59710" x="6411913" y="4287838"/>
          <p14:tracePt t="59751" x="6411913" y="4303713"/>
          <p14:tracePt t="59775" x="6394450" y="4311650"/>
          <p14:tracePt t="59807" x="6386513" y="4311650"/>
          <p14:tracePt t="59961" x="6394450" y="4311650"/>
          <p14:tracePt t="59985" x="6411913" y="4311650"/>
          <p14:tracePt t="60478" x="6369050" y="4311650"/>
          <p14:tracePt t="60485" x="6327775" y="4311650"/>
          <p14:tracePt t="60494" x="6294438" y="4311650"/>
          <p14:tracePt t="60502" x="6253163" y="4329113"/>
          <p14:tracePt t="60510" x="6229350" y="4344988"/>
          <p14:tracePt t="60518" x="6186488" y="4344988"/>
          <p14:tracePt t="60526" x="6162675" y="4362450"/>
          <p14:tracePt t="60534" x="6121400" y="4362450"/>
          <p14:tracePt t="60542" x="6070600" y="4362450"/>
          <p14:tracePt t="60550" x="6046788" y="4362450"/>
          <p14:tracePt t="60558" x="6021388" y="4362450"/>
          <p14:tracePt t="60566" x="6005513" y="4362450"/>
          <p14:tracePt t="60582" x="5988050" y="4362450"/>
          <p14:tracePt t="60752" x="5980113" y="4362450"/>
          <p14:tracePt t="60768" x="5962650" y="4362450"/>
          <p14:tracePt t="60776" x="5946775" y="4362450"/>
          <p14:tracePt t="60784" x="5938838" y="4362450"/>
          <p14:tracePt t="60792" x="5921375" y="4362450"/>
          <p14:tracePt t="60800" x="5905500" y="4344988"/>
          <p14:tracePt t="60808" x="5897563" y="4344988"/>
          <p14:tracePt t="60817" x="5880100" y="4329113"/>
          <p14:tracePt t="60825" x="5864225" y="4311650"/>
          <p14:tracePt t="60833" x="5854700" y="4303713"/>
          <p14:tracePt t="60841" x="5838825" y="4287838"/>
          <p14:tracePt t="60857" x="5822950" y="4262438"/>
          <p14:tracePt t="60865" x="5822950" y="4246563"/>
          <p14:tracePt t="60873" x="5822950" y="4229100"/>
          <p14:tracePt t="60881" x="5822950" y="4221163"/>
          <p14:tracePt t="60889" x="5822950" y="4203700"/>
          <p14:tracePt t="60897" x="5822950" y="4179888"/>
          <p14:tracePt t="60905" x="5822950" y="4162425"/>
          <p14:tracePt t="60914" x="5822950" y="4146550"/>
          <p14:tracePt t="60922" x="5822950" y="4121150"/>
          <p14:tracePt t="60930" x="5822950" y="4105275"/>
          <p14:tracePt t="60938" x="5822950" y="4097338"/>
          <p14:tracePt t="60947" x="5822950" y="4064000"/>
          <p14:tracePt t="60954" x="5838825" y="4046538"/>
          <p14:tracePt t="60964" x="5838825" y="4038600"/>
          <p14:tracePt t="60970" x="5838825" y="4021138"/>
          <p14:tracePt t="60978" x="5854700" y="4005263"/>
          <p14:tracePt t="60986" x="5864225" y="3997325"/>
          <p14:tracePt t="61000" x="5880100" y="3997325"/>
          <p14:tracePt t="61003" x="5880100" y="3979863"/>
          <p14:tracePt t="61011" x="5897563" y="3979863"/>
          <p14:tracePt t="61027" x="5905500" y="3963988"/>
          <p14:tracePt t="61035" x="5921375" y="3963988"/>
          <p14:tracePt t="61043" x="5938838" y="3963988"/>
          <p14:tracePt t="61051" x="5946775" y="3963988"/>
          <p14:tracePt t="61059" x="5980113" y="3963988"/>
          <p14:tracePt t="61067" x="6005513" y="3963988"/>
          <p14:tracePt t="61075" x="6029325" y="3963988"/>
          <p14:tracePt t="61083" x="6062663" y="3963988"/>
          <p14:tracePt t="61091" x="6103938" y="3963988"/>
          <p14:tracePt t="61099" x="6145213" y="3963988"/>
          <p14:tracePt t="61107" x="6170613" y="3963988"/>
          <p14:tracePt t="61115" x="6211888" y="3963988"/>
          <p14:tracePt t="61123" x="6245225" y="3963988"/>
          <p14:tracePt t="61131" x="6286500" y="3997325"/>
          <p14:tracePt t="61140" x="6327775" y="4005263"/>
          <p14:tracePt t="61148" x="6353175" y="4021138"/>
          <p14:tracePt t="61156" x="6394450" y="4046538"/>
          <p14:tracePt t="61164" x="6411913" y="4064000"/>
          <p14:tracePt t="61172" x="6427788" y="4079875"/>
          <p14:tracePt t="61181" x="6435725" y="4079875"/>
          <p14:tracePt t="61188" x="6453188" y="4097338"/>
          <p14:tracePt t="61204" x="6469063" y="4105275"/>
          <p14:tracePt t="61220" x="6469063" y="4121150"/>
          <p14:tracePt t="61245" x="6469063" y="4138613"/>
          <p14:tracePt t="61260" x="6469063" y="4146550"/>
          <p14:tracePt t="61277" x="6453188" y="4162425"/>
          <p14:tracePt t="61285" x="6453188" y="4179888"/>
          <p14:tracePt t="61293" x="6435725" y="4179888"/>
          <p14:tracePt t="61301" x="6435725" y="4187825"/>
          <p14:tracePt t="61309" x="6435725" y="4203700"/>
          <p14:tracePt t="61317" x="6427788" y="4203700"/>
          <p14:tracePt t="61325" x="6427788" y="4221163"/>
          <p14:tracePt t="61333" x="6411913" y="4229100"/>
          <p14:tracePt t="61349" x="6411913" y="4246563"/>
          <p14:tracePt t="61358" x="6394450" y="4262438"/>
          <p14:tracePt t="61374" x="6394450" y="4270375"/>
          <p14:tracePt t="61382" x="6386513" y="4287838"/>
          <p14:tracePt t="61390" x="6386513" y="4303713"/>
          <p14:tracePt t="61398" x="6369050" y="4311650"/>
          <p14:tracePt t="61406" x="6353175" y="4329113"/>
          <p14:tracePt t="61414" x="6353175" y="4344988"/>
          <p14:tracePt t="61422" x="6337300" y="4362450"/>
          <p14:tracePt t="61431" x="6327775" y="4386263"/>
          <p14:tracePt t="61438" x="6311900" y="4403725"/>
          <p14:tracePt t="61447" x="6286500" y="4427538"/>
          <p14:tracePt t="61454" x="6270625" y="4445000"/>
          <p14:tracePt t="61464" x="6253163" y="4452938"/>
          <p14:tracePt t="61471" x="6245225" y="4470400"/>
          <p14:tracePt t="61480" x="6229350" y="4486275"/>
          <p14:tracePt t="61487" x="6211888" y="4486275"/>
          <p14:tracePt t="61495" x="6186488" y="4494213"/>
          <p14:tracePt t="61503" x="6170613" y="4494213"/>
          <p14:tracePt t="61519" x="6162675" y="4494213"/>
          <p14:tracePt t="61551" x="6162675" y="4486275"/>
          <p14:tracePt t="61575" x="6162675" y="4470400"/>
          <p14:tracePt t="61608" x="6170613" y="4452938"/>
          <p14:tracePt t="61624" x="6186488" y="4452938"/>
          <p14:tracePt t="61632" x="6203950" y="4452938"/>
          <p14:tracePt t="61640" x="6229350" y="4452938"/>
          <p14:tracePt t="61648" x="6253163" y="4452938"/>
          <p14:tracePt t="61656" x="6286500" y="4452938"/>
          <p14:tracePt t="61664" x="6337300" y="4452938"/>
          <p14:tracePt t="61672" x="6369050" y="4452938"/>
          <p14:tracePt t="61680" x="6411913" y="4452938"/>
          <p14:tracePt t="61689" x="6469063" y="4452938"/>
          <p14:tracePt t="61698" x="6494463" y="4452938"/>
          <p14:tracePt t="61705" x="6518275" y="4452938"/>
          <p14:tracePt t="61714" x="6535738" y="4452938"/>
          <p14:tracePt t="61721" x="6561138" y="4452938"/>
          <p14:tracePt t="61730" x="6577013" y="4452938"/>
          <p14:tracePt t="61737" x="6592888" y="4452938"/>
          <p14:tracePt t="61761" x="6602413" y="4452938"/>
          <p14:tracePt t="61785" x="6602413" y="4445000"/>
          <p14:tracePt t="61971" x="6618288" y="4445000"/>
          <p14:tracePt t="61987" x="6635750" y="4427538"/>
          <p14:tracePt t="61999" x="6651625" y="4427538"/>
          <p14:tracePt t="62003" x="6659563" y="4411663"/>
          <p14:tracePt t="62014" x="6677025" y="4411663"/>
          <p14:tracePt t="62020" x="6700838" y="4403725"/>
          <p14:tracePt t="62028" x="6718300" y="4403725"/>
          <p14:tracePt t="62036" x="6734175" y="4386263"/>
          <p14:tracePt t="62044" x="6759575" y="4386263"/>
          <p14:tracePt t="62052" x="6775450" y="4370388"/>
          <p14:tracePt t="62060" x="6784975" y="4370388"/>
          <p14:tracePt t="62068" x="6784975" y="4362450"/>
          <p14:tracePt t="62076" x="6800850" y="4362450"/>
          <p14:tracePt t="62092" x="6818313" y="4344988"/>
          <p14:tracePt t="62100" x="6826250" y="4344988"/>
          <p14:tracePt t="62125" x="6842125" y="4344988"/>
          <p14:tracePt t="62141" x="6859588" y="4344988"/>
          <p14:tracePt t="62165" x="6867525" y="4344988"/>
          <p14:tracePt t="62181" x="6883400" y="4344988"/>
          <p14:tracePt t="62205" x="6900863" y="4344988"/>
          <p14:tracePt t="62221" x="6916738" y="4344988"/>
          <p14:tracePt t="62231" x="6916738" y="4362450"/>
          <p14:tracePt t="62247" x="6924675" y="4362450"/>
          <p14:tracePt t="62254" x="6924675" y="4370388"/>
          <p14:tracePt t="62367" x="6916738" y="4370388"/>
          <p14:tracePt t="62391" x="6900863" y="4370388"/>
          <p14:tracePt t="62399" x="6883400" y="4370388"/>
          <p14:tracePt t="62407" x="6883400" y="4362450"/>
          <p14:tracePt t="62416" x="6867525" y="4344988"/>
          <p14:tracePt t="62423" x="6859588" y="4311650"/>
          <p14:tracePt t="62431" x="6826250" y="4287838"/>
          <p14:tracePt t="62439" x="6826250" y="4262438"/>
          <p14:tracePt t="62447" x="6800850" y="4221163"/>
          <p14:tracePt t="62456" x="6784975" y="4187825"/>
          <p14:tracePt t="62464" x="6775450" y="4138613"/>
          <p14:tracePt t="62472" x="6743700" y="4038600"/>
          <p14:tracePt t="62480" x="6734175" y="3997325"/>
          <p14:tracePt t="62488" x="6700838" y="3922713"/>
          <p14:tracePt t="62497" x="6692900" y="3871913"/>
          <p14:tracePt t="62504" x="6692900" y="3830638"/>
          <p14:tracePt t="62514" x="6692900" y="3781425"/>
          <p14:tracePt t="62520" x="6677025" y="3740150"/>
          <p14:tracePt t="62530" x="6677025" y="3732213"/>
          <p14:tracePt t="62536" x="6677025" y="3714750"/>
          <p14:tracePt t="62544" x="6677025" y="3698875"/>
          <p14:tracePt t="62552" x="6677025" y="3690938"/>
          <p14:tracePt t="62625" x="6692900" y="3690938"/>
          <p14:tracePt t="62633" x="6718300" y="3690938"/>
          <p14:tracePt t="62642" x="6734175" y="3690938"/>
          <p14:tracePt t="62649" x="6775450" y="3690938"/>
          <p14:tracePt t="62664" x="6818313" y="3690938"/>
          <p14:tracePt t="62666" x="6842125" y="3698875"/>
          <p14:tracePt t="62680" x="6900863" y="3732213"/>
          <p14:tracePt t="62683" x="6958013" y="3756025"/>
          <p14:tracePt t="62697" x="6999288" y="3781425"/>
          <p14:tracePt t="62698" x="7050088" y="3814763"/>
          <p14:tracePt t="62706" x="7091363" y="3856038"/>
          <p14:tracePt t="62714" x="7132638" y="3881438"/>
          <p14:tracePt t="62722" x="7173913" y="3922713"/>
          <p14:tracePt t="62731" x="7207250" y="3963988"/>
          <p14:tracePt t="62738" x="7232650" y="3997325"/>
          <p14:tracePt t="62747" x="7265988" y="4038600"/>
          <p14:tracePt t="62754" x="7273925" y="4064000"/>
          <p14:tracePt t="62764" x="7289800" y="4097338"/>
          <p14:tracePt t="62771" x="7307263" y="4138613"/>
          <p14:tracePt t="62780" x="7315200" y="4146550"/>
          <p14:tracePt t="62787" x="7315200" y="4179888"/>
          <p14:tracePt t="62797" x="7331075" y="4187825"/>
          <p14:tracePt t="62803" x="7331075" y="4203700"/>
          <p14:tracePt t="62814" x="7331075" y="4221163"/>
          <p14:tracePt t="62843" x="7331075" y="4229100"/>
          <p14:tracePt t="62867" x="7331075" y="4246563"/>
          <p14:tracePt t="62891" x="7315200" y="4262438"/>
          <p14:tracePt t="62899" x="7307263" y="4262438"/>
          <p14:tracePt t="62908" x="7289800" y="4270375"/>
          <p14:tracePt t="62916" x="7273925" y="4270375"/>
          <p14:tracePt t="62924" x="7265988" y="4287838"/>
          <p14:tracePt t="62932" x="7248525" y="4303713"/>
          <p14:tracePt t="62940" x="7224713" y="4303713"/>
          <p14:tracePt t="62948" x="7207250" y="4311650"/>
          <p14:tracePt t="62956" x="7191375" y="4311650"/>
          <p14:tracePt t="62964" x="7173913" y="4329113"/>
          <p14:tracePt t="62972" x="7165975" y="4329113"/>
          <p14:tracePt t="62980" x="7150100" y="4329113"/>
          <p14:tracePt t="62988" x="7132638" y="4344988"/>
          <p14:tracePt t="63014" x="7124700" y="4344988"/>
          <p14:tracePt t="63045" x="7107238" y="4344988"/>
          <p14:tracePt t="63053" x="7091363" y="4344988"/>
          <p14:tracePt t="63077" x="7083425" y="4344988"/>
          <p14:tracePt t="63085" x="7065963" y="4344988"/>
          <p14:tracePt t="63093" x="7050088" y="4344988"/>
          <p14:tracePt t="63101" x="7042150" y="4344988"/>
          <p14:tracePt t="63118" x="7024688" y="4329113"/>
          <p14:tracePt t="63126" x="6999288" y="4329113"/>
          <p14:tracePt t="63134" x="6983413" y="4329113"/>
          <p14:tracePt t="63142" x="6967538" y="4311650"/>
          <p14:tracePt t="63150" x="6942138" y="4311650"/>
          <p14:tracePt t="63158" x="6924675" y="4311650"/>
          <p14:tracePt t="63166" x="6916738" y="4303713"/>
          <p14:tracePt t="63174" x="6900863" y="4303713"/>
          <p14:tracePt t="63190" x="6883400" y="4303713"/>
          <p14:tracePt t="63214" x="6867525" y="4303713"/>
          <p14:tracePt t="63311" x="6859588" y="4303713"/>
          <p14:tracePt t="63336" x="6842125" y="4303713"/>
          <p14:tracePt t="63352" x="6826250" y="4303713"/>
          <p14:tracePt t="63360" x="6818313" y="4303713"/>
          <p14:tracePt t="63368" x="6818313" y="4287838"/>
          <p14:tracePt t="63376" x="6800850" y="4287838"/>
          <p14:tracePt t="63384" x="6784975" y="4287838"/>
          <p14:tracePt t="63400" x="6775450" y="4287838"/>
          <p14:tracePt t="63408" x="6759575" y="4270375"/>
          <p14:tracePt t="63513" x="6775450" y="4270375"/>
          <p14:tracePt t="63531" x="6784975" y="4270375"/>
          <p14:tracePt t="63547" x="6784975" y="4287838"/>
          <p14:tracePt t="63553" x="6800850" y="4303713"/>
          <p14:tracePt t="63563" x="6800850" y="4311650"/>
          <p14:tracePt t="63570" x="6800850" y="4329113"/>
          <p14:tracePt t="63586" x="6800850" y="4344988"/>
          <p14:tracePt t="63602" x="6800850" y="4362450"/>
          <p14:tracePt t="63626" x="6784975" y="4370388"/>
          <p14:tracePt t="63634" x="6775450" y="4370388"/>
          <p14:tracePt t="63642" x="6759575" y="4386263"/>
          <p14:tracePt t="63650" x="6734175" y="4386263"/>
          <p14:tracePt t="63659" x="6718300" y="4403725"/>
          <p14:tracePt t="63667" x="6677025" y="4403725"/>
          <p14:tracePt t="63675" x="6659563" y="4411663"/>
          <p14:tracePt t="63683" x="6635750" y="4411663"/>
          <p14:tracePt t="63691" x="6602413" y="4411663"/>
          <p14:tracePt t="63699" x="6592888" y="4427538"/>
          <p14:tracePt t="63707" x="6577013" y="4427538"/>
          <p14:tracePt t="63715" x="6561138" y="4427538"/>
          <p14:tracePt t="63739" x="6551613" y="4427538"/>
          <p14:tracePt t="63804" x="6561138" y="4427538"/>
          <p14:tracePt t="63814" x="6577013" y="4427538"/>
          <p14:tracePt t="63820" x="6635750" y="4427538"/>
          <p14:tracePt t="63828" x="6692900" y="4427538"/>
          <p14:tracePt t="63848" x="6867525" y="4427538"/>
          <p14:tracePt t="63852" x="6967538" y="4427538"/>
          <p14:tracePt t="63864" x="7024688" y="4427538"/>
          <p14:tracePt t="63868" x="7091363" y="4445000"/>
          <p14:tracePt t="63881" x="7191375" y="4452938"/>
          <p14:tracePt t="63885" x="7265988" y="4470400"/>
          <p14:tracePt t="63897" x="7315200" y="4470400"/>
          <p14:tracePt t="63901" x="7373938" y="4486275"/>
          <p14:tracePt t="63914" x="7415213" y="4494213"/>
          <p14:tracePt t="63917" x="7431088" y="4494213"/>
          <p14:tracePt t="63930" x="7456488" y="4511675"/>
          <p14:tracePt t="63933" x="7472363" y="4511675"/>
          <p14:tracePt t="63964" x="7489825" y="4511675"/>
          <p14:tracePt t="64014" x="7472363" y="4511675"/>
          <p14:tracePt t="64022" x="7456488" y="4527550"/>
          <p14:tracePt t="64030" x="7439025" y="4527550"/>
          <p14:tracePt t="64038" x="7415213" y="4527550"/>
          <p14:tracePt t="64047" x="7415213" y="4535488"/>
          <p14:tracePt t="64054" x="7389813" y="4535488"/>
          <p14:tracePt t="64064" x="7373938" y="4552950"/>
          <p14:tracePt t="64070" x="7356475" y="4552950"/>
          <p14:tracePt t="64080" x="7348538" y="4552950"/>
          <p14:tracePt t="64086" x="7348538" y="4568825"/>
          <p14:tracePt t="64094" x="7331075" y="4568825"/>
          <p14:tracePt t="64103" x="7315200" y="4576763"/>
          <p14:tracePt t="64369" x="7307263" y="4594225"/>
          <p14:tracePt t="64393" x="7289800" y="4610100"/>
          <p14:tracePt t="64401" x="7273925" y="4610100"/>
          <p14:tracePt t="64417" x="7265988" y="4627563"/>
          <p14:tracePt t="64425" x="7232650" y="4627563"/>
          <p14:tracePt t="64434" x="7224713" y="4635500"/>
          <p14:tracePt t="64442" x="7191375" y="4635500"/>
          <p14:tracePt t="64450" x="7150100" y="4651375"/>
          <p14:tracePt t="64458" x="7083425" y="4676775"/>
          <p14:tracePt t="64466" x="7024688" y="4694238"/>
          <p14:tracePt t="64474" x="6958013" y="4694238"/>
          <p14:tracePt t="64482" x="6883400" y="4718050"/>
          <p14:tracePt t="64490" x="6784975" y="4735513"/>
          <p14:tracePt t="64498" x="6692900" y="4751388"/>
          <p14:tracePt t="64506" x="6592888" y="4759325"/>
          <p14:tracePt t="64514" x="6469063" y="4776788"/>
          <p14:tracePt t="64522" x="6353175" y="4792663"/>
          <p14:tracePt t="64531" x="6229350" y="4792663"/>
          <p14:tracePt t="64538" x="6129338" y="4792663"/>
          <p14:tracePt t="64547" x="6005513" y="4792663"/>
          <p14:tracePt t="64555" x="5880100" y="4792663"/>
          <p14:tracePt t="64564" x="5738813" y="4792663"/>
          <p14:tracePt t="64571" x="5589588" y="4792663"/>
          <p14:tracePt t="64580" x="5391150" y="4792663"/>
          <p14:tracePt t="64587" x="5183188" y="4792663"/>
          <p14:tracePt t="64597" x="4959350" y="4792663"/>
          <p14:tracePt t="64603" x="4735513" y="4792663"/>
          <p14:tracePt t="64613" x="4552950" y="4792663"/>
          <p14:tracePt t="64619" x="4395788" y="4792663"/>
          <p14:tracePt t="64627" x="4346575" y="4792663"/>
          <p14:tracePt t="64635" x="4187825" y="4792663"/>
          <p14:tracePt t="64644" x="4089400" y="4792663"/>
          <p14:tracePt t="64652" x="3981450" y="4792663"/>
          <p14:tracePt t="64660" x="3898900" y="4792663"/>
          <p14:tracePt t="64668" x="3822700" y="4792663"/>
          <p14:tracePt t="64676" x="3757613" y="4792663"/>
          <p14:tracePt t="64934" x="3716338" y="4792663"/>
          <p14:tracePt t="64942" x="3641725" y="4792663"/>
          <p14:tracePt t="64950" x="3575050" y="4792663"/>
          <p14:tracePt t="64958" x="3392488" y="4833938"/>
          <p14:tracePt t="64967" x="3243263" y="4859338"/>
          <p14:tracePt t="64974" x="3019425" y="4892675"/>
          <p14:tracePt t="64983" x="2795588" y="4900613"/>
          <p14:tracePt t="64991" x="2571750" y="4941888"/>
          <p14:tracePt t="64999" x="2363788" y="4975225"/>
          <p14:tracePt t="65007" x="2139950" y="4983163"/>
          <p14:tracePt t="65015" x="1957388" y="5000625"/>
          <p14:tracePt t="65023" x="1874838" y="5016500"/>
          <p14:tracePt t="65031" x="1758950" y="5026025"/>
          <p14:tracePt t="65039" x="1658938" y="5041900"/>
          <p14:tracePt t="65047" x="1566863" y="5057775"/>
          <p14:tracePt t="65055" x="1509713" y="5057775"/>
          <p14:tracePt t="65064" x="1435100" y="5067300"/>
          <p14:tracePt t="65071" x="1393825" y="5067300"/>
          <p14:tracePt t="65080" x="1368425" y="5083175"/>
          <p14:tracePt t="65088" x="1327150" y="5083175"/>
          <p14:tracePt t="65097" x="1301750" y="5083175"/>
          <p14:tracePt t="65104" x="1285875" y="5083175"/>
          <p14:tracePt t="65113" x="1260475" y="5083175"/>
          <p14:tracePt t="65120" x="1244600" y="5083175"/>
          <p14:tracePt t="65128" x="1227138" y="5083175"/>
          <p14:tracePt t="65136" x="1211263" y="5083175"/>
          <p14:tracePt t="65144" x="1211263" y="5100638"/>
          <p14:tracePt t="65152" x="1203325" y="5100638"/>
          <p14:tracePt t="65160" x="1185863" y="5100638"/>
          <p14:tracePt t="65217" x="1185863" y="5083175"/>
          <p14:tracePt t="65241" x="1185863" y="5067300"/>
          <p14:tracePt t="65265" x="1185863" y="5057775"/>
          <p14:tracePt t="65330" x="1185863" y="5041900"/>
          <p14:tracePt t="65338" x="1203325" y="5041900"/>
          <p14:tracePt t="65370" x="1203325" y="5026025"/>
          <p14:tracePt t="65380" x="1211263" y="5026025"/>
          <p14:tracePt t="65419" x="1227138" y="5026025"/>
          <p14:tracePt t="65427" x="1227138" y="5016500"/>
          <p14:tracePt t="65483" x="1244600" y="5016500"/>
          <p14:tracePt t="65564" x="1244600" y="5000625"/>
          <p14:tracePt t="65572" x="1260475" y="5000625"/>
          <p14:tracePt t="65774" x="1244600" y="5016500"/>
          <p14:tracePt t="65838" x="1227138" y="5016500"/>
          <p14:tracePt t="65879" x="1211263" y="5016500"/>
          <p14:tracePt t="65919" x="1203325" y="5016500"/>
          <p14:tracePt t="65951" x="1185863" y="5016500"/>
          <p14:tracePt t="65992" x="1169988" y="5016500"/>
          <p14:tracePt t="66057" x="1169988" y="5026025"/>
          <p14:tracePt t="66121" x="1185863" y="5026025"/>
          <p14:tracePt t="66137" x="1203325" y="5026025"/>
          <p14:tracePt t="66145" x="1211263" y="5026025"/>
          <p14:tracePt t="66153" x="1244600" y="5026025"/>
          <p14:tracePt t="66164" x="1260475" y="5026025"/>
          <p14:tracePt t="66170" x="1285875" y="5026025"/>
          <p14:tracePt t="66181" x="1352550" y="5026025"/>
          <p14:tracePt t="66186" x="1409700" y="5026025"/>
          <p14:tracePt t="66197" x="1476375" y="5026025"/>
          <p14:tracePt t="66202" x="1525588" y="5041900"/>
          <p14:tracePt t="66214" x="1566863" y="5057775"/>
          <p14:tracePt t="66218" x="1651000" y="5057775"/>
          <p14:tracePt t="66231" x="1692275" y="5067300"/>
          <p14:tracePt t="66234" x="1741488" y="5067300"/>
          <p14:tracePt t="66247" x="1790700" y="5067300"/>
          <p14:tracePt t="66250" x="1816100" y="5067300"/>
          <p14:tracePt t="66264" x="1841500" y="5067300"/>
          <p14:tracePt t="66267" x="1857375" y="5067300"/>
          <p14:tracePt t="66280" x="1882775" y="5067300"/>
          <p14:tracePt t="66283" x="1898650" y="5067300"/>
          <p14:tracePt t="66297" x="1916113" y="5067300"/>
          <p14:tracePt t="66300" x="1924050" y="5067300"/>
          <p14:tracePt t="66315" x="1941513" y="5067300"/>
          <p14:tracePt t="66339" x="1957388" y="5067300"/>
          <p14:tracePt t="66387" x="1965325" y="5067300"/>
          <p14:tracePt t="66694" x="2006600" y="5067300"/>
          <p14:tracePt t="66702" x="2106613" y="5067300"/>
          <p14:tracePt t="66710" x="2230438" y="5067300"/>
          <p14:tracePt t="66719" x="2363788" y="5067300"/>
          <p14:tracePt t="66727" x="2413000" y="5067300"/>
          <p14:tracePt t="66735" x="2528888" y="5057775"/>
          <p14:tracePt t="66743" x="2628900" y="5057775"/>
          <p14:tracePt t="66751" x="2720975" y="5057775"/>
          <p14:tracePt t="66759" x="2795588" y="5041900"/>
          <p14:tracePt t="66767" x="2878138" y="5041900"/>
          <p14:tracePt t="66775" x="2919413" y="5041900"/>
          <p14:tracePt t="66783" x="2978150" y="5041900"/>
          <p14:tracePt t="66791" x="3001963" y="5041900"/>
          <p14:tracePt t="66799" x="3027363" y="5041900"/>
          <p14:tracePt t="66807" x="3043238" y="5026025"/>
          <p14:tracePt t="66815" x="3060700" y="5026025"/>
          <p14:tracePt t="66823" x="3068638" y="5026025"/>
          <p14:tracePt t="66848" x="3086100" y="5026025"/>
          <p14:tracePt t="66944" x="3086100" y="5016500"/>
          <p14:tracePt t="66953" x="3101975" y="5016500"/>
          <p14:tracePt t="67171" x="3127375" y="5016500"/>
          <p14:tracePt t="67180" x="3168650" y="5016500"/>
          <p14:tracePt t="67187" x="3209925" y="5016500"/>
          <p14:tracePt t="67195" x="3251200" y="5016500"/>
          <p14:tracePt t="67203" x="3309938" y="5026025"/>
          <p14:tracePt t="67211" x="3367088" y="5026025"/>
          <p14:tracePt t="67219" x="3425825" y="5041900"/>
          <p14:tracePt t="67227" x="3467100" y="5041900"/>
          <p14:tracePt t="67235" x="3508375" y="5041900"/>
          <p14:tracePt t="67243" x="3557588" y="5041900"/>
          <p14:tracePt t="67251" x="3590925" y="5057775"/>
          <p14:tracePt t="67260" x="3632200" y="5057775"/>
          <p14:tracePt t="67268" x="3657600" y="5057775"/>
          <p14:tracePt t="67276" x="3690938" y="5057775"/>
          <p14:tracePt t="67284" x="3716338" y="5057775"/>
          <p14:tracePt t="67292" x="3732213" y="5057775"/>
          <p14:tracePt t="67300" x="3740150" y="5057775"/>
          <p14:tracePt t="67308" x="3757613" y="5057775"/>
          <p14:tracePt t="67316" x="3773488" y="5057775"/>
          <p14:tracePt t="67332" x="3781425" y="5057775"/>
          <p14:tracePt t="67348" x="3798888" y="5057775"/>
          <p14:tracePt t="67445" x="3798888" y="5067300"/>
          <p14:tracePt t="67453" x="3781425" y="5067300"/>
          <p14:tracePt t="67461" x="3757613" y="5067300"/>
          <p14:tracePt t="67470" x="3740150" y="5067300"/>
          <p14:tracePt t="67477" x="3716338" y="5067300"/>
          <p14:tracePt t="67486" x="3690938" y="5083175"/>
          <p14:tracePt t="67493" x="3673475" y="5083175"/>
          <p14:tracePt t="67502" x="3641725" y="5083175"/>
          <p14:tracePt t="67510" x="3616325" y="5083175"/>
          <p14:tracePt t="67518" x="3590925" y="5083175"/>
          <p14:tracePt t="67526" x="3557588" y="5083175"/>
          <p14:tracePt t="67534" x="3533775" y="5083175"/>
          <p14:tracePt t="67542" x="3492500" y="5083175"/>
          <p14:tracePt t="67550" x="3467100" y="5083175"/>
          <p14:tracePt t="67558" x="3433763" y="5067300"/>
          <p14:tracePt t="67566" x="3408363" y="5067300"/>
          <p14:tracePt t="67574" x="3375025" y="5041900"/>
          <p14:tracePt t="67582" x="3351213" y="5041900"/>
          <p14:tracePt t="67590" x="3333750" y="5026025"/>
          <p14:tracePt t="67598" x="3309938" y="5016500"/>
          <p14:tracePt t="67607" x="3292475" y="5016500"/>
          <p14:tracePt t="67615" x="3284538" y="5016500"/>
          <p14:tracePt t="67623" x="3284538" y="5000625"/>
          <p14:tracePt t="67631" x="3267075" y="5000625"/>
          <p14:tracePt t="67744" x="3284538" y="5000625"/>
          <p14:tracePt t="67760" x="3292475" y="5000625"/>
          <p14:tracePt t="67768" x="3333750" y="5000625"/>
          <p14:tracePt t="67776" x="3367088" y="5000625"/>
          <p14:tracePt t="67784" x="3408363" y="5000625"/>
          <p14:tracePt t="67792" x="3467100" y="5000625"/>
          <p14:tracePt t="67800" x="3516313" y="5000625"/>
          <p14:tracePt t="67809" x="3598863" y="5000625"/>
          <p14:tracePt t="67816" x="3641725" y="5000625"/>
          <p14:tracePt t="67824" x="3698875" y="5000625"/>
          <p14:tracePt t="67833" x="3773488" y="5000625"/>
          <p14:tracePt t="67841" x="3822700" y="5000625"/>
          <p14:tracePt t="67849" x="3856038" y="5000625"/>
          <p14:tracePt t="67857" x="3898900" y="5000625"/>
          <p14:tracePt t="67865" x="3906838" y="5000625"/>
          <p14:tracePt t="67873" x="3940175" y="5000625"/>
          <p14:tracePt t="67881" x="3956050" y="5000625"/>
          <p14:tracePt t="67889" x="3963988" y="5000625"/>
          <p14:tracePt t="67905" x="3981450" y="5000625"/>
          <p14:tracePt t="67921" x="3997325" y="5000625"/>
          <p14:tracePt t="68002" x="3981450" y="5000625"/>
          <p14:tracePt t="68010" x="3963988" y="5000625"/>
          <p14:tracePt t="68019" x="3956050" y="5000625"/>
          <p14:tracePt t="68026" x="3940175" y="5000625"/>
          <p14:tracePt t="68035" x="3906838" y="5000625"/>
          <p14:tracePt t="68048" x="3898900" y="5000625"/>
          <p14:tracePt t="68059" x="3881438" y="5000625"/>
          <p14:tracePt t="68067" x="3865563" y="5000625"/>
          <p14:tracePt t="68083" x="3856038" y="5000625"/>
          <p14:tracePt t="68155" x="3865563" y="5000625"/>
          <p14:tracePt t="68172" x="3881438" y="5000625"/>
          <p14:tracePt t="68180" x="3898900" y="5000625"/>
          <p14:tracePt t="68188" x="3906838" y="5000625"/>
          <p14:tracePt t="68198" x="3922713" y="5000625"/>
          <p14:tracePt t="68204" x="3956050" y="5000625"/>
          <p14:tracePt t="68214" x="3963988" y="5000625"/>
          <p14:tracePt t="68220" x="4005263" y="5000625"/>
          <p14:tracePt t="68230" x="4064000" y="5000625"/>
          <p14:tracePt t="68236" x="4105275" y="5000625"/>
          <p14:tracePt t="68247" x="4164013" y="5000625"/>
          <p14:tracePt t="68253" x="4229100" y="5000625"/>
          <p14:tracePt t="68264" x="4287838" y="5000625"/>
          <p14:tracePt t="68268" x="4354513" y="4983163"/>
          <p14:tracePt t="68280" x="4411663" y="4975225"/>
          <p14:tracePt t="68285" x="4470400" y="4959350"/>
          <p14:tracePt t="68297" x="4511675" y="4959350"/>
          <p14:tracePt t="68301" x="4537075" y="4941888"/>
          <p14:tracePt t="68314" x="4570413" y="4933950"/>
          <p14:tracePt t="68317" x="4578350" y="4933950"/>
          <p14:tracePt t="68330" x="4594225" y="4933950"/>
          <p14:tracePt t="68333" x="4611688" y="4918075"/>
          <p14:tracePt t="68349" x="4619625" y="4918075"/>
          <p14:tracePt t="68479" x="4619625" y="4933950"/>
          <p14:tracePt t="68519" x="4619625" y="4941888"/>
          <p14:tracePt t="68535" x="4635500" y="4941888"/>
          <p14:tracePt t="68543" x="4660900" y="4941888"/>
          <p14:tracePt t="68551" x="4678363" y="4941888"/>
          <p14:tracePt t="68559" x="4702175" y="4941888"/>
          <p14:tracePt t="68567" x="4735513" y="4941888"/>
          <p14:tracePt t="68576" x="4760913" y="4941888"/>
          <p14:tracePt t="68583" x="4794250" y="4941888"/>
          <p14:tracePt t="68591" x="4835525" y="4941888"/>
          <p14:tracePt t="68600" x="4884738" y="4941888"/>
          <p14:tracePt t="68608" x="4943475" y="4941888"/>
          <p14:tracePt t="68616" x="4984750" y="4941888"/>
          <p14:tracePt t="68624" x="5041900" y="4941888"/>
          <p14:tracePt t="68632" x="5100638" y="4941888"/>
          <p14:tracePt t="68640" x="5167313" y="4941888"/>
          <p14:tracePt t="68648" x="5224463" y="4941888"/>
          <p14:tracePt t="68656" x="5275263" y="4941888"/>
          <p14:tracePt t="68664" x="5308600" y="4941888"/>
          <p14:tracePt t="68672" x="5349875" y="4941888"/>
          <p14:tracePt t="68681" x="5365750" y="4941888"/>
          <p14:tracePt t="68688" x="5391150" y="4941888"/>
          <p14:tracePt t="68697" x="5416550" y="4941888"/>
          <p14:tracePt t="68704" x="5432425" y="4941888"/>
          <p14:tracePt t="68721" x="5448300" y="4959350"/>
          <p14:tracePt t="68731" x="5457825" y="4959350"/>
          <p14:tracePt t="68753" x="5473700" y="4959350"/>
          <p14:tracePt t="68769" x="5491163" y="4959350"/>
          <p14:tracePt t="68793" x="5491163" y="4975225"/>
          <p14:tracePt t="69068" x="5499100" y="4975225"/>
          <p14:tracePt t="69076" x="5573713" y="4975225"/>
          <p14:tracePt t="69084" x="5697538" y="4975225"/>
          <p14:tracePt t="69092" x="5854700" y="4959350"/>
          <p14:tracePt t="69100" x="6029325" y="4918075"/>
          <p14:tracePt t="69114" x="6229350" y="4900613"/>
          <p14:tracePt t="69118" x="6369050" y="4859338"/>
          <p14:tracePt t="69130" x="6561138" y="4833938"/>
          <p14:tracePt t="69133" x="6602413" y="4802188"/>
          <p14:tracePt t="69147" x="6734175" y="4792663"/>
          <p14:tracePt t="69150" x="6859588" y="4759325"/>
          <p14:tracePt t="69164" x="6924675" y="4735513"/>
          <p14:tracePt t="69166" x="6983413" y="4718050"/>
          <p14:tracePt t="69180" x="7042150" y="4710113"/>
          <p14:tracePt t="69182" x="7050088" y="4694238"/>
          <p14:tracePt t="69189" x="7083425" y="4694238"/>
          <p14:tracePt t="69197" x="7091363" y="4676775"/>
          <p14:tracePt t="69205" x="7107238" y="4676775"/>
          <p14:tracePt t="69237" x="7107238" y="4668838"/>
          <p14:tracePt t="69278" x="7091363" y="4668838"/>
          <p14:tracePt t="69286" x="7083425" y="4668838"/>
          <p14:tracePt t="69294" x="7050088" y="4668838"/>
          <p14:tracePt t="69302" x="7042150" y="4668838"/>
          <p14:tracePt t="69310" x="6999288" y="4651375"/>
          <p14:tracePt t="69318" x="6942138" y="4651375"/>
          <p14:tracePt t="69326" x="6883400" y="4651375"/>
          <p14:tracePt t="69334" x="6842125" y="4651375"/>
          <p14:tracePt t="69342" x="6743700" y="4651375"/>
          <p14:tracePt t="69350" x="6659563" y="4651375"/>
          <p14:tracePt t="69358" x="6577013" y="4651375"/>
          <p14:tracePt t="69367" x="6453188" y="4651375"/>
          <p14:tracePt t="69375" x="6327775" y="4651375"/>
          <p14:tracePt t="69383" x="6203950" y="4651375"/>
          <p14:tracePt t="69391" x="6088063" y="4651375"/>
          <p14:tracePt t="69399" x="6029325" y="4651375"/>
          <p14:tracePt t="69407" x="5905500" y="4651375"/>
          <p14:tracePt t="69415" x="5805488" y="4651375"/>
          <p14:tracePt t="69423" x="5715000" y="4651375"/>
          <p14:tracePt t="69431" x="5614988" y="4651375"/>
          <p14:tracePt t="69439" x="5540375" y="4668838"/>
          <p14:tracePt t="69447" x="5491163" y="4676775"/>
          <p14:tracePt t="69456" x="5448300" y="4676775"/>
          <p14:tracePt t="69464" x="5391150" y="4676775"/>
          <p14:tracePt t="69472" x="5365750" y="4694238"/>
          <p14:tracePt t="69481" x="5349875" y="4694238"/>
          <p14:tracePt t="69488" x="5324475" y="4694238"/>
          <p14:tracePt t="69504" x="5308600" y="4694238"/>
          <p14:tracePt t="69514" x="5308600" y="4710113"/>
          <p14:tracePt t="69569" x="5324475" y="4710113"/>
          <p14:tracePt t="69584" x="5332413" y="4710113"/>
          <p14:tracePt t="69593" x="5349875" y="4710113"/>
          <p14:tracePt t="69601" x="5365750" y="4710113"/>
          <p14:tracePt t="69609" x="5391150" y="4710113"/>
          <p14:tracePt t="69617" x="5448300" y="4710113"/>
          <p14:tracePt t="69625" x="5473700" y="4710113"/>
          <p14:tracePt t="69633" x="5540375" y="4710113"/>
          <p14:tracePt t="69641" x="5630863" y="4718050"/>
          <p14:tracePt t="69649" x="5738813" y="4751388"/>
          <p14:tracePt t="69657" x="5838825" y="4776788"/>
          <p14:tracePt t="69665" x="5962650" y="4802188"/>
          <p14:tracePt t="69673" x="6021388" y="4818063"/>
          <p14:tracePt t="69681" x="6121400" y="4833938"/>
          <p14:tracePt t="69690" x="6203950" y="4843463"/>
          <p14:tracePt t="69697" x="6286500" y="4859338"/>
          <p14:tracePt t="69706" x="6353175" y="4876800"/>
          <p14:tracePt t="69714" x="6427788" y="4892675"/>
          <p14:tracePt t="69722" x="6477000" y="4900613"/>
          <p14:tracePt t="69731" x="6551613" y="4918075"/>
          <p14:tracePt t="69738" x="6602413" y="4933950"/>
          <p14:tracePt t="69747" x="6659563" y="4933950"/>
          <p14:tracePt t="69754" x="6692900" y="4933950"/>
          <p14:tracePt t="69764" x="6743700" y="4933950"/>
          <p14:tracePt t="69770" x="6784975" y="4941888"/>
          <p14:tracePt t="69780" x="6818313" y="4941888"/>
          <p14:tracePt t="69786" x="6859588" y="4941888"/>
          <p14:tracePt t="69794" x="6867525" y="4941888"/>
          <p14:tracePt t="69803" x="6916738" y="4941888"/>
          <p14:tracePt t="69811" x="6942138" y="4941888"/>
          <p14:tracePt t="69819" x="6958013" y="4941888"/>
          <p14:tracePt t="69827" x="6967538" y="4941888"/>
          <p14:tracePt t="69835" x="6999288" y="4941888"/>
          <p14:tracePt t="69843" x="7008813" y="4941888"/>
          <p14:tracePt t="69851" x="7024688" y="4941888"/>
          <p14:tracePt t="69859" x="7050088" y="4941888"/>
          <p14:tracePt t="69867" x="7065963" y="4933950"/>
          <p14:tracePt t="69875" x="7091363" y="4933950"/>
          <p14:tracePt t="69883" x="7107238" y="4918075"/>
          <p14:tracePt t="69891" x="7124700" y="4900613"/>
          <p14:tracePt t="69900" x="7150100" y="4892675"/>
          <p14:tracePt t="69907" x="7165975" y="4892675"/>
          <p14:tracePt t="69916" x="7173913" y="4876800"/>
          <p14:tracePt t="69924" x="7207250" y="4859338"/>
          <p14:tracePt t="69932" x="7224713" y="4843463"/>
          <p14:tracePt t="69940" x="7232650" y="4833938"/>
          <p14:tracePt t="69948" x="7265988" y="4818063"/>
          <p14:tracePt t="69956" x="7289800" y="4802188"/>
          <p14:tracePt t="69964" x="7307263" y="4802188"/>
          <p14:tracePt t="69972" x="7331075" y="4792663"/>
          <p14:tracePt t="69981" x="7348538" y="4776788"/>
          <p14:tracePt t="69988" x="7373938" y="4759325"/>
          <p14:tracePt t="69999" x="7397750" y="4751388"/>
          <p14:tracePt t="70005" x="7415213" y="4735513"/>
          <p14:tracePt t="70014" x="7431088" y="4718050"/>
          <p14:tracePt t="70020" x="7456488" y="4718050"/>
          <p14:tracePt t="70030" x="7456488" y="4710113"/>
          <p14:tracePt t="70037" x="7472363" y="4694238"/>
          <p14:tracePt t="70047" x="7489825" y="4676775"/>
          <p14:tracePt t="70053" x="7513638" y="4668838"/>
          <p14:tracePt t="70064" x="7531100" y="4668838"/>
          <p14:tracePt t="70069" x="7531100" y="4651375"/>
          <p14:tracePt t="70080" x="7539038" y="4627563"/>
          <p14:tracePt t="70085" x="7556500" y="4610100"/>
          <p14:tracePt t="70097" x="7572375" y="4594225"/>
          <p14:tracePt t="70101" x="7580313" y="4594225"/>
          <p14:tracePt t="70114" x="7580313" y="4576763"/>
          <p14:tracePt t="70126" x="7597775" y="4568825"/>
          <p14:tracePt t="70263" x="7580313" y="4568825"/>
          <p14:tracePt t="70271" x="7580313" y="4576763"/>
          <p14:tracePt t="70281" x="7572375" y="4576763"/>
          <p14:tracePt t="70297" x="7556500" y="4594225"/>
          <p14:tracePt t="70303" x="7539038" y="4594225"/>
          <p14:tracePt t="70313" x="7531100" y="4610100"/>
          <p14:tracePt t="70319" x="7497763" y="4627563"/>
          <p14:tracePt t="70327" x="7472363" y="4635500"/>
          <p14:tracePt t="70335" x="7431088" y="4635500"/>
          <p14:tracePt t="70343" x="7356475" y="4676775"/>
          <p14:tracePt t="70352" x="7331075" y="4694238"/>
          <p14:tracePt t="70360" x="7273925" y="4710113"/>
          <p14:tracePt t="70368" x="7173913" y="4751388"/>
          <p14:tracePt t="70376" x="7132638" y="4759325"/>
          <p14:tracePt t="70384" x="7024688" y="4818063"/>
          <p14:tracePt t="70392" x="6942138" y="4833938"/>
          <p14:tracePt t="70400" x="6842125" y="4859338"/>
          <p14:tracePt t="70408" x="6775450" y="4892675"/>
          <p14:tracePt t="70416" x="6677025" y="4900613"/>
          <p14:tracePt t="70424" x="6651625" y="4918075"/>
          <p14:tracePt t="70432" x="6551613" y="4933950"/>
          <p14:tracePt t="70440" x="6477000" y="4941888"/>
          <p14:tracePt t="70448" x="6394450" y="4959350"/>
          <p14:tracePt t="70457" x="6353175" y="4959350"/>
          <p14:tracePt t="70465" x="6294438" y="4975225"/>
          <p14:tracePt t="70473" x="6253163" y="4983163"/>
          <p14:tracePt t="70481" x="6245225" y="4983163"/>
          <p14:tracePt t="70489" x="6211888" y="4983163"/>
          <p14:tracePt t="70505" x="6203950" y="4983163"/>
          <p14:tracePt t="70586" x="6211888" y="4975225"/>
          <p14:tracePt t="70594" x="6229350" y="4975225"/>
          <p14:tracePt t="70602" x="6245225" y="4975225"/>
          <p14:tracePt t="70610" x="6253163" y="4959350"/>
          <p14:tracePt t="70631" x="6353175" y="4933950"/>
          <p14:tracePt t="70634" x="6477000" y="4892675"/>
          <p14:tracePt t="70647" x="6551613" y="4843463"/>
          <p14:tracePt t="70820" x="6510338" y="4843463"/>
          <p14:tracePt t="70828" x="6453188" y="4843463"/>
          <p14:tracePt t="70836" x="6386513" y="4843463"/>
          <p14:tracePt t="70844" x="6327775" y="4843463"/>
          <p14:tracePt t="70852" x="6253163" y="4859338"/>
          <p14:tracePt t="70860" x="6129338" y="4876800"/>
          <p14:tracePt t="70868" x="6021388" y="4892675"/>
          <p14:tracePt t="70876" x="5897563" y="4900613"/>
          <p14:tracePt t="70884" x="5738813" y="4900613"/>
          <p14:tracePt t="70893" x="5614988" y="4900613"/>
          <p14:tracePt t="70900" x="5491163" y="4900613"/>
          <p14:tracePt t="70909" x="5373688" y="4900613"/>
          <p14:tracePt t="70917" x="5324475" y="4900613"/>
          <p14:tracePt t="70925" x="5224463" y="4900613"/>
          <p14:tracePt t="70933" x="5126038" y="4900613"/>
          <p14:tracePt t="70941" x="5059363" y="4900613"/>
          <p14:tracePt t="70949" x="4984750" y="4918075"/>
          <p14:tracePt t="70957" x="4902200" y="4918075"/>
          <p14:tracePt t="70965" x="4835525" y="4918075"/>
          <p14:tracePt t="70974" x="4776788" y="4918075"/>
          <p14:tracePt t="70981" x="4735513" y="4918075"/>
          <p14:tracePt t="70990" x="4652963" y="4918075"/>
          <p14:tracePt t="71002" x="4611688" y="4933950"/>
          <p14:tracePt t="71006" x="4552950" y="4933950"/>
          <p14:tracePt t="71014" x="4486275" y="4933950"/>
          <p14:tracePt t="71022" x="4429125" y="4941888"/>
          <p14:tracePt t="71031" x="4370388" y="4941888"/>
          <p14:tracePt t="71038" x="4329113" y="4941888"/>
          <p14:tracePt t="71047" x="4305300" y="4941888"/>
          <p14:tracePt t="71054" x="4262438" y="4959350"/>
          <p14:tracePt t="71064" x="4229100" y="4975225"/>
          <p14:tracePt t="71070" x="4205288" y="4975225"/>
          <p14:tracePt t="71081" x="4187825" y="4975225"/>
          <p14:tracePt t="71086" x="4164013" y="4983163"/>
          <p14:tracePt t="71097" x="4130675" y="4983163"/>
          <p14:tracePt t="71102" x="4122738" y="5000625"/>
          <p14:tracePt t="71114" x="4089400" y="5000625"/>
          <p14:tracePt t="71118" x="4079875" y="5000625"/>
          <p14:tracePt t="71130" x="4048125" y="5016500"/>
          <p14:tracePt t="71135" x="4022725" y="5016500"/>
          <p14:tracePt t="71148" x="4005263" y="5016500"/>
          <p14:tracePt t="71151" x="3981450" y="5026025"/>
          <p14:tracePt t="71164" x="3963988" y="5026025"/>
          <p14:tracePt t="71167" x="3922713" y="5041900"/>
          <p14:tracePt t="71180" x="3881438" y="5041900"/>
          <p14:tracePt t="71183" x="3856038" y="5041900"/>
          <p14:tracePt t="71197" x="3814763" y="5041900"/>
          <p14:tracePt t="71199" x="3757613" y="5057775"/>
          <p14:tracePt t="71214" x="3732213" y="5057775"/>
          <p14:tracePt t="71216" x="3673475" y="5067300"/>
          <p14:tracePt t="71230" x="3632200" y="5067300"/>
          <p14:tracePt t="71232" x="3598863" y="5067300"/>
          <p14:tracePt t="71248" x="3557588" y="5067300"/>
          <p14:tracePt t="71249" x="3533775" y="5067300"/>
          <p14:tracePt t="71256" x="3508375" y="5067300"/>
          <p14:tracePt t="71264" x="3492500" y="5067300"/>
          <p14:tracePt t="71272" x="3475038" y="5067300"/>
          <p14:tracePt t="71281" x="3449638" y="5067300"/>
          <p14:tracePt t="71288" x="3433763" y="5067300"/>
          <p14:tracePt t="71297" x="3425825" y="5067300"/>
          <p14:tracePt t="71314" x="3408363" y="5067300"/>
          <p14:tracePt t="71330" x="3392488" y="5067300"/>
          <p14:tracePt t="71345" x="3375025" y="5067300"/>
          <p14:tracePt t="71636" x="3367088" y="5067300"/>
          <p14:tracePt t="71643" x="3325813" y="5067300"/>
          <p14:tracePt t="71652" x="3284538" y="5067300"/>
          <p14:tracePt t="71659" x="3184525" y="5067300"/>
          <p14:tracePt t="71668" x="3086100" y="5067300"/>
          <p14:tracePt t="71676" x="2986088" y="5067300"/>
          <p14:tracePt t="71684" x="2894013" y="5067300"/>
          <p14:tracePt t="71692" x="2860675" y="5067300"/>
          <p14:tracePt t="71700" x="2762250" y="5067300"/>
          <p14:tracePt t="71708" x="2670175" y="5067300"/>
          <p14:tracePt t="71716" x="2595563" y="5067300"/>
          <p14:tracePt t="71724" x="2538413" y="5067300"/>
          <p14:tracePt t="71732" x="2487613" y="5067300"/>
          <p14:tracePt t="71740" x="2454275" y="5067300"/>
          <p14:tracePt t="71748" x="2413000" y="5067300"/>
          <p14:tracePt t="71756" x="2405063" y="5067300"/>
          <p14:tracePt t="71765" x="2371725" y="5067300"/>
          <p14:tracePt t="71773" x="2347913" y="5067300"/>
          <p14:tracePt t="71789" x="2330450" y="5067300"/>
          <p14:tracePt t="71797" x="2322513" y="5067300"/>
          <p14:tracePt t="71805" x="2305050" y="5057775"/>
          <p14:tracePt t="71814" x="2289175" y="5057775"/>
          <p14:tracePt t="71821" x="2273300" y="5057775"/>
          <p14:tracePt t="71831" x="2263775" y="5057775"/>
          <p14:tracePt t="71846" x="2247900" y="5057775"/>
          <p14:tracePt t="71853" x="2230438" y="5057775"/>
          <p14:tracePt t="71870" x="2222500" y="5057775"/>
          <p14:tracePt t="71878" x="2206625" y="5057775"/>
          <p14:tracePt t="71894" x="2189163" y="5057775"/>
          <p14:tracePt t="71918" x="2181225" y="5057775"/>
          <p14:tracePt t="71990" x="2181225" y="5041900"/>
          <p14:tracePt t="71999" x="2189163" y="5041900"/>
          <p14:tracePt t="72007" x="2206625" y="5041900"/>
          <p14:tracePt t="72023" x="2222500" y="5026025"/>
          <p14:tracePt t="72031" x="2230438" y="5026025"/>
          <p14:tracePt t="72039" x="2273300" y="5026025"/>
          <p14:tracePt t="72047" x="2330450" y="5016500"/>
          <p14:tracePt t="72055" x="2371725" y="5016500"/>
          <p14:tracePt t="72064" x="2430463" y="5016500"/>
          <p14:tracePt t="72071" x="2528888" y="5016500"/>
          <p14:tracePt t="72081" x="2628900" y="5016500"/>
          <p14:tracePt t="72088" x="2754313" y="5016500"/>
          <p14:tracePt t="72097" x="2903538" y="5016500"/>
          <p14:tracePt t="72103" x="3019425" y="5016500"/>
          <p14:tracePt t="72113" x="3143250" y="5016500"/>
          <p14:tracePt t="72120" x="3201988" y="5016500"/>
          <p14:tracePt t="72131" x="3292475" y="5016500"/>
          <p14:tracePt t="72136" x="3367088" y="5016500"/>
          <p14:tracePt t="72147" x="3433763" y="5026025"/>
          <p14:tracePt t="72152" x="3475038" y="5026025"/>
          <p14:tracePt t="72164" x="3508375" y="5026025"/>
          <p14:tracePt t="72168" x="3549650" y="5026025"/>
          <p14:tracePt t="72180" x="3557588" y="5026025"/>
          <p14:tracePt t="72184" x="3590925" y="5026025"/>
          <p14:tracePt t="72198" x="3598863" y="5026025"/>
          <p14:tracePt t="72208" x="3616325" y="5026025"/>
          <p14:tracePt t="72224" x="3632200" y="5026025"/>
          <p14:tracePt t="72233" x="3641725" y="5026025"/>
          <p14:tracePt t="72273" x="3657600" y="5026025"/>
          <p14:tracePt t="72346" x="3673475" y="5026025"/>
          <p14:tracePt t="72426" x="3690938" y="5026025"/>
          <p14:tracePt t="72459" x="3698875" y="5026025"/>
          <p14:tracePt t="72475" x="3740150" y="5026025"/>
          <p14:tracePt t="72483" x="3781425" y="5026025"/>
          <p14:tracePt t="72491" x="3814763" y="5026025"/>
          <p14:tracePt t="72499" x="3906838" y="5041900"/>
          <p14:tracePt t="72507" x="3981450" y="5057775"/>
          <p14:tracePt t="72516" x="4048125" y="5067300"/>
          <p14:tracePt t="72523" x="4146550" y="5083175"/>
          <p14:tracePt t="72532" x="4246563" y="5083175"/>
          <p14:tracePt t="72540" x="4370388" y="5108575"/>
          <p14:tracePt t="72548" x="4470400" y="5124450"/>
          <p14:tracePt t="72556" x="4537075" y="5124450"/>
          <p14:tracePt t="72564" x="4611688" y="5124450"/>
          <p14:tracePt t="72572" x="4702175" y="5124450"/>
          <p14:tracePt t="72580" x="4776788" y="5124450"/>
          <p14:tracePt t="72588" x="4835525" y="5141913"/>
          <p14:tracePt t="72597" x="4876800" y="5141913"/>
          <p14:tracePt t="72604" x="4884738" y="5141913"/>
          <p14:tracePt t="72614" x="4918075" y="5141913"/>
          <p14:tracePt t="72620" x="4926013" y="5141913"/>
          <p14:tracePt t="72644" x="4943475" y="5141913"/>
          <p14:tracePt t="72669" x="4959350" y="5141913"/>
          <p14:tracePt t="80401" x="5000625" y="5141913"/>
          <p14:tracePt t="80408" x="5067300" y="5141913"/>
          <p14:tracePt t="80416" x="5167313" y="5141913"/>
          <p14:tracePt t="80425" x="5324475" y="5141913"/>
          <p14:tracePt t="80433" x="5499100" y="5141913"/>
          <p14:tracePt t="80440" x="5722938" y="5141913"/>
          <p14:tracePt t="80448" x="6121400" y="5108575"/>
          <p14:tracePt t="80456" x="6469063" y="5100638"/>
          <p14:tracePt t="80464" x="6818313" y="5016500"/>
          <p14:tracePt t="80472" x="6999288" y="5000625"/>
          <p14:tracePt t="80481" x="7307263" y="4975225"/>
          <p14:tracePt t="80488" x="7654925" y="4941888"/>
          <p14:tracePt t="80498" x="8004175" y="4941888"/>
          <p14:tracePt t="80504" x="8310563" y="4941888"/>
          <p14:tracePt t="80515" x="8601075" y="4941888"/>
          <p14:tracePt t="80520" x="8866188" y="4941888"/>
          <p14:tracePt t="80531" x="9090025" y="4941888"/>
          <p14:tracePt t="80537" x="9272588" y="4941888"/>
          <p14:tracePt t="80547" x="9339263" y="4941888"/>
          <p14:tracePt t="80553" x="9471025" y="4941888"/>
          <p14:tracePt t="80564" x="9596438" y="4941888"/>
          <p14:tracePt t="80569" x="9678988" y="4959350"/>
          <p14:tracePt t="80580" x="9761538" y="4975225"/>
          <p14:tracePt t="80585" x="9786938" y="4983163"/>
          <p14:tracePt t="80597" x="9828213" y="4983163"/>
          <p14:tracePt t="80601" x="9844088" y="4983163"/>
          <p14:tracePt t="80617" x="9861550" y="4983163"/>
          <p14:tracePt t="80631" x="9869488" y="4983163"/>
          <p14:tracePt t="80747" x="9844088" y="4983163"/>
          <p14:tracePt t="80754" x="9802813" y="4983163"/>
          <p14:tracePt t="80765" x="9779000" y="4983163"/>
          <p14:tracePt t="80771" x="9737725" y="4983163"/>
          <p14:tracePt t="80781" x="9663113" y="4983163"/>
          <p14:tracePt t="80787" x="9637713" y="4983163"/>
          <p14:tracePt t="80796" x="9555163" y="4975225"/>
          <p14:tracePt t="80803" x="9512300" y="4975225"/>
          <p14:tracePt t="80811" x="9429750" y="4975225"/>
          <p14:tracePt t="80819" x="9355138" y="4975225"/>
          <p14:tracePt t="80827" x="9297988" y="4975225"/>
          <p14:tracePt t="80836" x="9231313" y="4975225"/>
          <p14:tracePt t="80844" x="9172575" y="4975225"/>
          <p14:tracePt t="80852" x="9123363" y="4975225"/>
          <p14:tracePt t="80860" x="9082088" y="4975225"/>
          <p14:tracePt t="80868" x="9023350" y="4975225"/>
          <p14:tracePt t="80876" x="8982075" y="4975225"/>
          <p14:tracePt t="80884" x="8948738" y="4975225"/>
          <p14:tracePt t="80892" x="8907463" y="4975225"/>
          <p14:tracePt t="80900" x="8899525" y="4975225"/>
          <p14:tracePt t="80908" x="8858250" y="4975225"/>
          <p14:tracePt t="80916" x="8824913" y="4975225"/>
          <p14:tracePt t="80924" x="8799513" y="4975225"/>
          <p14:tracePt t="80932" x="8758238" y="4975225"/>
          <p14:tracePt t="80941" x="8724900" y="4975225"/>
          <p14:tracePt t="80949" x="8683625" y="4975225"/>
          <p14:tracePt t="80956" x="8642350" y="4975225"/>
          <p14:tracePt t="80964" x="8616950" y="4975225"/>
          <p14:tracePt t="80973" x="8575675" y="4975225"/>
          <p14:tracePt t="80981" x="8550275" y="4975225"/>
          <p14:tracePt t="80989" x="8501063" y="4975225"/>
          <p14:tracePt t="80999" x="8475663" y="4975225"/>
          <p14:tracePt t="81005" x="8434388" y="4975225"/>
          <p14:tracePt t="81014" x="8393113" y="4941888"/>
          <p14:tracePt t="81021" x="8369300" y="4941888"/>
          <p14:tracePt t="81031" x="8326438" y="4933950"/>
          <p14:tracePt t="81037" x="8310563" y="4933950"/>
          <p14:tracePt t="81047" x="8269288" y="4918075"/>
          <p14:tracePt t="81053" x="8235950" y="4900613"/>
          <p14:tracePt t="81064" x="8228013" y="4900613"/>
          <p14:tracePt t="81070" x="8194675" y="4892675"/>
          <p14:tracePt t="81081" x="8186738" y="4892675"/>
          <p14:tracePt t="81086" x="8169275" y="4876800"/>
          <p14:tracePt t="81097" x="8143875" y="4859338"/>
          <p14:tracePt t="81102" x="8128000" y="4859338"/>
          <p14:tracePt t="81114" x="8112125" y="4859338"/>
          <p14:tracePt t="81118" x="8086725" y="4843463"/>
          <p14:tracePt t="81130" x="8069263" y="4843463"/>
          <p14:tracePt t="81134" x="8061325" y="4833938"/>
          <p14:tracePt t="81150" x="8045450" y="4818063"/>
          <p14:tracePt t="81164" x="8027988" y="4818063"/>
          <p14:tracePt t="81174" x="8020050" y="4802188"/>
          <p14:tracePt t="81182" x="8004175" y="4792663"/>
          <p14:tracePt t="81199" x="7986713" y="4776788"/>
          <p14:tracePt t="81207" x="7970838" y="4751388"/>
          <p14:tracePt t="81215" x="7945438" y="4718050"/>
          <p14:tracePt t="81223" x="7929563" y="4710113"/>
          <p14:tracePt t="81231" x="7904163" y="4668838"/>
          <p14:tracePt t="81239" x="7886700" y="4627563"/>
          <p14:tracePt t="81247" x="7878763" y="4594225"/>
          <p14:tracePt t="81255" x="7862888" y="4568825"/>
          <p14:tracePt t="81264" x="7862888" y="4535488"/>
          <p14:tracePt t="81271" x="7862888" y="4511675"/>
          <p14:tracePt t="81281" x="7862888" y="4486275"/>
          <p14:tracePt t="81287" x="7862888" y="4470400"/>
          <p14:tracePt t="81297" x="7862888" y="4452938"/>
          <p14:tracePt t="81304" x="7862888" y="4427538"/>
          <p14:tracePt t="81320" x="7886700" y="4403725"/>
          <p14:tracePt t="81328" x="7929563" y="4370388"/>
          <p14:tracePt t="81336" x="7970838" y="4362450"/>
          <p14:tracePt t="81344" x="8045450" y="4344988"/>
          <p14:tracePt t="81352" x="8102600" y="4329113"/>
          <p14:tracePt t="81360" x="8153400" y="4329113"/>
          <p14:tracePt t="81368" x="8285163" y="4329113"/>
          <p14:tracePt t="81376" x="8351838" y="4329113"/>
          <p14:tracePt t="81385" x="8451850" y="4329113"/>
          <p14:tracePt t="81393" x="8550275" y="4329113"/>
          <p14:tracePt t="81401" x="8634413" y="4329113"/>
          <p14:tracePt t="81408" x="8758238" y="4344988"/>
          <p14:tracePt t="81417" x="8858250" y="4370388"/>
          <p14:tracePt t="81425" x="8899525" y="4403725"/>
          <p14:tracePt t="81433" x="8982075" y="4445000"/>
          <p14:tracePt t="81441" x="9064625" y="4470400"/>
          <p14:tracePt t="81449" x="9123363" y="4527550"/>
          <p14:tracePt t="81457" x="9172575" y="4552950"/>
          <p14:tracePt t="81465" x="9213850" y="4594225"/>
          <p14:tracePt t="81473" x="9256713" y="4627563"/>
          <p14:tracePt t="81481" x="9288463" y="4651375"/>
          <p14:tracePt t="81489" x="9297988" y="4676775"/>
          <p14:tracePt t="81498" x="9313863" y="4694238"/>
          <p14:tracePt t="81506" x="9331325" y="4694238"/>
          <p14:tracePt t="81514" x="9331325" y="4710113"/>
          <p14:tracePt t="81522" x="9331325" y="4718050"/>
          <p14:tracePt t="81530" x="9339263" y="4718050"/>
          <p14:tracePt t="81538" x="9339263" y="4735513"/>
          <p14:tracePt t="81563" x="9339263" y="4751388"/>
          <p14:tracePt t="81586" x="9339263" y="4759325"/>
          <p14:tracePt t="81594" x="9339263" y="4776788"/>
          <p14:tracePt t="81602" x="9339263" y="4802188"/>
          <p14:tracePt t="81610" x="9355138" y="4802188"/>
          <p14:tracePt t="81619" x="9355138" y="4843463"/>
          <p14:tracePt t="81626" x="9355138" y="4876800"/>
          <p14:tracePt t="81635" x="9372600" y="4900613"/>
          <p14:tracePt t="81643" x="9388475" y="4933950"/>
          <p14:tracePt t="81651" x="9388475" y="4959350"/>
          <p14:tracePt t="81659" x="9396413" y="4983163"/>
          <p14:tracePt t="81667" x="9396413" y="5016500"/>
          <p14:tracePt t="81675" x="9413875" y="5026025"/>
          <p14:tracePt t="81683" x="9413875" y="5041900"/>
          <p14:tracePt t="81699" x="9413875" y="5057775"/>
          <p14:tracePt t="81723" x="9413875" y="5067300"/>
          <p14:tracePt t="81966" x="9396413" y="5067300"/>
          <p14:tracePt t="81982" x="9388475" y="5067300"/>
          <p14:tracePt t="81990" x="9372600" y="5067300"/>
          <p14:tracePt t="82006" x="9355138" y="5067300"/>
          <p14:tracePt t="82014" x="9331325" y="5067300"/>
          <p14:tracePt t="82022" x="9297988" y="5067300"/>
          <p14:tracePt t="82038" x="9256713" y="5067300"/>
          <p14:tracePt t="82047" x="9231313" y="5067300"/>
          <p14:tracePt t="82054" x="9213850" y="5067300"/>
          <p14:tracePt t="82064" x="9172575" y="5067300"/>
          <p14:tracePt t="82071" x="9164638" y="5067300"/>
          <p14:tracePt t="82080" x="9123363" y="5067300"/>
          <p14:tracePt t="82087" x="9090025" y="5067300"/>
          <p14:tracePt t="82096" x="9064625" y="5067300"/>
          <p14:tracePt t="82103" x="9023350" y="5067300"/>
          <p14:tracePt t="82111" x="9007475" y="5067300"/>
          <p14:tracePt t="82119" x="8966200" y="5067300"/>
          <p14:tracePt t="82127" x="8940800" y="5067300"/>
          <p14:tracePt t="82135" x="8907463" y="5067300"/>
          <p14:tracePt t="82143" x="8866188" y="5067300"/>
          <p14:tracePt t="82151" x="8858250" y="5067300"/>
          <p14:tracePt t="82159" x="8824913" y="5067300"/>
          <p14:tracePt t="82168" x="8816975" y="5067300"/>
          <p14:tracePt t="82176" x="8799513" y="5067300"/>
          <p14:tracePt t="82184" x="8766175" y="5067300"/>
          <p14:tracePt t="82192" x="8758238" y="5067300"/>
          <p14:tracePt t="82200" x="8742363" y="5067300"/>
          <p14:tracePt t="82216" x="8724900" y="5067300"/>
          <p14:tracePt t="82224" x="8716963" y="5067300"/>
          <p14:tracePt t="82240" x="8699500" y="5067300"/>
          <p14:tracePt t="82256" x="8683625" y="5067300"/>
          <p14:tracePt t="82264" x="8675688" y="5067300"/>
          <p14:tracePt t="82280" x="8658225" y="5067300"/>
          <p14:tracePt t="82297" x="8642350" y="5067300"/>
          <p14:tracePt t="82321" x="8642350" y="5057775"/>
          <p14:tracePt t="82330" x="8634413" y="5057775"/>
          <p14:tracePt t="82442" x="8642350" y="5057775"/>
          <p14:tracePt t="82450" x="8642350" y="5041900"/>
          <p14:tracePt t="82466" x="8658225" y="5041900"/>
          <p14:tracePt t="82474" x="8675688" y="5041900"/>
          <p14:tracePt t="82482" x="8683625" y="5041900"/>
          <p14:tracePt t="82490" x="8716963" y="5041900"/>
          <p14:tracePt t="82498" x="8724900" y="5041900"/>
          <p14:tracePt t="82506" x="8758238" y="5026025"/>
          <p14:tracePt t="82515" x="8783638" y="5026025"/>
          <p14:tracePt t="82523" x="8799513" y="5026025"/>
          <p14:tracePt t="82531" x="8824913" y="5026025"/>
          <p14:tracePt t="82539" x="8840788" y="5026025"/>
          <p14:tracePt t="82555" x="8858250" y="5026025"/>
          <p14:tracePt t="82579" x="8866188" y="5026025"/>
          <p14:tracePt t="82611" x="8858250" y="5026025"/>
          <p14:tracePt t="82620" x="8824913" y="5026025"/>
          <p14:tracePt t="82627" x="8758238" y="5026025"/>
          <p14:tracePt t="82636" x="8658225" y="5026025"/>
          <p14:tracePt t="82644" x="8501063" y="5026025"/>
          <p14:tracePt t="82652" x="8326438" y="5026025"/>
          <p14:tracePt t="82660" x="8102600" y="5026025"/>
          <p14:tracePt t="82668" x="7837488" y="5026025"/>
          <p14:tracePt t="82676" x="7580313" y="5026025"/>
          <p14:tracePt t="82684" x="7315200" y="5016500"/>
          <p14:tracePt t="82692" x="7008813" y="4983163"/>
          <p14:tracePt t="82700" x="6759575" y="4975225"/>
          <p14:tracePt t="82708" x="6494463" y="4933950"/>
          <p14:tracePt t="82716" x="6245225" y="4876800"/>
          <p14:tracePt t="82724" x="6046788" y="4843463"/>
          <p14:tracePt t="82732" x="5838825" y="4802188"/>
          <p14:tracePt t="82741" x="5640388" y="4751388"/>
          <p14:tracePt t="82749" x="5457825" y="4710113"/>
          <p14:tracePt t="82757" x="5275263" y="4676775"/>
          <p14:tracePt t="82765" x="5224463" y="4668838"/>
          <p14:tracePt t="82773" x="5100638" y="4651375"/>
          <p14:tracePt t="82781" x="5018088" y="4627563"/>
          <p14:tracePt t="82789" x="4918075" y="4610100"/>
          <p14:tracePt t="82797" x="4860925" y="4594225"/>
          <p14:tracePt t="82805" x="4802188" y="4576763"/>
          <p14:tracePt t="82814" x="4776788" y="4576763"/>
          <p14:tracePt t="82821" x="4752975" y="4576763"/>
          <p14:tracePt t="82831" x="4735513" y="4568825"/>
          <p14:tracePt t="82847" x="4719638" y="4568825"/>
          <p14:tracePt t="83015" x="4702175" y="4568825"/>
          <p14:tracePt t="83023" x="4694238" y="4568825"/>
          <p14:tracePt t="83031" x="4678363" y="4568825"/>
          <p14:tracePt t="83039" x="4619625" y="4568825"/>
          <p14:tracePt t="83048" x="4578350" y="4568825"/>
          <p14:tracePt t="83055" x="4511675" y="4568825"/>
          <p14:tracePt t="83064" x="4437063" y="4568825"/>
          <p14:tracePt t="83072" x="4346575" y="4535488"/>
          <p14:tracePt t="83081" x="4305300" y="4535488"/>
          <p14:tracePt t="83088" x="4221163" y="4511675"/>
          <p14:tracePt t="83097" x="4130675" y="4494213"/>
          <p14:tracePt t="83104" x="4089400" y="4494213"/>
          <p14:tracePt t="83114" x="4038600" y="4486275"/>
          <p14:tracePt t="83120" x="3997325" y="4470400"/>
          <p14:tracePt t="83130" x="3981450" y="4470400"/>
          <p14:tracePt t="83136" x="3956050" y="4470400"/>
          <p14:tracePt t="83144" x="3940175" y="4452938"/>
          <p14:tracePt t="83168" x="3922713" y="4452938"/>
          <p14:tracePt t="83225" x="3922713" y="4445000"/>
          <p14:tracePt t="83298" x="3940175" y="4445000"/>
          <p14:tracePt t="83306" x="3940175" y="4427538"/>
          <p14:tracePt t="83346" x="3956050" y="4427538"/>
          <p14:tracePt t="83451" x="3963988" y="4427538"/>
          <p14:tracePt t="83475" x="3981450" y="4427538"/>
          <p14:tracePt t="83483" x="3981450" y="4445000"/>
          <p14:tracePt t="83492" x="3997325" y="4445000"/>
          <p14:tracePt t="83500" x="4022725" y="4445000"/>
          <p14:tracePt t="83507" x="4038600" y="4452938"/>
          <p14:tracePt t="83516" x="4048125" y="4452938"/>
          <p14:tracePt t="83524" x="4064000" y="4470400"/>
          <p14:tracePt t="83532" x="4089400" y="4470400"/>
          <p14:tracePt t="83540" x="4089400" y="4486275"/>
          <p14:tracePt t="83548" x="4105275" y="4486275"/>
          <p14:tracePt t="83564" x="4122738" y="4494213"/>
          <p14:tracePt t="83596" x="4122738" y="4511675"/>
          <p14:tracePt t="83685" x="4105275" y="4511675"/>
          <p14:tracePt t="83693" x="4089400" y="4511675"/>
          <p14:tracePt t="83701" x="4064000" y="4511675"/>
          <p14:tracePt t="83709" x="4038600" y="4511675"/>
          <p14:tracePt t="83718" x="4005263" y="4486275"/>
          <p14:tracePt t="83725" x="3963988" y="4470400"/>
          <p14:tracePt t="83734" x="3940175" y="4452938"/>
          <p14:tracePt t="83742" x="3898900" y="4427538"/>
          <p14:tracePt t="83750" x="3856038" y="4386263"/>
          <p14:tracePt t="83758" x="3814763" y="4362450"/>
          <p14:tracePt t="83766" x="3773488" y="4329113"/>
          <p14:tracePt t="83774" x="3716338" y="4303713"/>
          <p14:tracePt t="83782" x="3698875" y="4270375"/>
          <p14:tracePt t="83790" x="3673475" y="4246563"/>
          <p14:tracePt t="83798" x="3657600" y="4221163"/>
          <p14:tracePt t="83806" x="3657600" y="4203700"/>
          <p14:tracePt t="83814" x="3641725" y="4179888"/>
          <p14:tracePt t="83823" x="3641725" y="4162425"/>
          <p14:tracePt t="83831" x="3641725" y="4146550"/>
          <p14:tracePt t="83839" x="3641725" y="4121150"/>
          <p14:tracePt t="83847" x="3641725" y="4105275"/>
          <p14:tracePt t="83855" x="3641725" y="4097338"/>
          <p14:tracePt t="83864" x="3641725" y="4064000"/>
          <p14:tracePt t="83871" x="3657600" y="4046538"/>
          <p14:tracePt t="83881" x="3657600" y="4038600"/>
          <p14:tracePt t="83887" x="3673475" y="4021138"/>
          <p14:tracePt t="83897" x="3690938" y="4005263"/>
          <p14:tracePt t="83903" x="3698875" y="3997325"/>
          <p14:tracePt t="83914" x="3732213" y="3979863"/>
          <p14:tracePt t="83919" x="3740150" y="3963988"/>
          <p14:tracePt t="83931" x="3798888" y="3938588"/>
          <p14:tracePt t="83936" x="3822700" y="3922713"/>
          <p14:tracePt t="83948" x="3881438" y="3897313"/>
          <p14:tracePt t="83952" x="3956050" y="3871913"/>
          <p14:tracePt t="83964" x="3997325" y="3871913"/>
          <p14:tracePt t="83968" x="4064000" y="3856038"/>
          <p14:tracePt t="83981" x="4122738" y="3840163"/>
          <p14:tracePt t="83984" x="4171950" y="3830638"/>
          <p14:tracePt t="83999" x="4205288" y="3830638"/>
          <p14:tracePt t="84003" x="4246563" y="3830638"/>
          <p14:tracePt t="84008" x="4271963" y="3830638"/>
          <p14:tracePt t="84016" x="4287838" y="3830638"/>
          <p14:tracePt t="84024" x="4305300" y="3830638"/>
          <p14:tracePt t="84032" x="4313238" y="3830638"/>
          <p14:tracePt t="84041" x="4329113" y="3830638"/>
          <p14:tracePt t="84048" x="4346575" y="3840163"/>
          <p14:tracePt t="84064" x="4354513" y="3856038"/>
          <p14:tracePt t="84073" x="4370388" y="3871913"/>
          <p14:tracePt t="84081" x="4387850" y="3897313"/>
          <p14:tracePt t="84089" x="4395788" y="3914775"/>
          <p14:tracePt t="84097" x="4411663" y="3938588"/>
          <p14:tracePt t="84105" x="4429125" y="3963988"/>
          <p14:tracePt t="84114" x="4437063" y="3997325"/>
          <p14:tracePt t="84121" x="4454525" y="4005263"/>
          <p14:tracePt t="84131" x="4470400" y="4046538"/>
          <p14:tracePt t="84137" x="4495800" y="4079875"/>
          <p14:tracePt t="84147" x="4529138" y="4121150"/>
          <p14:tracePt t="84154" x="4537075" y="4162425"/>
          <p14:tracePt t="84161" x="4570413" y="4221163"/>
          <p14:tracePt t="84170" x="4594225" y="4262438"/>
          <p14:tracePt t="84178" x="4611688" y="4287838"/>
          <p14:tracePt t="84186" x="4635500" y="4329113"/>
          <p14:tracePt t="84194" x="4652963" y="4362450"/>
          <p14:tracePt t="84202" x="4660900" y="4403725"/>
          <p14:tracePt t="84210" x="4678363" y="4427538"/>
          <p14:tracePt t="84218" x="4694238" y="4445000"/>
          <p14:tracePt t="84226" x="4694238" y="4470400"/>
          <p14:tracePt t="84234" x="4702175" y="4486275"/>
          <p14:tracePt t="84250" x="4702175" y="4494213"/>
          <p14:tracePt t="84274" x="4702175" y="4511675"/>
          <p14:tracePt t="84299" x="4702175" y="4527550"/>
          <p14:tracePt t="84355" x="4694238" y="4527550"/>
          <p14:tracePt t="84364" x="4678363" y="4527550"/>
          <p14:tracePt t="84371" x="4652963" y="4527550"/>
          <p14:tracePt t="84380" x="4635500" y="4527550"/>
          <p14:tracePt t="84387" x="4611688" y="4527550"/>
          <p14:tracePt t="84397" x="4570413" y="4527550"/>
          <p14:tracePt t="84404" x="4537075" y="4527550"/>
          <p14:tracePt t="84413" x="4437063" y="4527550"/>
          <p14:tracePt t="84420" x="4387850" y="4527550"/>
          <p14:tracePt t="84428" x="4313238" y="4527550"/>
          <p14:tracePt t="84436" x="4271963" y="4527550"/>
          <p14:tracePt t="84444" x="4205288" y="4527550"/>
          <p14:tracePt t="84452" x="4130675" y="4511675"/>
          <p14:tracePt t="84460" x="4079875" y="4494213"/>
          <p14:tracePt t="84468" x="4022725" y="4470400"/>
          <p14:tracePt t="84476" x="3981450" y="4452938"/>
          <p14:tracePt t="84485" x="3956050" y="4445000"/>
          <p14:tracePt t="84492" x="3922713" y="4427538"/>
          <p14:tracePt t="84501" x="3906838" y="4411663"/>
          <p14:tracePt t="84509" x="3898900" y="4403725"/>
          <p14:tracePt t="84517" x="3881438" y="4370388"/>
          <p14:tracePt t="84525" x="3881438" y="4362450"/>
          <p14:tracePt t="84533" x="3881438" y="4344988"/>
          <p14:tracePt t="84541" x="3865563" y="4311650"/>
          <p14:tracePt t="84549" x="3865563" y="4287838"/>
          <p14:tracePt t="84557" x="3865563" y="4270375"/>
          <p14:tracePt t="84565" x="3865563" y="4229100"/>
          <p14:tracePt t="84573" x="3865563" y="4203700"/>
          <p14:tracePt t="84581" x="3865563" y="4179888"/>
          <p14:tracePt t="84589" x="3865563" y="4138613"/>
          <p14:tracePt t="84598" x="3865563" y="4105275"/>
          <p14:tracePt t="84606" x="3898900" y="4064000"/>
          <p14:tracePt t="84614" x="3906838" y="4038600"/>
          <p14:tracePt t="84622" x="3922713" y="3997325"/>
          <p14:tracePt t="84631" x="3963988" y="3956050"/>
          <p14:tracePt t="84638" x="3997325" y="3914775"/>
          <p14:tracePt t="84647" x="4038600" y="3871913"/>
          <p14:tracePt t="84654" x="4064000" y="3840163"/>
          <p14:tracePt t="84664" x="4089400" y="3814763"/>
          <p14:tracePt t="84670" x="4105275" y="3797300"/>
          <p14:tracePt t="84680" x="4146550" y="3781425"/>
          <p14:tracePt t="84686" x="4171950" y="3773488"/>
          <p14:tracePt t="84698" x="4187825" y="3773488"/>
          <p14:tracePt t="84702" x="4221163" y="3756025"/>
          <p14:tracePt t="84714" x="4229100" y="3756025"/>
          <p14:tracePt t="84718" x="4262438" y="3756025"/>
          <p14:tracePt t="84730" x="4287838" y="3756025"/>
          <p14:tracePt t="84735" x="4305300" y="3756025"/>
          <p14:tracePt t="84747" x="4329113" y="3756025"/>
          <p14:tracePt t="84751" x="4346575" y="3756025"/>
          <p14:tracePt t="84764" x="4370388" y="3756025"/>
          <p14:tracePt t="84767" x="4387850" y="3756025"/>
          <p14:tracePt t="84780" x="4395788" y="3773488"/>
          <p14:tracePt t="84797" x="4411663" y="3781425"/>
          <p14:tracePt t="84800" x="4429125" y="3797300"/>
          <p14:tracePt t="84814" x="4437063" y="3814763"/>
          <p14:tracePt t="84831" x="4437063" y="3830638"/>
          <p14:tracePt t="84833" x="4454525" y="3840163"/>
          <p14:tracePt t="84847" x="4454525" y="3856038"/>
          <p14:tracePt t="84848" x="4470400" y="3871913"/>
          <p14:tracePt t="84856" x="4470400" y="3881438"/>
          <p14:tracePt t="84872" x="4470400" y="3897313"/>
          <p14:tracePt t="84880" x="4486275" y="3922713"/>
          <p14:tracePt t="84888" x="4486275" y="3938588"/>
          <p14:tracePt t="84897" x="4495800" y="3956050"/>
          <p14:tracePt t="84904" x="4495800" y="3979863"/>
          <p14:tracePt t="84914" x="4511675" y="4005263"/>
          <p14:tracePt t="84920" x="4511675" y="4038600"/>
          <p14:tracePt t="84930" x="4529138" y="4064000"/>
          <p14:tracePt t="84936" x="4529138" y="4079875"/>
          <p14:tracePt t="84947" x="4537075" y="4105275"/>
          <p14:tracePt t="84953" x="4537075" y="4138613"/>
          <p14:tracePt t="84964" x="4552950" y="4162425"/>
          <p14:tracePt t="84969" x="4570413" y="4187825"/>
          <p14:tracePt t="84981" x="4570413" y="4203700"/>
          <p14:tracePt t="84985" x="4570413" y="4221163"/>
          <p14:tracePt t="84999" x="4570413" y="4229100"/>
          <p14:tracePt t="85004" x="4570413" y="4246563"/>
          <p14:tracePt t="85017" x="4570413" y="4262438"/>
          <p14:tracePt t="85033" x="4570413" y="4270375"/>
          <p14:tracePt t="85066" x="4570413" y="4287838"/>
          <p14:tracePt t="85146" x="4552950" y="4287838"/>
          <p14:tracePt t="85154" x="4537075" y="4287838"/>
          <p14:tracePt t="85179" x="4529138" y="4287838"/>
          <p14:tracePt t="85195" x="4511675" y="4287838"/>
          <p14:tracePt t="85219" x="4511675" y="4303713"/>
          <p14:tracePt t="85227" x="4495800" y="4303713"/>
          <p14:tracePt t="85251" x="4495800" y="4311650"/>
          <p14:tracePt t="85276" x="4486275" y="4311650"/>
          <p14:tracePt t="85292" x="4486275" y="4329113"/>
          <p14:tracePt t="85300" x="4470400" y="4329113"/>
          <p14:tracePt t="85308" x="4454525" y="4329113"/>
          <p14:tracePt t="85324" x="4454525" y="4344988"/>
          <p14:tracePt t="85332" x="4437063" y="4344988"/>
          <p14:tracePt t="85348" x="4429125" y="4344988"/>
          <p14:tracePt t="85364" x="4411663" y="4344988"/>
          <p14:tracePt t="85380" x="4395788" y="4344988"/>
          <p14:tracePt t="85397" x="4387850" y="4344988"/>
          <p14:tracePt t="85405" x="4370388" y="4344988"/>
          <p14:tracePt t="85414" x="4354513" y="4344988"/>
          <p14:tracePt t="85421" x="4346575" y="4344988"/>
          <p14:tracePt t="85430" x="4329113" y="4329113"/>
          <p14:tracePt t="85446" x="4313238" y="4311650"/>
          <p14:tracePt t="85453" x="4305300" y="4303713"/>
          <p14:tracePt t="85461" x="4287838" y="4287838"/>
          <p14:tracePt t="85478" x="4271963" y="4270375"/>
          <p14:tracePt t="85486" x="4262438" y="4262438"/>
          <p14:tracePt t="85493" x="4262438" y="4246563"/>
          <p14:tracePt t="85502" x="4262438" y="4229100"/>
          <p14:tracePt t="85510" x="4262438" y="4221163"/>
          <p14:tracePt t="85526" x="4262438" y="4203700"/>
          <p14:tracePt t="85534" x="4262438" y="4187825"/>
          <p14:tracePt t="85542" x="4262438" y="4179888"/>
          <p14:tracePt t="85550" x="4262438" y="4162425"/>
          <p14:tracePt t="85558" x="4262438" y="4146550"/>
          <p14:tracePt t="85582" x="4262438" y="4138613"/>
          <p14:tracePt t="85655" x="4246563" y="4138613"/>
          <p14:tracePt t="85744" x="4262438" y="4138613"/>
          <p14:tracePt t="85776" x="4262438" y="4146550"/>
          <p14:tracePt t="85784" x="4262438" y="4162425"/>
          <p14:tracePt t="85800" x="4262438" y="4187825"/>
          <p14:tracePt t="85808" x="4262438" y="4203700"/>
          <p14:tracePt t="85816" x="4262438" y="4221163"/>
          <p14:tracePt t="85833" x="4262438" y="4229100"/>
          <p14:tracePt t="85841" x="4262438" y="4246563"/>
          <p14:tracePt t="85849" x="4246563" y="4246563"/>
          <p14:tracePt t="85865" x="4229100" y="4262438"/>
          <p14:tracePt t="85873" x="4221163" y="4262438"/>
          <p14:tracePt t="85881" x="4205288" y="4262438"/>
          <p14:tracePt t="85889" x="4171950" y="4262438"/>
          <p14:tracePt t="85905" x="4146550" y="4262438"/>
          <p14:tracePt t="85914" x="4122738" y="4262438"/>
          <p14:tracePt t="85921" x="4122738" y="4246563"/>
          <p14:tracePt t="85931" x="4089400" y="4229100"/>
          <p14:tracePt t="85938" x="4079875" y="4229100"/>
          <p14:tracePt t="85947" x="4048125" y="4221163"/>
          <p14:tracePt t="85954" x="4048125" y="4203700"/>
          <p14:tracePt t="85963" x="4038600" y="4187825"/>
          <p14:tracePt t="85978" x="4022725" y="4179888"/>
          <p14:tracePt t="85986" x="4022725" y="4162425"/>
          <p14:tracePt t="85999" x="4022725" y="4146550"/>
          <p14:tracePt t="86002" x="4022725" y="4138613"/>
          <p14:tracePt t="86018" x="4022725" y="4121150"/>
          <p14:tracePt t="86026" x="4022725" y="4105275"/>
          <p14:tracePt t="86043" x="4038600" y="4097338"/>
          <p14:tracePt t="86051" x="4038600" y="4079875"/>
          <p14:tracePt t="86059" x="4048125" y="4079875"/>
          <p14:tracePt t="86067" x="4048125" y="4064000"/>
          <p14:tracePt t="86075" x="4064000" y="4064000"/>
          <p14:tracePt t="86083" x="4079875" y="4064000"/>
          <p14:tracePt t="86099" x="4089400" y="4064000"/>
          <p14:tracePt t="86115" x="4122738" y="4064000"/>
          <p14:tracePt t="86123" x="4130675" y="4064000"/>
          <p14:tracePt t="86131" x="4164013" y="4064000"/>
          <p14:tracePt t="86139" x="4187825" y="4064000"/>
          <p14:tracePt t="86148" x="4221163" y="4064000"/>
          <p14:tracePt t="86156" x="4246563" y="4064000"/>
          <p14:tracePt t="86164" x="4271963" y="4064000"/>
          <p14:tracePt t="86172" x="4305300" y="4064000"/>
          <p14:tracePt t="86180" x="4329113" y="4064000"/>
          <p14:tracePt t="86188" x="4346575" y="4079875"/>
          <p14:tracePt t="86197" x="4354513" y="4097338"/>
          <p14:tracePt t="86204" x="4354513" y="4105275"/>
          <p14:tracePt t="86214" x="4370388" y="4121150"/>
          <p14:tracePt t="86220" x="4370388" y="4138613"/>
          <p14:tracePt t="86230" x="4387850" y="4146550"/>
          <p14:tracePt t="86236" x="4387850" y="4162425"/>
          <p14:tracePt t="86253" x="4387850" y="4179888"/>
          <p14:tracePt t="86269" x="4387850" y="4187825"/>
          <p14:tracePt t="86293" x="4387850" y="4203700"/>
          <p14:tracePt t="86317" x="4370388" y="4203700"/>
          <p14:tracePt t="86333" x="4370388" y="4221163"/>
          <p14:tracePt t="86422" x="4370388" y="4203700"/>
          <p14:tracePt t="86438" x="4387850" y="4203700"/>
          <p14:tracePt t="86448" x="4387850" y="4187825"/>
          <p14:tracePt t="86454" x="4395788" y="4187825"/>
          <p14:tracePt t="86464" x="4429125" y="4179888"/>
          <p14:tracePt t="86470" x="4454525" y="4146550"/>
          <p14:tracePt t="86480" x="4486275" y="4138613"/>
          <p14:tracePt t="86486" x="4578350" y="4097338"/>
          <p14:tracePt t="86495" x="4619625" y="4079875"/>
          <p14:tracePt t="86503" x="4702175" y="4064000"/>
          <p14:tracePt t="86511" x="4735513" y="4046538"/>
          <p14:tracePt t="86519" x="4802188" y="4038600"/>
          <p14:tracePt t="86527" x="4860925" y="4021138"/>
          <p14:tracePt t="86535" x="4918075" y="4021138"/>
          <p14:tracePt t="86543" x="4943475" y="4005263"/>
          <p14:tracePt t="86551" x="4959350" y="4005263"/>
          <p14:tracePt t="86559" x="4967288" y="4005263"/>
          <p14:tracePt t="86567" x="4984750" y="4005263"/>
          <p14:tracePt t="86583" x="5000625" y="4005263"/>
          <p14:tracePt t="86632" x="5018088" y="4005263"/>
          <p14:tracePt t="86640" x="5026025" y="4005263"/>
          <p14:tracePt t="86648" x="5108575" y="4005263"/>
          <p14:tracePt t="86656" x="5208588" y="4005263"/>
          <p14:tracePt t="86664" x="5416550" y="4005263"/>
          <p14:tracePt t="86672" x="5681663" y="4005263"/>
          <p14:tracePt t="86681" x="5988050" y="4005263"/>
          <p14:tracePt t="86688" x="6386513" y="4005263"/>
          <p14:tracePt t="86697" x="6826250" y="4005263"/>
          <p14:tracePt t="86704" x="7389813" y="4046538"/>
          <p14:tracePt t="86714" x="7904163" y="4079875"/>
          <p14:tracePt t="86721" x="8410575" y="4105275"/>
          <p14:tracePt t="86730" x="8634413" y="4146550"/>
          <p14:tracePt t="86737" x="9023350" y="4187825"/>
          <p14:tracePt t="86746" x="9413875" y="4270375"/>
          <p14:tracePt t="86753" x="9820275" y="4329113"/>
          <p14:tracePt t="86761" x="10110788" y="4370388"/>
          <p14:tracePt t="86769" x="10375900" y="4445000"/>
          <p14:tracePt t="86777" x="10599738" y="4494213"/>
          <p14:tracePt t="86785" x="10666413" y="4527550"/>
          <p14:tracePt t="86794" x="10823575" y="4576763"/>
          <p14:tracePt t="86802" x="10923588" y="4610100"/>
          <p14:tracePt t="86810" x="10988675" y="4635500"/>
          <p14:tracePt t="86818" x="11047413" y="4668838"/>
          <p14:tracePt t="86826" x="11072813" y="4676775"/>
          <p14:tracePt t="86834" x="11106150" y="4676775"/>
          <p14:tracePt t="86842" x="11106150" y="4694238"/>
          <p14:tracePt t="86850" x="11114088" y="4694238"/>
          <p14:tracePt t="86866" x="11114088" y="4710113"/>
          <p14:tracePt t="88441" x="11106150" y="4710113"/>
          <p14:tracePt t="88448" x="10947400" y="4776788"/>
          <p14:tracePt t="88457" x="10699750" y="4941888"/>
          <p14:tracePt t="88464" x="10491788" y="5057775"/>
          <p14:tracePt t="88473" x="10293350" y="5183188"/>
          <p14:tracePt t="88482" x="9820275" y="5389563"/>
          <p14:tracePt t="88489" x="9339263" y="5589588"/>
          <p14:tracePt t="88497" x="9164638" y="5638800"/>
          <p14:tracePt t="88505" x="8699500" y="5754688"/>
          <p14:tracePt t="88514" x="8369300" y="5862638"/>
          <p14:tracePt t="88521" x="8020050" y="5903913"/>
          <p14:tracePt t="88530" x="7662863" y="5962650"/>
          <p14:tracePt t="88537" x="7397750" y="5978525"/>
          <p14:tracePt t="88547" x="7150100" y="6003925"/>
          <p14:tracePt t="88554" x="6958013" y="6003925"/>
          <p14:tracePt t="88564" x="6775450" y="6003925"/>
          <p14:tracePt t="88570" x="6618288" y="6003925"/>
          <p14:tracePt t="88581" x="6469063" y="6003925"/>
          <p14:tracePt t="88586" x="6353175" y="6003925"/>
          <p14:tracePt t="88597" x="6162675" y="6003925"/>
          <p14:tracePt t="88602" x="5980113" y="6003925"/>
          <p14:tracePt t="88614" x="5797550" y="6003925"/>
          <p14:tracePt t="88618" x="5614988" y="6003925"/>
          <p14:tracePt t="88630" x="5532438" y="6003925"/>
          <p14:tracePt t="88634" x="5416550" y="6003925"/>
          <p14:tracePt t="88647" x="5291138" y="5995988"/>
          <p14:tracePt t="88650" x="5192713" y="5978525"/>
          <p14:tracePt t="88664" x="5126038" y="5962650"/>
          <p14:tracePt t="88668" x="5059363" y="5954713"/>
          <p14:tracePt t="88681" x="4967288" y="5954713"/>
          <p14:tracePt t="88683" x="4902200" y="5937250"/>
          <p14:tracePt t="88697" x="4843463" y="5937250"/>
          <p14:tracePt t="88700" x="4776788" y="5937250"/>
          <p14:tracePt t="88714" x="4719638" y="5921375"/>
          <p14:tracePt t="88715" x="4652963" y="5921375"/>
          <p14:tracePt t="88723" x="4594225" y="5921375"/>
          <p14:tracePt t="88731" x="4552950" y="5921375"/>
          <p14:tracePt t="88739" x="4495800" y="5903913"/>
          <p14:tracePt t="88747" x="4454525" y="5895975"/>
          <p14:tracePt t="88755" x="4429125" y="5895975"/>
          <p14:tracePt t="88764" x="4395788" y="5895975"/>
          <p14:tracePt t="88772" x="4370388" y="5895975"/>
          <p14:tracePt t="88781" x="4354513" y="5880100"/>
          <p14:tracePt t="88787" x="4346575" y="5880100"/>
          <p14:tracePt t="88798" x="4329113" y="5880100"/>
          <p14:tracePt t="88804" x="4313238" y="5880100"/>
          <p14:tracePt t="88814" x="4313238" y="5862638"/>
          <p14:tracePt t="88828" x="4305300" y="5862638"/>
          <p14:tracePt t="88852" x="4287838" y="5854700"/>
          <p14:tracePt t="88892" x="4287838" y="5837238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A8B3C71-3F2F-9CCF-4D91-EFC640DAD20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Gumbel-Top-</a:t>
                </a:r>
                <a14:m>
                  <m:oMath xmlns:m="http://schemas.openxmlformats.org/officeDocument/2006/math">
                    <m:r>
                      <a:rPr lang="en-US" sz="3200" b="0" i="1" noProof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Trick and Stochastic Beam Searchch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7A8B3C71-3F2F-9CCF-4D91-EFC640DAD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41FC63-696B-CD1D-0034-8DF0E6914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sampling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actions per datapoint (per state)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a discrete parametric distribution</a:t>
                </a:r>
                <a:r>
                  <a:rPr lang="en-US" altLang="zh-TW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800" noProof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Samples can be drawn either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or without replacement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 action spaces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Gumbel-Top-𝑘 Trick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an efficient alternative to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softmax-based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models with exponentially large output spaces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Beam Search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serves as a practical extension of the Gumbel-Top-k Trick.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discrete action space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, …,</m:t>
                        </m:r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log-probability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noProof="1" dirty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m:rPr>
                        <m:nor/>
                      </m:rPr>
                      <a:rPr lang="en-US" sz="1800" noProof="1" dirty="0" smtClean="0">
                        <a:latin typeface="Times New Roman" panose="020206030504050203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80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Standard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Gumbel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Distribution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Gumbel-perturbed log-probability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41FC63-696B-CD1D-0034-8DF0E6914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音訊 21">
            <a:extLst>
              <a:ext uri="{FF2B5EF4-FFF2-40B4-BE49-F238E27FC236}">
                <a16:creationId xmlns:a16="http://schemas.microsoft.com/office/drawing/2014/main" id="{58879E38-0274-721D-5622-8109C781A4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860"/>
    </mc:Choice>
    <mc:Fallback xmlns="">
      <p:transition spd="slow" advTm="2358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31" x="7556500" y="3773488"/>
          <p14:tracePt t="443" x="7513638" y="3773488"/>
          <p14:tracePt t="447" x="7456488" y="3773488"/>
          <p14:tracePt t="24513" x="4229100" y="571500"/>
          <p14:tracePt t="24521" x="4229100" y="920750"/>
          <p14:tracePt t="24528" x="4346575" y="1309688"/>
          <p14:tracePt t="24536" x="4511675" y="1733550"/>
          <p14:tracePt t="24544" x="4694238" y="2206625"/>
          <p14:tracePt t="24552" x="4802188" y="2413000"/>
          <p14:tracePt t="24561" x="4984750" y="2736850"/>
          <p14:tracePt t="24568" x="5149850" y="3017838"/>
          <p14:tracePt t="24576" x="5308600" y="3267075"/>
          <p14:tracePt t="24584" x="5365750" y="3325813"/>
          <p14:tracePt t="24592" x="5457825" y="3449638"/>
          <p14:tracePt t="24600" x="5532438" y="3532188"/>
          <p14:tracePt t="24608" x="5589588" y="3573463"/>
          <p14:tracePt t="24616" x="5614988" y="3606800"/>
          <p14:tracePt t="24625" x="5640388" y="3616325"/>
          <p14:tracePt t="24633" x="5656263" y="3632200"/>
          <p14:tracePt t="24642" x="5673725" y="3632200"/>
          <p14:tracePt t="24649" x="5681663" y="3632200"/>
          <p14:tracePt t="24665" x="5697538" y="3632200"/>
          <p14:tracePt t="24681" x="5715000" y="3632200"/>
          <p14:tracePt t="24692" x="5722938" y="3632200"/>
          <p14:tracePt t="24705" x="5738813" y="3616325"/>
          <p14:tracePt t="24713" x="5756275" y="3606800"/>
          <p14:tracePt t="24729" x="5780088" y="3590925"/>
          <p14:tracePt t="24737" x="5805488" y="3590925"/>
          <p14:tracePt t="24745" x="5822950" y="3590925"/>
          <p14:tracePt t="24754" x="5864225" y="3590925"/>
          <p14:tracePt t="24762" x="5897563" y="3590925"/>
          <p14:tracePt t="24770" x="5946775" y="3590925"/>
          <p14:tracePt t="24778" x="5988050" y="3590925"/>
          <p14:tracePt t="24786" x="6021388" y="3590925"/>
          <p14:tracePt t="24794" x="6062663" y="3590925"/>
          <p14:tracePt t="24802" x="6088063" y="3606800"/>
          <p14:tracePt t="24810" x="6121400" y="3616325"/>
          <p14:tracePt t="24818" x="6145213" y="3632200"/>
          <p14:tracePt t="24826" x="6162675" y="3648075"/>
          <p14:tracePt t="24834" x="6186488" y="3657600"/>
          <p14:tracePt t="24842" x="6229350" y="3698875"/>
          <p14:tracePt t="24850" x="6245225" y="3714750"/>
          <p14:tracePt t="24859" x="6286500" y="3740150"/>
          <p14:tracePt t="24866" x="6327775" y="3756025"/>
          <p14:tracePt t="24875" x="6369050" y="3797300"/>
          <p14:tracePt t="24883" x="6411913" y="3830638"/>
          <p14:tracePt t="24892" x="6453188" y="3856038"/>
          <p14:tracePt t="24899" x="6477000" y="3881438"/>
          <p14:tracePt t="24908" x="6510338" y="3897313"/>
          <p14:tracePt t="24915" x="6510338" y="3914775"/>
          <p14:tracePt t="24925" x="6518275" y="3922713"/>
          <p14:tracePt t="24931" x="6535738" y="3922713"/>
          <p14:tracePt t="24947" x="6535738" y="3938588"/>
          <p14:tracePt t="25359" x="6592888" y="3914775"/>
          <p14:tracePt t="25367" x="6700838" y="3856038"/>
          <p14:tracePt t="25376" x="6818313" y="3773488"/>
          <p14:tracePt t="25383" x="6916738" y="3714750"/>
          <p14:tracePt t="25393" x="6999288" y="3648075"/>
          <p14:tracePt t="25399" x="7050088" y="3616325"/>
          <p14:tracePt t="25409" x="7132638" y="3565525"/>
          <p14:tracePt t="25415" x="7224713" y="3508375"/>
          <p14:tracePt t="25426" x="7273925" y="3449638"/>
          <p14:tracePt t="25432" x="7315200" y="3424238"/>
          <p14:tracePt t="25444" x="7356475" y="3408363"/>
          <p14:tracePt t="25448" x="7389813" y="3382963"/>
          <p14:tracePt t="25458" x="7397750" y="3367088"/>
          <p14:tracePt t="25464" x="7415213" y="3349625"/>
          <p14:tracePt t="25480" x="7431088" y="3349625"/>
          <p14:tracePt t="25488" x="7431088" y="3341688"/>
          <p14:tracePt t="25504" x="7439025" y="3341688"/>
          <p14:tracePt t="25545" x="7439025" y="3325813"/>
          <p14:tracePt t="25609" x="7439025" y="3308350"/>
          <p14:tracePt t="42646" x="7497763" y="3308350"/>
          <p14:tracePt t="42660" x="7796213" y="3408363"/>
          <p14:tracePt t="42663" x="8061325" y="3490913"/>
          <p14:tracePt t="42677" x="8335963" y="3606800"/>
          <p14:tracePt t="42678" x="8559800" y="3690938"/>
          <p14:tracePt t="42686" x="8766175" y="3773488"/>
          <p14:tracePt t="42694" x="8966200" y="3840163"/>
          <p14:tracePt t="42702" x="9105900" y="3897313"/>
          <p14:tracePt t="42710" x="9231313" y="3938588"/>
          <p14:tracePt t="42718" x="9331325" y="3963988"/>
          <p14:tracePt t="42726" x="9563100" y="4079875"/>
          <p14:tracePt t="42734" x="9745663" y="4146550"/>
          <p14:tracePt t="42742" x="9918700" y="4246563"/>
          <p14:tracePt t="42750" x="9969500" y="4262438"/>
          <p14:tracePt t="42759" x="10052050" y="4329113"/>
          <p14:tracePt t="42766" x="10110788" y="4386263"/>
          <p14:tracePt t="42775" x="10185400" y="4427538"/>
          <p14:tracePt t="42782" x="10193338" y="4470400"/>
          <p14:tracePt t="42792" x="10209213" y="4494213"/>
          <p14:tracePt t="42798" x="10226675" y="4568825"/>
          <p14:tracePt t="42809" x="10226675" y="4594225"/>
          <p14:tracePt t="42815" x="10226675" y="4635500"/>
          <p14:tracePt t="42825" x="10226675" y="4668838"/>
          <p14:tracePt t="42831" x="10185400" y="4694238"/>
          <p14:tracePt t="42842" x="10134600" y="4735513"/>
          <p14:tracePt t="42847" x="10069513" y="4759325"/>
          <p14:tracePt t="42859" x="10002838" y="4776788"/>
          <p14:tracePt t="42863" x="9918700" y="4792663"/>
          <p14:tracePt t="42876" x="9828213" y="4792663"/>
          <p14:tracePt t="42879" x="9737725" y="4792663"/>
          <p14:tracePt t="42892" x="9604375" y="4792663"/>
          <p14:tracePt t="42895" x="9480550" y="4751388"/>
          <p14:tracePt t="42909" x="9355138" y="4676775"/>
          <p14:tracePt t="42912" x="9247188" y="4627563"/>
          <p14:tracePt t="42925" x="9123363" y="4527550"/>
          <p14:tracePt t="42928" x="8982075" y="4403725"/>
          <p14:tracePt t="42942" x="8758238" y="4121150"/>
          <p14:tracePt t="42945" x="8601075" y="3897313"/>
          <p14:tracePt t="42959" x="8534400" y="3781425"/>
          <p14:tracePt t="42960" x="8418513" y="3508375"/>
          <p14:tracePt t="42968" x="8310563" y="3225800"/>
          <p14:tracePt t="42976" x="8210550" y="2960688"/>
          <p14:tracePt t="42984" x="8153400" y="2711450"/>
          <p14:tracePt t="42992" x="8112125" y="2446338"/>
          <p14:tracePt t="43000" x="8086725" y="2181225"/>
          <p14:tracePt t="43009" x="8086725" y="1965325"/>
          <p14:tracePt t="43016" x="8086725" y="1749425"/>
          <p14:tracePt t="43025" x="8086725" y="1566863"/>
          <p14:tracePt t="43033" x="8086725" y="1368425"/>
          <p14:tracePt t="43042" x="8086725" y="1185863"/>
          <p14:tracePt t="43049" x="8086725" y="1003300"/>
          <p14:tracePt t="43059" x="8128000" y="820738"/>
          <p14:tracePt t="43065" x="8153400" y="630238"/>
          <p14:tracePt t="43075" x="8194675" y="447675"/>
          <p14:tracePt t="43081" x="8210550" y="390525"/>
          <p14:tracePt t="43092" x="8235950" y="249238"/>
          <p14:tracePt t="43097" x="8251825" y="157163"/>
          <p14:tracePt t="43108" x="8285163" y="25400"/>
          <p14:tracePt t="64815" x="6253163" y="282575"/>
          <p14:tracePt t="64826" x="6311900" y="406400"/>
          <p14:tracePt t="64833" x="6337300" y="465138"/>
          <p14:tracePt t="64843" x="6411913" y="571500"/>
          <p14:tracePt t="64847" x="6453188" y="671513"/>
          <p14:tracePt t="64860" x="6477000" y="738188"/>
          <p14:tracePt t="64863" x="6518275" y="779463"/>
          <p14:tracePt t="64875" x="6535738" y="812800"/>
          <p14:tracePt t="64878" x="6535738" y="838200"/>
          <p14:tracePt t="64893" x="6551613" y="854075"/>
          <p14:tracePt t="64910" x="6561138" y="862013"/>
          <p14:tracePt t="65426" x="6561138" y="879475"/>
          <p14:tracePt t="65467" x="6561138" y="895350"/>
          <p14:tracePt t="65491" x="6561138" y="903288"/>
          <p14:tracePt t="65499" x="6561138" y="920750"/>
          <p14:tracePt t="65508" x="6561138" y="936625"/>
          <p14:tracePt t="65515" x="6561138" y="954088"/>
          <p14:tracePt t="65525" x="6561138" y="962025"/>
          <p14:tracePt t="65540" x="6561138" y="977900"/>
          <p14:tracePt t="65564" x="6561138" y="995363"/>
          <p14:tracePt t="65588" x="6561138" y="1003300"/>
          <p14:tracePt t="65620" x="6561138" y="1036638"/>
          <p14:tracePt t="65629" x="6561138" y="1044575"/>
          <p14:tracePt t="65636" x="6561138" y="1077913"/>
          <p14:tracePt t="65644" x="6561138" y="1085850"/>
          <p14:tracePt t="65652" x="6561138" y="1119188"/>
          <p14:tracePt t="65661" x="6561138" y="1144588"/>
          <p14:tracePt t="65669" x="6561138" y="1185863"/>
          <p14:tracePt t="65677" x="6561138" y="1219200"/>
          <p14:tracePt t="65685" x="6561138" y="1268413"/>
          <p14:tracePt t="65693" x="6561138" y="1368425"/>
          <p14:tracePt t="65701" x="6561138" y="1435100"/>
          <p14:tracePt t="65709" x="6561138" y="1533525"/>
          <p14:tracePt t="65717" x="6561138" y="1633538"/>
          <p14:tracePt t="65725" x="6561138" y="1733550"/>
          <p14:tracePt t="65733" x="6561138" y="1831975"/>
          <p14:tracePt t="65742" x="6561138" y="1924050"/>
          <p14:tracePt t="65749" x="6561138" y="2024063"/>
          <p14:tracePt t="65758" x="6561138" y="2139950"/>
          <p14:tracePt t="65765" x="6577013" y="2230438"/>
          <p14:tracePt t="65775" x="6592888" y="2363788"/>
          <p14:tracePt t="65781" x="6602413" y="2487613"/>
          <p14:tracePt t="65791" x="6602413" y="2636838"/>
          <p14:tracePt t="65798" x="6618288" y="2778125"/>
          <p14:tracePt t="65807" x="6618288" y="2935288"/>
          <p14:tracePt t="65814" x="6635750" y="3125788"/>
          <p14:tracePt t="65822" x="6659563" y="3308350"/>
          <p14:tracePt t="65830" x="6677025" y="3467100"/>
          <p14:tracePt t="65838" x="6692900" y="3606800"/>
          <p14:tracePt t="65846" x="6700838" y="3690938"/>
          <p14:tracePt t="65854" x="6718300" y="3781425"/>
          <p14:tracePt t="65862" x="6734175" y="3871913"/>
          <p14:tracePt t="65870" x="6743700" y="3922713"/>
          <p14:tracePt t="65878" x="6743700" y="3963988"/>
          <p14:tracePt t="65887" x="6759575" y="3997325"/>
          <p14:tracePt t="65895" x="6759575" y="4005263"/>
          <p14:tracePt t="65903" x="6775450" y="4021138"/>
          <p14:tracePt t="65911" x="6775450" y="4038600"/>
          <p14:tracePt t="65919" x="6784975" y="4038600"/>
          <p14:tracePt t="65927" x="6784975" y="4046538"/>
          <p14:tracePt t="65935" x="6818313" y="4046538"/>
          <p14:tracePt t="65943" x="6859588" y="4046538"/>
          <p14:tracePt t="65951" x="6883400" y="4046538"/>
          <p14:tracePt t="65959" x="6942138" y="4046538"/>
          <p14:tracePt t="65967" x="7008813" y="4046538"/>
          <p14:tracePt t="65975" x="7050088" y="4046538"/>
          <p14:tracePt t="65983" x="7173913" y="4046538"/>
          <p14:tracePt t="65992" x="7207250" y="4046538"/>
          <p14:tracePt t="66000" x="7331075" y="4046538"/>
          <p14:tracePt t="66008" x="7431088" y="4046538"/>
          <p14:tracePt t="66016" x="7497763" y="4046538"/>
          <p14:tracePt t="66025" x="7597775" y="4046538"/>
          <p14:tracePt t="66032" x="7696200" y="4046538"/>
          <p14:tracePt t="66041" x="7804150" y="4046538"/>
          <p14:tracePt t="66048" x="7929563" y="4038600"/>
          <p14:tracePt t="66058" x="8061325" y="4021138"/>
          <p14:tracePt t="66064" x="8186738" y="4021138"/>
          <p14:tracePt t="66075" x="8293100" y="4021138"/>
          <p14:tracePt t="66080" x="8351838" y="4021138"/>
          <p14:tracePt t="66091" x="8534400" y="4005263"/>
          <p14:tracePt t="66096" x="8658225" y="4005263"/>
          <p14:tracePt t="66108" x="8758238" y="3997325"/>
          <p14:tracePt t="66113" x="8858250" y="3997325"/>
          <p14:tracePt t="66125" x="8948738" y="3997325"/>
          <p14:tracePt t="66129" x="9082088" y="3997325"/>
          <p14:tracePt t="66141" x="9105900" y="3997325"/>
          <p14:tracePt t="66145" x="9205913" y="3997325"/>
          <p14:tracePt t="66158" x="9272588" y="3997325"/>
          <p14:tracePt t="66161" x="9339263" y="3997325"/>
          <p14:tracePt t="66175" x="9429750" y="3997325"/>
          <p14:tracePt t="66177" x="9496425" y="3997325"/>
          <p14:tracePt t="66192" x="9555163" y="3997325"/>
          <p14:tracePt t="66194" x="9578975" y="3997325"/>
          <p14:tracePt t="66208" x="9637713" y="4005263"/>
          <p14:tracePt t="66210" x="9663113" y="4021138"/>
          <p14:tracePt t="66225" x="9694863" y="4021138"/>
          <p14:tracePt t="66226" x="9720263" y="4021138"/>
          <p14:tracePt t="66234" x="9745663" y="4038600"/>
          <p14:tracePt t="66242" x="9779000" y="4038600"/>
          <p14:tracePt t="66250" x="9786938" y="4046538"/>
          <p14:tracePt t="66258" x="9802813" y="4046538"/>
          <p14:tracePt t="66266" x="9828213" y="4064000"/>
          <p14:tracePt t="66275" x="9844088" y="4064000"/>
          <p14:tracePt t="66282" x="9861550" y="4079875"/>
          <p14:tracePt t="66308" x="9869488" y="4097338"/>
          <p14:tracePt t="66363" x="9869488" y="4105275"/>
          <p14:tracePt t="66403" x="9869488" y="4121150"/>
          <p14:tracePt t="66411" x="9861550" y="4121150"/>
          <p14:tracePt t="66419" x="9844088" y="4121150"/>
          <p14:tracePt t="66435" x="9828213" y="4121150"/>
          <p14:tracePt t="66459" x="9820275" y="4121150"/>
          <p14:tracePt t="66484" x="9802813" y="4121150"/>
          <p14:tracePt t="66508" x="9802813" y="4105275"/>
          <p14:tracePt t="66516" x="9786938" y="4079875"/>
          <p14:tracePt t="66525" x="9786938" y="4046538"/>
          <p14:tracePt t="66532" x="9786938" y="3997325"/>
          <p14:tracePt t="66542" x="9786938" y="3922713"/>
          <p14:tracePt t="66548" x="9786938" y="3856038"/>
          <p14:tracePt t="66558" x="9786938" y="3773488"/>
          <p14:tracePt t="66565" x="9786938" y="3673475"/>
          <p14:tracePt t="66574" x="9786938" y="3590925"/>
          <p14:tracePt t="66581" x="9828213" y="3508375"/>
          <p14:tracePt t="66589" x="9869488" y="3424238"/>
          <p14:tracePt t="66597" x="9928225" y="3308350"/>
          <p14:tracePt t="66605" x="9969500" y="3209925"/>
          <p14:tracePt t="66613" x="10002838" y="3167063"/>
          <p14:tracePt t="66621" x="10052050" y="3101975"/>
          <p14:tracePt t="66629" x="10085388" y="3043238"/>
          <p14:tracePt t="66637" x="10093325" y="2986088"/>
          <p14:tracePt t="66646" x="10134600" y="2943225"/>
          <p14:tracePt t="66653" x="10134600" y="2919413"/>
          <p14:tracePt t="66662" x="10152063" y="2901950"/>
          <p14:tracePt t="66678" x="10167938" y="2894013"/>
          <p14:tracePt t="66775" x="10134600" y="2894013"/>
          <p14:tracePt t="66783" x="10126663" y="2894013"/>
          <p14:tracePt t="66792" x="10110788" y="2894013"/>
          <p14:tracePt t="66799" x="10093325" y="2894013"/>
          <p14:tracePt t="66808" x="10085388" y="2901950"/>
          <p14:tracePt t="66815" x="10069513" y="2901950"/>
          <p14:tracePt t="66825" x="10044113" y="2935288"/>
          <p14:tracePt t="66831" x="10026650" y="2943225"/>
          <p14:tracePt t="66841" x="10002838" y="2986088"/>
          <p14:tracePt t="66847" x="9961563" y="3027363"/>
          <p14:tracePt t="66855" x="9918700" y="3101975"/>
          <p14:tracePt t="66863" x="9869488" y="3143250"/>
          <p14:tracePt t="66871" x="9802813" y="3225800"/>
          <p14:tracePt t="66880" x="9745663" y="3308350"/>
          <p14:tracePt t="66888" x="9678988" y="3424238"/>
          <p14:tracePt t="66896" x="9596438" y="3516313"/>
          <p14:tracePt t="66904" x="9537700" y="3606800"/>
          <p14:tracePt t="66912" x="9455150" y="3714750"/>
          <p14:tracePt t="66920" x="9372600" y="3814763"/>
          <p14:tracePt t="66928" x="9339263" y="3830638"/>
          <p14:tracePt t="66936" x="9190038" y="3963988"/>
          <p14:tracePt t="66944" x="9148763" y="3979863"/>
          <p14:tracePt t="66952" x="9090025" y="4021138"/>
          <p14:tracePt t="66960" x="9023350" y="4046538"/>
          <p14:tracePt t="66968" x="8966200" y="4079875"/>
          <p14:tracePt t="66976" x="8899525" y="4097338"/>
          <p14:tracePt t="66985" x="8840788" y="4097338"/>
          <p14:tracePt t="66992" x="8716963" y="4105275"/>
          <p14:tracePt t="67001" x="8616950" y="4105275"/>
          <p14:tracePt t="67009" x="8534400" y="4105275"/>
          <p14:tracePt t="67017" x="8410575" y="4105275"/>
          <p14:tracePt t="67025" x="8285163" y="4079875"/>
          <p14:tracePt t="67033" x="8186738" y="4038600"/>
          <p14:tracePt t="67042" x="8061325" y="3997325"/>
          <p14:tracePt t="67049" x="7945438" y="3956050"/>
          <p14:tracePt t="67058" x="7837488" y="3881438"/>
          <p14:tracePt t="67065" x="7721600" y="3830638"/>
          <p14:tracePt t="67075" x="7621588" y="3740150"/>
          <p14:tracePt t="67081" x="7580313" y="3698875"/>
          <p14:tracePt t="67091" x="7472363" y="3590925"/>
          <p14:tracePt t="67098" x="7415213" y="3475038"/>
          <p14:tracePt t="67108" x="7373938" y="3382963"/>
          <p14:tracePt t="67114" x="7348538" y="3241675"/>
          <p14:tracePt t="67125" x="7331075" y="3043238"/>
          <p14:tracePt t="67130" x="7331075" y="2894013"/>
          <p14:tracePt t="67142" x="7331075" y="2711450"/>
          <p14:tracePt t="67146" x="7331075" y="2554288"/>
          <p14:tracePt t="67158" x="7331075" y="2371725"/>
          <p14:tracePt t="67162" x="7373938" y="2247900"/>
          <p14:tracePt t="67175" x="7439025" y="2139950"/>
          <p14:tracePt t="67178" x="7531100" y="1998663"/>
          <p14:tracePt t="67191" x="7556500" y="1965325"/>
          <p14:tracePt t="67194" x="7680325" y="1816100"/>
          <p14:tracePt t="67209" x="7721600" y="1790700"/>
          <p14:tracePt t="67212" x="7796213" y="1757363"/>
          <p14:tracePt t="67225" x="7920038" y="1692275"/>
          <p14:tracePt t="67227" x="7986713" y="1658938"/>
          <p14:tracePt t="67242" x="8086725" y="1658938"/>
          <p14:tracePt t="67244" x="8143875" y="1658938"/>
          <p14:tracePt t="67258" x="8269288" y="1658938"/>
          <p14:tracePt t="67259" x="8293100" y="1658938"/>
          <p14:tracePt t="67267" x="8410575" y="1733550"/>
          <p14:tracePt t="67275" x="8475663" y="1800225"/>
          <p14:tracePt t="67283" x="8534400" y="1882775"/>
          <p14:tracePt t="67292" x="8593138" y="1981200"/>
          <p14:tracePt t="67299" x="8634413" y="2081213"/>
          <p14:tracePt t="67308" x="8658225" y="2206625"/>
          <p14:tracePt t="67316" x="8675688" y="2330450"/>
          <p14:tracePt t="67325" x="8683625" y="2487613"/>
          <p14:tracePt t="67332" x="8683625" y="2670175"/>
          <p14:tracePt t="67341" x="8683625" y="2819400"/>
          <p14:tracePt t="67348" x="8675688" y="3001963"/>
          <p14:tracePt t="67358" x="8616950" y="3159125"/>
          <p14:tracePt t="67364" x="8534400" y="3284538"/>
          <p14:tracePt t="67375" x="8434388" y="3408363"/>
          <p14:tracePt t="67380" x="8351838" y="3475038"/>
          <p14:tracePt t="67391" x="8269288" y="3532188"/>
          <p14:tracePt t="67396" x="8186738" y="3573463"/>
          <p14:tracePt t="67408" x="8102600" y="3573463"/>
          <p14:tracePt t="67412" x="8004175" y="3573463"/>
          <p14:tracePt t="67425" x="7929563" y="3573463"/>
          <p14:tracePt t="67428" x="7920038" y="3573463"/>
          <p14:tracePt t="67447" x="7862888" y="3565525"/>
          <p14:tracePt t="67448" x="7821613" y="3516313"/>
          <p14:tracePt t="67453" x="7796213" y="3475038"/>
          <p14:tracePt t="67461" x="7754938" y="3382963"/>
          <p14:tracePt t="67469" x="7754938" y="3325813"/>
          <p14:tracePt t="67477" x="7754938" y="3251200"/>
          <p14:tracePt t="67485" x="7754938" y="3184525"/>
          <p14:tracePt t="67493" x="7754938" y="3117850"/>
          <p14:tracePt t="67501" x="7754938" y="3027363"/>
          <p14:tracePt t="67509" x="7804150" y="2976563"/>
          <p14:tracePt t="67517" x="7878763" y="2901950"/>
          <p14:tracePt t="67525" x="7970838" y="2852738"/>
          <p14:tracePt t="67534" x="8069263" y="2811463"/>
          <p14:tracePt t="67542" x="8194675" y="2778125"/>
          <p14:tracePt t="67550" x="8326438" y="2760663"/>
          <p14:tracePt t="67558" x="8377238" y="2760663"/>
          <p14:tracePt t="67566" x="8475663" y="2760663"/>
          <p14:tracePt t="67575" x="8550275" y="2760663"/>
          <p14:tracePt t="67582" x="8601075" y="2760663"/>
          <p14:tracePt t="67592" x="8642350" y="2760663"/>
          <p14:tracePt t="67598" x="8675688" y="2760663"/>
          <p14:tracePt t="67608" x="8699500" y="2778125"/>
          <p14:tracePt t="67622" x="8716963" y="2811463"/>
          <p14:tracePt t="67630" x="8716963" y="2836863"/>
          <p14:tracePt t="67647" x="8716963" y="2852738"/>
          <p14:tracePt t="67655" x="8716963" y="2860675"/>
          <p14:tracePt t="67663" x="8716963" y="2878138"/>
          <p14:tracePt t="67671" x="8699500" y="2878138"/>
          <p14:tracePt t="67679" x="8683625" y="2894013"/>
          <p14:tracePt t="67687" x="8675688" y="2894013"/>
          <p14:tracePt t="67695" x="8658225" y="2901950"/>
          <p14:tracePt t="67711" x="8642350" y="2901950"/>
          <p14:tracePt t="67743" x="8634413" y="2901950"/>
          <p14:tracePt t="67768" x="8634413" y="2894013"/>
          <p14:tracePt t="67776" x="8616950" y="2878138"/>
          <p14:tracePt t="67784" x="8616950" y="2836863"/>
          <p14:tracePt t="67792" x="8616950" y="2811463"/>
          <p14:tracePt t="67800" x="8616950" y="2778125"/>
          <p14:tracePt t="67808" x="8616950" y="2736850"/>
          <p14:tracePt t="67816" x="8616950" y="2711450"/>
          <p14:tracePt t="67825" x="8601075" y="2678113"/>
          <p14:tracePt t="67832" x="8601075" y="2654300"/>
          <p14:tracePt t="67842" x="8601075" y="2636838"/>
          <p14:tracePt t="67848" x="8601075" y="2611438"/>
          <p14:tracePt t="67858" x="8601075" y="2595563"/>
          <p14:tracePt t="67880" x="8601075" y="2587625"/>
          <p14:tracePt t="67937" x="8593138" y="2587625"/>
          <p14:tracePt t="67953" x="8575675" y="2587625"/>
          <p14:tracePt t="67969" x="8559800" y="2587625"/>
          <p14:tracePt t="67977" x="8550275" y="2587625"/>
          <p14:tracePt t="67986" x="8534400" y="2587625"/>
          <p14:tracePt t="67994" x="8518525" y="2587625"/>
          <p14:tracePt t="68018" x="8501063" y="2587625"/>
          <p14:tracePt t="68091" x="8534400" y="2587625"/>
          <p14:tracePt t="68098" x="8593138" y="2628900"/>
          <p14:tracePt t="68108" x="8616950" y="2636838"/>
          <p14:tracePt t="68115" x="8658225" y="2678113"/>
          <p14:tracePt t="68124" x="8699500" y="2719388"/>
          <p14:tracePt t="68131" x="8724900" y="2778125"/>
          <p14:tracePt t="68139" x="8742363" y="2819400"/>
          <p14:tracePt t="68147" x="8766175" y="2878138"/>
          <p14:tracePt t="68155" x="8783638" y="2919413"/>
          <p14:tracePt t="68163" x="8783638" y="3017838"/>
          <p14:tracePt t="68171" x="8783638" y="3076575"/>
          <p14:tracePt t="68179" x="8783638" y="3125788"/>
          <p14:tracePt t="68187" x="8716963" y="3200400"/>
          <p14:tracePt t="68196" x="8634413" y="3225800"/>
          <p14:tracePt t="68203" x="8518525" y="3292475"/>
          <p14:tracePt t="68211" x="8369300" y="3325813"/>
          <p14:tracePt t="68220" x="8143875" y="3349625"/>
          <p14:tracePt t="68228" x="7920038" y="3349625"/>
          <p14:tracePt t="68236" x="7531100" y="3349625"/>
          <p14:tracePt t="68244" x="7265988" y="3325813"/>
          <p14:tracePt t="68252" x="7132638" y="3241675"/>
          <p14:tracePt t="68260" x="6900863" y="3125788"/>
          <p14:tracePt t="68268" x="6826250" y="3060700"/>
          <p14:tracePt t="68276" x="6700838" y="2960688"/>
          <p14:tracePt t="68284" x="6618288" y="2878138"/>
          <p14:tracePt t="68292" x="6510338" y="2711450"/>
          <p14:tracePt t="68300" x="6494463" y="2611438"/>
          <p14:tracePt t="68309" x="6494463" y="2487613"/>
          <p14:tracePt t="68317" x="6494463" y="2363788"/>
          <p14:tracePt t="68325" x="6535738" y="2230438"/>
          <p14:tracePt t="68332" x="6659563" y="2098675"/>
          <p14:tracePt t="68342" x="6784975" y="1965325"/>
          <p14:tracePt t="68349" x="6958013" y="1857375"/>
          <p14:tracePt t="68358" x="7150100" y="1749425"/>
          <p14:tracePt t="68365" x="7331075" y="1674813"/>
          <p14:tracePt t="68375" x="7513638" y="1633538"/>
          <p14:tracePt t="68381" x="7737475" y="1592263"/>
          <p14:tracePt t="68392" x="7920038" y="1592263"/>
          <p14:tracePt t="68397" x="8112125" y="1592263"/>
          <p14:tracePt t="68408" x="8153400" y="1592263"/>
          <p14:tracePt t="68413" x="8285163" y="1592263"/>
          <p14:tracePt t="68425" x="8377238" y="1633538"/>
          <p14:tracePt t="68430" x="8434388" y="1674813"/>
          <p14:tracePt t="68444" x="8501063" y="1733550"/>
          <p14:tracePt t="68449" x="8534400" y="1790700"/>
          <p14:tracePt t="68459" x="8559800" y="1857375"/>
          <p14:tracePt t="68462" x="8559800" y="1916113"/>
          <p14:tracePt t="68475" x="8575675" y="1939925"/>
          <p14:tracePt t="68478" x="8575675" y="1998663"/>
          <p14:tracePt t="68492" x="8575675" y="2024063"/>
          <p14:tracePt t="68494" x="8575675" y="2039938"/>
          <p14:tracePt t="68508" x="8575675" y="2065338"/>
          <p14:tracePt t="68525" x="8559800" y="2065338"/>
          <p14:tracePt t="68527" x="8559800" y="2081213"/>
          <p14:tracePt t="68558" x="8550275" y="2081213"/>
          <p14:tracePt t="68769" x="8534400" y="2081213"/>
          <p14:tracePt t="68777" x="8493125" y="2081213"/>
          <p14:tracePt t="68785" x="8434388" y="2065338"/>
          <p14:tracePt t="68793" x="8393113" y="2055813"/>
          <p14:tracePt t="68801" x="8310563" y="2055813"/>
          <p14:tracePt t="68809" x="8235950" y="2039938"/>
          <p14:tracePt t="68817" x="8169275" y="2039938"/>
          <p14:tracePt t="68825" x="8069263" y="2024063"/>
          <p14:tracePt t="68833" x="7970838" y="2014538"/>
          <p14:tracePt t="68842" x="7845425" y="2014538"/>
          <p14:tracePt t="68849" x="7737475" y="2014538"/>
          <p14:tracePt t="68858" x="7580313" y="2014538"/>
          <p14:tracePt t="68866" x="7397750" y="2014538"/>
          <p14:tracePt t="68875" x="7207250" y="2014538"/>
          <p14:tracePt t="68882" x="6983413" y="2014538"/>
          <p14:tracePt t="68891" x="6651625" y="2106613"/>
          <p14:tracePt t="68898" x="6337300" y="2222500"/>
          <p14:tracePt t="68907" x="5962650" y="2405063"/>
          <p14:tracePt t="68914" x="5540375" y="2595563"/>
          <p14:tracePt t="68922" x="5183188" y="2794000"/>
          <p14:tracePt t="68930" x="5018088" y="2894013"/>
          <p14:tracePt t="68938" x="4719638" y="3101975"/>
          <p14:tracePt t="68946" x="4411663" y="3292475"/>
          <p14:tracePt t="68954" x="4164013" y="3475038"/>
          <p14:tracePt t="68963" x="3940175" y="3657600"/>
          <p14:tracePt t="68970" x="3898900" y="3698875"/>
          <p14:tracePt t="68978" x="3781425" y="3814763"/>
          <p14:tracePt t="68987" x="3690938" y="3914775"/>
          <p14:tracePt t="68995" x="3616325" y="3979863"/>
          <p14:tracePt t="69003" x="3575050" y="4038600"/>
          <p14:tracePt t="69011" x="3533775" y="4079875"/>
          <p14:tracePt t="69019" x="3516313" y="4121150"/>
          <p14:tracePt t="69027" x="3508375" y="4138613"/>
          <p14:tracePt t="69035" x="3492500" y="4146550"/>
          <p14:tracePt t="69043" x="3475038" y="4162425"/>
          <p14:tracePt t="69051" x="3475038" y="4179888"/>
          <p14:tracePt t="69075" x="3475038" y="4187825"/>
          <p14:tracePt t="69180" x="3508375" y="4187825"/>
          <p14:tracePt t="69188" x="3533775" y="4179888"/>
          <p14:tracePt t="69197" x="3590925" y="4146550"/>
          <p14:tracePt t="69205" x="3716338" y="4105275"/>
          <p14:tracePt t="69213" x="3940175" y="4046538"/>
          <p14:tracePt t="69221" x="4187825" y="3979863"/>
          <p14:tracePt t="69229" x="4495800" y="3914775"/>
          <p14:tracePt t="69237" x="4843463" y="3840163"/>
          <p14:tracePt t="69245" x="5233988" y="3756025"/>
          <p14:tracePt t="69253" x="5630863" y="3673475"/>
          <p14:tracePt t="69261" x="6029325" y="3606800"/>
          <p14:tracePt t="69269" x="6211888" y="3565525"/>
          <p14:tracePt t="69277" x="6561138" y="3516313"/>
          <p14:tracePt t="69285" x="6867525" y="3449638"/>
          <p14:tracePt t="69293" x="7165975" y="3390900"/>
          <p14:tracePt t="69302" x="7389813" y="3349625"/>
          <p14:tracePt t="69309" x="7613650" y="3308350"/>
          <p14:tracePt t="69318" x="7662863" y="3308350"/>
          <p14:tracePt t="69326" x="7780338" y="3284538"/>
          <p14:tracePt t="69334" x="7904163" y="3267075"/>
          <p14:tracePt t="69342" x="7970838" y="3241675"/>
          <p14:tracePt t="69350" x="8020050" y="3241675"/>
          <p14:tracePt t="69358" x="8061325" y="3225800"/>
          <p14:tracePt t="69366" x="8069263" y="3225800"/>
          <p14:tracePt t="69375" x="8086725" y="3225800"/>
          <p14:tracePt t="69382" x="8102600" y="3209925"/>
          <p14:tracePt t="69408" x="8112125" y="3209925"/>
          <p14:tracePt t="69455" x="8112125" y="3200400"/>
          <p14:tracePt t="69471" x="8112125" y="3184525"/>
          <p14:tracePt t="69479" x="8112125" y="3167063"/>
          <p14:tracePt t="69487" x="8112125" y="3159125"/>
          <p14:tracePt t="69495" x="8112125" y="3143250"/>
          <p14:tracePt t="69503" x="8112125" y="3125788"/>
          <p14:tracePt t="69511" x="8112125" y="3117850"/>
          <p14:tracePt t="69527" x="8112125" y="3101975"/>
          <p14:tracePt t="69535" x="8112125" y="3084513"/>
          <p14:tracePt t="69551" x="8112125" y="3076575"/>
          <p14:tracePt t="69568" x="8102600" y="3060700"/>
          <p14:tracePt t="69584" x="8086725" y="3043238"/>
          <p14:tracePt t="69592" x="8069263" y="3043238"/>
          <p14:tracePt t="69600" x="8045450" y="3027363"/>
          <p14:tracePt t="69608" x="8027988" y="3027363"/>
          <p14:tracePt t="69616" x="8020050" y="3017838"/>
          <p14:tracePt t="69625" x="7970838" y="3001963"/>
          <p14:tracePt t="69633" x="7945438" y="2986088"/>
          <p14:tracePt t="69642" x="7904163" y="2976563"/>
          <p14:tracePt t="69649" x="7837488" y="2943225"/>
          <p14:tracePt t="69658" x="7762875" y="2935288"/>
          <p14:tracePt t="69665" x="7662863" y="2919413"/>
          <p14:tracePt t="69674" x="7572375" y="2901950"/>
          <p14:tracePt t="69681" x="7472363" y="2901950"/>
          <p14:tracePt t="69689" x="7415213" y="2901950"/>
          <p14:tracePt t="69697" x="7315200" y="2901950"/>
          <p14:tracePt t="69705" x="7173913" y="2901950"/>
          <p14:tracePt t="69713" x="7083425" y="2901950"/>
          <p14:tracePt t="69721" x="6983413" y="2919413"/>
          <p14:tracePt t="69729" x="6916738" y="2960688"/>
          <p14:tracePt t="69737" x="6800850" y="3017838"/>
          <p14:tracePt t="69745" x="6718300" y="3076575"/>
          <p14:tracePt t="69754" x="6692900" y="3101975"/>
          <p14:tracePt t="69762" x="6551613" y="3184525"/>
          <p14:tracePt t="69770" x="6477000" y="3251200"/>
          <p14:tracePt t="69778" x="6411913" y="3325813"/>
          <p14:tracePt t="69786" x="6327775" y="3390900"/>
          <p14:tracePt t="69794" x="6253163" y="3475038"/>
          <p14:tracePt t="69802" x="6229350" y="3508375"/>
          <p14:tracePt t="69810" x="6162675" y="3573463"/>
          <p14:tracePt t="69818" x="6088063" y="3648075"/>
          <p14:tracePt t="69826" x="6062663" y="3690938"/>
          <p14:tracePt t="69834" x="6021388" y="3732213"/>
          <p14:tracePt t="69842" x="6005513" y="3756025"/>
          <p14:tracePt t="69850" x="5980113" y="3773488"/>
          <p14:tracePt t="69859" x="5980113" y="3781425"/>
          <p14:tracePt t="69867" x="5980113" y="3797300"/>
          <p14:tracePt t="69891" x="5980113" y="3814763"/>
          <p14:tracePt t="69899" x="5980113" y="3830638"/>
          <p14:tracePt t="69908" x="6005513" y="3840163"/>
          <p14:tracePt t="69915" x="6129338" y="3897313"/>
          <p14:tracePt t="69925" x="6311900" y="3956050"/>
          <p14:tracePt t="69931" x="6535738" y="4021138"/>
          <p14:tracePt t="69940" x="6842125" y="4097338"/>
          <p14:tracePt t="69948" x="6983413" y="4121150"/>
          <p14:tracePt t="69955" x="7331075" y="4179888"/>
          <p14:tracePt t="69964" x="7639050" y="4187825"/>
          <p14:tracePt t="69972" x="7986713" y="4221163"/>
          <p14:tracePt t="69980" x="8235950" y="4221163"/>
          <p14:tracePt t="69988" x="8501063" y="4221163"/>
          <p14:tracePt t="69996" x="8724900" y="4221163"/>
          <p14:tracePt t="70004" x="8948738" y="4203700"/>
          <p14:tracePt t="70012" x="9131300" y="4146550"/>
          <p14:tracePt t="70020" x="9288463" y="4097338"/>
          <p14:tracePt t="70028" x="9437688" y="4038600"/>
          <p14:tracePt t="70036" x="9578975" y="4005263"/>
          <p14:tracePt t="70044" x="9620250" y="3997325"/>
          <p14:tracePt t="70052" x="9745663" y="3956050"/>
          <p14:tracePt t="70060" x="9844088" y="3922713"/>
          <p14:tracePt t="70068" x="9918700" y="3914775"/>
          <p14:tracePt t="70076" x="9985375" y="3897313"/>
          <p14:tracePt t="70084" x="10052050" y="3871913"/>
          <p14:tracePt t="70093" x="10110788" y="3856038"/>
          <p14:tracePt t="70101" x="10167938" y="3840163"/>
          <p14:tracePt t="70109" x="10226675" y="3830638"/>
          <p14:tracePt t="70117" x="10250488" y="3814763"/>
          <p14:tracePt t="70125" x="10275888" y="3814763"/>
          <p14:tracePt t="70133" x="10293350" y="3797300"/>
          <p14:tracePt t="70141" x="10309225" y="3797300"/>
          <p14:tracePt t="70149" x="10317163" y="3797300"/>
          <p14:tracePt t="70165" x="10334625" y="3797300"/>
          <p14:tracePt t="70319" x="10317163" y="3797300"/>
          <p14:tracePt t="70327" x="10309225" y="3797300"/>
          <p14:tracePt t="70335" x="10293350" y="3797300"/>
          <p14:tracePt t="70343" x="10275888" y="3797300"/>
          <p14:tracePt t="70351" x="10250488" y="3797300"/>
          <p14:tracePt t="70359" x="10234613" y="3814763"/>
          <p14:tracePt t="70367" x="10226675" y="3814763"/>
          <p14:tracePt t="70375" x="10209213" y="3830638"/>
          <p14:tracePt t="70383" x="10193338" y="3830638"/>
          <p14:tracePt t="70391" x="10185400" y="3840163"/>
          <p14:tracePt t="70399" x="10167938" y="3840163"/>
          <p14:tracePt t="70415" x="10152063" y="3856038"/>
          <p14:tracePt t="70432" x="10134600" y="3856038"/>
          <p14:tracePt t="70448" x="10126663" y="3856038"/>
          <p14:tracePt t="70457" x="10126663" y="3871913"/>
          <p14:tracePt t="70464" x="10110788" y="3871913"/>
          <p14:tracePt t="70472" x="10093325" y="3871913"/>
          <p14:tracePt t="70480" x="10085388" y="3871913"/>
          <p14:tracePt t="70488" x="10069513" y="3871913"/>
          <p14:tracePt t="70496" x="10052050" y="3871913"/>
          <p14:tracePt t="70504" x="10026650" y="3871913"/>
          <p14:tracePt t="70512" x="9985375" y="3871913"/>
          <p14:tracePt t="70520" x="9969500" y="3871913"/>
          <p14:tracePt t="70528" x="9944100" y="3871913"/>
          <p14:tracePt t="70537" x="9918700" y="3871913"/>
          <p14:tracePt t="70545" x="9886950" y="3856038"/>
          <p14:tracePt t="70553" x="9861550" y="3840163"/>
          <p14:tracePt t="70561" x="9844088" y="3840163"/>
          <p14:tracePt t="70569" x="9820275" y="3830638"/>
          <p14:tracePt t="70577" x="9802813" y="3830638"/>
          <p14:tracePt t="70585" x="9779000" y="3814763"/>
          <p14:tracePt t="70593" x="9761538" y="3814763"/>
          <p14:tracePt t="70601" x="9745663" y="3814763"/>
          <p14:tracePt t="70609" x="9720263" y="3797300"/>
          <p14:tracePt t="70617" x="9694863" y="3781425"/>
          <p14:tracePt t="70626" x="9678988" y="3773488"/>
          <p14:tracePt t="70633" x="9637713" y="3756025"/>
          <p14:tracePt t="70642" x="9578975" y="3732213"/>
          <p14:tracePt t="70650" x="9537700" y="3690938"/>
          <p14:tracePt t="70658" x="9496425" y="3673475"/>
          <p14:tracePt t="70666" x="9455150" y="3648075"/>
          <p14:tracePt t="70675" x="9396413" y="3606800"/>
          <p14:tracePt t="70682" x="9372600" y="3590925"/>
          <p14:tracePt t="70691" x="9339263" y="3573463"/>
          <p14:tracePt t="70698" x="9331325" y="3573463"/>
          <p14:tracePt t="70708" x="9313863" y="3565525"/>
          <p14:tracePt t="70714" x="9297988" y="3549650"/>
          <p14:tracePt t="70730" x="9288463" y="3549650"/>
          <p14:tracePt t="70900" x="9256713" y="3549650"/>
          <p14:tracePt t="70909" x="9231313" y="3549650"/>
          <p14:tracePt t="70916" x="9172575" y="3565525"/>
          <p14:tracePt t="70925" x="9105900" y="3590925"/>
          <p14:tracePt t="70932" x="9007475" y="3606800"/>
          <p14:tracePt t="70942" x="8907463" y="3616325"/>
          <p14:tracePt t="70948" x="8758238" y="3632200"/>
          <p14:tracePt t="70958" x="8575675" y="3648075"/>
          <p14:tracePt t="70964" x="8393113" y="3673475"/>
          <p14:tracePt t="70974" x="8210550" y="3690938"/>
          <p14:tracePt t="70981" x="8128000" y="3690938"/>
          <p14:tracePt t="70989" x="7986713" y="3690938"/>
          <p14:tracePt t="70997" x="7837488" y="3690938"/>
          <p14:tracePt t="71005" x="7737475" y="3690938"/>
          <p14:tracePt t="71013" x="7639050" y="3690938"/>
          <p14:tracePt t="71021" x="7572375" y="3690938"/>
          <p14:tracePt t="71029" x="7531100" y="3690938"/>
          <p14:tracePt t="71037" x="7472363" y="3690938"/>
          <p14:tracePt t="71045" x="7456488" y="3690938"/>
          <p14:tracePt t="71053" x="7431088" y="3690938"/>
          <p14:tracePt t="71069" x="7415213" y="3673475"/>
          <p14:tracePt t="71086" x="7397750" y="3673475"/>
          <p14:tracePt t="71094" x="7397750" y="3657600"/>
          <p14:tracePt t="71118" x="7397750" y="3648075"/>
          <p14:tracePt t="71142" x="7397750" y="3632200"/>
          <p14:tracePt t="71150" x="7439025" y="3616325"/>
          <p14:tracePt t="71158" x="7513638" y="3590925"/>
          <p14:tracePt t="71166" x="7639050" y="3565525"/>
          <p14:tracePt t="71175" x="7796213" y="3516313"/>
          <p14:tracePt t="71182" x="7970838" y="3508375"/>
          <p14:tracePt t="71192" x="8153400" y="3490913"/>
          <p14:tracePt t="71199" x="8377238" y="3467100"/>
          <p14:tracePt t="71208" x="8601075" y="3449638"/>
          <p14:tracePt t="71215" x="8824913" y="3424238"/>
          <p14:tracePt t="71224" x="9031288" y="3408363"/>
          <p14:tracePt t="71231" x="9256713" y="3408363"/>
          <p14:tracePt t="71239" x="9437688" y="3390900"/>
          <p14:tracePt t="71247" x="9496425" y="3390900"/>
          <p14:tracePt t="71255" x="9653588" y="3390900"/>
          <p14:tracePt t="71263" x="9745663" y="3382963"/>
          <p14:tracePt t="71271" x="9844088" y="3382963"/>
          <p14:tracePt t="71279" x="9886950" y="3382963"/>
          <p14:tracePt t="71288" x="9944100" y="3382963"/>
          <p14:tracePt t="71295" x="9985375" y="3382963"/>
          <p14:tracePt t="71304" x="10002838" y="3382963"/>
          <p14:tracePt t="71312" x="10010775" y="3382963"/>
          <p14:tracePt t="71320" x="10026650" y="3382963"/>
          <p14:tracePt t="71360" x="10026650" y="3390900"/>
          <p14:tracePt t="71368" x="10026650" y="3408363"/>
          <p14:tracePt t="71376" x="9969500" y="3433763"/>
          <p14:tracePt t="71384" x="9928225" y="3475038"/>
          <p14:tracePt t="71392" x="9861550" y="3490913"/>
          <p14:tracePt t="71401" x="9761538" y="3508375"/>
          <p14:tracePt t="71409" x="9653588" y="3532188"/>
          <p14:tracePt t="71417" x="9521825" y="3532188"/>
          <p14:tracePt t="71425" x="9372600" y="3532188"/>
          <p14:tracePt t="71433" x="9213850" y="3532188"/>
          <p14:tracePt t="71442" x="9064625" y="3490913"/>
          <p14:tracePt t="71449" x="8940800" y="3433763"/>
          <p14:tracePt t="71458" x="8799513" y="3367088"/>
          <p14:tracePt t="71465" x="8683625" y="3292475"/>
          <p14:tracePt t="71474" x="8642350" y="3284538"/>
          <p14:tracePt t="71481" x="8559800" y="3225800"/>
          <p14:tracePt t="71491" x="8501063" y="3184525"/>
          <p14:tracePt t="71497" x="8459788" y="3159125"/>
          <p14:tracePt t="71505" x="8418513" y="3117850"/>
          <p14:tracePt t="71514" x="8393113" y="3101975"/>
          <p14:tracePt t="71521" x="8393113" y="3084513"/>
          <p14:tracePt t="71530" x="8377238" y="3076575"/>
          <p14:tracePt t="71538" x="8369300" y="3076575"/>
          <p14:tracePt t="71546" x="8369300" y="3060700"/>
          <p14:tracePt t="71570" x="8369300" y="3043238"/>
          <p14:tracePt t="71602" x="8410575" y="3043238"/>
          <p14:tracePt t="71610" x="8475663" y="3043238"/>
          <p14:tracePt t="71618" x="8601075" y="3043238"/>
          <p14:tracePt t="71626" x="8724900" y="3043238"/>
          <p14:tracePt t="71635" x="8907463" y="3043238"/>
          <p14:tracePt t="71643" x="9090025" y="3117850"/>
          <p14:tracePt t="71651" x="9288463" y="3209925"/>
          <p14:tracePt t="71659" x="9521825" y="3349625"/>
          <p14:tracePt t="71667" x="9694863" y="3433763"/>
          <p14:tracePt t="71675" x="9861550" y="3549650"/>
          <p14:tracePt t="71683" x="9928225" y="3606800"/>
          <p14:tracePt t="71692" x="10026650" y="3673475"/>
          <p14:tracePt t="71699" x="10093325" y="3732213"/>
          <p14:tracePt t="71708" x="10152063" y="3773488"/>
          <p14:tracePt t="71715" x="10185400" y="3814763"/>
          <p14:tracePt t="71725" x="10193338" y="3830638"/>
          <p14:tracePt t="71731" x="10209213" y="3840163"/>
          <p14:tracePt t="71741" x="10209213" y="3856038"/>
          <p14:tracePt t="71756" x="10209213" y="3871913"/>
          <p14:tracePt t="71764" x="10209213" y="3881438"/>
          <p14:tracePt t="71780" x="10167938" y="3881438"/>
          <p14:tracePt t="71788" x="10126663" y="3897313"/>
          <p14:tracePt t="71796" x="10044113" y="3922713"/>
          <p14:tracePt t="71804" x="9944100" y="3938588"/>
          <p14:tracePt t="71812" x="9869488" y="3956050"/>
          <p14:tracePt t="71820" x="9779000" y="3956050"/>
          <p14:tracePt t="71828" x="9694863" y="3956050"/>
          <p14:tracePt t="71836" x="9596438" y="3956050"/>
          <p14:tracePt t="71845" x="9496425" y="3956050"/>
          <p14:tracePt t="71852" x="9396413" y="3938588"/>
          <p14:tracePt t="71861" x="9297988" y="3914775"/>
          <p14:tracePt t="71869" x="9247188" y="3881438"/>
          <p14:tracePt t="71877" x="9172575" y="3856038"/>
          <p14:tracePt t="71885" x="9123363" y="3814763"/>
          <p14:tracePt t="71893" x="9064625" y="3781425"/>
          <p14:tracePt t="71901" x="9048750" y="3773488"/>
          <p14:tracePt t="71909" x="9007475" y="3740150"/>
          <p14:tracePt t="71917" x="8990013" y="3732213"/>
          <p14:tracePt t="71925" x="8982075" y="3714750"/>
          <p14:tracePt t="71933" x="8982075" y="3698875"/>
          <p14:tracePt t="71941" x="8966200" y="3698875"/>
          <p14:tracePt t="71949" x="8966200" y="3690938"/>
          <p14:tracePt t="71975" x="8966200" y="3673475"/>
          <p14:tracePt t="72022" x="8982075" y="3673475"/>
          <p14:tracePt t="72030" x="9007475" y="3673475"/>
          <p14:tracePt t="72038" x="9031288" y="3673475"/>
          <p14:tracePt t="72046" x="9082088" y="3673475"/>
          <p14:tracePt t="72054" x="9105900" y="3673475"/>
          <p14:tracePt t="72062" x="9164638" y="3673475"/>
          <p14:tracePt t="72071" x="9205913" y="3673475"/>
          <p14:tracePt t="72079" x="9231313" y="3673475"/>
          <p14:tracePt t="72087" x="9288463" y="3673475"/>
          <p14:tracePt t="72095" x="9331325" y="3690938"/>
          <p14:tracePt t="72103" x="9355138" y="3698875"/>
          <p14:tracePt t="72111" x="9396413" y="3732213"/>
          <p14:tracePt t="72119" x="9437688" y="3756025"/>
          <p14:tracePt t="72127" x="9480550" y="3781425"/>
          <p14:tracePt t="72135" x="9521825" y="3814763"/>
          <p14:tracePt t="72143" x="9555163" y="3830638"/>
          <p14:tracePt t="72151" x="9563100" y="3856038"/>
          <p14:tracePt t="72159" x="9596438" y="3881438"/>
          <p14:tracePt t="72167" x="9604375" y="3897313"/>
          <p14:tracePt t="72175" x="9620250" y="3914775"/>
          <p14:tracePt t="72183" x="9620250" y="3922713"/>
          <p14:tracePt t="72192" x="9637713" y="3922713"/>
          <p14:tracePt t="72208" x="9637713" y="3938588"/>
          <p14:tracePt t="72232" x="9637713" y="3956050"/>
          <p14:tracePt t="72264" x="9620250" y="3963988"/>
          <p14:tracePt t="72272" x="9604375" y="3979863"/>
          <p14:tracePt t="72281" x="9563100" y="3997325"/>
          <p14:tracePt t="72288" x="9521825" y="4038600"/>
          <p14:tracePt t="72297" x="9480550" y="4046538"/>
          <p14:tracePt t="72305" x="9437688" y="4079875"/>
          <p14:tracePt t="72313" x="9396413" y="4097338"/>
          <p14:tracePt t="72321" x="9355138" y="4138613"/>
          <p14:tracePt t="72329" x="9297988" y="4146550"/>
          <p14:tracePt t="72337" x="9247188" y="4162425"/>
          <p14:tracePt t="72345" x="9164638" y="4187825"/>
          <p14:tracePt t="72353" x="9082088" y="4203700"/>
          <p14:tracePt t="72361" x="9007475" y="4203700"/>
          <p14:tracePt t="72369" x="8907463" y="4203700"/>
          <p14:tracePt t="72377" x="8840788" y="4203700"/>
          <p14:tracePt t="72385" x="8783638" y="4203700"/>
          <p14:tracePt t="72393" x="8716963" y="4179888"/>
          <p14:tracePt t="72402" x="8658225" y="4162425"/>
          <p14:tracePt t="72409" x="8601075" y="4138613"/>
          <p14:tracePt t="72418" x="8593138" y="4121150"/>
          <p14:tracePt t="72426" x="8550275" y="4105275"/>
          <p14:tracePt t="72434" x="8534400" y="4097338"/>
          <p14:tracePt t="72450" x="8518525" y="4097338"/>
          <p14:tracePt t="72459" x="8501063" y="4097338"/>
          <p14:tracePt t="72466" x="8501063" y="4079875"/>
          <p14:tracePt t="72475" x="8493125" y="4079875"/>
          <p14:tracePt t="72498" x="8475663" y="4079875"/>
          <p14:tracePt t="72508" x="8459788" y="4064000"/>
          <p14:tracePt t="72524" x="8451850" y="4064000"/>
          <p14:tracePt t="72547" x="8434388" y="4046538"/>
          <p14:tracePt t="72579" x="8418513" y="4046538"/>
          <p14:tracePt t="72643" x="8410575" y="4046538"/>
          <p14:tracePt t="72660" x="8393113" y="4046538"/>
          <p14:tracePt t="72676" x="8377238" y="4046538"/>
          <p14:tracePt t="72684" x="8369300" y="4064000"/>
          <p14:tracePt t="72692" x="8351838" y="4064000"/>
          <p14:tracePt t="72700" x="8335963" y="4079875"/>
          <p14:tracePt t="72709" x="8326438" y="4079875"/>
          <p14:tracePt t="72716" x="8293100" y="4097338"/>
          <p14:tracePt t="72725" x="8285163" y="4105275"/>
          <p14:tracePt t="72732" x="8269288" y="4105275"/>
          <p14:tracePt t="72742" x="8235950" y="4121150"/>
          <p14:tracePt t="72749" x="8228013" y="4138613"/>
          <p14:tracePt t="72758" x="8194675" y="4138613"/>
          <p14:tracePt t="72765" x="8169275" y="4146550"/>
          <p14:tracePt t="72781" x="8153400" y="4162425"/>
          <p14:tracePt t="72791" x="8143875" y="4162425"/>
          <p14:tracePt t="72862" x="8153400" y="4162425"/>
          <p14:tracePt t="72870" x="8194675" y="4162425"/>
          <p14:tracePt t="72878" x="8293100" y="4179888"/>
          <p14:tracePt t="72886" x="8393113" y="4187825"/>
          <p14:tracePt t="72894" x="8518525" y="4203700"/>
          <p14:tracePt t="72909" x="8642350" y="4221163"/>
          <p14:tracePt t="72911" x="8683625" y="4229100"/>
          <p14:tracePt t="72925" x="8783638" y="4246563"/>
          <p14:tracePt t="72928" x="8907463" y="4246563"/>
          <p14:tracePt t="72942" x="9090025" y="4246563"/>
          <p14:tracePt t="72942" x="9190038" y="4246563"/>
          <p14:tracePt t="72950" x="9288463" y="4246563"/>
          <p14:tracePt t="72959" x="9388475" y="4246563"/>
          <p14:tracePt t="72967" x="9480550" y="4246563"/>
          <p14:tracePt t="72975" x="9512300" y="4246563"/>
          <p14:tracePt t="72983" x="9604375" y="4246563"/>
          <p14:tracePt t="72992" x="9678988" y="4246563"/>
          <p14:tracePt t="72999" x="9737725" y="4246563"/>
          <p14:tracePt t="73008" x="9786938" y="4246563"/>
          <p14:tracePt t="73015" x="9828213" y="4246563"/>
          <p14:tracePt t="73025" x="9861550" y="4246563"/>
          <p14:tracePt t="73031" x="9869488" y="4246563"/>
          <p14:tracePt t="73042" x="9886950" y="4246563"/>
          <p14:tracePt t="73047" x="9902825" y="4246563"/>
          <p14:tracePt t="73080" x="9918700" y="4246563"/>
          <p14:tracePt t="73136" x="9902825" y="4246563"/>
          <p14:tracePt t="73144" x="9844088" y="4246563"/>
          <p14:tracePt t="73152" x="9802813" y="4229100"/>
          <p14:tracePt t="73161" x="9678988" y="4221163"/>
          <p14:tracePt t="73168" x="9555163" y="4203700"/>
          <p14:tracePt t="73176" x="9372600" y="4187825"/>
          <p14:tracePt t="73184" x="9190038" y="4187825"/>
          <p14:tracePt t="73193" x="8990013" y="4162425"/>
          <p14:tracePt t="73201" x="8783638" y="4162425"/>
          <p14:tracePt t="73209" x="8634413" y="4146550"/>
          <p14:tracePt t="73217" x="8550275" y="4146550"/>
          <p14:tracePt t="73225" x="8434388" y="4146550"/>
          <p14:tracePt t="73233" x="8310563" y="4146550"/>
          <p14:tracePt t="73242" x="8210550" y="4146550"/>
          <p14:tracePt t="73249" x="8143875" y="4146550"/>
          <p14:tracePt t="73258" x="8086725" y="4138613"/>
          <p14:tracePt t="73265" x="8027988" y="4138613"/>
          <p14:tracePt t="73275" x="8004175" y="4138613"/>
          <p14:tracePt t="73281" x="7962900" y="4138613"/>
          <p14:tracePt t="73291" x="7945438" y="4138613"/>
          <p14:tracePt t="73298" x="7920038" y="4138613"/>
          <p14:tracePt t="73306" x="7904163" y="4138613"/>
          <p14:tracePt t="73322" x="7886700" y="4138613"/>
          <p14:tracePt t="73346" x="7886700" y="4121150"/>
          <p14:tracePt t="73402" x="7945438" y="4121150"/>
          <p14:tracePt t="73411" x="8020050" y="4121150"/>
          <p14:tracePt t="73419" x="8143875" y="4121150"/>
          <p14:tracePt t="73427" x="8293100" y="4121150"/>
          <p14:tracePt t="73435" x="8451850" y="4121150"/>
          <p14:tracePt t="73443" x="8601075" y="4121150"/>
          <p14:tracePt t="73451" x="8758238" y="4121150"/>
          <p14:tracePt t="73459" x="8907463" y="4121150"/>
          <p14:tracePt t="73467" x="9048750" y="4121150"/>
          <p14:tracePt t="73475" x="9205913" y="4121150"/>
          <p14:tracePt t="73483" x="9355138" y="4121150"/>
          <p14:tracePt t="73492" x="9480550" y="4121150"/>
          <p14:tracePt t="73499" x="9637713" y="4121150"/>
          <p14:tracePt t="73508" x="9737725" y="4121150"/>
          <p14:tracePt t="73516" x="9779000" y="4121150"/>
          <p14:tracePt t="73525" x="9969500" y="4121150"/>
          <p14:tracePt t="73532" x="10010775" y="4121150"/>
          <p14:tracePt t="73541" x="10093325" y="4121150"/>
          <p14:tracePt t="73548" x="10193338" y="4121150"/>
          <p14:tracePt t="73557" x="10267950" y="4121150"/>
          <p14:tracePt t="73564" x="10317163" y="4121150"/>
          <p14:tracePt t="73572" x="10358438" y="4121150"/>
          <p14:tracePt t="73580" x="10391775" y="4121150"/>
          <p14:tracePt t="73588" x="10417175" y="4121150"/>
          <p14:tracePt t="73597" x="10433050" y="4121150"/>
          <p14:tracePt t="73613" x="10450513" y="4121150"/>
          <p14:tracePt t="73637" x="10458450" y="4121150"/>
          <p14:tracePt t="73669" x="10450513" y="4121150"/>
          <p14:tracePt t="73677" x="10433050" y="4121150"/>
          <p14:tracePt t="73685" x="10391775" y="4121150"/>
          <p14:tracePt t="73693" x="10350500" y="4121150"/>
          <p14:tracePt t="73701" x="10317163" y="4105275"/>
          <p14:tracePt t="73709" x="10267950" y="4097338"/>
          <p14:tracePt t="73717" x="10226675" y="4079875"/>
          <p14:tracePt t="73725" x="10193338" y="4064000"/>
          <p14:tracePt t="73734" x="10152063" y="4046538"/>
          <p14:tracePt t="73742" x="10126663" y="4038600"/>
          <p14:tracePt t="73750" x="10085388" y="4038600"/>
          <p14:tracePt t="73758" x="10052050" y="4005263"/>
          <p14:tracePt t="73766" x="10010775" y="4005263"/>
          <p14:tracePt t="73774" x="9969500" y="3997325"/>
          <p14:tracePt t="73782" x="9961563" y="3979863"/>
          <p14:tracePt t="73791" x="9928225" y="3963988"/>
          <p14:tracePt t="73798" x="9918700" y="3956050"/>
          <p14:tracePt t="73808" x="9902825" y="3938588"/>
          <p14:tracePt t="73814" x="9902825" y="3922713"/>
          <p14:tracePt t="73824" x="9902825" y="3881438"/>
          <p14:tracePt t="73831" x="9902825" y="3856038"/>
          <p14:tracePt t="73838" x="9902825" y="3814763"/>
          <p14:tracePt t="73847" x="9902825" y="3756025"/>
          <p14:tracePt t="73855" x="9918700" y="3732213"/>
          <p14:tracePt t="73863" x="9961563" y="3690938"/>
          <p14:tracePt t="73871" x="10044113" y="3632200"/>
          <p14:tracePt t="73879" x="10110788" y="3590925"/>
          <p14:tracePt t="73887" x="10209213" y="3549650"/>
          <p14:tracePt t="73895" x="10334625" y="3516313"/>
          <p14:tracePt t="73903" x="10433050" y="3490913"/>
          <p14:tracePt t="73911" x="10558463" y="3475038"/>
          <p14:tracePt t="73919" x="10599738" y="3475038"/>
          <p14:tracePt t="73927" x="10699750" y="3475038"/>
          <p14:tracePt t="73935" x="10764838" y="3475038"/>
          <p14:tracePt t="73944" x="10848975" y="3475038"/>
          <p14:tracePt t="73951" x="10923588" y="3475038"/>
          <p14:tracePt t="73960" x="10980738" y="3475038"/>
          <p14:tracePt t="73968" x="11022013" y="3475038"/>
          <p14:tracePt t="73976" x="11063288" y="3475038"/>
          <p14:tracePt t="73984" x="11106150" y="3508375"/>
          <p14:tracePt t="73992" x="11129963" y="3532188"/>
          <p14:tracePt t="74000" x="11155363" y="3565525"/>
          <p14:tracePt t="74008" x="11171238" y="3590925"/>
          <p14:tracePt t="74016" x="11196638" y="3616325"/>
          <p14:tracePt t="74025" x="11214100" y="3648075"/>
          <p14:tracePt t="74032" x="11214100" y="3673475"/>
          <p14:tracePt t="74041" x="11229975" y="3714750"/>
          <p14:tracePt t="74048" x="11229975" y="3732213"/>
          <p14:tracePt t="74058" x="11229975" y="3773488"/>
          <p14:tracePt t="74064" x="11214100" y="3830638"/>
          <p14:tracePt t="74074" x="11171238" y="3856038"/>
          <p14:tracePt t="74081" x="11088688" y="3897313"/>
          <p14:tracePt t="74092" x="10988675" y="3922713"/>
          <p14:tracePt t="74097" x="10882313" y="3956050"/>
          <p14:tracePt t="74108" x="10756900" y="3979863"/>
          <p14:tracePt t="74113" x="10599738" y="3997325"/>
          <p14:tracePt t="74125" x="10450513" y="3997325"/>
          <p14:tracePt t="74129" x="10293350" y="3997325"/>
          <p14:tracePt t="74141" x="10185400" y="3997325"/>
          <p14:tracePt t="74145" x="10052050" y="3997325"/>
          <p14:tracePt t="74159" x="9961563" y="3963988"/>
          <p14:tracePt t="74162" x="9918700" y="3956050"/>
          <p14:tracePt t="74175" x="9745663" y="3856038"/>
          <p14:tracePt t="74179" x="9678988" y="3797300"/>
          <p14:tracePt t="74192" x="9604375" y="3740150"/>
          <p14:tracePt t="74195" x="9563100" y="3690938"/>
          <p14:tracePt t="74208" x="9521825" y="3632200"/>
          <p14:tracePt t="74212" x="9496425" y="3573463"/>
          <p14:tracePt t="74225" x="9455150" y="3532188"/>
          <p14:tracePt t="74227" x="9437688" y="3449638"/>
          <p14:tracePt t="74241" x="9437688" y="3424238"/>
          <p14:tracePt t="74242" x="9437688" y="3367088"/>
          <p14:tracePt t="74250" x="9437688" y="3325813"/>
          <p14:tracePt t="74259" x="9437688" y="3284538"/>
          <p14:tracePt t="74266" x="9437688" y="3251200"/>
          <p14:tracePt t="74275" x="9455150" y="3200400"/>
          <p14:tracePt t="74283" x="9496425" y="3184525"/>
          <p14:tracePt t="74292" x="9521825" y="3184525"/>
          <p14:tracePt t="74299" x="9620250" y="3159125"/>
          <p14:tracePt t="74308" x="9637713" y="3159125"/>
          <p14:tracePt t="74315" x="9694863" y="3159125"/>
          <p14:tracePt t="74325" x="9745663" y="3159125"/>
          <p14:tracePt t="74331" x="9786938" y="3159125"/>
          <p14:tracePt t="74341" x="9820275" y="3159125"/>
          <p14:tracePt t="74347" x="9828213" y="3167063"/>
          <p14:tracePt t="74358" x="9861550" y="3200400"/>
          <p14:tracePt t="74371" x="9869488" y="3225800"/>
          <p14:tracePt t="74380" x="9869488" y="3251200"/>
          <p14:tracePt t="74395" x="9869488" y="3267075"/>
          <p14:tracePt t="74404" x="9869488" y="3284538"/>
          <p14:tracePt t="74412" x="9861550" y="3308350"/>
          <p14:tracePt t="74420" x="9828213" y="3325813"/>
          <p14:tracePt t="74428" x="9786938" y="3341688"/>
          <p14:tracePt t="74436" x="9720263" y="3349625"/>
          <p14:tracePt t="74444" x="9620250" y="3367088"/>
          <p14:tracePt t="74452" x="9496425" y="3367088"/>
          <p14:tracePt t="74460" x="9388475" y="3367088"/>
          <p14:tracePt t="74468" x="9256713" y="3367088"/>
          <p14:tracePt t="74476" x="9131300" y="3367088"/>
          <p14:tracePt t="74484" x="9082088" y="3382963"/>
          <p14:tracePt t="74492" x="8858250" y="3382963"/>
          <p14:tracePt t="74501" x="8742363" y="3382963"/>
          <p14:tracePt t="74508" x="8616950" y="3382963"/>
          <p14:tracePt t="74517" x="8459788" y="3382963"/>
          <p14:tracePt t="74525" x="8285163" y="3382963"/>
          <p14:tracePt t="74533" x="8128000" y="3390900"/>
          <p14:tracePt t="74542" x="7945438" y="3408363"/>
          <p14:tracePt t="74549" x="7796213" y="3433763"/>
          <p14:tracePt t="74559" x="7737475" y="3433763"/>
          <p14:tracePt t="74565" x="7613650" y="3449638"/>
          <p14:tracePt t="74575" x="7497763" y="3490913"/>
          <p14:tracePt t="74581" x="7397750" y="3508375"/>
          <p14:tracePt t="74591" x="7207250" y="3565525"/>
          <p14:tracePt t="74598" x="7132638" y="3565525"/>
          <p14:tracePt t="74605" x="7042150" y="3590925"/>
          <p14:tracePt t="74614" x="6942138" y="3606800"/>
          <p14:tracePt t="74622" x="6826250" y="3648075"/>
          <p14:tracePt t="74630" x="6734175" y="3657600"/>
          <p14:tracePt t="74638" x="6602413" y="3690938"/>
          <p14:tracePt t="74646" x="6577013" y="3690938"/>
          <p14:tracePt t="74654" x="6477000" y="3698875"/>
          <p14:tracePt t="74662" x="6427788" y="3714750"/>
          <p14:tracePt t="74670" x="6353175" y="3732213"/>
          <p14:tracePt t="74678" x="6311900" y="3740150"/>
          <p14:tracePt t="74686" x="6270625" y="3740150"/>
          <p14:tracePt t="74694" x="6253163" y="3756025"/>
          <p14:tracePt t="74702" x="6245225" y="3756025"/>
          <p14:tracePt t="74710" x="6229350" y="3756025"/>
          <p14:tracePt t="74735" x="6211888" y="3756025"/>
          <p14:tracePt t="74759" x="6203950" y="3740150"/>
          <p14:tracePt t="74937" x="6327775" y="3740150"/>
          <p14:tracePt t="74945" x="6477000" y="3740150"/>
          <p14:tracePt t="74953" x="6602413" y="3781425"/>
          <p14:tracePt t="74961" x="6759575" y="3814763"/>
          <p14:tracePt t="74969" x="6916738" y="3871913"/>
          <p14:tracePt t="74977" x="7050088" y="3922713"/>
          <p14:tracePt t="74985" x="7397750" y="3997325"/>
          <p14:tracePt t="74993" x="7556500" y="4005263"/>
          <p14:tracePt t="75001" x="7862888" y="4079875"/>
          <p14:tracePt t="75009" x="8169275" y="4105275"/>
          <p14:tracePt t="75017" x="8418513" y="4121150"/>
          <p14:tracePt t="75025" x="8642350" y="4146550"/>
          <p14:tracePt t="75033" x="8824913" y="4162425"/>
          <p14:tracePt t="75042" x="9007475" y="4179888"/>
          <p14:tracePt t="75049" x="9064625" y="4179888"/>
          <p14:tracePt t="75058" x="9190038" y="4179888"/>
          <p14:tracePt t="75066" x="9288463" y="4179888"/>
          <p14:tracePt t="75075" x="9355138" y="4179888"/>
          <p14:tracePt t="75082" x="9413875" y="4179888"/>
          <p14:tracePt t="75092" x="9471025" y="4179888"/>
          <p14:tracePt t="75098" x="9480550" y="4179888"/>
          <p14:tracePt t="75108" x="9496425" y="4179888"/>
          <p14:tracePt t="75114" x="9512300" y="4179888"/>
          <p14:tracePt t="75138" x="9521825" y="4179888"/>
          <p14:tracePt t="75187" x="9521825" y="4162425"/>
          <p14:tracePt t="75195" x="9521825" y="4146550"/>
          <p14:tracePt t="75211" x="9521825" y="4138613"/>
          <p14:tracePt t="75219" x="9521825" y="4121150"/>
          <p14:tracePt t="75227" x="9521825" y="4105275"/>
          <p14:tracePt t="75235" x="9521825" y="4079875"/>
          <p14:tracePt t="75243" x="9521825" y="4064000"/>
          <p14:tracePt t="75251" x="9521825" y="4038600"/>
          <p14:tracePt t="75259" x="9537700" y="4005263"/>
          <p14:tracePt t="75268" x="9578975" y="3963988"/>
          <p14:tracePt t="75276" x="9604375" y="3938588"/>
          <p14:tracePt t="75284" x="9637713" y="3922713"/>
          <p14:tracePt t="75292" x="9678988" y="3897313"/>
          <p14:tracePt t="75300" x="9720263" y="3871913"/>
          <p14:tracePt t="75308" x="9761538" y="3840163"/>
          <p14:tracePt t="75316" x="9802813" y="3830638"/>
          <p14:tracePt t="75325" x="9828213" y="3814763"/>
          <p14:tracePt t="75332" x="9861550" y="3797300"/>
          <p14:tracePt t="75342" x="9869488" y="3781425"/>
          <p14:tracePt t="75348" x="9902825" y="3781425"/>
          <p14:tracePt t="75358" x="9918700" y="3773488"/>
          <p14:tracePt t="75365" x="9928225" y="3756025"/>
          <p14:tracePt t="75381" x="9944100" y="3756025"/>
          <p14:tracePt t="75397" x="9944100" y="3740150"/>
          <p14:tracePt t="75405" x="9961563" y="3740150"/>
          <p14:tracePt t="75437" x="9961563" y="3732213"/>
          <p14:tracePt t="75453" x="9944100" y="3732213"/>
          <p14:tracePt t="75461" x="9918700" y="3732213"/>
          <p14:tracePt t="75469" x="9886950" y="3698875"/>
          <p14:tracePt t="75477" x="9844088" y="3698875"/>
          <p14:tracePt t="75485" x="9820275" y="3673475"/>
          <p14:tracePt t="75494" x="9720263" y="3632200"/>
          <p14:tracePt t="75502" x="9663113" y="3616325"/>
          <p14:tracePt t="75510" x="9596438" y="3573463"/>
          <p14:tracePt t="75518" x="9555163" y="3573463"/>
          <p14:tracePt t="75526" x="9455150" y="3532188"/>
          <p14:tracePt t="75534" x="9413875" y="3516313"/>
          <p14:tracePt t="75542" x="9288463" y="3475038"/>
          <p14:tracePt t="75550" x="9247188" y="3475038"/>
          <p14:tracePt t="75558" x="9148763" y="3467100"/>
          <p14:tracePt t="75566" x="9082088" y="3449638"/>
          <p14:tracePt t="75575" x="9007475" y="3433763"/>
          <p14:tracePt t="75582" x="8948738" y="3424238"/>
          <p14:tracePt t="75591" x="8882063" y="3424238"/>
          <p14:tracePt t="75599" x="8824913" y="3408363"/>
          <p14:tracePt t="75608" x="8766175" y="3408363"/>
          <p14:tracePt t="75615" x="8724900" y="3408363"/>
          <p14:tracePt t="75624" x="8675688" y="3408363"/>
          <p14:tracePt t="75631" x="8634413" y="3390900"/>
          <p14:tracePt t="75639" x="8601075" y="3382963"/>
          <p14:tracePt t="75647" x="8575675" y="3382963"/>
          <p14:tracePt t="75655" x="8550275" y="3382963"/>
          <p14:tracePt t="75663" x="8534400" y="3367088"/>
          <p14:tracePt t="75671" x="8518525" y="3367088"/>
          <p14:tracePt t="75688" x="8501063" y="3349625"/>
          <p14:tracePt t="75711" x="8501063" y="3341688"/>
          <p14:tracePt t="75736" x="8501063" y="3325813"/>
          <p14:tracePt t="75744" x="8501063" y="3308350"/>
          <p14:tracePt t="75760" x="8550275" y="3284538"/>
          <p14:tracePt t="75768" x="8616950" y="3251200"/>
          <p14:tracePt t="75776" x="8716963" y="3225800"/>
          <p14:tracePt t="75784" x="8982075" y="3143250"/>
          <p14:tracePt t="75792" x="9090025" y="3117850"/>
          <p14:tracePt t="75801" x="9288463" y="3084513"/>
          <p14:tracePt t="75808" x="9496425" y="3043238"/>
          <p14:tracePt t="75817" x="9720263" y="3027363"/>
          <p14:tracePt t="75825" x="9985375" y="3001963"/>
          <p14:tracePt t="75833" x="10167938" y="3001963"/>
          <p14:tracePt t="75842" x="10391775" y="3001963"/>
          <p14:tracePt t="75849" x="10574338" y="3001963"/>
          <p14:tracePt t="75858" x="10723563" y="3001963"/>
          <p14:tracePt t="75865" x="10782300" y="3017838"/>
          <p14:tracePt t="75875" x="10864850" y="3060700"/>
          <p14:tracePt t="75881" x="10964863" y="3101975"/>
          <p14:tracePt t="75891" x="11031538" y="3143250"/>
          <p14:tracePt t="75898" x="11106150" y="3209925"/>
          <p14:tracePt t="75906" x="11129963" y="3267075"/>
          <p14:tracePt t="75914" x="11147425" y="3292475"/>
          <p14:tracePt t="75921" x="11155363" y="3349625"/>
          <p14:tracePt t="75930" x="11171238" y="3408363"/>
          <p14:tracePt t="75938" x="11171238" y="3449638"/>
          <p14:tracePt t="75946" x="11171238" y="3475038"/>
          <p14:tracePt t="75954" x="11171238" y="3516313"/>
          <p14:tracePt t="75962" x="11147425" y="3549650"/>
          <p14:tracePt t="75970" x="11088688" y="3606800"/>
          <p14:tracePt t="75978" x="11031538" y="3616325"/>
          <p14:tracePt t="75986" x="10964863" y="3648075"/>
          <p14:tracePt t="75994" x="10864850" y="3657600"/>
          <p14:tracePt t="76002" x="10741025" y="3673475"/>
          <p14:tracePt t="76010" x="10625138" y="3673475"/>
          <p14:tracePt t="76018" x="10499725" y="3673475"/>
          <p14:tracePt t="76026" x="10375900" y="3673475"/>
          <p14:tracePt t="76035" x="10250488" y="3673475"/>
          <p14:tracePt t="76043" x="10093325" y="3648075"/>
          <p14:tracePt t="76051" x="9985375" y="3606800"/>
          <p14:tracePt t="76059" x="9828213" y="3573463"/>
          <p14:tracePt t="76067" x="9779000" y="3549650"/>
          <p14:tracePt t="76075" x="9678988" y="3532188"/>
          <p14:tracePt t="76083" x="9578975" y="3508375"/>
          <p14:tracePt t="76092" x="9512300" y="3475038"/>
          <p14:tracePt t="76099" x="9437688" y="3449638"/>
          <p14:tracePt t="76108" x="9372600" y="3408363"/>
          <p14:tracePt t="76115" x="9313863" y="3390900"/>
          <p14:tracePt t="76125" x="9272588" y="3367088"/>
          <p14:tracePt t="76131" x="9213850" y="3341688"/>
          <p14:tracePt t="76142" x="9172575" y="3325813"/>
          <p14:tracePt t="76148" x="9164638" y="3308350"/>
          <p14:tracePt t="76158" x="9123363" y="3292475"/>
          <p14:tracePt t="76164" x="9105900" y="3292475"/>
          <p14:tracePt t="76175" x="9090025" y="3284538"/>
          <p14:tracePt t="76180" x="9082088" y="3284538"/>
          <p14:tracePt t="76191" x="9064625" y="3284538"/>
          <p14:tracePt t="76212" x="9048750" y="3267075"/>
          <p14:tracePt t="76519" x="9031288" y="3267075"/>
          <p14:tracePt t="76551" x="9023350" y="3267075"/>
          <p14:tracePt t="76559" x="9007475" y="3267075"/>
          <p14:tracePt t="76567" x="8982075" y="3267075"/>
          <p14:tracePt t="76584" x="8966200" y="3267075"/>
          <p14:tracePt t="76592" x="8940800" y="3267075"/>
          <p14:tracePt t="76600" x="8924925" y="3267075"/>
          <p14:tracePt t="76608" x="8907463" y="3267075"/>
          <p14:tracePt t="76616" x="8899525" y="3267075"/>
          <p14:tracePt t="76625" x="8882063" y="3267075"/>
          <p14:tracePt t="76632" x="8866188" y="3267075"/>
          <p14:tracePt t="76641" x="8858250" y="3267075"/>
          <p14:tracePt t="76648" x="8840788" y="3267075"/>
          <p14:tracePt t="76664" x="8824913" y="3267075"/>
          <p14:tracePt t="76680" x="8816975" y="3267075"/>
          <p14:tracePt t="76697" x="8799513" y="3284538"/>
          <p14:tracePt t="76704" x="8783638" y="3284538"/>
          <p14:tracePt t="76713" x="8766175" y="3292475"/>
          <p14:tracePt t="76721" x="8758238" y="3292475"/>
          <p14:tracePt t="76729" x="8742363" y="3308350"/>
          <p14:tracePt t="76737" x="8716963" y="3308350"/>
          <p14:tracePt t="76745" x="8699500" y="3325813"/>
          <p14:tracePt t="76753" x="8642350" y="3349625"/>
          <p14:tracePt t="76761" x="8601075" y="3367088"/>
          <p14:tracePt t="76769" x="8534400" y="3390900"/>
          <p14:tracePt t="76777" x="8475663" y="3424238"/>
          <p14:tracePt t="76785" x="8410575" y="3449638"/>
          <p14:tracePt t="76793" x="8310563" y="3490913"/>
          <p14:tracePt t="76802" x="8235950" y="3516313"/>
          <p14:tracePt t="76809" x="8112125" y="3565525"/>
          <p14:tracePt t="76818" x="8020050" y="3606800"/>
          <p14:tracePt t="76826" x="7920038" y="3632200"/>
          <p14:tracePt t="76834" x="7804150" y="3657600"/>
          <p14:tracePt t="76842" x="7705725" y="3690938"/>
          <p14:tracePt t="76850" x="7580313" y="3698875"/>
          <p14:tracePt t="76858" x="7539038" y="3714750"/>
          <p14:tracePt t="76866" x="7456488" y="3732213"/>
          <p14:tracePt t="76875" x="7356475" y="3732213"/>
          <p14:tracePt t="76882" x="7273925" y="3732213"/>
          <p14:tracePt t="76891" x="7232650" y="3732213"/>
          <p14:tracePt t="76898" x="7173913" y="3732213"/>
          <p14:tracePt t="76908" x="7132638" y="3732213"/>
          <p14:tracePt t="76915" x="7107238" y="3732213"/>
          <p14:tracePt t="76925" x="7065963" y="3732213"/>
          <p14:tracePt t="76931" x="7042150" y="3732213"/>
          <p14:tracePt t="76941" x="7008813" y="3732213"/>
          <p14:tracePt t="76947" x="6999288" y="3732213"/>
          <p14:tracePt t="76958" x="6983413" y="3732213"/>
          <p14:tracePt t="76963" x="6958013" y="3732213"/>
          <p14:tracePt t="76975" x="6942138" y="3732213"/>
          <p14:tracePt t="76979" x="6924675" y="3732213"/>
          <p14:tracePt t="76992" x="6916738" y="3732213"/>
          <p14:tracePt t="76995" x="6916738" y="3714750"/>
          <p14:tracePt t="77008" x="6900863" y="3714750"/>
          <p14:tracePt t="77027" x="6883400" y="3714750"/>
          <p14:tracePt t="77036" x="6883400" y="3698875"/>
          <p14:tracePt t="77076" x="6883400" y="3690938"/>
          <p14:tracePt t="77108" x="6900863" y="3690938"/>
          <p14:tracePt t="77125" x="6916738" y="3690938"/>
          <p14:tracePt t="77132" x="6924675" y="3690938"/>
          <p14:tracePt t="77142" x="6958013" y="3673475"/>
          <p14:tracePt t="77148" x="6999288" y="3673475"/>
          <p14:tracePt t="77158" x="7065963" y="3673475"/>
          <p14:tracePt t="77165" x="7132638" y="3673475"/>
          <p14:tracePt t="77174" x="7265988" y="3673475"/>
          <p14:tracePt t="77181" x="7389813" y="3673475"/>
          <p14:tracePt t="77189" x="7497763" y="3657600"/>
          <p14:tracePt t="77197" x="7621588" y="3657600"/>
          <p14:tracePt t="77205" x="7680325" y="3657600"/>
          <p14:tracePt t="77213" x="7780338" y="3657600"/>
          <p14:tracePt t="77221" x="7878763" y="3657600"/>
          <p14:tracePt t="77229" x="7945438" y="3657600"/>
          <p14:tracePt t="77237" x="8004175" y="3657600"/>
          <p14:tracePt t="77246" x="8027988" y="3657600"/>
          <p14:tracePt t="77254" x="8069263" y="3657600"/>
          <p14:tracePt t="77262" x="8086725" y="3657600"/>
          <p14:tracePt t="77270" x="8102600" y="3657600"/>
          <p14:tracePt t="77278" x="8112125" y="3657600"/>
          <p14:tracePt t="77286" x="8128000" y="3657600"/>
          <p14:tracePt t="77302" x="8143875" y="3657600"/>
          <p14:tracePt t="77399" x="8128000" y="3657600"/>
          <p14:tracePt t="77408" x="8112125" y="3657600"/>
          <p14:tracePt t="77415" x="8102600" y="3657600"/>
          <p14:tracePt t="77425" x="8086725" y="3657600"/>
          <p14:tracePt t="77431" x="8045450" y="3657600"/>
          <p14:tracePt t="77444" x="7986713" y="3657600"/>
          <p14:tracePt t="77447" x="7920038" y="3657600"/>
          <p14:tracePt t="77455" x="7862888" y="3657600"/>
          <p14:tracePt t="77464" x="7762875" y="3657600"/>
          <p14:tracePt t="77472" x="7696200" y="3657600"/>
          <p14:tracePt t="77480" x="7597775" y="3657600"/>
          <p14:tracePt t="77488" x="7472363" y="3657600"/>
          <p14:tracePt t="77496" x="7439025" y="3657600"/>
          <p14:tracePt t="77504" x="7348538" y="3657600"/>
          <p14:tracePt t="77512" x="7273925" y="3657600"/>
          <p14:tracePt t="77520" x="7207250" y="3657600"/>
          <p14:tracePt t="77528" x="7124700" y="3657600"/>
          <p14:tracePt t="77536" x="7083425" y="3657600"/>
          <p14:tracePt t="77544" x="7024688" y="3657600"/>
          <p14:tracePt t="77552" x="6983413" y="3657600"/>
          <p14:tracePt t="77560" x="6958013" y="3648075"/>
          <p14:tracePt t="77569" x="6924675" y="3648075"/>
          <p14:tracePt t="77576" x="6900863" y="3648075"/>
          <p14:tracePt t="77593" x="6883400" y="3632200"/>
          <p14:tracePt t="77601" x="6867525" y="3632200"/>
          <p14:tracePt t="77617" x="6859588" y="3632200"/>
          <p14:tracePt t="77690" x="6859588" y="3616325"/>
          <p14:tracePt t="77706" x="6867525" y="3616325"/>
          <p14:tracePt t="77730" x="6883400" y="3616325"/>
          <p14:tracePt t="77746" x="6900863" y="3616325"/>
          <p14:tracePt t="77754" x="6916738" y="3616325"/>
          <p14:tracePt t="77762" x="6942138" y="3606800"/>
          <p14:tracePt t="77770" x="6983413" y="3606800"/>
          <p14:tracePt t="77778" x="7050088" y="3606800"/>
          <p14:tracePt t="77786" x="7124700" y="3606800"/>
          <p14:tracePt t="77794" x="7224713" y="3606800"/>
          <p14:tracePt t="77803" x="7348538" y="3606800"/>
          <p14:tracePt t="77811" x="7531100" y="3606800"/>
          <p14:tracePt t="77819" x="7680325" y="3606800"/>
          <p14:tracePt t="77827" x="7862888" y="3606800"/>
          <p14:tracePt t="77835" x="8045450" y="3606800"/>
          <p14:tracePt t="77843" x="8235950" y="3606800"/>
          <p14:tracePt t="77851" x="8451850" y="3606800"/>
          <p14:tracePt t="77859" x="8675688" y="3606800"/>
          <p14:tracePt t="77867" x="9123363" y="3632200"/>
          <p14:tracePt t="77875" x="9247188" y="3648075"/>
          <p14:tracePt t="77883" x="9555163" y="3698875"/>
          <p14:tracePt t="77892" x="9844088" y="3740150"/>
          <p14:tracePt t="77899" x="10152063" y="3773488"/>
          <p14:tracePt t="77908" x="10458450" y="3814763"/>
          <p14:tracePt t="77916" x="10756900" y="3840163"/>
          <p14:tracePt t="77925" x="11022013" y="3856038"/>
          <p14:tracePt t="77932" x="11196638" y="3897313"/>
          <p14:tracePt t="77941" x="11271250" y="3914775"/>
          <p14:tracePt t="77948" x="11577638" y="3922713"/>
          <p14:tracePt t="77958" x="11703050" y="3938588"/>
          <p14:tracePt t="77964" x="11744325" y="3956050"/>
          <p14:tracePt t="77975" x="11844338" y="3963988"/>
          <p14:tracePt t="77980" x="11942763" y="3979863"/>
          <p14:tracePt t="77991" x="12009438" y="3997325"/>
          <p14:tracePt t="77996" x="12068175" y="3997325"/>
          <p14:tracePt t="78008" x="12109450" y="4005263"/>
          <p14:tracePt t="78012" x="12133263" y="4005263"/>
          <p14:tracePt t="78025" x="12166600" y="4005263"/>
          <p14:tracePt t="78029" x="12176125" y="4005263"/>
          <p14:tracePt t="78182" x="12091988" y="3938588"/>
          <p14:tracePt t="78192" x="12009438" y="3881438"/>
          <p14:tracePt t="78198" x="11926888" y="3830638"/>
          <p14:tracePt t="78208" x="11844338" y="3756025"/>
          <p14:tracePt t="78214" x="11818938" y="3740150"/>
          <p14:tracePt t="78222" x="11744325" y="3673475"/>
          <p14:tracePt t="78231" x="11677650" y="3632200"/>
          <p14:tracePt t="78239" x="11595100" y="3573463"/>
          <p14:tracePt t="78247" x="11536363" y="3549650"/>
          <p14:tracePt t="78255" x="11412538" y="3475038"/>
          <p14:tracePt t="78263" x="11337925" y="3467100"/>
          <p14:tracePt t="78271" x="11237913" y="3449638"/>
          <p14:tracePt t="78279" x="11171238" y="3424238"/>
          <p14:tracePt t="78287" x="11047413" y="3408363"/>
          <p14:tracePt t="78295" x="10947400" y="3390900"/>
          <p14:tracePt t="78303" x="10839450" y="3382963"/>
          <p14:tracePt t="78311" x="10715625" y="3367088"/>
          <p14:tracePt t="78319" x="10582275" y="3349625"/>
          <p14:tracePt t="78327" x="10458450" y="3349625"/>
          <p14:tracePt t="78336" x="10350500" y="3325813"/>
          <p14:tracePt t="78343" x="10226675" y="3325813"/>
          <p14:tracePt t="78351" x="10069513" y="3325813"/>
          <p14:tracePt t="78359" x="9944100" y="3325813"/>
          <p14:tracePt t="78368" x="9820275" y="3325813"/>
          <p14:tracePt t="78376" x="9704388" y="3325813"/>
          <p14:tracePt t="78384" x="9578975" y="3325813"/>
          <p14:tracePt t="78392" x="9480550" y="3325813"/>
          <p14:tracePt t="78400" x="9355138" y="3325813"/>
          <p14:tracePt t="78408" x="9231313" y="3325813"/>
          <p14:tracePt t="78416" x="9123363" y="3325813"/>
          <p14:tracePt t="78425" x="8990013" y="3325813"/>
          <p14:tracePt t="78432" x="8866188" y="3349625"/>
          <p14:tracePt t="78444" x="8742363" y="3367088"/>
          <p14:tracePt t="78449" x="8634413" y="3382963"/>
          <p14:tracePt t="78458" x="8575675" y="3382963"/>
          <p14:tracePt t="78464" x="8393113" y="3408363"/>
          <p14:tracePt t="78475" x="8293100" y="3424238"/>
          <p14:tracePt t="78481" x="8169275" y="3433763"/>
          <p14:tracePt t="78491" x="8069263" y="3467100"/>
          <p14:tracePt t="78497" x="7945438" y="3475038"/>
          <p14:tracePt t="78508" x="7837488" y="3508375"/>
          <p14:tracePt t="78513" x="7705725" y="3516313"/>
          <p14:tracePt t="78524" x="7654925" y="3532188"/>
          <p14:tracePt t="78529" x="7556500" y="3565525"/>
          <p14:tracePt t="78541" x="7456488" y="3573463"/>
          <p14:tracePt t="78545" x="7356475" y="3606800"/>
          <p14:tracePt t="78558" x="7315200" y="3616325"/>
          <p14:tracePt t="78561" x="7232650" y="3632200"/>
          <p14:tracePt t="78575" x="7191375" y="3657600"/>
          <p14:tracePt t="78578" x="7132638" y="3673475"/>
          <p14:tracePt t="78591" x="7091363" y="3690938"/>
          <p14:tracePt t="78594" x="7065963" y="3690938"/>
          <p14:tracePt t="78608" x="7024688" y="3698875"/>
          <p14:tracePt t="78611" x="6999288" y="3714750"/>
          <p14:tracePt t="78625" x="6983413" y="3732213"/>
          <p14:tracePt t="78627" x="6958013" y="3732213"/>
          <p14:tracePt t="78641" x="6942138" y="3740150"/>
          <p14:tracePt t="78642" x="6924675" y="3740150"/>
          <p14:tracePt t="78650" x="6900863" y="3756025"/>
          <p14:tracePt t="78658" x="6883400" y="3756025"/>
          <p14:tracePt t="78675" x="6867525" y="3756025"/>
          <p14:tracePt t="78683" x="6859588" y="3756025"/>
          <p14:tracePt t="78691" x="6842125" y="3756025"/>
          <p14:tracePt t="78699" x="6826250" y="3756025"/>
          <p14:tracePt t="78708" x="6818313" y="3756025"/>
          <p14:tracePt t="78715" x="6800850" y="3756025"/>
          <p14:tracePt t="78731" x="6784975" y="3756025"/>
          <p14:tracePt t="78739" x="6775450" y="3756025"/>
          <p14:tracePt t="78755" x="6759575" y="3756025"/>
          <p14:tracePt t="78763" x="6759575" y="3740150"/>
          <p14:tracePt t="78779" x="6759575" y="3732213"/>
          <p14:tracePt t="78787" x="6743700" y="3714750"/>
          <p14:tracePt t="78803" x="6743700" y="3698875"/>
          <p14:tracePt t="78828" x="6743700" y="3690938"/>
          <p14:tracePt t="78868" x="6743700" y="3673475"/>
          <p14:tracePt t="78884" x="6759575" y="3673475"/>
          <p14:tracePt t="78941" x="6775450" y="3673475"/>
          <p14:tracePt t="78997" x="6784975" y="3673475"/>
          <p14:tracePt t="79175" x="6784975" y="3657600"/>
          <p14:tracePt t="79232" x="6775450" y="3648075"/>
          <p14:tracePt t="79264" x="6759575" y="3632200"/>
          <p14:tracePt t="79288" x="6759575" y="3616325"/>
          <p14:tracePt t="79304" x="6743700" y="3606800"/>
          <p14:tracePt t="79320" x="6743700" y="3590925"/>
          <p14:tracePt t="79328" x="6743700" y="3573463"/>
          <p14:tracePt t="79337" x="6734175" y="3573463"/>
          <p14:tracePt t="79353" x="6734175" y="3565525"/>
          <p14:tracePt t="79368" x="6718300" y="3549650"/>
          <p14:tracePt t="79377" x="6718300" y="3532188"/>
          <p14:tracePt t="79401" x="6718300" y="3516313"/>
          <p14:tracePt t="79757" x="6734175" y="3516313"/>
          <p14:tracePt t="79764" x="6784975" y="3516313"/>
          <p14:tracePt t="79772" x="6859588" y="3508375"/>
          <p14:tracePt t="79781" x="6958013" y="3508375"/>
          <p14:tracePt t="79789" x="7008813" y="3508375"/>
          <p14:tracePt t="79797" x="7083425" y="3490913"/>
          <p14:tracePt t="79805" x="7173913" y="3475038"/>
          <p14:tracePt t="79813" x="7232650" y="3475038"/>
          <p14:tracePt t="79821" x="7307263" y="3467100"/>
          <p14:tracePt t="79829" x="7331075" y="3449638"/>
          <p14:tracePt t="79837" x="7373938" y="3449638"/>
          <p14:tracePt t="79845" x="7397750" y="3449638"/>
          <p14:tracePt t="79861" x="7415213" y="3449638"/>
          <p14:tracePt t="79869" x="7431088" y="3449638"/>
          <p14:tracePt t="79958" x="7415213" y="3449638"/>
          <p14:tracePt t="79966" x="7397750" y="3449638"/>
          <p14:tracePt t="79975" x="7389813" y="3449638"/>
          <p14:tracePt t="79982" x="7373938" y="3449638"/>
          <p14:tracePt t="79992" x="7356475" y="3449638"/>
          <p14:tracePt t="79998" x="7348538" y="3449638"/>
          <p14:tracePt t="80008" x="7307263" y="3449638"/>
          <p14:tracePt t="80015" x="7289800" y="3449638"/>
          <p14:tracePt t="80024" x="7232650" y="3449638"/>
          <p14:tracePt t="80031" x="7191375" y="3449638"/>
          <p14:tracePt t="80039" x="7132638" y="3449638"/>
          <p14:tracePt t="80047" x="7091363" y="3449638"/>
          <p14:tracePt t="80055" x="7042150" y="3449638"/>
          <p14:tracePt t="80063" x="6967538" y="3449638"/>
          <p14:tracePt t="80071" x="6916738" y="3449638"/>
          <p14:tracePt t="80079" x="6859588" y="3449638"/>
          <p14:tracePt t="80087" x="6800850" y="3449638"/>
          <p14:tracePt t="80095" x="6775450" y="3449638"/>
          <p14:tracePt t="80104" x="6718300" y="3449638"/>
          <p14:tracePt t="80112" x="6677025" y="3449638"/>
          <p14:tracePt t="80120" x="6651625" y="3449638"/>
          <p14:tracePt t="80128" x="6618288" y="3449638"/>
          <p14:tracePt t="80136" x="6602413" y="3449638"/>
          <p14:tracePt t="80144" x="6592888" y="3449638"/>
          <p14:tracePt t="80152" x="6577013" y="3449638"/>
          <p14:tracePt t="80160" x="6561138" y="3449638"/>
          <p14:tracePt t="80176" x="6551613" y="3449638"/>
          <p14:tracePt t="80184" x="6551613" y="3433763"/>
          <p14:tracePt t="80273" x="6551613" y="3424238"/>
          <p14:tracePt t="80580" x="6561138" y="3424238"/>
          <p14:tracePt t="80911" x="6577013" y="3424238"/>
          <p14:tracePt t="80927" x="6602413" y="3424238"/>
          <p14:tracePt t="80935" x="6659563" y="3424238"/>
          <p14:tracePt t="80943" x="6718300" y="3424238"/>
          <p14:tracePt t="80951" x="6784975" y="3424238"/>
          <p14:tracePt t="80959" x="6883400" y="3424238"/>
          <p14:tracePt t="80967" x="6967538" y="3424238"/>
          <p14:tracePt t="80975" x="7065963" y="3424238"/>
          <p14:tracePt t="80983" x="7107238" y="3424238"/>
          <p14:tracePt t="80991" x="7207250" y="3424238"/>
          <p14:tracePt t="80999" x="7307263" y="3424238"/>
          <p14:tracePt t="81008" x="7389813" y="3424238"/>
          <p14:tracePt t="81016" x="7539038" y="3390900"/>
          <p14:tracePt t="81025" x="7580313" y="3390900"/>
          <p14:tracePt t="81032" x="7737475" y="3390900"/>
          <p14:tracePt t="81042" x="7762875" y="3390900"/>
          <p14:tracePt t="81048" x="7845425" y="3390900"/>
          <p14:tracePt t="81057" x="7920038" y="3382963"/>
          <p14:tracePt t="81064" x="8020050" y="3382963"/>
          <p14:tracePt t="81072" x="8086725" y="3382963"/>
          <p14:tracePt t="81081" x="8153400" y="3367088"/>
          <p14:tracePt t="81088" x="8228013" y="3367088"/>
          <p14:tracePt t="81096" x="8351838" y="3367088"/>
          <p14:tracePt t="81105" x="8451850" y="3367088"/>
          <p14:tracePt t="81113" x="8575675" y="3367088"/>
          <p14:tracePt t="81121" x="8683625" y="3367088"/>
          <p14:tracePt t="81129" x="8840788" y="3367088"/>
          <p14:tracePt t="81137" x="8966200" y="3367088"/>
          <p14:tracePt t="81145" x="9148763" y="3367088"/>
          <p14:tracePt t="81153" x="9272588" y="3367088"/>
          <p14:tracePt t="81161" x="9331325" y="3367088"/>
          <p14:tracePt t="81169" x="9555163" y="3367088"/>
          <p14:tracePt t="81177" x="9596438" y="3367088"/>
          <p14:tracePt t="81185" x="9694863" y="3382963"/>
          <p14:tracePt t="81194" x="9786938" y="3390900"/>
          <p14:tracePt t="81201" x="9861550" y="3390900"/>
          <p14:tracePt t="81209" x="9944100" y="3408363"/>
          <p14:tracePt t="81218" x="9969500" y="3408363"/>
          <p14:tracePt t="81225" x="10010775" y="3424238"/>
          <p14:tracePt t="81234" x="10026650" y="3424238"/>
          <p14:tracePt t="81242" x="10044113" y="3424238"/>
          <p14:tracePt t="81250" x="10052050" y="3424238"/>
          <p14:tracePt t="81266" x="10069513" y="3424238"/>
          <p14:tracePt t="81315" x="10052050" y="3424238"/>
          <p14:tracePt t="81324" x="10002838" y="3424238"/>
          <p14:tracePt t="81331" x="9928225" y="3424238"/>
          <p14:tracePt t="81339" x="9779000" y="3424238"/>
          <p14:tracePt t="81347" x="9471025" y="3424238"/>
          <p14:tracePt t="81355" x="9205913" y="3424238"/>
          <p14:tracePt t="81363" x="9064625" y="3424238"/>
          <p14:tracePt t="81371" x="8799513" y="3424238"/>
          <p14:tracePt t="81379" x="8534400" y="3433763"/>
          <p14:tracePt t="81387" x="8285163" y="3467100"/>
          <p14:tracePt t="81395" x="8061325" y="3475038"/>
          <p14:tracePt t="81403" x="7878763" y="3508375"/>
          <p14:tracePt t="81411" x="7696200" y="3516313"/>
          <p14:tracePt t="81419" x="7639050" y="3532188"/>
          <p14:tracePt t="81427" x="7415213" y="3549650"/>
          <p14:tracePt t="81436" x="7289800" y="3565525"/>
          <p14:tracePt t="81446" x="7232650" y="3573463"/>
          <p14:tracePt t="81452" x="7165975" y="3590925"/>
          <p14:tracePt t="81460" x="7065963" y="3606800"/>
          <p14:tracePt t="81468" x="7024688" y="3616325"/>
          <p14:tracePt t="81476" x="6942138" y="3616325"/>
          <p14:tracePt t="81484" x="6916738" y="3632200"/>
          <p14:tracePt t="81492" x="6867525" y="3648075"/>
          <p14:tracePt t="81500" x="6859588" y="3648075"/>
          <p14:tracePt t="81508" x="6826250" y="3657600"/>
          <p14:tracePt t="81516" x="6800850" y="3657600"/>
          <p14:tracePt t="81525" x="6784975" y="3657600"/>
          <p14:tracePt t="81533" x="6784975" y="3673475"/>
          <p14:tracePt t="81783" x="6775450" y="3673475"/>
          <p14:tracePt t="81792" x="6700838" y="3673475"/>
          <p14:tracePt t="81799" x="6635750" y="3673475"/>
          <p14:tracePt t="81809" x="6510338" y="3673475"/>
          <p14:tracePt t="81815" x="6353175" y="3673475"/>
          <p14:tracePt t="81825" x="6203950" y="3673475"/>
          <p14:tracePt t="81831" x="5980113" y="3673475"/>
          <p14:tracePt t="81841" x="5797550" y="3673475"/>
          <p14:tracePt t="81847" x="5540375" y="3673475"/>
          <p14:tracePt t="81855" x="5324475" y="3673475"/>
          <p14:tracePt t="81863" x="5100638" y="3673475"/>
          <p14:tracePt t="81872" x="4876800" y="3673475"/>
          <p14:tracePt t="81880" x="4694238" y="3673475"/>
          <p14:tracePt t="81888" x="4511675" y="3673475"/>
          <p14:tracePt t="81896" x="4354513" y="3673475"/>
          <p14:tracePt t="81904" x="4205288" y="3673475"/>
          <p14:tracePt t="81912" x="4048125" y="3673475"/>
          <p14:tracePt t="81920" x="3922713" y="3673475"/>
          <p14:tracePt t="81928" x="3814763" y="3673475"/>
          <p14:tracePt t="81936" x="3757613" y="3673475"/>
          <p14:tracePt t="81944" x="3632200" y="3673475"/>
          <p14:tracePt t="81952" x="3557588" y="3673475"/>
          <p14:tracePt t="81960" x="3467100" y="3673475"/>
          <p14:tracePt t="81968" x="3392488" y="3673475"/>
          <p14:tracePt t="81977" x="3243263" y="3673475"/>
          <p14:tracePt t="81985" x="3201988" y="3673475"/>
          <p14:tracePt t="81993" x="3127375" y="3673475"/>
          <p14:tracePt t="82001" x="3060700" y="3673475"/>
          <p14:tracePt t="82009" x="2986088" y="3673475"/>
          <p14:tracePt t="82017" x="2903538" y="3673475"/>
          <p14:tracePt t="82025" x="2836863" y="3673475"/>
          <p14:tracePt t="82033" x="2778125" y="3673475"/>
          <p14:tracePt t="82042" x="2711450" y="3673475"/>
          <p14:tracePt t="82049" x="2654300" y="3673475"/>
          <p14:tracePt t="82058" x="2628900" y="3673475"/>
          <p14:tracePt t="82065" x="2587625" y="3673475"/>
          <p14:tracePt t="82075" x="2554288" y="3657600"/>
          <p14:tracePt t="82082" x="2528888" y="3657600"/>
          <p14:tracePt t="82091" x="2497138" y="3657600"/>
          <p14:tracePt t="82098" x="2487613" y="3648075"/>
          <p14:tracePt t="82108" x="2471738" y="3648075"/>
          <p14:tracePt t="82114" x="2454275" y="3632200"/>
          <p14:tracePt t="82125" x="2446338" y="3632200"/>
          <p14:tracePt t="82130" x="2430463" y="3616325"/>
          <p14:tracePt t="82154" x="2430463" y="3606800"/>
          <p14:tracePt t="82186" x="2430463" y="3590925"/>
          <p14:tracePt t="82235" x="2471738" y="3573463"/>
          <p14:tracePt t="82243" x="2538413" y="3549650"/>
          <p14:tracePt t="82251" x="2613025" y="3516313"/>
          <p14:tracePt t="82259" x="2711450" y="3490913"/>
          <p14:tracePt t="82267" x="2836863" y="3449638"/>
          <p14:tracePt t="82275" x="2935288" y="3424238"/>
          <p14:tracePt t="82283" x="2986088" y="3408363"/>
          <p14:tracePt t="82291" x="3086100" y="3390900"/>
          <p14:tracePt t="82299" x="3160713" y="3367088"/>
          <p14:tracePt t="82308" x="3225800" y="3367088"/>
          <p14:tracePt t="82315" x="3284538" y="3349625"/>
          <p14:tracePt t="82324" x="3309938" y="3349625"/>
          <p14:tracePt t="82332" x="3351213" y="3341688"/>
          <p14:tracePt t="82341" x="3367088" y="3341688"/>
          <p14:tracePt t="82348" x="3392488" y="3341688"/>
          <p14:tracePt t="82357" x="3408363" y="3341688"/>
          <p14:tracePt t="82364" x="3433763" y="3341688"/>
          <p14:tracePt t="82372" x="3449638" y="3341688"/>
          <p14:tracePt t="82380" x="3475038" y="3341688"/>
          <p14:tracePt t="82388" x="3492500" y="3341688"/>
          <p14:tracePt t="82396" x="3533775" y="3341688"/>
          <p14:tracePt t="82404" x="3557588" y="3341688"/>
          <p14:tracePt t="82413" x="3598863" y="3341688"/>
          <p14:tracePt t="82420" x="3641725" y="3341688"/>
          <p14:tracePt t="82429" x="3690938" y="3341688"/>
          <p14:tracePt t="82437" x="3732213" y="3341688"/>
          <p14:tracePt t="82446" x="3773488" y="3341688"/>
          <p14:tracePt t="82453" x="3781425" y="3341688"/>
          <p14:tracePt t="82461" x="3822700" y="3341688"/>
          <p14:tracePt t="82469" x="3840163" y="3341688"/>
          <p14:tracePt t="82477" x="3856038" y="3341688"/>
          <p14:tracePt t="82493" x="3865563" y="3341688"/>
          <p14:tracePt t="82501" x="3881438" y="3341688"/>
          <p14:tracePt t="82582" x="3865563" y="3341688"/>
          <p14:tracePt t="82591" x="3856038" y="3341688"/>
          <p14:tracePt t="82598" x="3856038" y="3349625"/>
          <p14:tracePt t="82608" x="3840163" y="3349625"/>
          <p14:tracePt t="82615" x="3822700" y="3349625"/>
          <p14:tracePt t="82622" x="3814763" y="3349625"/>
          <p14:tracePt t="82631" x="3798888" y="3349625"/>
          <p14:tracePt t="82647" x="3781425" y="3349625"/>
          <p14:tracePt t="82663" x="3773488" y="3349625"/>
          <p14:tracePt t="82703" x="3757613" y="3349625"/>
          <p14:tracePt t="82784" x="3740150" y="3349625"/>
          <p14:tracePt t="82889" x="3732213" y="3349625"/>
          <p14:tracePt t="82897" x="3732213" y="3367088"/>
          <p14:tracePt t="82937" x="3716338" y="3367088"/>
          <p14:tracePt t="82953" x="3716338" y="3382963"/>
          <p14:tracePt t="82969" x="3698875" y="3382963"/>
          <p14:tracePt t="82977" x="3690938" y="3390900"/>
          <p14:tracePt t="82985" x="3657600" y="3390900"/>
          <p14:tracePt t="82994" x="3641725" y="3408363"/>
          <p14:tracePt t="83002" x="3616325" y="3424238"/>
          <p14:tracePt t="83010" x="3590925" y="3424238"/>
          <p14:tracePt t="83018" x="3575050" y="3433763"/>
          <p14:tracePt t="83026" x="3549650" y="3449638"/>
          <p14:tracePt t="83034" x="3533775" y="3449638"/>
          <p14:tracePt t="83042" x="3508375" y="3467100"/>
          <p14:tracePt t="83050" x="3475038" y="3475038"/>
          <p14:tracePt t="83066" x="3467100" y="3475038"/>
          <p14:tracePt t="83075" x="3433763" y="3475038"/>
          <p14:tracePt t="83083" x="3425825" y="3475038"/>
          <p14:tracePt t="83091" x="3425825" y="3490913"/>
          <p14:tracePt t="83099" x="3408363" y="3490913"/>
          <p14:tracePt t="83179" x="3408363" y="3475038"/>
          <p14:tracePt t="83188" x="3425825" y="3475038"/>
          <p14:tracePt t="83204" x="3433763" y="3475038"/>
          <p14:tracePt t="83212" x="3449638" y="3467100"/>
          <p14:tracePt t="83228" x="3475038" y="3467100"/>
          <p14:tracePt t="83236" x="3492500" y="3449638"/>
          <p14:tracePt t="83244" x="3549650" y="3449638"/>
          <p14:tracePt t="83252" x="3590925" y="3449638"/>
          <p14:tracePt t="83260" x="3690938" y="3449638"/>
          <p14:tracePt t="83268" x="3781425" y="3449638"/>
          <p14:tracePt t="83276" x="3856038" y="3449638"/>
          <p14:tracePt t="83285" x="3906838" y="3449638"/>
          <p14:tracePt t="83292" x="4005263" y="3449638"/>
          <p14:tracePt t="83300" x="4105275" y="3449638"/>
          <p14:tracePt t="83309" x="4171950" y="3449638"/>
          <p14:tracePt t="83317" x="4229100" y="3449638"/>
          <p14:tracePt t="83325" x="4287838" y="3449638"/>
          <p14:tracePt t="83333" x="4313238" y="3449638"/>
          <p14:tracePt t="83342" x="4370388" y="3449638"/>
          <p14:tracePt t="83349" x="4395788" y="3449638"/>
          <p14:tracePt t="83358" x="4429125" y="3449638"/>
          <p14:tracePt t="83365" x="4454525" y="3449638"/>
          <p14:tracePt t="83375" x="4470400" y="3449638"/>
          <p14:tracePt t="83381" x="4495800" y="3449638"/>
          <p14:tracePt t="83391" x="4529138" y="3449638"/>
          <p14:tracePt t="83397" x="4537075" y="3449638"/>
          <p14:tracePt t="83406" x="4570413" y="3449638"/>
          <p14:tracePt t="83413" x="4578350" y="3449638"/>
          <p14:tracePt t="83421" x="4611688" y="3449638"/>
          <p14:tracePt t="83430" x="4635500" y="3449638"/>
          <p14:tracePt t="83438" x="4660900" y="3449638"/>
          <p14:tracePt t="83446" x="4694238" y="3449638"/>
          <p14:tracePt t="83454" x="4719638" y="3449638"/>
          <p14:tracePt t="83462" x="4760913" y="3449638"/>
          <p14:tracePt t="83470" x="4794250" y="3449638"/>
          <p14:tracePt t="83478" x="4818063" y="3449638"/>
          <p14:tracePt t="83486" x="4843463" y="3433763"/>
          <p14:tracePt t="83494" x="4860925" y="3433763"/>
          <p14:tracePt t="83503" x="4902200" y="3433763"/>
          <p14:tracePt t="83510" x="4926013" y="3433763"/>
          <p14:tracePt t="83519" x="4943475" y="3433763"/>
          <p14:tracePt t="83527" x="4967288" y="3433763"/>
          <p14:tracePt t="83535" x="4984750" y="3433763"/>
          <p14:tracePt t="83543" x="5018088" y="3433763"/>
          <p14:tracePt t="83551" x="5026025" y="3433763"/>
          <p14:tracePt t="83559" x="5059363" y="3433763"/>
          <p14:tracePt t="83567" x="5084763" y="3433763"/>
          <p14:tracePt t="83575" x="5100638" y="3433763"/>
          <p14:tracePt t="83583" x="5126038" y="3433763"/>
          <p14:tracePt t="83591" x="5141913" y="3433763"/>
          <p14:tracePt t="83599" x="5167313" y="3433763"/>
          <p14:tracePt t="83608" x="5192713" y="3433763"/>
          <p14:tracePt t="83615" x="5208588" y="3433763"/>
          <p14:tracePt t="83625" x="5233988" y="3433763"/>
          <p14:tracePt t="83631" x="5249863" y="3433763"/>
          <p14:tracePt t="83641" x="5275263" y="3433763"/>
          <p14:tracePt t="83648" x="5308600" y="3433763"/>
          <p14:tracePt t="83658" x="5324475" y="3433763"/>
          <p14:tracePt t="83664" x="5349875" y="3433763"/>
          <p14:tracePt t="83675" x="5365750" y="3433763"/>
          <p14:tracePt t="83680" x="5391150" y="3433763"/>
          <p14:tracePt t="83691" x="5407025" y="3433763"/>
          <p14:tracePt t="83696" x="5416550" y="3433763"/>
          <p14:tracePt t="83708" x="5432425" y="3433763"/>
          <p14:tracePt t="83712" x="5457825" y="3433763"/>
          <p14:tracePt t="83725" x="5491163" y="3433763"/>
          <p14:tracePt t="83728" x="5499100" y="3433763"/>
          <p14:tracePt t="83742" x="5532438" y="3433763"/>
          <p14:tracePt t="83745" x="5540375" y="3433763"/>
          <p14:tracePt t="83758" x="5573713" y="3433763"/>
          <p14:tracePt t="83761" x="5599113" y="3433763"/>
          <p14:tracePt t="83775" x="5614988" y="3433763"/>
          <p14:tracePt t="83777" x="5640388" y="3433763"/>
          <p14:tracePt t="83791" x="5656263" y="3433763"/>
          <p14:tracePt t="83794" x="5681663" y="3433763"/>
          <p14:tracePt t="83808" x="5697538" y="3433763"/>
          <p14:tracePt t="83809" x="5715000" y="3433763"/>
          <p14:tracePt t="83825" x="5722938" y="3433763"/>
          <p14:tracePt t="83833" x="5738813" y="3433763"/>
          <p14:tracePt t="83858" x="5756275" y="3433763"/>
          <p14:tracePt t="83970" x="5738813" y="3433763"/>
          <p14:tracePt t="83979" x="5722938" y="3433763"/>
          <p14:tracePt t="83995" x="5715000" y="3449638"/>
          <p14:tracePt t="84011" x="5697538" y="3449638"/>
          <p14:tracePt t="84027" x="5681663" y="3449638"/>
          <p14:tracePt t="84148" x="5715000" y="3449638"/>
          <p14:tracePt t="84158" x="5722938" y="3449638"/>
          <p14:tracePt t="84164" x="5756275" y="3449638"/>
          <p14:tracePt t="84172" x="5780088" y="3449638"/>
          <p14:tracePt t="84180" x="5838825" y="3467100"/>
          <p14:tracePt t="84189" x="5897563" y="3467100"/>
          <p14:tracePt t="84197" x="5938838" y="3475038"/>
          <p14:tracePt t="84205" x="5980113" y="3475038"/>
          <p14:tracePt t="84213" x="6029325" y="3490913"/>
          <p14:tracePt t="84221" x="6088063" y="3490913"/>
          <p14:tracePt t="84229" x="6145213" y="3490913"/>
          <p14:tracePt t="84237" x="6170613" y="3490913"/>
          <p14:tracePt t="84245" x="6211888" y="3490913"/>
          <p14:tracePt t="84253" x="6245225" y="3490913"/>
          <p14:tracePt t="84261" x="6286500" y="3490913"/>
          <p14:tracePt t="84269" x="6311900" y="3490913"/>
          <p14:tracePt t="84277" x="6337300" y="3490913"/>
          <p14:tracePt t="84285" x="6353175" y="3490913"/>
          <p14:tracePt t="84293" x="6386513" y="3490913"/>
          <p14:tracePt t="84309" x="6394450" y="3490913"/>
          <p14:tracePt t="84318" x="6411913" y="3490913"/>
          <p14:tracePt t="84350" x="6427788" y="3490913"/>
          <p14:tracePt t="84463" x="6435725" y="3490913"/>
          <p14:tracePt t="84657" x="6427788" y="3490913"/>
          <p14:tracePt t="84674" x="6411913" y="3490913"/>
          <p14:tracePt t="84681" x="6394450" y="3490913"/>
          <p14:tracePt t="84697" x="6386513" y="3490913"/>
          <p14:tracePt t="84705" x="6369050" y="3490913"/>
          <p14:tracePt t="84721" x="6353175" y="3490913"/>
          <p14:tracePt t="84729" x="6337300" y="3490913"/>
          <p14:tracePt t="84746" x="6327775" y="3490913"/>
          <p14:tracePt t="84770" x="6311900" y="3490913"/>
          <p14:tracePt t="84802" x="6311900" y="3475038"/>
          <p14:tracePt t="84810" x="6294438" y="3475038"/>
          <p14:tracePt t="85182" x="6286500" y="3475038"/>
          <p14:tracePt t="85192" x="6270625" y="3475038"/>
          <p14:tracePt t="85208" x="6253163" y="3475038"/>
          <p14:tracePt t="85214" x="6245225" y="3475038"/>
          <p14:tracePt t="85230" x="6229350" y="3475038"/>
          <p14:tracePt t="85238" x="6211888" y="3475038"/>
          <p14:tracePt t="85254" x="6203950" y="3475038"/>
          <p14:tracePt t="85278" x="6186488" y="3475038"/>
          <p14:tracePt t="85416" x="6170613" y="3475038"/>
          <p14:tracePt t="85432" x="6170613" y="3490913"/>
          <p14:tracePt t="85444" x="6162675" y="3490913"/>
          <p14:tracePt t="85464" x="6145213" y="3490913"/>
          <p14:tracePt t="85480" x="6129338" y="3490913"/>
          <p14:tracePt t="85488" x="6121400" y="3490913"/>
          <p14:tracePt t="85497" x="6103938" y="3490913"/>
          <p14:tracePt t="85505" x="6088063" y="3490913"/>
          <p14:tracePt t="85513" x="6070600" y="3490913"/>
          <p14:tracePt t="85521" x="6062663" y="3490913"/>
          <p14:tracePt t="85529" x="6046788" y="3490913"/>
          <p14:tracePt t="85537" x="6029325" y="3490913"/>
          <p14:tracePt t="85545" x="6021388" y="3490913"/>
          <p14:tracePt t="85553" x="6005513" y="3490913"/>
          <p14:tracePt t="85561" x="6005513" y="3475038"/>
          <p14:tracePt t="85577" x="5988050" y="3475038"/>
          <p14:tracePt t="85601" x="5988050" y="3467100"/>
          <p14:tracePt t="85674" x="6005513" y="3467100"/>
          <p14:tracePt t="85682" x="6021388" y="3467100"/>
          <p14:tracePt t="85691" x="6062663" y="3467100"/>
          <p14:tracePt t="85698" x="6103938" y="3467100"/>
          <p14:tracePt t="85708" x="6129338" y="3467100"/>
          <p14:tracePt t="85714" x="6170613" y="3467100"/>
          <p14:tracePt t="85724" x="6229350" y="3467100"/>
          <p14:tracePt t="85731" x="6253163" y="3475038"/>
          <p14:tracePt t="85739" x="6311900" y="3490913"/>
          <p14:tracePt t="85747" x="6353175" y="3490913"/>
          <p14:tracePt t="85755" x="6386513" y="3508375"/>
          <p14:tracePt t="85763" x="6435725" y="3516313"/>
          <p14:tracePt t="85771" x="6453188" y="3532188"/>
          <p14:tracePt t="85779" x="6494463" y="3549650"/>
          <p14:tracePt t="85787" x="6518275" y="3565525"/>
          <p14:tracePt t="85795" x="6535738" y="3573463"/>
          <p14:tracePt t="85803" x="6561138" y="3590925"/>
          <p14:tracePt t="85811" x="6577013" y="3606800"/>
          <p14:tracePt t="85835" x="6592888" y="3616325"/>
          <p14:tracePt t="85860" x="6602413" y="3616325"/>
          <p14:tracePt t="85965" x="6618288" y="3616325"/>
          <p14:tracePt t="85975" x="6635750" y="3616325"/>
          <p14:tracePt t="85981" x="6651625" y="3616325"/>
          <p14:tracePt t="85989" x="6677025" y="3616325"/>
          <p14:tracePt t="85997" x="6700838" y="3616325"/>
          <p14:tracePt t="86005" x="6734175" y="3616325"/>
          <p14:tracePt t="86013" x="6759575" y="3616325"/>
          <p14:tracePt t="86021" x="6784975" y="3616325"/>
          <p14:tracePt t="86029" x="6818313" y="3616325"/>
          <p14:tracePt t="86037" x="6826250" y="3606800"/>
          <p14:tracePt t="86046" x="6859588" y="3606800"/>
          <p14:tracePt t="86053" x="6867525" y="3606800"/>
          <p14:tracePt t="86062" x="6883400" y="3606800"/>
          <p14:tracePt t="86070" x="6900863" y="3606800"/>
          <p14:tracePt t="86078" x="6916738" y="3606800"/>
          <p14:tracePt t="86086" x="6924675" y="3606800"/>
          <p14:tracePt t="86110" x="6942138" y="3606800"/>
          <p14:tracePt t="86142" x="6958013" y="3606800"/>
          <p14:tracePt t="86150" x="6958013" y="3590925"/>
          <p14:tracePt t="86239" x="6967538" y="3590925"/>
          <p14:tracePt t="86247" x="6967538" y="3573463"/>
          <p14:tracePt t="86312" x="6983413" y="3573463"/>
          <p14:tracePt t="86320" x="6983413" y="3565525"/>
          <p14:tracePt t="86336" x="6999288" y="3565525"/>
          <p14:tracePt t="86360" x="7008813" y="3565525"/>
          <p14:tracePt t="86376" x="7024688" y="3565525"/>
          <p14:tracePt t="86384" x="7042150" y="3565525"/>
          <p14:tracePt t="86392" x="7042150" y="3549650"/>
          <p14:tracePt t="86400" x="7050088" y="3549650"/>
          <p14:tracePt t="86425" x="7065963" y="3549650"/>
          <p14:tracePt t="86772" x="7050088" y="3532188"/>
          <p14:tracePt t="86804" x="7050088" y="3516313"/>
          <p14:tracePt t="86812" x="7042150" y="3516313"/>
          <p14:tracePt t="86828" x="7042150" y="3508375"/>
          <p14:tracePt t="86845" x="7024688" y="3508375"/>
          <p14:tracePt t="86853" x="7008813" y="3490913"/>
          <p14:tracePt t="86869" x="7008813" y="3475038"/>
          <p14:tracePt t="86877" x="6999288" y="3475038"/>
          <p14:tracePt t="86885" x="6999288" y="3467100"/>
          <p14:tracePt t="86893" x="6983413" y="3433763"/>
          <p14:tracePt t="86901" x="6967538" y="3390900"/>
          <p14:tracePt t="86909" x="6942138" y="3341688"/>
          <p14:tracePt t="86917" x="6916738" y="3241675"/>
          <p14:tracePt t="86925" x="6883400" y="3084513"/>
          <p14:tracePt t="86934" x="6842125" y="2901950"/>
          <p14:tracePt t="86942" x="6800850" y="2513013"/>
          <p14:tracePt t="86949" x="6800850" y="2363788"/>
          <p14:tracePt t="86958" x="6800850" y="2055813"/>
          <p14:tracePt t="86966" x="6800850" y="1749425"/>
          <p14:tracePt t="86975" x="6800850" y="1450975"/>
          <p14:tracePt t="86982" x="6800850" y="1185863"/>
          <p14:tracePt t="86991" x="6800850" y="936625"/>
          <p14:tracePt t="86998" x="6800850" y="712788"/>
          <p14:tracePt t="87008" x="6800850" y="530225"/>
          <p14:tracePt t="87014" x="6800850" y="473075"/>
          <p14:tracePt t="87022" x="6818313" y="347663"/>
          <p14:tracePt t="87030" x="6842125" y="223838"/>
          <p14:tracePt t="87039" x="6842125" y="157163"/>
          <p14:tracePt t="87047" x="6842125" y="82550"/>
          <p14:tracePt t="87055" x="6859588" y="25400"/>
          <p14:tracePt t="97219" x="5640388" y="779463"/>
          <p14:tracePt t="97232" x="5573713" y="936625"/>
          <p14:tracePt t="97242" x="5373688" y="1301750"/>
          <p14:tracePt t="97243" x="5126038" y="1898650"/>
          <p14:tracePt t="97249" x="4943475" y="2222500"/>
          <p14:tracePt t="97259" x="4794250" y="2546350"/>
          <p14:tracePt t="97265" x="4611688" y="2901950"/>
          <p14:tracePt t="97275" x="4529138" y="3043238"/>
          <p14:tracePt t="97281" x="4354513" y="3325813"/>
          <p14:tracePt t="97291" x="4205288" y="3606800"/>
          <p14:tracePt t="97298" x="4038600" y="3856038"/>
          <p14:tracePt t="97306" x="3906838" y="4097338"/>
          <p14:tracePt t="97314" x="3798888" y="4262438"/>
          <p14:tracePt t="97322" x="3740150" y="4344988"/>
          <p14:tracePt t="97330" x="3673475" y="4452938"/>
          <p14:tracePt t="97338" x="3598863" y="4535488"/>
          <p14:tracePt t="97346" x="3549650" y="4594225"/>
          <p14:tracePt t="97354" x="3508375" y="4635500"/>
          <p14:tracePt t="97362" x="3467100" y="4676775"/>
          <p14:tracePt t="97370" x="3425825" y="4694238"/>
          <p14:tracePt t="97378" x="3408363" y="4710113"/>
          <p14:tracePt t="97386" x="3375025" y="4718050"/>
          <p14:tracePt t="97394" x="3367088" y="4735513"/>
          <p14:tracePt t="97403" x="3351213" y="4735513"/>
          <p14:tracePt t="97411" x="3325813" y="4751388"/>
          <p14:tracePt t="97419" x="3309938" y="4751388"/>
          <p14:tracePt t="97435" x="3292475" y="4751388"/>
          <p14:tracePt t="97443" x="3284538" y="4751388"/>
          <p14:tracePt t="97451" x="3267075" y="4751388"/>
          <p14:tracePt t="97459" x="3267075" y="4759325"/>
          <p14:tracePt t="97467" x="3251200" y="4759325"/>
          <p14:tracePt t="97483" x="3243263" y="4759325"/>
          <p14:tracePt t="97523" x="3225800" y="4759325"/>
          <p14:tracePt t="97580" x="3225800" y="4751388"/>
          <p14:tracePt t="97604" x="3225800" y="4735513"/>
          <p14:tracePt t="97636" x="3243263" y="4735513"/>
          <p14:tracePt t="97653" x="3243263" y="4718050"/>
          <p14:tracePt t="97661" x="3251200" y="4718050"/>
          <p14:tracePt t="97669" x="3284538" y="4710113"/>
          <p14:tracePt t="97677" x="3333750" y="4694238"/>
          <p14:tracePt t="97685" x="3375025" y="4668838"/>
          <p14:tracePt t="97693" x="3433763" y="4651375"/>
          <p14:tracePt t="97701" x="3508375" y="4627563"/>
          <p14:tracePt t="97709" x="3549650" y="4610100"/>
          <p14:tracePt t="97717" x="3616325" y="4594225"/>
          <p14:tracePt t="97725" x="3740150" y="4552950"/>
          <p14:tracePt t="97734" x="3798888" y="4535488"/>
          <p14:tracePt t="97742" x="3906838" y="4511675"/>
          <p14:tracePt t="97749" x="3956050" y="4511675"/>
          <p14:tracePt t="97758" x="4022725" y="4494213"/>
          <p14:tracePt t="97766" x="4089400" y="4486275"/>
          <p14:tracePt t="97775" x="4171950" y="4486275"/>
          <p14:tracePt t="97782" x="4221163" y="4486275"/>
          <p14:tracePt t="97792" x="4271963" y="4486275"/>
          <p14:tracePt t="97798" x="4329113" y="4486275"/>
          <p14:tracePt t="97807" x="4370388" y="4486275"/>
          <p14:tracePt t="97814" x="4395788" y="4486275"/>
          <p14:tracePt t="97822" x="4437063" y="4486275"/>
          <p14:tracePt t="97830" x="4470400" y="4486275"/>
          <p14:tracePt t="97838" x="4495800" y="4486275"/>
          <p14:tracePt t="97847" x="4529138" y="4486275"/>
          <p14:tracePt t="97855" x="4570413" y="4494213"/>
          <p14:tracePt t="97863" x="4594225" y="4494213"/>
          <p14:tracePt t="97871" x="4611688" y="4511675"/>
          <p14:tracePt t="97879" x="4635500" y="4511675"/>
          <p14:tracePt t="97887" x="4652963" y="4527550"/>
          <p14:tracePt t="97895" x="4678363" y="4535488"/>
          <p14:tracePt t="97903" x="4702175" y="4535488"/>
          <p14:tracePt t="97911" x="4719638" y="4552950"/>
          <p14:tracePt t="97919" x="4735513" y="4568825"/>
          <p14:tracePt t="97927" x="4760913" y="4568825"/>
          <p14:tracePt t="97935" x="4776788" y="4576763"/>
          <p14:tracePt t="97943" x="4794250" y="4576763"/>
          <p14:tracePt t="97952" x="4802188" y="4594225"/>
          <p14:tracePt t="97959" x="4818063" y="4594225"/>
          <p14:tracePt t="97968" x="4835525" y="4594225"/>
          <p14:tracePt t="97976" x="4835525" y="4610100"/>
          <p14:tracePt t="97984" x="4843463" y="4610100"/>
          <p14:tracePt t="97992" x="4860925" y="4610100"/>
          <p14:tracePt t="98008" x="4876800" y="4627563"/>
          <p14:tracePt t="98016" x="4884738" y="4627563"/>
          <p14:tracePt t="98025" x="4902200" y="4627563"/>
          <p14:tracePt t="98032" x="4918075" y="4627563"/>
          <p14:tracePt t="98042" x="4926013" y="4627563"/>
          <p14:tracePt t="98048" x="4943475" y="4627563"/>
          <p14:tracePt t="98058" x="4943475" y="4635500"/>
          <p14:tracePt t="98065" x="4959350" y="4635500"/>
          <p14:tracePt t="98074" x="4967288" y="4635500"/>
          <p14:tracePt t="98088" x="4984750" y="4635500"/>
          <p14:tracePt t="98105" x="5000625" y="4635500"/>
          <p14:tracePt t="98129" x="5018088" y="4635500"/>
          <p14:tracePt t="98161" x="5026025" y="4635500"/>
          <p14:tracePt t="98185" x="5041900" y="4635500"/>
          <p14:tracePt t="98218" x="5059363" y="4635500"/>
          <p14:tracePt t="98226" x="5067300" y="4635500"/>
          <p14:tracePt t="98234" x="5084763" y="4635500"/>
          <p14:tracePt t="98242" x="5100638" y="4635500"/>
          <p14:tracePt t="98250" x="5108575" y="4635500"/>
          <p14:tracePt t="98258" x="5126038" y="4635500"/>
          <p14:tracePt t="98266" x="5149850" y="4635500"/>
          <p14:tracePt t="98275" x="5167313" y="4635500"/>
          <p14:tracePt t="98282" x="5183188" y="4635500"/>
          <p14:tracePt t="98291" x="5192713" y="4635500"/>
          <p14:tracePt t="98299" x="5208588" y="4635500"/>
          <p14:tracePt t="98308" x="5224463" y="4635500"/>
          <p14:tracePt t="98315" x="5233988" y="4635500"/>
          <p14:tracePt t="98324" x="5233988" y="4627563"/>
          <p14:tracePt t="98331" x="5249863" y="4627563"/>
          <p14:tracePt t="98339" x="5267325" y="4627563"/>
          <p14:tracePt t="98355" x="5275263" y="4627563"/>
          <p14:tracePt t="98363" x="5291138" y="4627563"/>
          <p14:tracePt t="98371" x="5291138" y="4610100"/>
          <p14:tracePt t="98379" x="5308600" y="4610100"/>
          <p14:tracePt t="98387" x="5332413" y="4610100"/>
          <p14:tracePt t="98395" x="5349875" y="4594225"/>
          <p14:tracePt t="98404" x="5365750" y="4594225"/>
          <p14:tracePt t="98411" x="5373688" y="4576763"/>
          <p14:tracePt t="98420" x="5407025" y="4576763"/>
          <p14:tracePt t="98428" x="5416550" y="4568825"/>
          <p14:tracePt t="98436" x="5448300" y="4568825"/>
          <p14:tracePt t="98446" x="5473700" y="4552950"/>
          <p14:tracePt t="98452" x="5499100" y="4535488"/>
          <p14:tracePt t="98460" x="5532438" y="4527550"/>
          <p14:tracePt t="98468" x="5556250" y="4511675"/>
          <p14:tracePt t="98476" x="5599113" y="4494213"/>
          <p14:tracePt t="98484" x="5630863" y="4486275"/>
          <p14:tracePt t="98492" x="5656263" y="4470400"/>
          <p14:tracePt t="98501" x="5697538" y="4452938"/>
          <p14:tracePt t="98508" x="5715000" y="4445000"/>
          <p14:tracePt t="98517" x="5756275" y="4411663"/>
          <p14:tracePt t="98525" x="5764213" y="4403725"/>
          <p14:tracePt t="98533" x="5805488" y="4370388"/>
          <p14:tracePt t="98542" x="5838825" y="4344988"/>
          <p14:tracePt t="98549" x="5864225" y="4311650"/>
          <p14:tracePt t="98558" x="5897563" y="4287838"/>
          <p14:tracePt t="98565" x="5921375" y="4262438"/>
          <p14:tracePt t="98575" x="5946775" y="4221163"/>
          <p14:tracePt t="98581" x="5980113" y="4187825"/>
          <p14:tracePt t="98591" x="6029325" y="4105275"/>
          <p14:tracePt t="98597" x="6062663" y="4046538"/>
          <p14:tracePt t="98608" x="6088063" y="3997325"/>
          <p14:tracePt t="98613" x="6129338" y="3922713"/>
          <p14:tracePt t="98624" x="6170613" y="3830638"/>
          <p14:tracePt t="98629" x="6203950" y="3756025"/>
          <p14:tracePt t="98642" x="6229350" y="3657600"/>
          <p14:tracePt t="98646" x="6286500" y="3532188"/>
          <p14:tracePt t="98658" x="6294438" y="3424238"/>
          <p14:tracePt t="98662" x="6327775" y="3292475"/>
          <p14:tracePt t="98675" x="6337300" y="3143250"/>
          <p14:tracePt t="98678" x="6353175" y="2986088"/>
          <p14:tracePt t="98691" x="6369050" y="2836863"/>
          <p14:tracePt t="98694" x="6369050" y="2654300"/>
          <p14:tracePt t="98708" x="6369050" y="2430463"/>
          <p14:tracePt t="98711" x="6369050" y="2039938"/>
          <p14:tracePt t="98725" x="6369050" y="1692275"/>
          <p14:tracePt t="98727" x="6294438" y="1285875"/>
          <p14:tracePt t="98741" x="6186488" y="895350"/>
          <p14:tracePt t="98744" x="6070600" y="390525"/>
          <p14:tracePt t="98758" x="6029325" y="207963"/>
          <p14:tracePt t="110530" x="5962650" y="323850"/>
          <p14:tracePt t="110543" x="5905500" y="506413"/>
          <p14:tracePt t="110548" x="5880100" y="630238"/>
          <p14:tracePt t="110554" x="5822950" y="779463"/>
          <p14:tracePt t="110561" x="5780088" y="903288"/>
          <p14:tracePt t="110569" x="5738813" y="1020763"/>
          <p14:tracePt t="110577" x="5673725" y="1127125"/>
          <p14:tracePt t="110585" x="5630863" y="1260475"/>
          <p14:tracePt t="110593" x="5589588" y="1350963"/>
          <p14:tracePt t="110601" x="5556250" y="1393825"/>
          <p14:tracePt t="110609" x="5532438" y="1484313"/>
          <p14:tracePt t="110617" x="5457825" y="1633538"/>
          <p14:tracePt t="110625" x="5448300" y="1658938"/>
          <p14:tracePt t="110633" x="5407025" y="1757363"/>
          <p14:tracePt t="110642" x="5373688" y="1816100"/>
          <p14:tracePt t="110649" x="5365750" y="1874838"/>
          <p14:tracePt t="110658" x="5332413" y="1898650"/>
          <p14:tracePt t="110665" x="5324475" y="1939925"/>
          <p14:tracePt t="110675" x="5308600" y="1957388"/>
          <p14:tracePt t="110682" x="5308600" y="1965325"/>
          <p14:tracePt t="110692" x="5291138" y="1981200"/>
          <p14:tracePt t="110698" x="5275263" y="1998663"/>
          <p14:tracePt t="110708" x="5275263" y="2014538"/>
          <p14:tracePt t="110714" x="5267325" y="2024063"/>
          <p14:tracePt t="110725" x="5249863" y="2055813"/>
          <p14:tracePt t="110730" x="5233988" y="2065338"/>
          <p14:tracePt t="110741" x="5208588" y="2098675"/>
          <p14:tracePt t="110746" x="5192713" y="2106613"/>
          <p14:tracePt t="110758" x="5183188" y="2139950"/>
          <p14:tracePt t="110762" x="5167313" y="2147888"/>
          <p14:tracePt t="110774" x="5149850" y="2163763"/>
          <p14:tracePt t="110786" x="5149850" y="2181225"/>
          <p14:tracePt t="110794" x="5141913" y="2181225"/>
          <p14:tracePt t="110803" x="5126038" y="2181225"/>
          <p14:tracePt t="110811" x="5126038" y="2189163"/>
          <p14:tracePt t="110819" x="5126038" y="2206625"/>
          <p14:tracePt t="110827" x="5108575" y="2230438"/>
          <p14:tracePt t="110835" x="5084763" y="2263775"/>
          <p14:tracePt t="110843" x="5059363" y="2305050"/>
          <p14:tracePt t="110851" x="5026025" y="2363788"/>
          <p14:tracePt t="110859" x="5018088" y="2405063"/>
          <p14:tracePt t="110867" x="5000625" y="2446338"/>
          <p14:tracePt t="110875" x="4959350" y="2495550"/>
          <p14:tracePt t="110884" x="4943475" y="2546350"/>
          <p14:tracePt t="110892" x="4926013" y="2595563"/>
          <p14:tracePt t="110899" x="4918075" y="2611438"/>
          <p14:tracePt t="110908" x="4918075" y="2636838"/>
          <p14:tracePt t="110916" x="4902200" y="2654300"/>
          <p14:tracePt t="110925" x="4902200" y="2670175"/>
          <p14:tracePt t="110932" x="4902200" y="2678113"/>
          <p14:tracePt t="110941" x="4884738" y="2695575"/>
          <p14:tracePt t="110957" x="4884738" y="2711450"/>
          <p14:tracePt t="110988" x="4884738" y="2719388"/>
          <p14:tracePt t="111012" x="4884738" y="2736850"/>
          <p14:tracePt t="111077" x="4884738" y="2752725"/>
          <p14:tracePt t="113184" x="4876800" y="2752725"/>
          <p14:tracePt t="113192" x="4735513" y="2860675"/>
          <p14:tracePt t="113200" x="4619625" y="2919413"/>
          <p14:tracePt t="113209" x="4470400" y="3027363"/>
          <p14:tracePt t="113217" x="4387850" y="3084513"/>
          <p14:tracePt t="113225" x="4262438" y="3167063"/>
          <p14:tracePt t="113233" x="4146550" y="3225800"/>
          <p14:tracePt t="113241" x="4048125" y="3267075"/>
          <p14:tracePt t="113249" x="3997325" y="3308350"/>
          <p14:tracePt t="113258" x="3956050" y="3308350"/>
          <p14:tracePt t="113265" x="3922713" y="3325813"/>
          <p14:tracePt t="113274" x="3898900" y="3325813"/>
          <p14:tracePt t="113281" x="3898900" y="3341688"/>
          <p14:tracePt t="113289" x="3881438" y="3341688"/>
          <p14:tracePt t="113297" x="3865563" y="3341688"/>
          <p14:tracePt t="113410" x="3865563" y="3325813"/>
          <p14:tracePt t="113444" x="3881438" y="3308350"/>
          <p14:tracePt t="113450" x="3906838" y="3292475"/>
          <p14:tracePt t="113459" x="3940175" y="3284538"/>
          <p14:tracePt t="113467" x="4022725" y="3251200"/>
          <p14:tracePt t="113475" x="4089400" y="3225800"/>
          <p14:tracePt t="113483" x="4187825" y="3209925"/>
          <p14:tracePt t="113491" x="4229100" y="3200400"/>
          <p14:tracePt t="113499" x="4387850" y="3143250"/>
          <p14:tracePt t="113508" x="4429125" y="3125788"/>
          <p14:tracePt t="113515" x="4495800" y="3117850"/>
          <p14:tracePt t="113525" x="4570413" y="3084513"/>
          <p14:tracePt t="113531" x="4619625" y="3076575"/>
          <p14:tracePt t="113541" x="4660900" y="3076575"/>
          <p14:tracePt t="113548" x="4694238" y="3043238"/>
          <p14:tracePt t="113556" x="4719638" y="3043238"/>
          <p14:tracePt t="113571" x="4735513" y="3027363"/>
          <p14:tracePt t="113588" x="4752975" y="3027363"/>
          <p14:tracePt t="113693" x="4752975" y="3017838"/>
          <p14:tracePt t="113741" x="4760913" y="3017838"/>
          <p14:tracePt t="113790" x="4776788" y="3017838"/>
          <p14:tracePt t="113807" x="4818063" y="3001963"/>
          <p14:tracePt t="113814" x="4876800" y="3001963"/>
          <p14:tracePt t="113822" x="4967288" y="3001963"/>
          <p14:tracePt t="113830" x="5067300" y="2986088"/>
          <p14:tracePt t="113838" x="5183188" y="2986088"/>
          <p14:tracePt t="113846" x="5308600" y="2986088"/>
          <p14:tracePt t="113854" x="5365750" y="2986088"/>
          <p14:tracePt t="113862" x="5457825" y="2986088"/>
          <p14:tracePt t="113870" x="5556250" y="2986088"/>
          <p14:tracePt t="113878" x="5630863" y="2986088"/>
          <p14:tracePt t="113886" x="5697538" y="2986088"/>
          <p14:tracePt t="113894" x="5756275" y="2986088"/>
          <p14:tracePt t="113903" x="5780088" y="2986088"/>
          <p14:tracePt t="113911" x="5822950" y="2986088"/>
          <p14:tracePt t="113919" x="5854700" y="2986088"/>
          <p14:tracePt t="113935" x="5864225" y="2986088"/>
          <p14:tracePt t="113943" x="5880100" y="2986088"/>
          <p14:tracePt t="114032" x="5880100" y="3001963"/>
          <p14:tracePt t="114104" x="5864225" y="3001963"/>
          <p14:tracePt t="114121" x="5854700" y="3001963"/>
          <p14:tracePt t="114137" x="5838825" y="3001963"/>
          <p14:tracePt t="114145" x="5822950" y="3001963"/>
          <p14:tracePt t="114153" x="5805488" y="3001963"/>
          <p14:tracePt t="114169" x="5797550" y="3001963"/>
          <p14:tracePt t="114177" x="5764213" y="3001963"/>
          <p14:tracePt t="114185" x="5756275" y="3001963"/>
          <p14:tracePt t="114193" x="5738813" y="3001963"/>
          <p14:tracePt t="114209" x="5722938" y="3001963"/>
          <p14:tracePt t="114233" x="5715000" y="3001963"/>
          <p14:tracePt t="114468" x="5722938" y="3001963"/>
          <p14:tracePt t="114476" x="5756275" y="3001963"/>
          <p14:tracePt t="114484" x="5805488" y="3001963"/>
          <p14:tracePt t="114492" x="5864225" y="3001963"/>
          <p14:tracePt t="114500" x="5988050" y="3001963"/>
          <p14:tracePt t="114508" x="6103938" y="3001963"/>
          <p14:tracePt t="114516" x="6253163" y="3001963"/>
          <p14:tracePt t="114525" x="6411913" y="3001963"/>
          <p14:tracePt t="114532" x="6561138" y="3017838"/>
          <p14:tracePt t="114541" x="6618288" y="3027363"/>
          <p14:tracePt t="114548" x="6734175" y="3043238"/>
          <p14:tracePt t="114558" x="6859588" y="3060700"/>
          <p14:tracePt t="114565" x="6924675" y="3076575"/>
          <p14:tracePt t="114574" x="7008813" y="3084513"/>
          <p14:tracePt t="114581" x="7083425" y="3101975"/>
          <p14:tracePt t="114589" x="7107238" y="3117850"/>
          <p14:tracePt t="114597" x="7132638" y="3117850"/>
          <p14:tracePt t="114605" x="7165975" y="3117850"/>
          <p14:tracePt t="114613" x="7165975" y="3125788"/>
          <p14:tracePt t="114621" x="7173913" y="3125788"/>
          <p14:tracePt t="114783" x="7150100" y="3125788"/>
          <p14:tracePt t="114792" x="7132638" y="3125788"/>
          <p14:tracePt t="114799" x="7124700" y="3125788"/>
          <p14:tracePt t="114808" x="7091363" y="3125788"/>
          <p14:tracePt t="114815" x="7083425" y="3125788"/>
          <p14:tracePt t="114824" x="7042150" y="3125788"/>
          <p14:tracePt t="114831" x="7008813" y="3143250"/>
          <p14:tracePt t="114841" x="6999288" y="3143250"/>
          <p14:tracePt t="114847" x="6958013" y="3143250"/>
          <p14:tracePt t="114855" x="6942138" y="3143250"/>
          <p14:tracePt t="114863" x="6916738" y="3143250"/>
          <p14:tracePt t="114871" x="6883400" y="3143250"/>
          <p14:tracePt t="114887" x="6859588" y="3143250"/>
          <p14:tracePt t="114903" x="6842125" y="3143250"/>
          <p14:tracePt t="114976" x="6859588" y="3159125"/>
          <p14:tracePt t="114984" x="6900863" y="3167063"/>
          <p14:tracePt t="114992" x="6924675" y="3200400"/>
          <p14:tracePt t="115000" x="6958013" y="3225800"/>
          <p14:tracePt t="115008" x="7008813" y="3251200"/>
          <p14:tracePt t="115017" x="7050088" y="3284538"/>
          <p14:tracePt t="115025" x="7091363" y="3308350"/>
          <p14:tracePt t="115033" x="7124700" y="3341688"/>
          <p14:tracePt t="115041" x="7165975" y="3382963"/>
          <p14:tracePt t="115049" x="7191375" y="3408363"/>
          <p14:tracePt t="115058" x="7207250" y="3408363"/>
          <p14:tracePt t="115065" x="7224713" y="3424238"/>
          <p14:tracePt t="115075" x="7232650" y="3433763"/>
          <p14:tracePt t="115655" x="7232650" y="3382963"/>
          <p14:tracePt t="115663" x="7232650" y="3200400"/>
          <p14:tracePt t="115671" x="7232650" y="2976563"/>
          <p14:tracePt t="115679" x="7232650" y="2819400"/>
          <p14:tracePt t="115687" x="7248525" y="2695575"/>
          <p14:tracePt t="115695" x="7265988" y="2628900"/>
          <p14:tracePt t="115703" x="7273925" y="2528888"/>
          <p14:tracePt t="115711" x="7289800" y="2454275"/>
          <p14:tracePt t="115719" x="7307263" y="2387600"/>
          <p14:tracePt t="115727" x="7307263" y="2305050"/>
          <p14:tracePt t="115735" x="7307263" y="2122488"/>
          <p14:tracePt t="115743" x="7307263" y="1965325"/>
          <p14:tracePt t="115751" x="7307263" y="1816100"/>
          <p14:tracePt t="115759" x="7307263" y="1700213"/>
          <p14:tracePt t="115767" x="7232650" y="1576388"/>
          <p14:tracePt t="115775" x="7173913" y="1450975"/>
          <p14:tracePt t="115784" x="7091363" y="1309688"/>
          <p14:tracePt t="115792" x="7008813" y="1219200"/>
          <p14:tracePt t="115800" x="6942138" y="1103313"/>
          <p14:tracePt t="115808" x="6916738" y="1062038"/>
          <p14:tracePt t="115816" x="6775450" y="920750"/>
          <p14:tracePt t="115825" x="6718300" y="838200"/>
          <p14:tracePt t="115832" x="6651625" y="771525"/>
          <p14:tracePt t="115841" x="6551613" y="671513"/>
          <p14:tracePt t="115848" x="6435725" y="571500"/>
          <p14:tracePt t="115858" x="6337300" y="473075"/>
          <p14:tracePt t="115864" x="6229350" y="406400"/>
          <p14:tracePt t="115874" x="6129338" y="323850"/>
          <p14:tracePt t="115880" x="6088063" y="290513"/>
          <p14:tracePt t="115891" x="5980113" y="239713"/>
          <p14:tracePt t="115897" x="5905500" y="198438"/>
          <p14:tracePt t="115908" x="5822950" y="141288"/>
          <p14:tracePt t="115913" x="5673725" y="66675"/>
          <p14:tracePt t="115925" x="5599113" y="58738"/>
          <p14:tracePt t="115929" x="5499100" y="15875"/>
          <p14:tracePt t="116149" x="4529138" y="365125"/>
          <p14:tracePt t="116159" x="4594225" y="754063"/>
          <p14:tracePt t="116164" x="4678363" y="1160463"/>
          <p14:tracePt t="116171" x="4760913" y="1608138"/>
          <p14:tracePt t="116179" x="4884738" y="2106613"/>
          <p14:tracePt t="116187" x="5026025" y="2554288"/>
          <p14:tracePt t="116195" x="5084763" y="2736850"/>
          <p14:tracePt t="116203" x="5208588" y="3143250"/>
          <p14:tracePt t="116211" x="5373688" y="3508375"/>
          <p14:tracePt t="116220" x="5630863" y="4105275"/>
          <p14:tracePt t="116228" x="5715000" y="4221163"/>
          <p14:tracePt t="116236" x="5864225" y="4486275"/>
          <p14:tracePt t="116244" x="6029325" y="4751388"/>
          <p14:tracePt t="116252" x="6186488" y="4959350"/>
          <p14:tracePt t="116260" x="6294438" y="5108575"/>
          <p14:tracePt t="116268" x="6337300" y="5165725"/>
          <p14:tracePt t="116276" x="6435725" y="5265738"/>
          <p14:tracePt t="116284" x="6510338" y="5348288"/>
          <p14:tracePt t="116292" x="6561138" y="5389563"/>
          <p14:tracePt t="116300" x="6602413" y="5432425"/>
          <p14:tracePt t="116308" x="6635750" y="5448300"/>
          <p14:tracePt t="116316" x="6651625" y="5464175"/>
          <p14:tracePt t="116333" x="6659563" y="5473700"/>
          <p14:tracePt t="116358" x="6677025" y="5473700"/>
          <p14:tracePt t="116381" x="6692900" y="5473700"/>
          <p14:tracePt t="116413" x="6700838" y="5473700"/>
          <p14:tracePt t="116429" x="6700838" y="5464175"/>
          <p14:tracePt t="116438" x="6718300" y="5464175"/>
          <p14:tracePt t="116446" x="6718300" y="5448300"/>
          <p14:tracePt t="116454" x="6734175" y="5432425"/>
          <p14:tracePt t="116462" x="6759575" y="5422900"/>
          <p14:tracePt t="116470" x="6800850" y="5389563"/>
          <p14:tracePt t="116478" x="6818313" y="5373688"/>
          <p14:tracePt t="116486" x="6859588" y="5348288"/>
          <p14:tracePt t="116494" x="6916738" y="5307013"/>
          <p14:tracePt t="116502" x="6958013" y="5281613"/>
          <p14:tracePt t="116510" x="6999288" y="5240338"/>
          <p14:tracePt t="116518" x="7042150" y="5207000"/>
          <p14:tracePt t="116526" x="7107238" y="5157788"/>
          <p14:tracePt t="116534" x="7132638" y="5141913"/>
          <p14:tracePt t="116542" x="7224713" y="5083175"/>
          <p14:tracePt t="116551" x="7265988" y="5057775"/>
          <p14:tracePt t="116558" x="7307263" y="5041900"/>
          <p14:tracePt t="116567" x="7415213" y="4983163"/>
          <p14:tracePt t="116575" x="7456488" y="4975225"/>
          <p14:tracePt t="116583" x="7497763" y="4941888"/>
          <p14:tracePt t="116591" x="7580313" y="4933950"/>
          <p14:tracePt t="116599" x="7621588" y="4900613"/>
          <p14:tracePt t="116608" x="7680325" y="4892675"/>
          <p14:tracePt t="116615" x="7737475" y="4859338"/>
          <p14:tracePt t="116625" x="7762875" y="4843463"/>
          <p14:tracePt t="116632" x="7804150" y="4833938"/>
          <p14:tracePt t="116642" x="7837488" y="4833938"/>
          <p14:tracePt t="116647" x="7845425" y="4818063"/>
          <p14:tracePt t="116658" x="7862888" y="4818063"/>
          <p14:tracePt t="116664" x="7878763" y="4802188"/>
          <p14:tracePt t="116680" x="7886700" y="4802188"/>
          <p14:tracePt t="116769" x="7862888" y="4802188"/>
          <p14:tracePt t="116777" x="7845425" y="4802188"/>
          <p14:tracePt t="116785" x="7821613" y="4802188"/>
          <p14:tracePt t="116793" x="7796213" y="4818063"/>
          <p14:tracePt t="116809" x="7780338" y="4818063"/>
          <p14:tracePt t="116810" x="7754938" y="4818063"/>
          <p14:tracePt t="116817" x="7721600" y="4818063"/>
          <p14:tracePt t="116825" x="7696200" y="4818063"/>
          <p14:tracePt t="116833" x="7662863" y="4818063"/>
          <p14:tracePt t="116842" x="7654925" y="4818063"/>
          <p14:tracePt t="116849" x="7621588" y="4818063"/>
          <p14:tracePt t="116858" x="7613650" y="4818063"/>
          <p14:tracePt t="116865" x="7597775" y="4818063"/>
          <p14:tracePt t="116882" x="7580313" y="4818063"/>
          <p14:tracePt t="116907" x="7572375" y="4818063"/>
          <p14:tracePt t="116914" x="7572375" y="4802188"/>
          <p14:tracePt t="121183" x="7572375" y="4735513"/>
          <p14:tracePt t="121194" x="7572375" y="4676775"/>
          <p14:tracePt t="121197" x="7572375" y="4576763"/>
          <p14:tracePt t="121209" x="7572375" y="4452938"/>
          <p14:tracePt t="121213" x="7572375" y="4329113"/>
          <p14:tracePt t="121227" x="7572375" y="4187825"/>
          <p14:tracePt t="121229" x="7572375" y="3997325"/>
          <p14:tracePt t="121243" x="7572375" y="3648075"/>
          <p14:tracePt t="121246" x="7572375" y="3292475"/>
          <p14:tracePt t="121260" x="7572375" y="2901950"/>
          <p14:tracePt t="121262" x="7572375" y="2719388"/>
          <p14:tracePt t="121275" x="7572375" y="2322513"/>
          <p14:tracePt t="121278" x="7572375" y="1924050"/>
          <p14:tracePt t="121293" x="7531100" y="1227138"/>
          <p14:tracePt t="121301" x="7497763" y="977900"/>
          <p14:tracePt t="121309" x="7489825" y="879475"/>
          <p14:tracePt t="121317" x="7439025" y="655638"/>
          <p14:tracePt t="121325" x="7415213" y="530225"/>
          <p14:tracePt t="121334" x="7397750" y="406400"/>
          <p14:tracePt t="121342" x="7373938" y="331788"/>
          <p14:tracePt t="121350" x="7373938" y="282575"/>
          <p14:tracePt t="121358" x="7348538" y="239713"/>
          <p14:tracePt t="121366" x="7331075" y="207963"/>
          <p14:tracePt t="121375" x="7315200" y="165100"/>
          <p14:tracePt t="121382" x="7289800" y="141288"/>
          <p14:tracePt t="121392" x="7248525" y="100013"/>
          <p14:tracePt t="121398" x="7207250" y="58738"/>
          <p14:tracePt t="121408" x="7132638" y="15875"/>
          <p14:tracePt t="124499" x="6435725" y="390525"/>
          <p14:tracePt t="124510" x="6386513" y="838200"/>
          <p14:tracePt t="124515" x="6386513" y="1020763"/>
          <p14:tracePt t="124526" x="6353175" y="1425575"/>
          <p14:tracePt t="124530" x="6327775" y="1757363"/>
          <p14:tracePt t="124539" x="6311900" y="2065338"/>
          <p14:tracePt t="124546" x="6311900" y="2371725"/>
          <p14:tracePt t="124554" x="6311900" y="2587625"/>
          <p14:tracePt t="124563" x="6311900" y="2811463"/>
          <p14:tracePt t="124571" x="6311900" y="2878138"/>
          <p14:tracePt t="124579" x="6311900" y="3001963"/>
          <p14:tracePt t="124587" x="6311900" y="3101975"/>
          <p14:tracePt t="124595" x="6311900" y="3167063"/>
          <p14:tracePt t="124603" x="6311900" y="3225800"/>
          <p14:tracePt t="124611" x="6311900" y="3267075"/>
          <p14:tracePt t="124619" x="6311900" y="3284538"/>
          <p14:tracePt t="124627" x="6311900" y="3308350"/>
          <p14:tracePt t="124635" x="6311900" y="3325813"/>
          <p14:tracePt t="124643" x="6311900" y="3341688"/>
          <p14:tracePt t="124652" x="6337300" y="3367088"/>
          <p14:tracePt t="124659" x="6353175" y="3382963"/>
          <p14:tracePt t="124668" x="6386513" y="3390900"/>
          <p14:tracePt t="124676" x="6411913" y="3408363"/>
          <p14:tracePt t="124684" x="6453188" y="3424238"/>
          <p14:tracePt t="124692" x="6510338" y="3433763"/>
          <p14:tracePt t="124700" x="6551613" y="3467100"/>
          <p14:tracePt t="124708" x="6592888" y="3475038"/>
          <p14:tracePt t="124716" x="6659563" y="3490913"/>
          <p14:tracePt t="124725" x="6718300" y="3516313"/>
          <p14:tracePt t="124732" x="6775450" y="3532188"/>
          <p14:tracePt t="124742" x="6826250" y="3532188"/>
          <p14:tracePt t="124748" x="6867525" y="3565525"/>
          <p14:tracePt t="124758" x="6916738" y="3573463"/>
          <p14:tracePt t="124764" x="6942138" y="3573463"/>
          <p14:tracePt t="124775" x="6983413" y="3590925"/>
          <p14:tracePt t="124781" x="7008813" y="3606800"/>
          <p14:tracePt t="124791" x="7024688" y="3616325"/>
          <p14:tracePt t="124797" x="7050088" y="3632200"/>
          <p14:tracePt t="124808" x="7065963" y="3632200"/>
          <p14:tracePt t="124813" x="7083425" y="3648075"/>
          <p14:tracePt t="124825" x="7083425" y="3657600"/>
          <p14:tracePt t="124829" x="7091363" y="3673475"/>
          <p14:tracePt t="124841" x="7091363" y="3690938"/>
          <p14:tracePt t="124845" x="7107238" y="3698875"/>
          <p14:tracePt t="124858" x="7107238" y="3732213"/>
          <p14:tracePt t="124861" x="7107238" y="3756025"/>
          <p14:tracePt t="124875" x="7107238" y="3781425"/>
          <p14:tracePt t="124877" x="7107238" y="3814763"/>
          <p14:tracePt t="124891" x="7107238" y="3840163"/>
          <p14:tracePt t="124894" x="7107238" y="3897313"/>
          <p14:tracePt t="124908" x="7107238" y="3938588"/>
          <p14:tracePt t="124911" x="7107238" y="3963988"/>
          <p14:tracePt t="124925" x="7083425" y="4021138"/>
          <p14:tracePt t="124926" x="7065963" y="4064000"/>
          <p14:tracePt t="124934" x="7050088" y="4097338"/>
          <p14:tracePt t="124942" x="7024688" y="4138613"/>
          <p14:tracePt t="124950" x="7008813" y="4162425"/>
          <p14:tracePt t="124958" x="6983413" y="4203700"/>
          <p14:tracePt t="124966" x="6967538" y="4229100"/>
          <p14:tracePt t="124975" x="6958013" y="4262438"/>
          <p14:tracePt t="124982" x="6942138" y="4270375"/>
          <p14:tracePt t="124992" x="6942138" y="4287838"/>
          <p14:tracePt t="124999" x="6924675" y="4287838"/>
          <p14:tracePt t="125009" x="6916738" y="4303713"/>
          <p14:tracePt t="125015" x="6916738" y="4311650"/>
          <p14:tracePt t="125039" x="6916738" y="4329113"/>
          <p14:tracePt t="125370" x="6924675" y="4329113"/>
          <p14:tracePt t="125378" x="6958013" y="4329113"/>
          <p14:tracePt t="125386" x="7024688" y="4329113"/>
          <p14:tracePt t="125394" x="7107238" y="4329113"/>
          <p14:tracePt t="125402" x="7191375" y="4329113"/>
          <p14:tracePt t="125410" x="7232650" y="4329113"/>
          <p14:tracePt t="125418" x="7331075" y="4329113"/>
          <p14:tracePt t="125426" x="7397750" y="4329113"/>
          <p14:tracePt t="125434" x="7472363" y="4329113"/>
          <p14:tracePt t="125446" x="7556500" y="4329113"/>
          <p14:tracePt t="125451" x="7621588" y="4329113"/>
          <p14:tracePt t="125459" x="7680325" y="4329113"/>
          <p14:tracePt t="125467" x="7705725" y="4329113"/>
          <p14:tracePt t="125475" x="7762875" y="4329113"/>
          <p14:tracePt t="125483" x="7796213" y="4311650"/>
          <p14:tracePt t="125491" x="7821613" y="4303713"/>
          <p14:tracePt t="125499" x="7845425" y="4303713"/>
          <p14:tracePt t="125508" x="7862888" y="4303713"/>
          <p14:tracePt t="125515" x="7878763" y="4303713"/>
          <p14:tracePt t="125524" x="7878763" y="4287838"/>
          <p14:tracePt t="125531" x="7886700" y="4287838"/>
          <p14:tracePt t="125572" x="7904163" y="4287838"/>
          <p14:tracePt t="125636" x="7920038" y="4287838"/>
          <p14:tracePt t="125645" x="7945438" y="4287838"/>
          <p14:tracePt t="125653" x="7962900" y="4270375"/>
          <p14:tracePt t="125660" x="8004175" y="4270375"/>
          <p14:tracePt t="125669" x="8045450" y="4270375"/>
          <p14:tracePt t="125677" x="8086725" y="4270375"/>
          <p14:tracePt t="125685" x="8143875" y="4270375"/>
          <p14:tracePt t="125693" x="8194675" y="4270375"/>
          <p14:tracePt t="125701" x="8269288" y="4270375"/>
          <p14:tracePt t="125709" x="8326438" y="4270375"/>
          <p14:tracePt t="125717" x="8393113" y="4270375"/>
          <p14:tracePt t="125725" x="8459788" y="4270375"/>
          <p14:tracePt t="125733" x="8518525" y="4270375"/>
          <p14:tracePt t="125742" x="8593138" y="4270375"/>
          <p14:tracePt t="125750" x="8642350" y="4270375"/>
          <p14:tracePt t="125758" x="8699500" y="4270375"/>
          <p14:tracePt t="125766" x="8758238" y="4270375"/>
          <p14:tracePt t="125775" x="8783638" y="4270375"/>
          <p14:tracePt t="125782" x="8840788" y="4270375"/>
          <p14:tracePt t="125791" x="8866188" y="4270375"/>
          <p14:tracePt t="125798" x="8882063" y="4270375"/>
          <p14:tracePt t="125808" x="8899525" y="4270375"/>
          <p14:tracePt t="125814" x="8907463" y="4270375"/>
          <p14:tracePt t="125830" x="8924925" y="4270375"/>
          <p14:tracePt t="125862" x="8924925" y="4262438"/>
          <p14:tracePt t="125878" x="8899525" y="4246563"/>
          <p14:tracePt t="125887" x="8840788" y="4229100"/>
          <p14:tracePt t="125895" x="8766175" y="4203700"/>
          <p14:tracePt t="125903" x="8675688" y="4179888"/>
          <p14:tracePt t="125911" x="8634413" y="4179888"/>
          <p14:tracePt t="125919" x="8534400" y="4162425"/>
          <p14:tracePt t="125927" x="8459788" y="4162425"/>
          <p14:tracePt t="125935" x="8369300" y="4162425"/>
          <p14:tracePt t="125943" x="8293100" y="4162425"/>
          <p14:tracePt t="125951" x="8228013" y="4162425"/>
          <p14:tracePt t="125959" x="8153400" y="4162425"/>
          <p14:tracePt t="125967" x="8004175" y="4162425"/>
          <p14:tracePt t="125975" x="7920038" y="4162425"/>
          <p14:tracePt t="125983" x="7837488" y="4179888"/>
          <p14:tracePt t="125992" x="7737475" y="4187825"/>
          <p14:tracePt t="126000" x="7639050" y="4203700"/>
          <p14:tracePt t="126008" x="7539038" y="4221163"/>
          <p14:tracePt t="126016" x="7415213" y="4229100"/>
          <p14:tracePt t="126025" x="7289800" y="4246563"/>
          <p14:tracePt t="126032" x="7150100" y="4246563"/>
          <p14:tracePt t="126041" x="6999288" y="4246563"/>
          <p14:tracePt t="126048" x="6842125" y="4246563"/>
          <p14:tracePt t="126058" x="6775450" y="4246563"/>
          <p14:tracePt t="126064" x="6651625" y="4246563"/>
          <p14:tracePt t="126072" x="6551613" y="4246563"/>
          <p14:tracePt t="126080" x="6453188" y="4246563"/>
          <p14:tracePt t="126088" x="6270625" y="4246563"/>
          <p14:tracePt t="126097" x="6145213" y="4246563"/>
          <p14:tracePt t="126105" x="5880100" y="4221163"/>
          <p14:tracePt t="126113" x="5673725" y="4179888"/>
          <p14:tracePt t="126121" x="5573713" y="4162425"/>
          <p14:tracePt t="126129" x="5349875" y="4121150"/>
          <p14:tracePt t="126137" x="5126038" y="4105275"/>
          <p14:tracePt t="126145" x="4943475" y="4064000"/>
          <p14:tracePt t="126153" x="4760913" y="4046538"/>
          <p14:tracePt t="126161" x="4537075" y="4046538"/>
          <p14:tracePt t="126169" x="4313238" y="4038600"/>
          <p14:tracePt t="126177" x="4130675" y="4038600"/>
          <p14:tracePt t="126185" x="3906838" y="4038600"/>
          <p14:tracePt t="126193" x="3690938" y="4038600"/>
          <p14:tracePt t="126201" x="3508375" y="4038600"/>
          <p14:tracePt t="126209" x="3251200" y="4038600"/>
          <p14:tracePt t="126218" x="3060700" y="4038600"/>
          <p14:tracePt t="126226" x="2852738" y="4038600"/>
          <p14:tracePt t="126234" x="2695575" y="4038600"/>
          <p14:tracePt t="126242" x="2636838" y="4038600"/>
          <p14:tracePt t="126250" x="2513013" y="4038600"/>
          <p14:tracePt t="126258" x="2446338" y="4046538"/>
          <p14:tracePt t="126266" x="2371725" y="4046538"/>
          <p14:tracePt t="126275" x="2330450" y="4064000"/>
          <p14:tracePt t="126282" x="2305050" y="4064000"/>
          <p14:tracePt t="126291" x="2273300" y="4064000"/>
          <p14:tracePt t="126298" x="2247900" y="4064000"/>
          <p14:tracePt t="126308" x="2230438" y="4064000"/>
          <p14:tracePt t="126411" x="2289175" y="4064000"/>
          <p14:tracePt t="126419" x="2330450" y="4046538"/>
          <p14:tracePt t="126427" x="2430463" y="4038600"/>
          <p14:tracePt t="126436" x="2587625" y="4005263"/>
          <p14:tracePt t="126444" x="2736850" y="3956050"/>
          <p14:tracePt t="126452" x="2894013" y="3922713"/>
          <p14:tracePt t="126460" x="3043238" y="3881438"/>
          <p14:tracePt t="126468" x="3225800" y="3830638"/>
          <p14:tracePt t="126476" x="3408363" y="3797300"/>
          <p14:tracePt t="126484" x="3557588" y="3740150"/>
          <p14:tracePt t="126492" x="3716338" y="3714750"/>
          <p14:tracePt t="126500" x="3865563" y="3673475"/>
          <p14:tracePt t="126508" x="3922713" y="3657600"/>
          <p14:tracePt t="126516" x="4038600" y="3616325"/>
          <p14:tracePt t="126524" x="4130675" y="3590925"/>
          <p14:tracePt t="126533" x="4205288" y="3590925"/>
          <p14:tracePt t="126541" x="4287838" y="3565525"/>
          <p14:tracePt t="126549" x="4313238" y="3549650"/>
          <p14:tracePt t="126558" x="4370388" y="3516313"/>
          <p14:tracePt t="126565" x="4395788" y="3516313"/>
          <p14:tracePt t="126574" x="4411663" y="3490913"/>
          <p14:tracePt t="126581" x="4429125" y="3490913"/>
          <p14:tracePt t="126597" x="4437063" y="3490913"/>
          <p14:tracePt t="126605" x="4437063" y="3475038"/>
          <p14:tracePt t="126621" x="4454525" y="3475038"/>
          <p14:tracePt t="126678" x="4437063" y="3475038"/>
          <p14:tracePt t="126686" x="4411663" y="3475038"/>
          <p14:tracePt t="126694" x="4395788" y="3467100"/>
          <p14:tracePt t="126702" x="4354513" y="3467100"/>
          <p14:tracePt t="126710" x="4262438" y="3433763"/>
          <p14:tracePt t="126718" x="4221163" y="3424238"/>
          <p14:tracePt t="126726" x="4122738" y="3390900"/>
          <p14:tracePt t="126734" x="4048125" y="3382963"/>
          <p14:tracePt t="126742" x="4005263" y="3367088"/>
          <p14:tracePt t="126750" x="3906838" y="3349625"/>
          <p14:tracePt t="126758" x="3856038" y="3341688"/>
          <p14:tracePt t="126767" x="3814763" y="3325813"/>
          <p14:tracePt t="126775" x="3757613" y="3325813"/>
          <p14:tracePt t="126783" x="3716338" y="3325813"/>
          <p14:tracePt t="126791" x="3698875" y="3325813"/>
          <p14:tracePt t="126799" x="3673475" y="3325813"/>
          <p14:tracePt t="126808" x="3641725" y="3325813"/>
          <p14:tracePt t="126815" x="3632200" y="3325813"/>
          <p14:tracePt t="126831" x="3598863" y="3325813"/>
          <p14:tracePt t="126841" x="3590925" y="3325813"/>
          <p14:tracePt t="126847" x="3575050" y="3325813"/>
          <p14:tracePt t="126864" x="3557588" y="3325813"/>
          <p14:tracePt t="126872" x="3549650" y="3341688"/>
          <p14:tracePt t="126887" x="3533775" y="3341688"/>
          <p14:tracePt t="126896" x="3533775" y="3349625"/>
          <p14:tracePt t="127025" x="3549650" y="3349625"/>
          <p14:tracePt t="127033" x="3575050" y="3349625"/>
          <p14:tracePt t="127041" x="3590925" y="3349625"/>
          <p14:tracePt t="127049" x="3673475" y="3349625"/>
          <p14:tracePt t="127058" x="3690938" y="3349625"/>
          <p14:tracePt t="127065" x="3757613" y="3349625"/>
          <p14:tracePt t="127075" x="3814763" y="3349625"/>
          <p14:tracePt t="127082" x="3881438" y="3349625"/>
          <p14:tracePt t="127091" x="3940175" y="3349625"/>
          <p14:tracePt t="127098" x="4005263" y="3349625"/>
          <p14:tracePt t="127105" x="4089400" y="3367088"/>
          <p14:tracePt t="127114" x="4130675" y="3367088"/>
          <p14:tracePt t="127122" x="4187825" y="3367088"/>
          <p14:tracePt t="127130" x="4262438" y="3367088"/>
          <p14:tracePt t="127138" x="4313238" y="3382963"/>
          <p14:tracePt t="127146" x="4370388" y="3382963"/>
          <p14:tracePt t="127154" x="4495800" y="3382963"/>
          <p14:tracePt t="127162" x="4529138" y="3382963"/>
          <p14:tracePt t="127170" x="4652963" y="3382963"/>
          <p14:tracePt t="127178" x="4752975" y="3390900"/>
          <p14:tracePt t="127186" x="4818063" y="3390900"/>
          <p14:tracePt t="127194" x="4876800" y="3390900"/>
          <p14:tracePt t="127202" x="4943475" y="3390900"/>
          <p14:tracePt t="127211" x="5018088" y="3408363"/>
          <p14:tracePt t="127219" x="5100638" y="3408363"/>
          <p14:tracePt t="127227" x="5141913" y="3408363"/>
          <p14:tracePt t="127235" x="5192713" y="3408363"/>
          <p14:tracePt t="127243" x="5249863" y="3408363"/>
          <p14:tracePt t="127251" x="5291138" y="3408363"/>
          <p14:tracePt t="127259" x="5324475" y="3408363"/>
          <p14:tracePt t="127267" x="5349875" y="3408363"/>
          <p14:tracePt t="127275" x="5365750" y="3408363"/>
          <p14:tracePt t="127283" x="5373688" y="3408363"/>
          <p14:tracePt t="127292" x="5391150" y="3408363"/>
          <p14:tracePt t="127299" x="5416550" y="3408363"/>
          <p14:tracePt t="127315" x="5432425" y="3408363"/>
          <p14:tracePt t="127341" x="5448300" y="3408363"/>
          <p14:tracePt t="127420" x="5457825" y="3408363"/>
          <p14:tracePt t="127428" x="5473700" y="3408363"/>
          <p14:tracePt t="127437" x="5473700" y="3424238"/>
          <p14:tracePt t="127445" x="5499100" y="3424238"/>
          <p14:tracePt t="127458" x="5540375" y="3424238"/>
          <p14:tracePt t="127461" x="5556250" y="3424238"/>
          <p14:tracePt t="127475" x="5589588" y="3424238"/>
          <p14:tracePt t="127477" x="5614988" y="3433763"/>
          <p14:tracePt t="127491" x="5656263" y="3433763"/>
          <p14:tracePt t="127494" x="5681663" y="3433763"/>
          <p14:tracePt t="127508" x="5715000" y="3433763"/>
          <p14:tracePt t="127509" x="5738813" y="3433763"/>
          <p14:tracePt t="127517" x="5756275" y="3433763"/>
          <p14:tracePt t="127525" x="5797550" y="3433763"/>
          <p14:tracePt t="127534" x="5805488" y="3449638"/>
          <p14:tracePt t="127542" x="5838825" y="3449638"/>
          <p14:tracePt t="127550" x="5864225" y="3449638"/>
          <p14:tracePt t="127558" x="5880100" y="3449638"/>
          <p14:tracePt t="127566" x="5905500" y="3449638"/>
          <p14:tracePt t="127575" x="5921375" y="3467100"/>
          <p14:tracePt t="127582" x="5938838" y="3467100"/>
          <p14:tracePt t="127591" x="5962650" y="3475038"/>
          <p14:tracePt t="127598" x="5980113" y="3475038"/>
          <p14:tracePt t="127608" x="6005513" y="3475038"/>
          <p14:tracePt t="127614" x="6029325" y="3475038"/>
          <p14:tracePt t="127625" x="6046788" y="3475038"/>
          <p14:tracePt t="127631" x="6062663" y="3490913"/>
          <p14:tracePt t="127641" x="6088063" y="3490913"/>
          <p14:tracePt t="127646" x="6103938" y="3490913"/>
          <p14:tracePt t="127658" x="6121400" y="3490913"/>
          <p14:tracePt t="127663" x="6129338" y="3490913"/>
          <p14:tracePt t="127675" x="6145213" y="3490913"/>
          <p14:tracePt t="127695" x="6162675" y="3490913"/>
          <p14:tracePt t="128010" x="6170613" y="3490913"/>
          <p14:tracePt t="128018" x="6186488" y="3490913"/>
          <p14:tracePt t="128026" x="6211888" y="3490913"/>
          <p14:tracePt t="128034" x="6245225" y="3508375"/>
          <p14:tracePt t="128042" x="6245225" y="3516313"/>
          <p14:tracePt t="128050" x="6286500" y="3532188"/>
          <p14:tracePt t="128058" x="6327775" y="3549650"/>
          <p14:tracePt t="128066" x="6353175" y="3573463"/>
          <p14:tracePt t="128075" x="6386513" y="3573463"/>
          <p14:tracePt t="128082" x="6394450" y="3590925"/>
          <p14:tracePt t="128091" x="6427788" y="3606800"/>
          <p14:tracePt t="128099" x="6435725" y="3606800"/>
          <p14:tracePt t="128108" x="6453188" y="3616325"/>
          <p14:tracePt t="128115" x="6469063" y="3616325"/>
          <p14:tracePt t="128124" x="6477000" y="3632200"/>
          <p14:tracePt t="128131" x="6494463" y="3632200"/>
          <p14:tracePt t="128147" x="6510338" y="3632200"/>
          <p14:tracePt t="128155" x="6510338" y="3648075"/>
          <p14:tracePt t="128163" x="6518275" y="3648075"/>
          <p14:tracePt t="128211" x="6535738" y="3648075"/>
          <p14:tracePt t="128236" x="6551613" y="3648075"/>
          <p14:tracePt t="128260" x="6561138" y="3657600"/>
          <p14:tracePt t="128276" x="6577013" y="3657600"/>
          <p14:tracePt t="128284" x="6592888" y="3657600"/>
          <p14:tracePt t="128292" x="6602413" y="3673475"/>
          <p14:tracePt t="128300" x="6618288" y="3673475"/>
          <p14:tracePt t="128308" x="6635750" y="3690938"/>
          <p14:tracePt t="128317" x="6651625" y="3698875"/>
          <p14:tracePt t="128325" x="6677025" y="3698875"/>
          <p14:tracePt t="128333" x="6692900" y="3714750"/>
          <p14:tracePt t="128349" x="6718300" y="3732213"/>
          <p14:tracePt t="128358" x="6718300" y="3740150"/>
          <p14:tracePt t="128365" x="6734175" y="3740150"/>
          <p14:tracePt t="128374" x="6743700" y="3740150"/>
          <p14:tracePt t="128381" x="6743700" y="3756025"/>
          <p14:tracePt t="128391" x="6759575" y="3756025"/>
          <p14:tracePt t="128397" x="6759575" y="3773488"/>
          <p14:tracePt t="128414" x="6775450" y="3773488"/>
          <p14:tracePt t="128438" x="6784975" y="3773488"/>
          <p14:tracePt t="128446" x="6784975" y="3781425"/>
          <p14:tracePt t="128478" x="6784975" y="3797300"/>
          <p14:tracePt t="128486" x="6800850" y="3797300"/>
          <p14:tracePt t="128567" x="6800850" y="3814763"/>
          <p14:tracePt t="128591" x="6800850" y="3830638"/>
          <p14:tracePt t="128608" x="6800850" y="3856038"/>
          <p14:tracePt t="128615" x="6775450" y="3897313"/>
          <p14:tracePt t="128625" x="6743700" y="3922713"/>
          <p14:tracePt t="128632" x="6718300" y="3963988"/>
          <p14:tracePt t="128641" x="6692900" y="4005263"/>
          <p14:tracePt t="128648" x="6651625" y="4038600"/>
          <p14:tracePt t="128657" x="6602413" y="4079875"/>
          <p14:tracePt t="128664" x="6551613" y="4105275"/>
          <p14:tracePt t="128672" x="6510338" y="4146550"/>
          <p14:tracePt t="128680" x="6469063" y="4179888"/>
          <p14:tracePt t="128688" x="6411913" y="4187825"/>
          <p14:tracePt t="128696" x="6386513" y="4221163"/>
          <p14:tracePt t="128704" x="6353175" y="4221163"/>
          <p14:tracePt t="128712" x="6327775" y="4229100"/>
          <p14:tracePt t="128720" x="6311900" y="4229100"/>
          <p14:tracePt t="128728" x="6286500" y="4246563"/>
          <p14:tracePt t="128737" x="6270625" y="4246563"/>
          <p14:tracePt t="128753" x="6253163" y="4246563"/>
          <p14:tracePt t="128793" x="6245225" y="4246563"/>
          <p14:tracePt t="128866" x="6229350" y="4246563"/>
          <p14:tracePt t="128890" x="6211888" y="4246563"/>
          <p14:tracePt t="128908" x="6203950" y="4246563"/>
          <p14:tracePt t="128914" x="6186488" y="4246563"/>
          <p14:tracePt t="128930" x="6162675" y="4262438"/>
          <p14:tracePt t="128938" x="6103938" y="4262438"/>
          <p14:tracePt t="128947" x="5980113" y="4262438"/>
          <p14:tracePt t="130723" x="5988050" y="4262438"/>
          <p14:tracePt t="130731" x="6046788" y="4246563"/>
          <p14:tracePt t="130739" x="6121400" y="4203700"/>
          <p14:tracePt t="130747" x="6229350" y="4146550"/>
          <p14:tracePt t="130755" x="6327775" y="4064000"/>
          <p14:tracePt t="130763" x="6453188" y="3963988"/>
          <p14:tracePt t="130771" x="6561138" y="3871913"/>
          <p14:tracePt t="130779" x="6677025" y="3740150"/>
          <p14:tracePt t="130787" x="6775450" y="3632200"/>
          <p14:tracePt t="130795" x="6859588" y="3490913"/>
          <p14:tracePt t="130803" x="6942138" y="3367088"/>
          <p14:tracePt t="130811" x="6999288" y="3241675"/>
          <p14:tracePt t="130819" x="7083425" y="3060700"/>
          <p14:tracePt t="130827" x="7124700" y="2901950"/>
          <p14:tracePt t="130836" x="7173913" y="2719388"/>
          <p14:tracePt t="130844" x="7224713" y="2528888"/>
          <p14:tracePt t="130852" x="7265988" y="2346325"/>
          <p14:tracePt t="130860" x="7273925" y="2122488"/>
          <p14:tracePt t="130868" x="7273925" y="1874838"/>
          <p14:tracePt t="130876" x="7273925" y="1651000"/>
          <p14:tracePt t="130884" x="7273925" y="1384300"/>
          <p14:tracePt t="130892" x="7273925" y="1201738"/>
          <p14:tracePt t="130900" x="7248525" y="1127125"/>
          <p14:tracePt t="130908" x="7224713" y="1003300"/>
          <p14:tracePt t="130916" x="7191375" y="879475"/>
          <p14:tracePt t="130925" x="7165975" y="779463"/>
          <p14:tracePt t="130932" x="7132638" y="712788"/>
          <p14:tracePt t="130941" x="7124700" y="655638"/>
          <p14:tracePt t="130949" x="7107238" y="614363"/>
          <p14:tracePt t="130958" x="7083425" y="555625"/>
          <p14:tracePt t="130965" x="7065963" y="488950"/>
          <p14:tracePt t="130974" x="7024688" y="406400"/>
          <p14:tracePt t="130981" x="6983413" y="323850"/>
          <p14:tracePt t="130992" x="6942138" y="223838"/>
          <p14:tracePt t="130997" x="6859588" y="82550"/>
          <p14:tracePt t="133106" x="7124700" y="239713"/>
          <p14:tracePt t="133114" x="7191375" y="488950"/>
          <p14:tracePt t="133121" x="7307263" y="954088"/>
          <p14:tracePt t="133129" x="7315200" y="1085850"/>
          <p14:tracePt t="133137" x="7356475" y="1393825"/>
          <p14:tracePt t="133145" x="7389813" y="1749425"/>
          <p14:tracePt t="133153" x="7415213" y="2014538"/>
          <p14:tracePt t="133161" x="7415213" y="2305050"/>
          <p14:tracePt t="133169" x="7415213" y="2570163"/>
          <p14:tracePt t="133177" x="7415213" y="2794000"/>
          <p14:tracePt t="133185" x="7415213" y="3001963"/>
          <p14:tracePt t="133193" x="7415213" y="3200400"/>
          <p14:tracePt t="133201" x="7397750" y="3241675"/>
          <p14:tracePt t="133209" x="7373938" y="3367088"/>
          <p14:tracePt t="133217" x="7348538" y="3433763"/>
          <p14:tracePt t="133225" x="7315200" y="3516313"/>
          <p14:tracePt t="133233" x="7307263" y="3549650"/>
          <p14:tracePt t="133241" x="7289800" y="3573463"/>
          <p14:tracePt t="133250" x="7273925" y="3590925"/>
          <p14:tracePt t="133258" x="7273925" y="3606800"/>
          <p14:tracePt t="133266" x="7265988" y="3606800"/>
          <p14:tracePt t="133275" x="7265988" y="3616325"/>
          <p14:tracePt t="133291" x="7248525" y="3616325"/>
          <p14:tracePt t="133411" x="7232650" y="3616325"/>
          <p14:tracePt t="152993" x="7232650" y="3648075"/>
          <p14:tracePt t="152998" x="7207250" y="3756025"/>
          <p14:tracePt t="153010" x="7173913" y="3856038"/>
          <p14:tracePt t="153011" x="7132638" y="3956050"/>
          <p14:tracePt t="153019" x="7107238" y="4021138"/>
          <p14:tracePt t="153027" x="7065963" y="4079875"/>
          <p14:tracePt t="153035" x="7050088" y="4121150"/>
          <p14:tracePt t="153043" x="7024688" y="4179888"/>
          <p14:tracePt t="153051" x="7008813" y="4203700"/>
          <p14:tracePt t="153059" x="6983413" y="4229100"/>
          <p14:tracePt t="153067" x="6983413" y="4246563"/>
          <p14:tracePt t="153075" x="6967538" y="4246563"/>
          <p14:tracePt t="153083" x="6958013" y="4246563"/>
          <p14:tracePt t="153092" x="6958013" y="4262438"/>
          <p14:tracePt t="153099" x="6942138" y="4262438"/>
          <p14:tracePt t="153108" x="6924675" y="4262438"/>
          <p14:tracePt t="153124" x="6900863" y="4262438"/>
          <p14:tracePt t="153132" x="6867525" y="4262438"/>
          <p14:tracePt t="153141" x="6859588" y="4262438"/>
          <p14:tracePt t="153148" x="6818313" y="4262438"/>
          <p14:tracePt t="153157" x="6759575" y="4270375"/>
          <p14:tracePt t="153164" x="6692900" y="4287838"/>
          <p14:tracePt t="153172" x="6618288" y="4303713"/>
          <p14:tracePt t="153180" x="6518275" y="4344988"/>
          <p14:tracePt t="153188" x="6394450" y="4386263"/>
          <p14:tracePt t="153196" x="6286500" y="4427538"/>
          <p14:tracePt t="153204" x="6245225" y="4452938"/>
          <p14:tracePt t="153213" x="6145213" y="4494213"/>
          <p14:tracePt t="153220" x="6062663" y="4527550"/>
          <p14:tracePt t="153229" x="6021388" y="4535488"/>
          <p14:tracePt t="153237" x="5962650" y="4552950"/>
          <p14:tracePt t="153245" x="5921375" y="4552950"/>
          <p14:tracePt t="153253" x="5905500" y="4552950"/>
          <p14:tracePt t="153261" x="5880100" y="4552950"/>
          <p14:tracePt t="153269" x="5864225" y="4552950"/>
          <p14:tracePt t="153277" x="5854700" y="4535488"/>
          <p14:tracePt t="153285" x="5822950" y="4486275"/>
          <p14:tracePt t="153293" x="5797550" y="4386263"/>
          <p14:tracePt t="153301" x="5756275" y="4162425"/>
          <p14:tracePt t="153309" x="5738813" y="3914775"/>
          <p14:tracePt t="153317" x="5715000" y="3606800"/>
          <p14:tracePt t="153325" x="5715000" y="3209925"/>
          <p14:tracePt t="153333" x="5715000" y="2811463"/>
          <p14:tracePt t="153342" x="5715000" y="2363788"/>
          <p14:tracePt t="153350" x="5715000" y="2181225"/>
          <p14:tracePt t="153358" x="5738813" y="1831975"/>
          <p14:tracePt t="153366" x="5805488" y="1525588"/>
          <p14:tracePt t="153375" x="5854700" y="1268413"/>
          <p14:tracePt t="153382" x="5864225" y="1185863"/>
          <p14:tracePt t="153391" x="5905500" y="1003300"/>
          <p14:tracePt t="153398" x="5938838" y="879475"/>
          <p14:tracePt t="153408" x="5946775" y="812800"/>
          <p14:tracePt t="153414" x="5980113" y="738188"/>
          <p14:tracePt t="153425" x="5988050" y="696913"/>
          <p14:tracePt t="153430" x="5988050" y="671513"/>
          <p14:tracePt t="153443" x="5988050" y="638175"/>
          <p14:tracePt t="153448" x="6005513" y="630238"/>
          <p14:tracePt t="153458" x="6005513" y="596900"/>
          <p14:tracePt t="153463" x="6005513" y="571500"/>
          <p14:tracePt t="153475" x="6005513" y="555625"/>
          <p14:tracePt t="153479" x="6005513" y="530225"/>
          <p14:tracePt t="153491" x="6005513" y="506413"/>
          <p14:tracePt t="153495" x="6005513" y="473075"/>
          <p14:tracePt t="153508" x="6005513" y="431800"/>
          <p14:tracePt t="153511" x="6005513" y="406400"/>
          <p14:tracePt t="153524" x="6005513" y="365125"/>
          <p14:tracePt t="153528" x="6005513" y="265113"/>
          <p14:tracePt t="153541" x="6005513" y="223838"/>
          <p14:tracePt t="153544" x="6005513" y="141288"/>
          <p14:tracePt t="153558" x="6005513" y="107950"/>
          <p14:tracePt t="153560" x="6005513" y="41275"/>
          <p14:tracePt t="153965" x="6062663" y="82550"/>
          <p14:tracePt t="153977" x="6062663" y="141288"/>
          <p14:tracePt t="153982" x="6062663" y="157163"/>
          <p14:tracePt t="153988" x="6062663" y="198438"/>
          <p14:tracePt t="153996" x="6070600" y="207963"/>
          <p14:tracePt t="154004" x="6070600" y="223838"/>
          <p14:tracePt t="154012" x="6070600" y="239713"/>
          <p14:tracePt t="154028" x="6070600" y="249238"/>
          <p14:tracePt t="154036" x="6070600" y="265113"/>
          <p14:tracePt t="154060" x="6070600" y="282575"/>
          <p14:tracePt t="154068" x="6070600" y="290513"/>
          <p14:tracePt t="154076" x="6070600" y="306388"/>
          <p14:tracePt t="154084" x="6088063" y="323850"/>
          <p14:tracePt t="154093" x="6088063" y="331788"/>
          <p14:tracePt t="154100" x="6088063" y="365125"/>
          <p14:tracePt t="154108" x="6088063" y="390525"/>
          <p14:tracePt t="154117" x="6088063" y="431800"/>
          <p14:tracePt t="154125" x="6088063" y="465138"/>
          <p14:tracePt t="154133" x="6088063" y="514350"/>
          <p14:tracePt t="154141" x="6088063" y="571500"/>
          <p14:tracePt t="154149" x="6088063" y="630238"/>
          <p14:tracePt t="154158" x="6103938" y="730250"/>
          <p14:tracePt t="154165" x="6103938" y="795338"/>
          <p14:tracePt t="154174" x="6121400" y="895350"/>
          <p14:tracePt t="154181" x="6129338" y="1020763"/>
          <p14:tracePt t="154191" x="6129338" y="1127125"/>
          <p14:tracePt t="154197" x="6162675" y="1285875"/>
          <p14:tracePt t="154205" x="6170613" y="1435100"/>
          <p14:tracePt t="154214" x="6170613" y="1592263"/>
          <p14:tracePt t="154222" x="6170613" y="1658938"/>
          <p14:tracePt t="154230" x="6186488" y="1757363"/>
          <p14:tracePt t="154238" x="6203950" y="1882775"/>
          <p14:tracePt t="154246" x="6203950" y="1981200"/>
          <p14:tracePt t="154254" x="6203950" y="2055813"/>
          <p14:tracePt t="154262" x="6211888" y="2122488"/>
          <p14:tracePt t="154270" x="6211888" y="2181225"/>
          <p14:tracePt t="154278" x="6211888" y="2230438"/>
          <p14:tracePt t="154286" x="6211888" y="2281238"/>
          <p14:tracePt t="154294" x="6211888" y="2330450"/>
          <p14:tracePt t="154302" x="6211888" y="2387600"/>
          <p14:tracePt t="154310" x="6211888" y="2430463"/>
          <p14:tracePt t="154318" x="6211888" y="2471738"/>
          <p14:tracePt t="154326" x="6211888" y="2513013"/>
          <p14:tracePt t="154335" x="6211888" y="2546350"/>
          <p14:tracePt t="154343" x="6211888" y="2587625"/>
          <p14:tracePt t="154351" x="6211888" y="2628900"/>
          <p14:tracePt t="154359" x="6211888" y="2636838"/>
          <p14:tracePt t="154367" x="6211888" y="2654300"/>
          <p14:tracePt t="154375" x="6211888" y="2678113"/>
          <p14:tracePt t="154391" x="6211888" y="2695575"/>
          <p14:tracePt t="154399" x="6211888" y="2711450"/>
          <p14:tracePt t="154415" x="6211888" y="2719388"/>
          <p14:tracePt t="154431" x="6211888" y="2736850"/>
          <p14:tracePt t="154448" x="6211888" y="2752725"/>
          <p14:tracePt t="154464" x="6211888" y="2760663"/>
          <p14:tracePt t="154488" x="6211888" y="2778125"/>
          <p14:tracePt t="154504" x="6211888" y="2794000"/>
          <p14:tracePt t="154512" x="6211888" y="2811463"/>
          <p14:tracePt t="154520" x="6211888" y="2836863"/>
          <p14:tracePt t="154528" x="6203950" y="2852738"/>
          <p14:tracePt t="154536" x="6203950" y="2860675"/>
          <p14:tracePt t="154545" x="6186488" y="2901950"/>
          <p14:tracePt t="154553" x="6186488" y="2919413"/>
          <p14:tracePt t="154560" x="6170613" y="2960688"/>
          <p14:tracePt t="154569" x="6170613" y="3017838"/>
          <p14:tracePt t="154577" x="6170613" y="3043238"/>
          <p14:tracePt t="154585" x="6162675" y="3101975"/>
          <p14:tracePt t="154593" x="6145213" y="3167063"/>
          <p14:tracePt t="154601" x="6129338" y="3251200"/>
          <p14:tracePt t="154609" x="6121400" y="3341688"/>
          <p14:tracePt t="154617" x="6070600" y="3606800"/>
          <p14:tracePt t="154625" x="6021388" y="3781425"/>
          <p14:tracePt t="154633" x="6005513" y="3914775"/>
          <p14:tracePt t="154641" x="5962650" y="4179888"/>
          <p14:tracePt t="154649" x="5946775" y="4246563"/>
          <p14:tracePt t="154658" x="5905500" y="4427538"/>
          <p14:tracePt t="154666" x="5897563" y="4576763"/>
          <p14:tracePt t="154674" x="5880100" y="4676775"/>
          <p14:tracePt t="154682" x="5864225" y="4751388"/>
          <p14:tracePt t="154691" x="5864225" y="4802188"/>
          <p14:tracePt t="154698" x="5864225" y="4818063"/>
          <p14:tracePt t="154708" x="5864225" y="4843463"/>
          <p14:tracePt t="154722" x="5864225" y="4859338"/>
          <p14:tracePt t="154916" x="5854700" y="4859338"/>
          <p14:tracePt t="155287" x="5854700" y="4843463"/>
          <p14:tracePt t="155610" x="5854700" y="4833938"/>
          <p14:tracePt t="155764" x="5854700" y="4818063"/>
          <p14:tracePt t="156587" x="5864225" y="4818063"/>
          <p14:tracePt t="156595" x="5905500" y="4802188"/>
          <p14:tracePt t="156603" x="5980113" y="4751388"/>
          <p14:tracePt t="156611" x="6046788" y="4694238"/>
          <p14:tracePt t="156619" x="6121400" y="4627563"/>
          <p14:tracePt t="156627" x="6286500" y="4452938"/>
          <p14:tracePt t="156635" x="6477000" y="4262438"/>
          <p14:tracePt t="156644" x="6734175" y="3997325"/>
          <p14:tracePt t="156652" x="6958013" y="3714750"/>
          <p14:tracePt t="156660" x="7165975" y="3367088"/>
          <p14:tracePt t="156668" x="7397750" y="3027363"/>
          <p14:tracePt t="156676" x="7472363" y="2878138"/>
          <p14:tracePt t="156684" x="7639050" y="2554288"/>
          <p14:tracePt t="156692" x="7796213" y="2230438"/>
          <p14:tracePt t="156700" x="7945438" y="1916113"/>
          <p14:tracePt t="156708" x="8027988" y="1651000"/>
          <p14:tracePt t="156716" x="8112125" y="1384300"/>
          <p14:tracePt t="156724" x="8169275" y="1169988"/>
          <p14:tracePt t="156732" x="8210550" y="977900"/>
          <p14:tracePt t="156741" x="8228013" y="936625"/>
          <p14:tracePt t="156748" x="8251825" y="779463"/>
          <p14:tracePt t="156758" x="8269288" y="688975"/>
          <p14:tracePt t="156765" x="8285163" y="614363"/>
          <p14:tracePt t="156774" x="8293100" y="530225"/>
          <p14:tracePt t="156781" x="8293100" y="506413"/>
          <p14:tracePt t="156791" x="8293100" y="465138"/>
          <p14:tracePt t="156797" x="8293100" y="431800"/>
          <p14:tracePt t="156808" x="8293100" y="390525"/>
          <p14:tracePt t="156813" x="8293100" y="365125"/>
          <p14:tracePt t="156824" x="8293100" y="347663"/>
          <p14:tracePt t="156829" x="8293100" y="306388"/>
          <p14:tracePt t="156841" x="8293100" y="290513"/>
          <p14:tracePt t="156845" x="8293100" y="249238"/>
          <p14:tracePt t="156858" x="8293100" y="223838"/>
          <p14:tracePt t="156861" x="8293100" y="207963"/>
          <p14:tracePt t="156874" x="8293100" y="182563"/>
          <p14:tracePt t="156877" x="8293100" y="165100"/>
          <p14:tracePt t="156891" x="8285163" y="165100"/>
          <p14:tracePt t="156894" x="8285163" y="157163"/>
          <p14:tracePt t="156926" x="8285163" y="141288"/>
          <p14:tracePt t="156991" x="8269288" y="123825"/>
          <p14:tracePt t="157009" x="8251825" y="100013"/>
          <p14:tracePt t="157015" x="8251825" y="58738"/>
          <p14:tracePt t="157023" x="8228013" y="15875"/>
          <p14:tracePt t="158067" x="7513638" y="571500"/>
          <p14:tracePt t="158077" x="7431088" y="903288"/>
          <p14:tracePt t="158082" x="7373938" y="1169988"/>
          <p14:tracePt t="158092" x="7315200" y="1484313"/>
          <p14:tracePt t="158097" x="7273925" y="1692275"/>
          <p14:tracePt t="158105" x="7224713" y="1957388"/>
          <p14:tracePt t="158113" x="7173913" y="2181225"/>
          <p14:tracePt t="158121" x="7165975" y="2363788"/>
          <p14:tracePt t="158129" x="7150100" y="2430463"/>
          <p14:tracePt t="158137" x="7107238" y="2587625"/>
          <p14:tracePt t="158145" x="7091363" y="2711450"/>
          <p14:tracePt t="158153" x="7065963" y="2836863"/>
          <p14:tracePt t="158161" x="7024688" y="3017838"/>
          <p14:tracePt t="158169" x="7024688" y="3043238"/>
          <p14:tracePt t="158177" x="6999288" y="3125788"/>
          <p14:tracePt t="158186" x="6983413" y="3200400"/>
          <p14:tracePt t="158194" x="6958013" y="3267075"/>
          <p14:tracePt t="158202" x="6958013" y="3325813"/>
          <p14:tracePt t="158209" x="6942138" y="3349625"/>
          <p14:tracePt t="158218" x="6916738" y="3408363"/>
          <p14:tracePt t="158226" x="6916738" y="3433763"/>
          <p14:tracePt t="158234" x="6900863" y="3449638"/>
          <p14:tracePt t="158242" x="6900863" y="3475038"/>
          <p14:tracePt t="158250" x="6883400" y="3508375"/>
          <p14:tracePt t="158258" x="6883400" y="3516313"/>
          <p14:tracePt t="158266" x="6867525" y="3516313"/>
          <p14:tracePt t="158275" x="6867525" y="3532188"/>
          <p14:tracePt t="158282" x="6867525" y="3549650"/>
          <p14:tracePt t="158291" x="6859588" y="3565525"/>
          <p14:tracePt t="158298" x="6859588" y="3573463"/>
          <p14:tracePt t="158308" x="6842125" y="3590925"/>
          <p14:tracePt t="158315" x="6826250" y="3590925"/>
          <p14:tracePt t="158324" x="6826250" y="3606800"/>
          <p14:tracePt t="158331" x="6826250" y="3616325"/>
          <p14:tracePt t="158341" x="6818313" y="3616325"/>
          <p14:tracePt t="158347" x="6818313" y="3632200"/>
          <p14:tracePt t="158371" x="6800850" y="3648075"/>
          <p14:tracePt t="158411" x="6800850" y="3657600"/>
          <p14:tracePt t="158420" x="6784975" y="3657600"/>
          <p14:tracePt t="158436" x="6784975" y="3673475"/>
          <p14:tracePt t="158444" x="6775450" y="3690938"/>
          <p14:tracePt t="158452" x="6775450" y="3698875"/>
          <p14:tracePt t="158468" x="6759575" y="3714750"/>
          <p14:tracePt t="158476" x="6759575" y="3732213"/>
          <p14:tracePt t="158484" x="6743700" y="3740150"/>
          <p14:tracePt t="158492" x="6734175" y="3756025"/>
          <p14:tracePt t="158500" x="6734175" y="3773488"/>
          <p14:tracePt t="158508" x="6718300" y="3781425"/>
          <p14:tracePt t="158517" x="6718300" y="3797300"/>
          <p14:tracePt t="158524" x="6718300" y="3814763"/>
          <p14:tracePt t="158533" x="6718300" y="3830638"/>
          <p14:tracePt t="158541" x="6700838" y="3856038"/>
          <p14:tracePt t="158549" x="6700838" y="3871913"/>
          <p14:tracePt t="158558" x="6700838" y="3881438"/>
          <p14:tracePt t="158565" x="6692900" y="3881438"/>
          <p14:tracePt t="158574" x="6692900" y="3897313"/>
          <p14:tracePt t="158581" x="6692900" y="3914775"/>
          <p14:tracePt t="158726" x="6700838" y="3922713"/>
          <p14:tracePt t="164697" x="6700838" y="3979863"/>
          <p14:tracePt t="164710" x="6692900" y="4079875"/>
          <p14:tracePt t="164714" x="6659563" y="4179888"/>
          <p14:tracePt t="164727" x="6651625" y="4229100"/>
          <p14:tracePt t="164731" x="6551613" y="4386263"/>
          <p14:tracePt t="164743" x="6510338" y="4486275"/>
          <p14:tracePt t="164746" x="6435725" y="4568825"/>
          <p14:tracePt t="164760" x="6411913" y="4610100"/>
          <p14:tracePt t="164761" x="6369050" y="4676775"/>
          <p14:tracePt t="164769" x="6327775" y="4718050"/>
          <p14:tracePt t="164777" x="6253163" y="4759325"/>
          <p14:tracePt t="164785" x="6229350" y="4776788"/>
          <p14:tracePt t="164793" x="6203950" y="4792663"/>
          <p14:tracePt t="164801" x="6162675" y="4818063"/>
          <p14:tracePt t="164809" x="6145213" y="4818063"/>
          <p14:tracePt t="164818" x="6121400" y="4833938"/>
          <p14:tracePt t="164825" x="6103938" y="4833938"/>
          <p14:tracePt t="164833" x="6088063" y="4833938"/>
          <p14:tracePt t="164841" x="6070600" y="4843463"/>
          <p14:tracePt t="164849" x="6062663" y="4843463"/>
          <p14:tracePt t="164858" x="6046788" y="4843463"/>
          <p14:tracePt t="164866" x="6029325" y="4843463"/>
          <p14:tracePt t="164882" x="6005513" y="4843463"/>
          <p14:tracePt t="164891" x="5980113" y="4843463"/>
          <p14:tracePt t="164898" x="5962650" y="4843463"/>
          <p14:tracePt t="164908" x="5921375" y="4843463"/>
          <p14:tracePt t="164914" x="5905500" y="4843463"/>
          <p14:tracePt t="164925" x="5880100" y="4843463"/>
          <p14:tracePt t="164930" x="5854700" y="4843463"/>
          <p14:tracePt t="164941" x="5838825" y="4843463"/>
          <p14:tracePt t="164946" x="5805488" y="4833938"/>
          <p14:tracePt t="164958" x="5797550" y="4833938"/>
          <p14:tracePt t="164963" x="5780088" y="4818063"/>
          <p14:tracePt t="164974" x="5764213" y="4802188"/>
          <p14:tracePt t="164978" x="5756275" y="4802188"/>
          <p14:tracePt t="164991" x="5722938" y="4792663"/>
          <p14:tracePt t="164995" x="5722938" y="4776788"/>
          <p14:tracePt t="165008" x="5715000" y="4759325"/>
          <p14:tracePt t="165011" x="5681663" y="4759325"/>
          <p14:tracePt t="165025" x="5673725" y="4751388"/>
          <p14:tracePt t="165028" x="5640388" y="4735513"/>
          <p14:tracePt t="165041" x="5599113" y="4710113"/>
          <p14:tracePt t="165044" x="5589588" y="4694238"/>
          <p14:tracePt t="165058" x="5540375" y="4676775"/>
          <p14:tracePt t="165060" x="5514975" y="4668838"/>
          <p14:tracePt t="165074" x="5473700" y="4635500"/>
          <p14:tracePt t="165077" x="5432425" y="4610100"/>
          <p14:tracePt t="165091" x="5391150" y="4594225"/>
          <p14:tracePt t="165092" x="5365750" y="4568825"/>
          <p14:tracePt t="165100" x="5332413" y="4552950"/>
          <p14:tracePt t="165108" x="5291138" y="4527550"/>
          <p14:tracePt t="165116" x="5275263" y="4511675"/>
          <p14:tracePt t="165125" x="5249863" y="4494213"/>
          <p14:tracePt t="165132" x="5224463" y="4486275"/>
          <p14:tracePt t="165141" x="5192713" y="4470400"/>
          <p14:tracePt t="165148" x="5183188" y="4452938"/>
          <p14:tracePt t="165158" x="5149850" y="4452938"/>
          <p14:tracePt t="165164" x="5141913" y="4445000"/>
          <p14:tracePt t="165174" x="5126038" y="4427538"/>
          <p14:tracePt t="165180" x="5108575" y="4427538"/>
          <p14:tracePt t="165191" x="5100638" y="4411663"/>
          <p14:tracePt t="165197" x="5100638" y="4403725"/>
          <p14:tracePt t="165208" x="5084763" y="4403725"/>
          <p14:tracePt t="165213" x="5067300" y="4386263"/>
          <p14:tracePt t="165225" x="5059363" y="4370388"/>
          <p14:tracePt t="165245" x="5041900" y="4362450"/>
          <p14:tracePt t="165309" x="5026025" y="4362450"/>
          <p14:tracePt t="165374" x="5018088" y="4362450"/>
          <p14:tracePt t="165406" x="5000625" y="4362450"/>
          <p14:tracePt t="165447" x="4984750" y="4362450"/>
          <p14:tracePt t="165471" x="4984750" y="4344988"/>
          <p14:tracePt t="165479" x="4967288" y="4344988"/>
          <p14:tracePt t="165503" x="4967288" y="4329113"/>
          <p14:tracePt t="165536" x="4967288" y="4311650"/>
          <p14:tracePt t="165560" x="4967288" y="4303713"/>
          <p14:tracePt t="165592" x="4967288" y="4287838"/>
          <p14:tracePt t="165600" x="4984750" y="4287838"/>
          <p14:tracePt t="165624" x="5000625" y="4270375"/>
          <p14:tracePt t="165641" x="5018088" y="4270375"/>
          <p14:tracePt t="165649" x="5026025" y="4270375"/>
          <p14:tracePt t="165658" x="5041900" y="4270375"/>
          <p14:tracePt t="165665" x="5059363" y="4262438"/>
          <p14:tracePt t="165681" x="5067300" y="4262438"/>
          <p14:tracePt t="165705" x="5084763" y="4262438"/>
          <p14:tracePt t="165729" x="5100638" y="4262438"/>
          <p14:tracePt t="165963" x="5108575" y="4262438"/>
          <p14:tracePt t="165987" x="5126038" y="4262438"/>
          <p14:tracePt t="165996" x="5141913" y="4246563"/>
          <p14:tracePt t="166020" x="5149850" y="4246563"/>
          <p14:tracePt t="166036" x="5167313" y="4246563"/>
          <p14:tracePt t="166060" x="5183188" y="4246563"/>
          <p14:tracePt t="166206" x="5192713" y="4246563"/>
          <p14:tracePt t="166335" x="5183188" y="4262438"/>
          <p14:tracePt t="166343" x="5183188" y="4270375"/>
          <p14:tracePt t="166351" x="5167313" y="4287838"/>
          <p14:tracePt t="166359" x="5149850" y="4287838"/>
          <p14:tracePt t="166367" x="5149850" y="4303713"/>
          <p14:tracePt t="166375" x="5141913" y="4303713"/>
          <p14:tracePt t="166383" x="5141913" y="4311650"/>
          <p14:tracePt t="166399" x="5126038" y="4311650"/>
          <p14:tracePt t="166480" x="5141913" y="4311650"/>
          <p14:tracePt t="166504" x="5149850" y="4303713"/>
          <p14:tracePt t="166529" x="5167313" y="4287838"/>
          <p14:tracePt t="166545" x="5167313" y="4270375"/>
          <p14:tracePt t="166553" x="5183188" y="4262438"/>
          <p14:tracePt t="166561" x="5192713" y="4246563"/>
          <p14:tracePt t="166577" x="5208588" y="4229100"/>
          <p14:tracePt t="166585" x="5208588" y="4221163"/>
          <p14:tracePt t="166593" x="5224463" y="4221163"/>
          <p14:tracePt t="166601" x="5233988" y="4203700"/>
          <p14:tracePt t="166609" x="5233988" y="4187825"/>
          <p14:tracePt t="166617" x="5249863" y="4187825"/>
          <p14:tracePt t="166633" x="5249863" y="4179888"/>
          <p14:tracePt t="166641" x="5267325" y="4179888"/>
          <p14:tracePt t="166714" x="5267325" y="4187825"/>
          <p14:tracePt t="166724" x="5249863" y="4203700"/>
          <p14:tracePt t="166730" x="5249863" y="4221163"/>
          <p14:tracePt t="166738" x="5224463" y="4246563"/>
          <p14:tracePt t="166758" x="5192713" y="4270375"/>
          <p14:tracePt t="166762" x="5183188" y="4287838"/>
          <p14:tracePt t="166775" x="5167313" y="4303713"/>
          <p14:tracePt t="166779" x="5167313" y="4311650"/>
          <p14:tracePt t="166791" x="5149850" y="4329113"/>
          <p14:tracePt t="166795" x="5141913" y="4329113"/>
          <p14:tracePt t="166811" x="5141913" y="4344988"/>
          <p14:tracePt t="166876" x="5141913" y="4329113"/>
          <p14:tracePt t="166892" x="5141913" y="4311650"/>
          <p14:tracePt t="166908" x="5141913" y="4303713"/>
          <p14:tracePt t="166916" x="5149850" y="4303713"/>
          <p14:tracePt t="166925" x="5149850" y="4287838"/>
          <p14:tracePt t="166932" x="5167313" y="4287838"/>
          <p14:tracePt t="166941" x="5183188" y="4270375"/>
          <p14:tracePt t="166948" x="5192713" y="4262438"/>
          <p14:tracePt t="166958" x="5192713" y="4246563"/>
          <p14:tracePt t="166965" x="5208588" y="4246563"/>
          <p14:tracePt t="166974" x="5233988" y="4221163"/>
          <p14:tracePt t="166981" x="5267325" y="4203700"/>
          <p14:tracePt t="166989" x="5275263" y="4187825"/>
          <p14:tracePt t="166997" x="5308600" y="4162425"/>
          <p14:tracePt t="167005" x="5349875" y="4121150"/>
          <p14:tracePt t="167013" x="5373688" y="4097338"/>
          <p14:tracePt t="167021" x="5416550" y="4079875"/>
          <p14:tracePt t="167029" x="5457825" y="4046538"/>
          <p14:tracePt t="167037" x="5491163" y="4021138"/>
          <p14:tracePt t="167045" x="5514975" y="4005263"/>
          <p14:tracePt t="167053" x="5540375" y="3997325"/>
          <p14:tracePt t="167061" x="5573713" y="3979863"/>
          <p14:tracePt t="167069" x="5589588" y="3956050"/>
          <p14:tracePt t="167078" x="5599113" y="3956050"/>
          <p14:tracePt t="167085" x="5630863" y="3938588"/>
          <p14:tracePt t="167110" x="5640388" y="3938588"/>
          <p14:tracePt t="167190" x="5640388" y="3922713"/>
          <p14:tracePt t="167231" x="5656263" y="3922713"/>
          <p14:tracePt t="167247" x="5673725" y="3914775"/>
          <p14:tracePt t="167481" x="5656263" y="3914775"/>
          <p14:tracePt t="167490" x="5589588" y="3881438"/>
          <p14:tracePt t="167497" x="5499100" y="3830638"/>
          <p14:tracePt t="167505" x="5373688" y="3773488"/>
          <p14:tracePt t="167514" x="5324475" y="3740150"/>
          <p14:tracePt t="167522" x="5208588" y="3673475"/>
          <p14:tracePt t="167530" x="5141913" y="3632200"/>
          <p14:tracePt t="167538" x="5067300" y="3565525"/>
          <p14:tracePt t="167546" x="5000625" y="3508375"/>
          <p14:tracePt t="167554" x="4967288" y="3467100"/>
          <p14:tracePt t="167562" x="4943475" y="3408363"/>
          <p14:tracePt t="167570" x="4918075" y="3382963"/>
          <p14:tracePt t="167578" x="4918075" y="3325813"/>
          <p14:tracePt t="167586" x="4902200" y="3251200"/>
          <p14:tracePt t="167594" x="4884738" y="3184525"/>
          <p14:tracePt t="167602" x="4884738" y="3101975"/>
          <p14:tracePt t="167610" x="4884738" y="3001963"/>
          <p14:tracePt t="167618" x="4884738" y="2919413"/>
          <p14:tracePt t="167627" x="4918075" y="2760663"/>
          <p14:tracePt t="167635" x="4984750" y="2611438"/>
          <p14:tracePt t="167642" x="5100638" y="2454275"/>
          <p14:tracePt t="167651" x="5208588" y="2289175"/>
          <p14:tracePt t="167659" x="5332413" y="2147888"/>
          <p14:tracePt t="167667" x="5473700" y="1998663"/>
          <p14:tracePt t="167675" x="5532438" y="1957388"/>
          <p14:tracePt t="167683" x="5640388" y="1841500"/>
          <p14:tracePt t="167691" x="5722938" y="1790700"/>
          <p14:tracePt t="167699" x="5797550" y="1733550"/>
          <p14:tracePt t="167708" x="5838825" y="1700213"/>
          <p14:tracePt t="167715" x="5864225" y="1692275"/>
          <p14:tracePt t="167725" x="5897563" y="1674813"/>
          <p14:tracePt t="167731" x="5897563" y="1658938"/>
          <p14:tracePt t="167741" x="5905500" y="1658938"/>
          <p14:tracePt t="167764" x="5921375" y="1658938"/>
          <p14:tracePt t="167909" x="5938838" y="1658938"/>
          <p14:tracePt t="167917" x="6005513" y="1658938"/>
          <p14:tracePt t="167925" x="6186488" y="1674813"/>
          <p14:tracePt t="167933" x="6411913" y="1716088"/>
          <p14:tracePt t="167942" x="6518275" y="1749425"/>
          <p14:tracePt t="167949" x="6784975" y="1816100"/>
          <p14:tracePt t="167958" x="7348538" y="1916113"/>
          <p14:tracePt t="167965" x="7696200" y="1957388"/>
          <p14:tracePt t="167975" x="8102600" y="2014538"/>
          <p14:tracePt t="167981" x="8285163" y="2024063"/>
          <p14:tracePt t="167991" x="8634413" y="2055813"/>
          <p14:tracePt t="167998" x="8924925" y="2081213"/>
          <p14:tracePt t="168008" x="9231313" y="2098675"/>
          <p14:tracePt t="168014" x="9496425" y="2098675"/>
          <p14:tracePt t="168022" x="9745663" y="2098675"/>
          <p14:tracePt t="168030" x="9969500" y="2098675"/>
          <p14:tracePt t="168038" x="10152063" y="2098675"/>
          <p14:tracePt t="168046" x="10209213" y="2098675"/>
          <p14:tracePt t="168054" x="10358438" y="2098675"/>
          <p14:tracePt t="168063" x="10458450" y="2098675"/>
          <p14:tracePt t="168070" x="10533063" y="2098675"/>
          <p14:tracePt t="168079" x="10582275" y="2098675"/>
          <p14:tracePt t="168087" x="10641013" y="2098675"/>
          <p14:tracePt t="168095" x="10656888" y="2098675"/>
          <p14:tracePt t="168103" x="10666413" y="2098675"/>
          <p14:tracePt t="168111" x="10682288" y="2098675"/>
          <p14:tracePt t="168127" x="10699750" y="2098675"/>
          <p14:tracePt t="168191" x="10666413" y="2098675"/>
          <p14:tracePt t="168200" x="10656888" y="2098675"/>
          <p14:tracePt t="168216" x="10625138" y="2098675"/>
          <p14:tracePt t="168224" x="10599738" y="2098675"/>
          <p14:tracePt t="168232" x="10574338" y="2098675"/>
          <p14:tracePt t="168241" x="10517188" y="2098675"/>
          <p14:tracePt t="168248" x="10450513" y="2098675"/>
          <p14:tracePt t="168258" x="10350500" y="2098675"/>
          <p14:tracePt t="168264" x="10250488" y="2098675"/>
          <p14:tracePt t="168274" x="10093325" y="2122488"/>
          <p14:tracePt t="168280" x="9969500" y="2147888"/>
          <p14:tracePt t="168291" x="9786938" y="2206625"/>
          <p14:tracePt t="168297" x="9637713" y="2230438"/>
          <p14:tracePt t="168308" x="9455150" y="2289175"/>
          <p14:tracePt t="168313" x="9272588" y="2330450"/>
          <p14:tracePt t="168324" x="9090025" y="2363788"/>
          <p14:tracePt t="168329" x="8899525" y="2405063"/>
          <p14:tracePt t="168341" x="8683625" y="2430463"/>
          <p14:tracePt t="168345" x="8493125" y="2454275"/>
          <p14:tracePt t="168358" x="8285163" y="2487613"/>
          <p14:tracePt t="168361" x="8061325" y="2495550"/>
          <p14:tracePt t="168374" x="7837488" y="2546350"/>
          <p14:tracePt t="168377" x="7572375" y="2554288"/>
          <p14:tracePt t="168391" x="7389813" y="2587625"/>
          <p14:tracePt t="168394" x="7315200" y="2595563"/>
          <p14:tracePt t="168408" x="7165975" y="2611438"/>
          <p14:tracePt t="168411" x="7042150" y="2628900"/>
          <p14:tracePt t="168424" x="6967538" y="2636838"/>
          <p14:tracePt t="168427" x="6900863" y="2654300"/>
          <p14:tracePt t="168443" x="6842125" y="2654300"/>
          <p14:tracePt t="168447" x="6818313" y="2654300"/>
          <p14:tracePt t="168451" x="6784975" y="2654300"/>
          <p14:tracePt t="168458" x="6759575" y="2654300"/>
          <p14:tracePt t="168466" x="6759575" y="2670175"/>
          <p14:tracePt t="168475" x="6743700" y="2670175"/>
          <p14:tracePt t="168498" x="6734175" y="2670175"/>
          <p14:tracePt t="169815" x="6734175" y="2678113"/>
          <p14:tracePt t="169826" x="6692900" y="2811463"/>
          <p14:tracePt t="169830" x="6618288" y="2986088"/>
          <p14:tracePt t="169838" x="6518275" y="3159125"/>
          <p14:tracePt t="169847" x="6427788" y="3349625"/>
          <p14:tracePt t="169855" x="6327775" y="3549650"/>
          <p14:tracePt t="169863" x="6229350" y="3714750"/>
          <p14:tracePt t="169871" x="6162675" y="3871913"/>
          <p14:tracePt t="169879" x="6021388" y="4187825"/>
          <p14:tracePt t="169887" x="5880100" y="4470400"/>
          <p14:tracePt t="169895" x="5854700" y="4535488"/>
          <p14:tracePt t="169903" x="5797550" y="4668838"/>
          <p14:tracePt t="169911" x="5738813" y="4792663"/>
          <p14:tracePt t="169919" x="5715000" y="4843463"/>
          <p14:tracePt t="169927" x="5697538" y="4876800"/>
          <p14:tracePt t="169935" x="5697538" y="4900613"/>
          <p14:tracePt t="169943" x="5681663" y="4918075"/>
          <p14:tracePt t="169968" x="5681663" y="4933950"/>
          <p14:tracePt t="170024" x="5681663" y="4918075"/>
          <p14:tracePt t="170032" x="5681663" y="4900613"/>
          <p14:tracePt t="170042" x="5681663" y="4892675"/>
          <p14:tracePt t="170048" x="5697538" y="4843463"/>
          <p14:tracePt t="170056" x="5715000" y="4792663"/>
          <p14:tracePt t="170075" x="5764213" y="4668838"/>
          <p14:tracePt t="170081" x="5797550" y="4594225"/>
          <p14:tracePt t="170091" x="5822950" y="4568825"/>
          <p14:tracePt t="170097" x="5905500" y="4427538"/>
          <p14:tracePt t="170108" x="5962650" y="4311650"/>
          <p14:tracePt t="170113" x="5988050" y="4287838"/>
          <p14:tracePt t="170124" x="6046788" y="4203700"/>
          <p14:tracePt t="170129" x="6088063" y="4146550"/>
          <p14:tracePt t="170141" x="6129338" y="4105275"/>
          <p14:tracePt t="170145" x="6162675" y="4079875"/>
          <p14:tracePt t="170158" x="6170613" y="4064000"/>
          <p14:tracePt t="170161" x="6186488" y="4046538"/>
          <p14:tracePt t="170174" x="6186488" y="4038600"/>
          <p14:tracePt t="170234" x="6170613" y="4038600"/>
          <p14:tracePt t="170242" x="6129338" y="4079875"/>
          <p14:tracePt t="170250" x="6088063" y="4121150"/>
          <p14:tracePt t="170258" x="6029325" y="4162425"/>
          <p14:tracePt t="170266" x="5980113" y="4221163"/>
          <p14:tracePt t="170274" x="5946775" y="4229100"/>
          <p14:tracePt t="170282" x="5880100" y="4287838"/>
          <p14:tracePt t="170291" x="5838825" y="4311650"/>
          <p14:tracePt t="170299" x="5797550" y="4362450"/>
          <p14:tracePt t="170308" x="5764213" y="4386263"/>
          <p14:tracePt t="170315" x="5738813" y="4411663"/>
          <p14:tracePt t="170325" x="5722938" y="4445000"/>
          <p14:tracePt t="170331" x="5697538" y="4470400"/>
          <p14:tracePt t="170339" x="5681663" y="4486275"/>
          <p14:tracePt t="170347" x="5673725" y="4511675"/>
          <p14:tracePt t="170621" x="5589588" y="4511675"/>
          <p14:tracePt t="170630" x="5499100" y="4511675"/>
          <p14:tracePt t="170638" x="5373688" y="4511675"/>
          <p14:tracePt t="170646" x="5149850" y="4511675"/>
          <p14:tracePt t="170654" x="4926013" y="4527550"/>
          <p14:tracePt t="170662" x="4702175" y="4552950"/>
          <p14:tracePt t="170670" x="4454525" y="4552950"/>
          <p14:tracePt t="170678" x="4146550" y="4552950"/>
          <p14:tracePt t="170686" x="3898900" y="4552950"/>
          <p14:tracePt t="170694" x="3632200" y="4552950"/>
          <p14:tracePt t="170702" x="3408363" y="4568825"/>
          <p14:tracePt t="170710" x="3184525" y="4568825"/>
          <p14:tracePt t="170718" x="3001963" y="4568825"/>
          <p14:tracePt t="170726" x="2852738" y="4568825"/>
          <p14:tracePt t="170735" x="2695575" y="4576763"/>
          <p14:tracePt t="170742" x="2654300" y="4576763"/>
          <p14:tracePt t="170751" x="2528888" y="4576763"/>
          <p14:tracePt t="170759" x="2430463" y="4576763"/>
          <p14:tracePt t="170767" x="2363788" y="4576763"/>
          <p14:tracePt t="170775" x="2305050" y="4576763"/>
          <p14:tracePt t="170783" x="2263775" y="4576763"/>
          <p14:tracePt t="170791" x="2247900" y="4576763"/>
          <p14:tracePt t="170799" x="2222500" y="4576763"/>
          <p14:tracePt t="170824" x="2206625" y="4576763"/>
          <p14:tracePt t="170864" x="2222500" y="4576763"/>
          <p14:tracePt t="170872" x="2273300" y="4568825"/>
          <p14:tracePt t="170880" x="2347913" y="4552950"/>
          <p14:tracePt t="170888" x="2471738" y="4535488"/>
          <p14:tracePt t="170896" x="2613025" y="4535488"/>
          <p14:tracePt t="170904" x="2960688" y="4527550"/>
          <p14:tracePt t="170912" x="3267075" y="4527550"/>
          <p14:tracePt t="170920" x="3616325" y="4527550"/>
          <p14:tracePt t="170928" x="3773488" y="4527550"/>
          <p14:tracePt t="170936" x="4122738" y="4527550"/>
          <p14:tracePt t="170944" x="4470400" y="4527550"/>
          <p14:tracePt t="170953" x="5084763" y="4627563"/>
          <p14:tracePt t="170960" x="5233988" y="4668838"/>
          <p14:tracePt t="170968" x="5540375" y="4735513"/>
          <p14:tracePt t="170976" x="5797550" y="4802188"/>
          <p14:tracePt t="170985" x="6062663" y="4892675"/>
          <p14:tracePt t="170993" x="6245225" y="4959350"/>
          <p14:tracePt t="171001" x="6427788" y="5016500"/>
          <p14:tracePt t="171009" x="6577013" y="5083175"/>
          <p14:tracePt t="171017" x="6700838" y="5124450"/>
          <p14:tracePt t="171025" x="6743700" y="5157788"/>
          <p14:tracePt t="171033" x="6842125" y="5207000"/>
          <p14:tracePt t="171041" x="6924675" y="5249863"/>
          <p14:tracePt t="171049" x="6967538" y="5281613"/>
          <p14:tracePt t="171058" x="7024688" y="5307013"/>
          <p14:tracePt t="171065" x="7083425" y="5365750"/>
          <p14:tracePt t="171075" x="7124700" y="5389563"/>
          <p14:tracePt t="171082" x="7150100" y="5422900"/>
          <p14:tracePt t="171091" x="7191375" y="5464175"/>
          <p14:tracePt t="171098" x="7207250" y="5489575"/>
          <p14:tracePt t="171108" x="7224713" y="5514975"/>
          <p14:tracePt t="171114" x="7232650" y="5548313"/>
          <p14:tracePt t="171124" x="7232650" y="5556250"/>
          <p14:tracePt t="171130" x="7248525" y="5589588"/>
          <p14:tracePt t="171141" x="7248525" y="5613400"/>
          <p14:tracePt t="171146" x="7248525" y="5630863"/>
          <p14:tracePt t="171158" x="7248525" y="5656263"/>
          <p14:tracePt t="171162" x="7248525" y="5672138"/>
          <p14:tracePt t="171174" x="7224713" y="5713413"/>
          <p14:tracePt t="171178" x="7173913" y="5730875"/>
          <p14:tracePt t="171191" x="7107238" y="5754688"/>
          <p14:tracePt t="171195" x="7008813" y="5772150"/>
          <p14:tracePt t="171208" x="6916738" y="5780088"/>
          <p14:tracePt t="171211" x="6867525" y="5780088"/>
          <p14:tracePt t="171224" x="6784975" y="5795963"/>
          <p14:tracePt t="171227" x="6718300" y="5795963"/>
          <p14:tracePt t="171241" x="6659563" y="5795963"/>
          <p14:tracePt t="171243" x="6618288" y="5795963"/>
          <p14:tracePt t="171257" x="6592888" y="5795963"/>
          <p14:tracePt t="171260" x="6561138" y="5795963"/>
          <p14:tracePt t="171274" x="6551613" y="5795963"/>
          <p14:tracePt t="171291" x="6535738" y="5795963"/>
          <p14:tracePt t="171736" x="6477000" y="5837238"/>
          <p14:tracePt t="171743" x="6394450" y="5880100"/>
          <p14:tracePt t="171752" x="6294438" y="5921375"/>
          <p14:tracePt t="171760" x="6070600" y="5995988"/>
          <p14:tracePt t="171768" x="5822950" y="6045200"/>
          <p14:tracePt t="171776" x="5416550" y="6103938"/>
          <p14:tracePt t="171784" x="4967288" y="6127750"/>
          <p14:tracePt t="171792" x="4470400" y="6161088"/>
          <p14:tracePt t="171800" x="4246563" y="6161088"/>
          <p14:tracePt t="171808" x="3856038" y="6161088"/>
          <p14:tracePt t="171816" x="3449638" y="6161088"/>
          <p14:tracePt t="171824" x="3101975" y="6086475"/>
          <p14:tracePt t="171832" x="2803525" y="6019800"/>
          <p14:tracePt t="171841" x="2587625" y="5937250"/>
          <p14:tracePt t="171848" x="2405063" y="5862638"/>
          <p14:tracePt t="171858" x="2263775" y="5780088"/>
          <p14:tracePt t="171865" x="2147888" y="5713413"/>
          <p14:tracePt t="171874" x="2122488" y="5672138"/>
          <p14:tracePt t="171881" x="2057400" y="5613400"/>
          <p14:tracePt t="171891" x="2006600" y="5548313"/>
          <p14:tracePt t="171897" x="1982788" y="5489575"/>
          <p14:tracePt t="171908" x="1957388" y="5448300"/>
          <p14:tracePt t="171913" x="1941513" y="5407025"/>
          <p14:tracePt t="171924" x="1924050" y="5348288"/>
          <p14:tracePt t="171929" x="1916113" y="5324475"/>
          <p14:tracePt t="171941" x="1916113" y="5281613"/>
          <p14:tracePt t="171946" x="1916113" y="5240338"/>
          <p14:tracePt t="171958" x="1916113" y="5224463"/>
          <p14:tracePt t="171962" x="1916113" y="5199063"/>
          <p14:tracePt t="171974" x="1916113" y="5183188"/>
          <p14:tracePt t="171978" x="1916113" y="5157788"/>
          <p14:tracePt t="171991" x="1916113" y="5124450"/>
          <p14:tracePt t="171994" x="1916113" y="5108575"/>
          <p14:tracePt t="172008" x="1916113" y="5083175"/>
          <p14:tracePt t="172011" x="1924050" y="5057775"/>
          <p14:tracePt t="172024" x="1965325" y="4983163"/>
          <p14:tracePt t="172027" x="2039938" y="4941888"/>
          <p14:tracePt t="172041" x="2122488" y="4892675"/>
          <p14:tracePt t="172043" x="2230438" y="4833938"/>
          <p14:tracePt t="172058" x="2363788" y="4776788"/>
          <p14:tracePt t="172059" x="2538413" y="4718050"/>
          <p14:tracePt t="172066" x="2736850" y="4668838"/>
          <p14:tracePt t="172075" x="2919413" y="4635500"/>
          <p14:tracePt t="172082" x="3143250" y="4610100"/>
          <p14:tracePt t="172091" x="3351213" y="4594225"/>
          <p14:tracePt t="172099" x="3575050" y="4594225"/>
          <p14:tracePt t="172108" x="3798888" y="4594225"/>
          <p14:tracePt t="172115" x="3981450" y="4594225"/>
          <p14:tracePt t="172124" x="4164013" y="4594225"/>
          <p14:tracePt t="172131" x="4313238" y="4610100"/>
          <p14:tracePt t="172141" x="4470400" y="4668838"/>
          <p14:tracePt t="172147" x="4619625" y="4710113"/>
          <p14:tracePt t="172157" x="4776788" y="4776788"/>
          <p14:tracePt t="172163" x="4902200" y="4833938"/>
          <p14:tracePt t="172174" x="5026025" y="4933950"/>
          <p14:tracePt t="172179" x="5141913" y="5000625"/>
          <p14:tracePt t="172191" x="5233988" y="5100638"/>
          <p14:tracePt t="172196" x="5267325" y="5141913"/>
          <p14:tracePt t="172207" x="5332413" y="5199063"/>
          <p14:tracePt t="172212" x="5391150" y="5281613"/>
          <p14:tracePt t="172224" x="5407025" y="5332413"/>
          <p14:tracePt t="172228" x="5432425" y="5407025"/>
          <p14:tracePt t="172241" x="5448300" y="5448300"/>
          <p14:tracePt t="172244" x="5457825" y="5507038"/>
          <p14:tracePt t="172257" x="5457825" y="5530850"/>
          <p14:tracePt t="172260" x="5457825" y="5572125"/>
          <p14:tracePt t="172274" x="5457825" y="5589588"/>
          <p14:tracePt t="172277" x="5457825" y="5630863"/>
          <p14:tracePt t="172291" x="5457825" y="5672138"/>
          <p14:tracePt t="172293" x="5416550" y="5713413"/>
          <p14:tracePt t="172308" x="5365750" y="5738813"/>
          <p14:tracePt t="172310" x="5291138" y="5780088"/>
          <p14:tracePt t="172324" x="5192713" y="5795963"/>
          <p14:tracePt t="172325" x="5100638" y="5837238"/>
          <p14:tracePt t="172333" x="5041900" y="5854700"/>
          <p14:tracePt t="172341" x="4884738" y="5895975"/>
          <p14:tracePt t="172349" x="4802188" y="5921375"/>
          <p14:tracePt t="172358" x="4678363" y="5937250"/>
          <p14:tracePt t="172365" x="4552950" y="5954713"/>
          <p14:tracePt t="172374" x="4395788" y="5962650"/>
          <p14:tracePt t="172381" x="4246563" y="5978525"/>
          <p14:tracePt t="172391" x="3898900" y="5978525"/>
          <p14:tracePt t="172397" x="3598863" y="5978525"/>
          <p14:tracePt t="172408" x="3251200" y="5978525"/>
          <p14:tracePt t="172414" x="2803525" y="5921375"/>
          <p14:tracePt t="172424" x="2628900" y="5862638"/>
          <p14:tracePt t="172430" x="2322513" y="5780088"/>
          <p14:tracePt t="172443" x="2189163" y="5730875"/>
          <p14:tracePt t="172448" x="1965325" y="5672138"/>
          <p14:tracePt t="172458" x="1816100" y="5597525"/>
          <p14:tracePt t="172462" x="1700213" y="5556250"/>
          <p14:tracePt t="172475" x="1609725" y="5530850"/>
          <p14:tracePt t="172478" x="1566863" y="5507038"/>
          <p14:tracePt t="172491" x="1525588" y="5473700"/>
          <p14:tracePt t="172494" x="1509713" y="5473700"/>
          <p14:tracePt t="172508" x="1509713" y="5464175"/>
          <p14:tracePt t="172511" x="1492250" y="5464175"/>
          <p14:tracePt t="172559" x="1492250" y="5448300"/>
          <p14:tracePt t="172672" x="1509713" y="5448300"/>
          <p14:tracePt t="172680" x="1509713" y="5432425"/>
          <p14:tracePt t="172696" x="1535113" y="5422900"/>
          <p14:tracePt t="172704" x="1576388" y="5407025"/>
          <p14:tracePt t="172712" x="1617663" y="5389563"/>
          <p14:tracePt t="172720" x="1700213" y="5373688"/>
          <p14:tracePt t="172729" x="1790700" y="5365750"/>
          <p14:tracePt t="172736" x="1882775" y="5332413"/>
          <p14:tracePt t="172745" x="1982788" y="5324475"/>
          <p14:tracePt t="172753" x="2081213" y="5307013"/>
          <p14:tracePt t="172761" x="2122488" y="5307013"/>
          <p14:tracePt t="172769" x="2222500" y="5291138"/>
          <p14:tracePt t="172777" x="2305050" y="5291138"/>
          <p14:tracePt t="172785" x="2389188" y="5291138"/>
          <p14:tracePt t="172793" x="2454275" y="5291138"/>
          <p14:tracePt t="172801" x="2528888" y="5291138"/>
          <p14:tracePt t="172809" x="2587625" y="5291138"/>
          <p14:tracePt t="172817" x="2636838" y="5291138"/>
          <p14:tracePt t="172825" x="2679700" y="5291138"/>
          <p14:tracePt t="172833" x="2720975" y="5291138"/>
          <p14:tracePt t="172841" x="2754313" y="5291138"/>
          <p14:tracePt t="172849" x="2762250" y="5291138"/>
          <p14:tracePt t="172858" x="2778125" y="5291138"/>
          <p14:tracePt t="172874" x="2795588" y="5291138"/>
          <p14:tracePt t="172898" x="2803525" y="5291138"/>
          <p14:tracePt t="173100" x="2795588" y="5291138"/>
          <p14:tracePt t="173108" x="2778125" y="5291138"/>
          <p14:tracePt t="173116" x="2736850" y="5291138"/>
          <p14:tracePt t="173125" x="2711450" y="5291138"/>
          <p14:tracePt t="173132" x="2613025" y="5291138"/>
          <p14:tracePt t="173141" x="2487613" y="5265738"/>
          <p14:tracePt t="173148" x="2222500" y="5199063"/>
          <p14:tracePt t="173158" x="2006600" y="5108575"/>
          <p14:tracePt t="173164" x="1916113" y="5083175"/>
          <p14:tracePt t="173174" x="1816100" y="5057775"/>
          <p14:tracePt t="173181" x="1658938" y="5016500"/>
          <p14:tracePt t="173189" x="1566863" y="4975225"/>
          <p14:tracePt t="173197" x="1468438" y="4941888"/>
          <p14:tracePt t="173205" x="1409700" y="4918075"/>
          <p14:tracePt t="173213" x="1384300" y="4900613"/>
          <p14:tracePt t="173221" x="1343025" y="4892675"/>
          <p14:tracePt t="173229" x="1327150" y="4892675"/>
          <p14:tracePt t="173253" x="1309688" y="4876800"/>
          <p14:tracePt t="173334" x="1327150" y="4876800"/>
          <p14:tracePt t="173342" x="1352550" y="4859338"/>
          <p14:tracePt t="173350" x="1393825" y="4859338"/>
          <p14:tracePt t="173358" x="1450975" y="4859338"/>
          <p14:tracePt t="173366" x="1525588" y="4859338"/>
          <p14:tracePt t="173375" x="1592263" y="4859338"/>
          <p14:tracePt t="173382" x="1651000" y="4859338"/>
          <p14:tracePt t="173391" x="1800225" y="4859338"/>
          <p14:tracePt t="173398" x="1898650" y="4859338"/>
          <p14:tracePt t="173408" x="1982788" y="4859338"/>
          <p14:tracePt t="173415" x="2081213" y="4859338"/>
          <p14:tracePt t="173424" x="2206625" y="4859338"/>
          <p14:tracePt t="173431" x="2305050" y="4876800"/>
          <p14:tracePt t="173444" x="2405063" y="4892675"/>
          <p14:tracePt t="173447" x="2497138" y="4918075"/>
          <p14:tracePt t="173455" x="2528888" y="4918075"/>
          <p14:tracePt t="173463" x="2628900" y="4933950"/>
          <p14:tracePt t="173471" x="2720975" y="4959350"/>
          <p14:tracePt t="173479" x="2795588" y="4983163"/>
          <p14:tracePt t="173487" x="2860675" y="5000625"/>
          <p14:tracePt t="173496" x="2944813" y="5016500"/>
          <p14:tracePt t="173503" x="2986088" y="5026025"/>
          <p14:tracePt t="173512" x="3043238" y="5057775"/>
          <p14:tracePt t="173519" x="3101975" y="5067300"/>
          <p14:tracePt t="173528" x="3160713" y="5083175"/>
          <p14:tracePt t="173536" x="3209925" y="5100638"/>
          <p14:tracePt t="173544" x="3243263" y="5100638"/>
          <p14:tracePt t="173552" x="3284538" y="5108575"/>
          <p14:tracePt t="173560" x="3309938" y="5124450"/>
          <p14:tracePt t="173568" x="3351213" y="5124450"/>
          <p14:tracePt t="173576" x="3367088" y="5141913"/>
          <p14:tracePt t="173584" x="3392488" y="5141913"/>
          <p14:tracePt t="173592" x="3408363" y="5141913"/>
          <p14:tracePt t="173600" x="3425825" y="5141913"/>
          <p14:tracePt t="173608" x="3433763" y="5141913"/>
          <p14:tracePt t="173616" x="3449638" y="5141913"/>
          <p14:tracePt t="173625" x="3475038" y="5141913"/>
          <p14:tracePt t="173633" x="3492500" y="5141913"/>
          <p14:tracePt t="173641" x="3508375" y="5141913"/>
          <p14:tracePt t="173649" x="3516313" y="5141913"/>
          <p14:tracePt t="173658" x="3549650" y="5141913"/>
          <p14:tracePt t="173674" x="3575050" y="5141913"/>
          <p14:tracePt t="173681" x="3590925" y="5141913"/>
          <p14:tracePt t="173690" x="3616325" y="5141913"/>
          <p14:tracePt t="173705" x="3641725" y="5141913"/>
          <p14:tracePt t="173713" x="3657600" y="5141913"/>
          <p14:tracePt t="173721" x="3673475" y="5141913"/>
          <p14:tracePt t="173730" x="3690938" y="5141913"/>
          <p14:tracePt t="173737" x="3716338" y="5141913"/>
          <p14:tracePt t="173746" x="3732213" y="5141913"/>
          <p14:tracePt t="173754" x="3757613" y="5141913"/>
          <p14:tracePt t="173762" x="3781425" y="5141913"/>
          <p14:tracePt t="173770" x="3798888" y="5141913"/>
          <p14:tracePt t="173778" x="3840163" y="5141913"/>
          <p14:tracePt t="173786" x="3856038" y="5141913"/>
          <p14:tracePt t="173794" x="3881438" y="5141913"/>
          <p14:tracePt t="173802" x="3906838" y="5141913"/>
          <p14:tracePt t="173810" x="3922713" y="5141913"/>
          <p14:tracePt t="173818" x="3956050" y="5141913"/>
          <p14:tracePt t="173826" x="3963988" y="5141913"/>
          <p14:tracePt t="173842" x="3981450" y="5141913"/>
          <p14:tracePt t="173867" x="3997325" y="5141913"/>
          <p14:tracePt t="173915" x="3997325" y="5157788"/>
          <p14:tracePt t="181176" x="4005263" y="5157788"/>
          <p14:tracePt t="181182" x="4187825" y="5157788"/>
          <p14:tracePt t="181194" x="4370388" y="5108575"/>
          <p14:tracePt t="181197" x="4529138" y="5083175"/>
          <p14:tracePt t="181209" x="4619625" y="5057775"/>
          <p14:tracePt t="181212" x="4752975" y="5016500"/>
          <p14:tracePt t="181227" x="4843463" y="4983163"/>
          <p14:tracePt t="181228" x="4943475" y="4959350"/>
          <p14:tracePt t="181235" x="5026025" y="4933950"/>
          <p14:tracePt t="181243" x="5084763" y="4900613"/>
          <p14:tracePt t="181251" x="5141913" y="4892675"/>
          <p14:tracePt t="181259" x="5267325" y="4833938"/>
          <p14:tracePt t="181267" x="5365750" y="4802188"/>
          <p14:tracePt t="181275" x="5407025" y="4792663"/>
          <p14:tracePt t="181284" x="5457825" y="4776788"/>
          <p14:tracePt t="181292" x="5499100" y="4759325"/>
          <p14:tracePt t="181299" x="5532438" y="4751388"/>
          <p14:tracePt t="181308" x="5540375" y="4751388"/>
          <p14:tracePt t="181316" x="5556250" y="4751388"/>
          <p14:tracePt t="181325" x="5573713" y="4751388"/>
          <p14:tracePt t="181341" x="5573713" y="4735513"/>
          <p14:tracePt t="181348" x="5589588" y="4735513"/>
          <p14:tracePt t="181372" x="5599113" y="4735513"/>
          <p14:tracePt t="181396" x="5614988" y="4735513"/>
          <p14:tracePt t="181421" x="5614988" y="4751388"/>
          <p14:tracePt t="181453" x="5614988" y="4759325"/>
          <p14:tracePt t="181598" x="5630863" y="4759325"/>
          <p14:tracePt t="181609" x="5630863" y="4776788"/>
          <p14:tracePt t="181630" x="5640388" y="4776788"/>
          <p14:tracePt t="181639" x="5656263" y="4792663"/>
          <p14:tracePt t="181655" x="5673725" y="4802188"/>
          <p14:tracePt t="181663" x="5673725" y="4818063"/>
          <p14:tracePt t="181671" x="5681663" y="4818063"/>
          <p14:tracePt t="181679" x="5681663" y="4833938"/>
          <p14:tracePt t="181687" x="5697538" y="4843463"/>
          <p14:tracePt t="181695" x="5697538" y="4859338"/>
          <p14:tracePt t="181703" x="5715000" y="4859338"/>
          <p14:tracePt t="181719" x="5715000" y="4876800"/>
          <p14:tracePt t="181727" x="5715000" y="4892675"/>
          <p14:tracePt t="181752" x="5715000" y="4900613"/>
          <p14:tracePt t="181784" x="5697538" y="4900613"/>
          <p14:tracePt t="181792" x="5681663" y="4918075"/>
          <p14:tracePt t="181800" x="5656263" y="4918075"/>
          <p14:tracePt t="181808" x="5640388" y="4918075"/>
          <p14:tracePt t="181816" x="5599113" y="4918075"/>
          <p14:tracePt t="181824" x="5540375" y="4918075"/>
          <p14:tracePt t="181833" x="5473700" y="4918075"/>
          <p14:tracePt t="181841" x="5407025" y="4918075"/>
          <p14:tracePt t="181849" x="5308600" y="4918075"/>
          <p14:tracePt t="181858" x="5208588" y="4918075"/>
          <p14:tracePt t="181865" x="5149850" y="4900613"/>
          <p14:tracePt t="181874" x="5084763" y="4892675"/>
          <p14:tracePt t="181881" x="5018088" y="4876800"/>
          <p14:tracePt t="181889" x="4959350" y="4843463"/>
          <p14:tracePt t="181897" x="4918075" y="4833938"/>
          <p14:tracePt t="181905" x="4884738" y="4818063"/>
          <p14:tracePt t="181913" x="4860925" y="4802188"/>
          <p14:tracePt t="181921" x="4843463" y="4792663"/>
          <p14:tracePt t="181937" x="4843463" y="4776788"/>
          <p14:tracePt t="181953" x="4843463" y="4759325"/>
          <p14:tracePt t="181986" x="4843463" y="4751388"/>
          <p14:tracePt t="182010" x="4843463" y="4735513"/>
          <p14:tracePt t="182018" x="4876800" y="4718050"/>
          <p14:tracePt t="182026" x="4918075" y="4710113"/>
          <p14:tracePt t="182034" x="4967288" y="4676775"/>
          <p14:tracePt t="182042" x="5041900" y="4651375"/>
          <p14:tracePt t="182050" x="5141913" y="4627563"/>
          <p14:tracePt t="182058" x="5233988" y="4610100"/>
          <p14:tracePt t="182067" x="5365750" y="4552950"/>
          <p14:tracePt t="182074" x="5491163" y="4535488"/>
          <p14:tracePt t="182083" x="5599113" y="4511675"/>
          <p14:tracePt t="182091" x="5656263" y="4494213"/>
          <p14:tracePt t="182099" x="5756275" y="4486275"/>
          <p14:tracePt t="182108" x="5854700" y="4470400"/>
          <p14:tracePt t="182115" x="5946775" y="4470400"/>
          <p14:tracePt t="182124" x="6021388" y="4470400"/>
          <p14:tracePt t="182131" x="6070600" y="4470400"/>
          <p14:tracePt t="182140" x="6129338" y="4470400"/>
          <p14:tracePt t="182147" x="6162675" y="4470400"/>
          <p14:tracePt t="182155" x="6203950" y="4470400"/>
          <p14:tracePt t="182163" x="6229350" y="4470400"/>
          <p14:tracePt t="182171" x="6245225" y="4470400"/>
          <p14:tracePt t="182179" x="6253163" y="4486275"/>
          <p14:tracePt t="182188" x="6270625" y="4486275"/>
          <p14:tracePt t="182196" x="6270625" y="4494213"/>
          <p14:tracePt t="182204" x="6286500" y="4511675"/>
          <p14:tracePt t="182212" x="6286500" y="4527550"/>
          <p14:tracePt t="182228" x="6294438" y="4535488"/>
          <p14:tracePt t="182236" x="6294438" y="4552950"/>
          <p14:tracePt t="182252" x="6294438" y="4568825"/>
          <p14:tracePt t="182260" x="6294438" y="4576763"/>
          <p14:tracePt t="182268" x="6294438" y="4594225"/>
          <p14:tracePt t="182276" x="6294438" y="4610100"/>
          <p14:tracePt t="182284" x="6294438" y="4627563"/>
          <p14:tracePt t="182292" x="6294438" y="4635500"/>
          <p14:tracePt t="182301" x="6294438" y="4651375"/>
          <p14:tracePt t="182308" x="6294438" y="4668838"/>
          <p14:tracePt t="182317" x="6286500" y="4676775"/>
          <p14:tracePt t="182325" x="6270625" y="4694238"/>
          <p14:tracePt t="182333" x="6245225" y="4710113"/>
          <p14:tracePt t="182341" x="6203950" y="4751388"/>
          <p14:tracePt t="182349" x="6170613" y="4776788"/>
          <p14:tracePt t="182358" x="6103938" y="4818063"/>
          <p14:tracePt t="182365" x="6070600" y="4833938"/>
          <p14:tracePt t="182374" x="6005513" y="4876800"/>
          <p14:tracePt t="182381" x="5946775" y="4900613"/>
          <p14:tracePt t="182391" x="5905500" y="4918075"/>
          <p14:tracePt t="182397" x="5880100" y="4941888"/>
          <p14:tracePt t="182407" x="5854700" y="4959350"/>
          <p14:tracePt t="182414" x="5822950" y="4959350"/>
          <p14:tracePt t="182422" x="5805488" y="4975225"/>
          <p14:tracePt t="182438" x="5797550" y="4975225"/>
          <p14:tracePt t="182446" x="5780088" y="4975225"/>
          <p14:tracePt t="182583" x="5764213" y="4975225"/>
          <p14:tracePt t="182607" x="5756275" y="4975225"/>
          <p14:tracePt t="182624" x="5738813" y="4959350"/>
          <p14:tracePt t="182632" x="5722938" y="4959350"/>
          <p14:tracePt t="182648" x="5697538" y="4959350"/>
          <p14:tracePt t="182657" x="5673725" y="4959350"/>
          <p14:tracePt t="182664" x="5640388" y="4941888"/>
          <p14:tracePt t="182672" x="5599113" y="4941888"/>
          <p14:tracePt t="182680" x="5540375" y="4933950"/>
          <p14:tracePt t="182688" x="5514975" y="4933950"/>
          <p14:tracePt t="182696" x="5457825" y="4933950"/>
          <p14:tracePt t="182704" x="5407025" y="4918075"/>
          <p14:tracePt t="182712" x="5349875" y="4900613"/>
          <p14:tracePt t="182720" x="5308600" y="4892675"/>
          <p14:tracePt t="182728" x="5267325" y="4892675"/>
          <p14:tracePt t="182737" x="5224463" y="4876800"/>
          <p14:tracePt t="182745" x="5192713" y="4876800"/>
          <p14:tracePt t="182753" x="5167313" y="4859338"/>
          <p14:tracePt t="182761" x="5141913" y="4843463"/>
          <p14:tracePt t="182769" x="5108575" y="4843463"/>
          <p14:tracePt t="182777" x="5084763" y="4833938"/>
          <p14:tracePt t="182785" x="5067300" y="4833938"/>
          <p14:tracePt t="182793" x="5026025" y="4818063"/>
          <p14:tracePt t="182801" x="5000625" y="4802188"/>
          <p14:tracePt t="182809" x="4959350" y="4776788"/>
          <p14:tracePt t="182817" x="4926013" y="4759325"/>
          <p14:tracePt t="182825" x="4902200" y="4751388"/>
          <p14:tracePt t="182834" x="4876800" y="4718050"/>
          <p14:tracePt t="182841" x="4843463" y="4694238"/>
          <p14:tracePt t="182850" x="4818063" y="4668838"/>
          <p14:tracePt t="182858" x="4802188" y="4651375"/>
          <p14:tracePt t="182866" x="4802188" y="4627563"/>
          <p14:tracePt t="182875" x="4794250" y="4610100"/>
          <p14:tracePt t="182882" x="4794250" y="4594225"/>
          <p14:tracePt t="182891" x="4794250" y="4576763"/>
          <p14:tracePt t="182898" x="4794250" y="4568825"/>
          <p14:tracePt t="182908" x="4794250" y="4552950"/>
          <p14:tracePt t="182915" x="4794250" y="4535488"/>
          <p14:tracePt t="182924" x="4818063" y="4527550"/>
          <p14:tracePt t="182930" x="4876800" y="4494213"/>
          <p14:tracePt t="182941" x="4959350" y="4452938"/>
          <p14:tracePt t="182946" x="5059363" y="4411663"/>
          <p14:tracePt t="182958" x="5183188" y="4370388"/>
          <p14:tracePt t="182962" x="5332413" y="4311650"/>
          <p14:tracePt t="182974" x="5491163" y="4287838"/>
          <p14:tracePt t="182979" x="5640388" y="4246563"/>
          <p14:tracePt t="182991" x="5780088" y="4229100"/>
          <p14:tracePt t="182995" x="5838825" y="4229100"/>
          <p14:tracePt t="183008" x="5962650" y="4229100"/>
          <p14:tracePt t="183011" x="6062663" y="4229100"/>
          <p14:tracePt t="183024" x="6162675" y="4229100"/>
          <p14:tracePt t="183027" x="6211888" y="4229100"/>
          <p14:tracePt t="183041" x="6253163" y="4229100"/>
          <p14:tracePt t="183044" x="6294438" y="4246563"/>
          <p14:tracePt t="183057" x="6311900" y="4262438"/>
          <p14:tracePt t="183060" x="6337300" y="4287838"/>
          <p14:tracePt t="183074" x="6337300" y="4303713"/>
          <p14:tracePt t="183077" x="6353175" y="4329113"/>
          <p14:tracePt t="183092" x="6353175" y="4344988"/>
          <p14:tracePt t="183100" x="6369050" y="4370388"/>
          <p14:tracePt t="183108" x="6369050" y="4386263"/>
          <p14:tracePt t="183116" x="6369050" y="4403725"/>
          <p14:tracePt t="183132" x="6369050" y="4411663"/>
          <p14:tracePt t="183141" x="6369050" y="4445000"/>
          <p14:tracePt t="183148" x="6369050" y="4452938"/>
          <p14:tracePt t="183158" x="6369050" y="4470400"/>
          <p14:tracePt t="183164" x="6369050" y="4494213"/>
          <p14:tracePt t="183174" x="6369050" y="4511675"/>
          <p14:tracePt t="183181" x="6369050" y="4535488"/>
          <p14:tracePt t="183191" x="6369050" y="4552950"/>
          <p14:tracePt t="183197" x="6353175" y="4576763"/>
          <p14:tracePt t="183208" x="6353175" y="4594225"/>
          <p14:tracePt t="183213" x="6337300" y="4627563"/>
          <p14:tracePt t="183224" x="6311900" y="4668838"/>
          <p14:tracePt t="183229" x="6286500" y="4694238"/>
          <p14:tracePt t="183241" x="6253163" y="4718050"/>
          <p14:tracePt t="183245" x="6211888" y="4751388"/>
          <p14:tracePt t="183258" x="6170613" y="4776788"/>
          <p14:tracePt t="183262" x="6121400" y="4802188"/>
          <p14:tracePt t="183274" x="6070600" y="4833938"/>
          <p14:tracePt t="183277" x="6029325" y="4843463"/>
          <p14:tracePt t="183291" x="6005513" y="4859338"/>
          <p14:tracePt t="183294" x="5980113" y="4876800"/>
          <p14:tracePt t="183308" x="5946775" y="4876800"/>
          <p14:tracePt t="183310" x="5938838" y="4892675"/>
          <p14:tracePt t="183324" x="5921375" y="4892675"/>
          <p14:tracePt t="183327" x="5905500" y="4892675"/>
          <p14:tracePt t="183357" x="5897563" y="4892675"/>
          <p14:tracePt t="183431" x="5897563" y="4876800"/>
          <p14:tracePt t="183479" x="5905500" y="4859338"/>
          <p14:tracePt t="183503" x="5921375" y="4859338"/>
          <p14:tracePt t="183544" x="5938838" y="4859338"/>
          <p14:tracePt t="183568" x="5946775" y="4859338"/>
          <p14:tracePt t="183576" x="5946775" y="4876800"/>
          <p14:tracePt t="183600" x="5962650" y="4892675"/>
          <p14:tracePt t="183608" x="5962650" y="4900613"/>
          <p14:tracePt t="183617" x="5980113" y="4918075"/>
          <p14:tracePt t="183625" x="5980113" y="4941888"/>
          <p14:tracePt t="183633" x="5988050" y="4975225"/>
          <p14:tracePt t="183641" x="5988050" y="4983163"/>
          <p14:tracePt t="183649" x="6005513" y="5016500"/>
          <p14:tracePt t="183658" x="6005513" y="5041900"/>
          <p14:tracePt t="183665" x="6021388" y="5067300"/>
          <p14:tracePt t="183674" x="6021388" y="5083175"/>
          <p14:tracePt t="183681" x="6021388" y="5108575"/>
          <p14:tracePt t="183690" x="6029325" y="5108575"/>
          <p14:tracePt t="183697" x="6029325" y="5124450"/>
          <p14:tracePt t="183721" x="6029325" y="5141913"/>
          <p14:tracePt t="183778" x="6046788" y="5124450"/>
          <p14:tracePt t="183786" x="6046788" y="5108575"/>
          <p14:tracePt t="183794" x="6062663" y="5100638"/>
          <p14:tracePt t="183802" x="6070600" y="5067300"/>
          <p14:tracePt t="183811" x="6103938" y="5041900"/>
          <p14:tracePt t="183818" x="6129338" y="5000625"/>
          <p14:tracePt t="183827" x="6170613" y="4959350"/>
          <p14:tracePt t="183834" x="6186488" y="4933950"/>
          <p14:tracePt t="183842" x="6229350" y="4892675"/>
          <p14:tracePt t="183851" x="6253163" y="4859338"/>
          <p14:tracePt t="183859" x="6286500" y="4833938"/>
          <p14:tracePt t="183875" x="6294438" y="4818063"/>
          <p14:tracePt t="183883" x="6311900" y="4802188"/>
          <p14:tracePt t="183899" x="6327775" y="4802188"/>
          <p14:tracePt t="183956" x="6327775" y="4818063"/>
          <p14:tracePt t="183972" x="6327775" y="4833938"/>
          <p14:tracePt t="183988" x="6327775" y="4843463"/>
          <p14:tracePt t="184004" x="6311900" y="4859338"/>
          <p14:tracePt t="184012" x="6311900" y="4876800"/>
          <p14:tracePt t="184020" x="6294438" y="4876800"/>
          <p14:tracePt t="184028" x="6286500" y="4892675"/>
          <p14:tracePt t="184036" x="6245225" y="4918075"/>
          <p14:tracePt t="184044" x="6186488" y="4933950"/>
          <p14:tracePt t="184053" x="6121400" y="4959350"/>
          <p14:tracePt t="184061" x="6021388" y="4983163"/>
          <p14:tracePt t="184069" x="5921375" y="5000625"/>
          <p14:tracePt t="184077" x="5880100" y="5016500"/>
          <p14:tracePt t="184085" x="5780088" y="5026025"/>
          <p14:tracePt t="184093" x="5681663" y="5041900"/>
          <p14:tracePt t="184101" x="5589588" y="5057775"/>
          <p14:tracePt t="184109" x="5514975" y="5057775"/>
          <p14:tracePt t="184117" x="5457825" y="5057775"/>
          <p14:tracePt t="184125" x="5407025" y="5057775"/>
          <p14:tracePt t="184133" x="5391150" y="5057775"/>
          <p14:tracePt t="184141" x="5349875" y="5057775"/>
          <p14:tracePt t="184149" x="5324475" y="5057775"/>
          <p14:tracePt t="184165" x="5308600" y="5057775"/>
          <p14:tracePt t="184175" x="5291138" y="5057775"/>
          <p14:tracePt t="184182" x="5275263" y="5057775"/>
          <p14:tracePt t="184198" x="5267325" y="5057775"/>
          <p14:tracePt t="184208" x="5267325" y="5041900"/>
          <p14:tracePt t="184222" x="5249863" y="5041900"/>
          <p14:tracePt t="184238" x="5249863" y="5026025"/>
          <p14:tracePt t="184254" x="5249863" y="5016500"/>
          <p14:tracePt t="184270" x="5233988" y="5000625"/>
          <p14:tracePt t="184286" x="5233988" y="4983163"/>
          <p14:tracePt t="184295" x="5233988" y="4975225"/>
          <p14:tracePt t="184311" x="5233988" y="4959350"/>
          <p14:tracePt t="184319" x="5233988" y="4941888"/>
          <p14:tracePt t="184327" x="5224463" y="4933950"/>
          <p14:tracePt t="184335" x="5224463" y="4918075"/>
          <p14:tracePt t="184343" x="5224463" y="4900613"/>
          <p14:tracePt t="184351" x="5224463" y="4892675"/>
          <p14:tracePt t="184359" x="5224463" y="4876800"/>
          <p14:tracePt t="184367" x="5208588" y="4859338"/>
          <p14:tracePt t="184375" x="5208588" y="4833938"/>
          <p14:tracePt t="184391" x="5208588" y="4818063"/>
          <p14:tracePt t="184400" x="5208588" y="4802188"/>
          <p14:tracePt t="184408" x="5192713" y="4776788"/>
          <p14:tracePt t="184416" x="5192713" y="4759325"/>
          <p14:tracePt t="184424" x="5183188" y="4759325"/>
          <p14:tracePt t="184432" x="5183188" y="4751388"/>
          <p14:tracePt t="184444" x="5183188" y="4735513"/>
          <p14:tracePt t="184448" x="5167313" y="4718050"/>
          <p14:tracePt t="184457" x="5167313" y="4710113"/>
          <p14:tracePt t="184464" x="5167313" y="4694238"/>
          <p14:tracePt t="184480" x="5167313" y="4676775"/>
          <p14:tracePt t="184569" x="5183188" y="4676775"/>
          <p14:tracePt t="184601" x="5183188" y="4694238"/>
          <p14:tracePt t="184609" x="5183188" y="4718050"/>
          <p14:tracePt t="184618" x="5183188" y="4751388"/>
          <p14:tracePt t="184626" x="5167313" y="4792663"/>
          <p14:tracePt t="184634" x="5141913" y="4818063"/>
          <p14:tracePt t="184642" x="5100638" y="4859338"/>
          <p14:tracePt t="184650" x="5018088" y="4892675"/>
          <p14:tracePt t="184658" x="5000625" y="4900613"/>
          <p14:tracePt t="184666" x="4926013" y="4941888"/>
          <p14:tracePt t="184674" x="4876800" y="4975225"/>
          <p14:tracePt t="184682" x="4802188" y="5000625"/>
          <p14:tracePt t="184691" x="4752975" y="5016500"/>
          <p14:tracePt t="184698" x="4678363" y="5026025"/>
          <p14:tracePt t="184708" x="4619625" y="5041900"/>
          <p14:tracePt t="184714" x="4578350" y="5057775"/>
          <p14:tracePt t="184724" x="4529138" y="5057775"/>
          <p14:tracePt t="184731" x="4511675" y="5057775"/>
          <p14:tracePt t="184739" x="4470400" y="5057775"/>
          <p14:tracePt t="184747" x="4454525" y="5057775"/>
          <p14:tracePt t="184755" x="4437063" y="5057775"/>
          <p14:tracePt t="184763" x="4429125" y="5057775"/>
          <p14:tracePt t="184779" x="4411663" y="5041900"/>
          <p14:tracePt t="184787" x="4411663" y="5026025"/>
          <p14:tracePt t="184795" x="4395788" y="5026025"/>
          <p14:tracePt t="184803" x="4395788" y="5016500"/>
          <p14:tracePt t="184819" x="4395788" y="5000625"/>
          <p14:tracePt t="184835" x="4395788" y="4983163"/>
          <p14:tracePt t="184892" x="4411663" y="4983163"/>
          <p14:tracePt t="184900" x="4437063" y="4983163"/>
          <p14:tracePt t="184909" x="4495800" y="4975225"/>
          <p14:tracePt t="184916" x="4570413" y="4959350"/>
          <p14:tracePt t="184924" x="4660900" y="4959350"/>
          <p14:tracePt t="184942" x="4967288" y="4941888"/>
          <p14:tracePt t="184948" x="5192713" y="4918075"/>
          <p14:tracePt t="184958" x="5416550" y="4900613"/>
          <p14:tracePt t="184965" x="5599113" y="4900613"/>
          <p14:tracePt t="184975" x="5780088" y="4900613"/>
          <p14:tracePt t="184981" x="5838825" y="4900613"/>
          <p14:tracePt t="184991" x="5988050" y="4900613"/>
          <p14:tracePt t="184997" x="6103938" y="4900613"/>
          <p14:tracePt t="185008" x="6203950" y="4900613"/>
          <p14:tracePt t="185013" x="6286500" y="4900613"/>
          <p14:tracePt t="185024" x="6327775" y="4900613"/>
          <p14:tracePt t="185029" x="6386513" y="4900613"/>
          <p14:tracePt t="185041" x="6435725" y="4900613"/>
          <p14:tracePt t="185045" x="6469063" y="4900613"/>
          <p14:tracePt t="185058" x="6477000" y="4918075"/>
          <p14:tracePt t="185062" x="6494463" y="4918075"/>
          <p14:tracePt t="185074" x="6510338" y="4918075"/>
          <p14:tracePt t="185078" x="6510338" y="4933950"/>
          <p14:tracePt t="185094" x="6518275" y="4933950"/>
          <p14:tracePt t="185134" x="6518275" y="4941888"/>
          <p14:tracePt t="185182" x="6510338" y="4941888"/>
          <p14:tracePt t="185191" x="6477000" y="4941888"/>
          <p14:tracePt t="185199" x="6427788" y="4959350"/>
          <p14:tracePt t="185208" x="6386513" y="4975225"/>
          <p14:tracePt t="185215" x="6327775" y="4975225"/>
          <p14:tracePt t="185224" x="6253163" y="4983163"/>
          <p14:tracePt t="185231" x="6162675" y="5000625"/>
          <p14:tracePt t="185240" x="6062663" y="5016500"/>
          <p14:tracePt t="185247" x="5962650" y="5026025"/>
          <p14:tracePt t="185257" x="5805488" y="5041900"/>
          <p14:tracePt t="185264" x="5656263" y="5057775"/>
          <p14:tracePt t="185272" x="5499100" y="5067300"/>
          <p14:tracePt t="185280" x="5349875" y="5100638"/>
          <p14:tracePt t="185288" x="5208588" y="5108575"/>
          <p14:tracePt t="185296" x="5059363" y="5124450"/>
          <p14:tracePt t="185304" x="4967288" y="5141913"/>
          <p14:tracePt t="185312" x="4860925" y="5157788"/>
          <p14:tracePt t="185320" x="4760913" y="5157788"/>
          <p14:tracePt t="185328" x="4694238" y="5165725"/>
          <p14:tracePt t="185336" x="4611688" y="5165725"/>
          <p14:tracePt t="185344" x="4578350" y="5165725"/>
          <p14:tracePt t="185352" x="4552950" y="5165725"/>
          <p14:tracePt t="185360" x="4537075" y="5165725"/>
          <p14:tracePt t="185368" x="4529138" y="5165725"/>
          <p14:tracePt t="185449" x="4537075" y="5165725"/>
          <p14:tracePt t="185473" x="4552950" y="5165725"/>
          <p14:tracePt t="185482" x="4570413" y="5165725"/>
          <p14:tracePt t="185514" x="4578350" y="5165725"/>
          <p14:tracePt t="185522" x="4594225" y="5165725"/>
          <p14:tracePt t="185530" x="4611688" y="5165725"/>
          <p14:tracePt t="185538" x="4619625" y="5165725"/>
          <p14:tracePt t="185546" x="4635500" y="5165725"/>
          <p14:tracePt t="185554" x="4678363" y="5165725"/>
          <p14:tracePt t="185562" x="4702175" y="5157788"/>
          <p14:tracePt t="185570" x="4735513" y="5157788"/>
          <p14:tracePt t="185578" x="4794250" y="5141913"/>
          <p14:tracePt t="185586" x="4843463" y="5141913"/>
          <p14:tracePt t="185595" x="4884738" y="5124450"/>
          <p14:tracePt t="185603" x="4943475" y="5108575"/>
          <p14:tracePt t="185611" x="4984750" y="5108575"/>
          <p14:tracePt t="185619" x="5041900" y="5108575"/>
          <p14:tracePt t="185627" x="5067300" y="5100638"/>
          <p14:tracePt t="185635" x="5108575" y="5083175"/>
          <p14:tracePt t="185643" x="5126038" y="5083175"/>
          <p14:tracePt t="185651" x="5149850" y="5083175"/>
          <p14:tracePt t="185659" x="5183188" y="5083175"/>
          <p14:tracePt t="185675" x="5192713" y="5083175"/>
          <p14:tracePt t="185683" x="5208588" y="5083175"/>
          <p14:tracePt t="185699" x="5224463" y="5067300"/>
          <p14:tracePt t="185724" x="5233988" y="5067300"/>
          <p14:tracePt t="185885" x="5224463" y="5067300"/>
          <p14:tracePt t="185901" x="5192713" y="5083175"/>
          <p14:tracePt t="185917" x="5149850" y="5100638"/>
          <p14:tracePt t="185925" x="5100638" y="5108575"/>
          <p14:tracePt t="185934" x="5041900" y="5108575"/>
          <p14:tracePt t="185942" x="4967288" y="5124450"/>
          <p14:tracePt t="185950" x="4943475" y="5141913"/>
          <p14:tracePt t="185958" x="4860925" y="5157788"/>
          <p14:tracePt t="185966" x="4794250" y="5157788"/>
          <p14:tracePt t="185975" x="4719638" y="5165725"/>
          <p14:tracePt t="185982" x="4660900" y="5165725"/>
          <p14:tracePt t="185991" x="4611688" y="5165725"/>
          <p14:tracePt t="185998" x="4570413" y="5165725"/>
          <p14:tracePt t="186008" x="4529138" y="5165725"/>
          <p14:tracePt t="186014" x="4486275" y="5165725"/>
          <p14:tracePt t="186024" x="4470400" y="5165725"/>
          <p14:tracePt t="186030" x="4454525" y="5165725"/>
          <p14:tracePt t="186038" x="4437063" y="5165725"/>
          <p14:tracePt t="186047" x="4437063" y="5157788"/>
          <p14:tracePt t="186071" x="4437063" y="5141913"/>
          <p14:tracePt t="186111" x="4454525" y="5141913"/>
          <p14:tracePt t="186119" x="4454525" y="5124450"/>
          <p14:tracePt t="186127" x="4470400" y="5124450"/>
          <p14:tracePt t="186135" x="4529138" y="5108575"/>
          <p14:tracePt t="186143" x="4570413" y="5100638"/>
          <p14:tracePt t="186151" x="4611688" y="5083175"/>
          <p14:tracePt t="186160" x="4702175" y="5067300"/>
          <p14:tracePt t="186168" x="4776788" y="5057775"/>
          <p14:tracePt t="186176" x="4902200" y="5041900"/>
          <p14:tracePt t="186184" x="5000625" y="5026025"/>
          <p14:tracePt t="186192" x="5126038" y="5016500"/>
          <p14:tracePt t="186200" x="5149850" y="5016500"/>
          <p14:tracePt t="186208" x="5249863" y="5016500"/>
          <p14:tracePt t="186216" x="5349875" y="5000625"/>
          <p14:tracePt t="186224" x="5416550" y="4983163"/>
          <p14:tracePt t="186232" x="5473700" y="4983163"/>
          <p14:tracePt t="186241" x="5540375" y="4983163"/>
          <p14:tracePt t="186248" x="5599113" y="4975225"/>
          <p14:tracePt t="186258" x="5656263" y="4975225"/>
          <p14:tracePt t="186265" x="5715000" y="4975225"/>
          <p14:tracePt t="186274" x="5738813" y="4975225"/>
          <p14:tracePt t="186281" x="5797550" y="4975225"/>
          <p14:tracePt t="186289" x="5838825" y="4975225"/>
          <p14:tracePt t="186297" x="5864225" y="4975225"/>
          <p14:tracePt t="186305" x="5905500" y="4975225"/>
          <p14:tracePt t="186313" x="5921375" y="4975225"/>
          <p14:tracePt t="186321" x="5946775" y="4975225"/>
          <p14:tracePt t="186329" x="5980113" y="4975225"/>
          <p14:tracePt t="186337" x="5988050" y="4975225"/>
          <p14:tracePt t="186345" x="6005513" y="4975225"/>
          <p14:tracePt t="186354" x="6021388" y="4975225"/>
          <p14:tracePt t="186362" x="6029325" y="4975225"/>
          <p14:tracePt t="186378" x="6046788" y="4975225"/>
          <p14:tracePt t="186402" x="6062663" y="4975225"/>
          <p14:tracePt t="186524" x="6046788" y="4975225"/>
          <p14:tracePt t="186531" x="5988050" y="4975225"/>
          <p14:tracePt t="186540" x="5921375" y="4983163"/>
          <p14:tracePt t="186547" x="5722938" y="4983163"/>
          <p14:tracePt t="186555" x="5540375" y="4983163"/>
          <p14:tracePt t="186563" x="5275263" y="4983163"/>
          <p14:tracePt t="186571" x="4984750" y="5016500"/>
          <p14:tracePt t="186579" x="4802188" y="5016500"/>
          <p14:tracePt t="186588" x="4537075" y="5016500"/>
          <p14:tracePt t="186595" x="4229100" y="5016500"/>
          <p14:tracePt t="186604" x="4022725" y="5016500"/>
          <p14:tracePt t="186612" x="3940175" y="5016500"/>
          <p14:tracePt t="186620" x="3781425" y="5016500"/>
          <p14:tracePt t="186628" x="3698875" y="5016500"/>
          <p14:tracePt t="186636" x="3616325" y="5016500"/>
          <p14:tracePt t="186644" x="3590925" y="5016500"/>
          <p14:tracePt t="186652" x="3557588" y="5016500"/>
          <p14:tracePt t="186660" x="3549650" y="5000625"/>
          <p14:tracePt t="186668" x="3533775" y="5000625"/>
          <p14:tracePt t="186741" x="3549650" y="5000625"/>
          <p14:tracePt t="186773" x="3557588" y="5000625"/>
          <p14:tracePt t="186781" x="3575050" y="5000625"/>
          <p14:tracePt t="186790" x="3598863" y="5000625"/>
          <p14:tracePt t="186797" x="3641725" y="5000625"/>
          <p14:tracePt t="186807" x="3716338" y="5000625"/>
          <p14:tracePt t="186813" x="3840163" y="5000625"/>
          <p14:tracePt t="186822" x="3956050" y="5000625"/>
          <p14:tracePt t="186830" x="4105275" y="4983163"/>
          <p14:tracePt t="186838" x="4305300" y="4983163"/>
          <p14:tracePt t="186846" x="4486275" y="4983163"/>
          <p14:tracePt t="186854" x="4660900" y="4983163"/>
          <p14:tracePt t="186862" x="4818063" y="4983163"/>
          <p14:tracePt t="186870" x="5000625" y="4983163"/>
          <p14:tracePt t="186878" x="5149850" y="4983163"/>
          <p14:tracePt t="186886" x="5308600" y="4983163"/>
          <p14:tracePt t="186894" x="5365750" y="4983163"/>
          <p14:tracePt t="186902" x="5473700" y="4983163"/>
          <p14:tracePt t="186910" x="5573713" y="4983163"/>
          <p14:tracePt t="186919" x="5673725" y="4983163"/>
          <p14:tracePt t="186926" x="5722938" y="4983163"/>
          <p14:tracePt t="186935" x="5780088" y="4983163"/>
          <p14:tracePt t="186943" x="5805488" y="4983163"/>
          <p14:tracePt t="186951" x="5838825" y="4983163"/>
          <p14:tracePt t="186959" x="5854700" y="4983163"/>
          <p14:tracePt t="186967" x="5864225" y="4983163"/>
          <p14:tracePt t="187064" x="5838825" y="4983163"/>
          <p14:tracePt t="187072" x="5805488" y="4983163"/>
          <p14:tracePt t="187080" x="5764213" y="5000625"/>
          <p14:tracePt t="187088" x="5715000" y="5016500"/>
          <p14:tracePt t="187096" x="5614988" y="5016500"/>
          <p14:tracePt t="187104" x="5491163" y="5026025"/>
          <p14:tracePt t="187112" x="5332413" y="5026025"/>
          <p14:tracePt t="187120" x="5149850" y="5041900"/>
          <p14:tracePt t="187128" x="4926013" y="5041900"/>
          <p14:tracePt t="187136" x="4752975" y="5041900"/>
          <p14:tracePt t="187145" x="4529138" y="5041900"/>
          <p14:tracePt t="187153" x="4313238" y="5041900"/>
          <p14:tracePt t="187161" x="4262438" y="5041900"/>
          <p14:tracePt t="187169" x="4105275" y="5041900"/>
          <p14:tracePt t="187177" x="4005263" y="5041900"/>
          <p14:tracePt t="187185" x="3940175" y="5041900"/>
          <p14:tracePt t="187193" x="3881438" y="5041900"/>
          <p14:tracePt t="187201" x="3840163" y="5041900"/>
          <p14:tracePt t="187217" x="3822700" y="5041900"/>
          <p14:tracePt t="187225" x="3814763" y="5041900"/>
          <p14:tracePt t="187282" x="3822700" y="5041900"/>
          <p14:tracePt t="187298" x="3865563" y="5041900"/>
          <p14:tracePt t="187307" x="3940175" y="5041900"/>
          <p14:tracePt t="187314" x="4005263" y="5041900"/>
          <p14:tracePt t="187324" x="4130675" y="5026025"/>
          <p14:tracePt t="187330" x="4262438" y="5000625"/>
          <p14:tracePt t="187338" x="4411663" y="4983163"/>
          <p14:tracePt t="187346" x="4570413" y="4975225"/>
          <p14:tracePt t="187354" x="4752975" y="4933950"/>
          <p14:tracePt t="187363" x="4926013" y="4918075"/>
          <p14:tracePt t="187371" x="5108575" y="4892675"/>
          <p14:tracePt t="187379" x="5267325" y="4876800"/>
          <p14:tracePt t="187387" x="5332413" y="4876800"/>
          <p14:tracePt t="187395" x="5432425" y="4876800"/>
          <p14:tracePt t="187403" x="5556250" y="4859338"/>
          <p14:tracePt t="187411" x="5630863" y="4859338"/>
          <p14:tracePt t="187419" x="5681663" y="4859338"/>
          <p14:tracePt t="187427" x="5738813" y="4859338"/>
          <p14:tracePt t="187435" x="5764213" y="4859338"/>
          <p14:tracePt t="187446" x="5780088" y="4859338"/>
          <p14:tracePt t="187451" x="5805488" y="4859338"/>
          <p14:tracePt t="187475" x="5822950" y="4859338"/>
          <p14:tracePt t="187976" x="5838825" y="4859338"/>
          <p14:tracePt t="187984" x="5864225" y="4859338"/>
          <p14:tracePt t="187992" x="5905500" y="4859338"/>
          <p14:tracePt t="188000" x="5980113" y="4900613"/>
          <p14:tracePt t="188008" x="6070600" y="4941888"/>
          <p14:tracePt t="188016" x="6103938" y="4959350"/>
          <p14:tracePt t="188025" x="6186488" y="5000625"/>
          <p14:tracePt t="188033" x="6253163" y="5016500"/>
          <p14:tracePt t="188041" x="6327775" y="5041900"/>
          <p14:tracePt t="188049" x="6386513" y="5067300"/>
          <p14:tracePt t="188058" x="6411913" y="5083175"/>
          <p14:tracePt t="188065" x="6453188" y="5083175"/>
          <p14:tracePt t="188074" x="6494463" y="5108575"/>
          <p14:tracePt t="188081" x="6510338" y="5108575"/>
          <p14:tracePt t="188090" x="6535738" y="5124450"/>
          <p14:tracePt t="188097" x="6551613" y="5124450"/>
          <p14:tracePt t="188105" x="6551613" y="5141913"/>
          <p14:tracePt t="188113" x="6561138" y="5141913"/>
          <p14:tracePt t="188137" x="6577013" y="5141913"/>
          <p14:tracePt t="189139" x="6535738" y="5141913"/>
          <p14:tracePt t="189147" x="6469063" y="5141913"/>
          <p14:tracePt t="189155" x="6394450" y="5165725"/>
          <p14:tracePt t="189163" x="6294438" y="5199063"/>
          <p14:tracePt t="189171" x="6245225" y="5207000"/>
          <p14:tracePt t="189179" x="6170613" y="5224463"/>
          <p14:tracePt t="189187" x="6070600" y="5240338"/>
          <p14:tracePt t="189195" x="6005513" y="5249863"/>
          <p14:tracePt t="189203" x="5938838" y="5265738"/>
          <p14:tracePt t="189211" x="5864225" y="5265738"/>
          <p14:tracePt t="189219" x="5822950" y="5265738"/>
          <p14:tracePt t="189227" x="5764213" y="5265738"/>
          <p14:tracePt t="189235" x="5756275" y="5265738"/>
          <p14:tracePt t="189244" x="5722938" y="5265738"/>
          <p14:tracePt t="189252" x="5715000" y="5265738"/>
          <p14:tracePt t="189260" x="5697538" y="5265738"/>
          <p14:tracePt t="189276" x="5697538" y="5249863"/>
          <p14:tracePt t="189308" x="5697538" y="5240338"/>
          <p14:tracePt t="189349" x="5697538" y="5224463"/>
          <p14:tracePt t="189381" x="5722938" y="5224463"/>
          <p14:tracePt t="189389" x="5756275" y="5224463"/>
          <p14:tracePt t="189397" x="5797550" y="5207000"/>
          <p14:tracePt t="189405" x="5838825" y="5199063"/>
          <p14:tracePt t="189413" x="5880100" y="5199063"/>
          <p14:tracePt t="189421" x="5921375" y="5183188"/>
          <p14:tracePt t="189429" x="5980113" y="5165725"/>
          <p14:tracePt t="189437" x="6029325" y="5157788"/>
          <p14:tracePt t="189446" x="6062663" y="5157788"/>
          <p14:tracePt t="189454" x="6121400" y="5141913"/>
          <p14:tracePt t="189462" x="6145213" y="5141913"/>
          <p14:tracePt t="189470" x="6170613" y="5141913"/>
          <p14:tracePt t="189478" x="6203950" y="5141913"/>
          <p14:tracePt t="189486" x="6211888" y="5141913"/>
          <p14:tracePt t="189502" x="6229350" y="5141913"/>
          <p14:tracePt t="189574" x="6211888" y="5141913"/>
          <p14:tracePt t="189583" x="6203950" y="5141913"/>
          <p14:tracePt t="189591" x="6186488" y="5141913"/>
          <p14:tracePt t="189599" x="6162675" y="5141913"/>
          <p14:tracePt t="189608" x="6129338" y="5141913"/>
          <p14:tracePt t="189615" x="6062663" y="5141913"/>
          <p14:tracePt t="189624" x="6005513" y="5141913"/>
          <p14:tracePt t="189631" x="5938838" y="5141913"/>
          <p14:tracePt t="189641" x="5905500" y="5141913"/>
          <p14:tracePt t="189647" x="5822950" y="5141913"/>
          <p14:tracePt t="189655" x="5756275" y="5124450"/>
          <p14:tracePt t="189664" x="5697538" y="5108575"/>
          <p14:tracePt t="189671" x="5630863" y="5100638"/>
          <p14:tracePt t="189680" x="5589588" y="5083175"/>
          <p14:tracePt t="189688" x="5556250" y="5067300"/>
          <p14:tracePt t="189696" x="5532438" y="5057775"/>
          <p14:tracePt t="189704" x="5514975" y="5041900"/>
          <p14:tracePt t="189712" x="5499100" y="5041900"/>
          <p14:tracePt t="189720" x="5491163" y="5026025"/>
          <p14:tracePt t="189728" x="5491163" y="5016500"/>
          <p14:tracePt t="189736" x="5473700" y="5016500"/>
          <p14:tracePt t="189744" x="5473700" y="5000625"/>
          <p14:tracePt t="189752" x="5473700" y="4983163"/>
          <p14:tracePt t="189768" x="5457825" y="4975225"/>
          <p14:tracePt t="189776" x="5457825" y="4959350"/>
          <p14:tracePt t="189801" x="5448300" y="4959350"/>
          <p14:tracePt t="189809" x="5448300" y="4941888"/>
          <p14:tracePt t="189817" x="5432425" y="4941888"/>
          <p14:tracePt t="189825" x="5416550" y="4933950"/>
          <p14:tracePt t="189833" x="5407025" y="4933950"/>
          <p14:tracePt t="189841" x="5391150" y="4918075"/>
          <p14:tracePt t="189849" x="5332413" y="4918075"/>
          <p14:tracePt t="189858" x="5267325" y="4900613"/>
          <p14:tracePt t="189865" x="5208588" y="4892675"/>
          <p14:tracePt t="189874" x="5141913" y="4876800"/>
          <p14:tracePt t="189882" x="5084763" y="4876800"/>
          <p14:tracePt t="189891" x="5026025" y="4859338"/>
          <p14:tracePt t="189898" x="4967288" y="4859338"/>
          <p14:tracePt t="189907" x="4926013" y="4843463"/>
          <p14:tracePt t="189914" x="4884738" y="4843463"/>
          <p14:tracePt t="189922" x="4876800" y="4833938"/>
          <p14:tracePt t="189930" x="4843463" y="4833938"/>
          <p14:tracePt t="189938" x="4835525" y="4833938"/>
          <p14:tracePt t="189954" x="4818063" y="4833938"/>
          <p14:tracePt t="189970" x="4818063" y="4818063"/>
          <p14:tracePt t="190002" x="4818063" y="4802188"/>
          <p14:tracePt t="190018" x="4818063" y="4792663"/>
          <p14:tracePt t="190035" x="4818063" y="4776788"/>
          <p14:tracePt t="190051" x="4818063" y="4759325"/>
          <p14:tracePt t="190059" x="4835525" y="4759325"/>
          <p14:tracePt t="190067" x="4835525" y="4751388"/>
          <p14:tracePt t="190083" x="4843463" y="4735513"/>
          <p14:tracePt t="190099" x="4843463" y="4718050"/>
          <p14:tracePt t="190108" x="4860925" y="4718050"/>
          <p14:tracePt t="190132" x="4860925" y="4710113"/>
          <p14:tracePt t="190141" x="4876800" y="4710113"/>
          <p14:tracePt t="190148" x="4876800" y="4694238"/>
          <p14:tracePt t="190172" x="4876800" y="4676775"/>
          <p14:tracePt t="190188" x="4884738" y="4676775"/>
          <p14:tracePt t="190204" x="4884738" y="4668838"/>
          <p14:tracePt t="190228" x="4884738" y="4651375"/>
          <p14:tracePt t="190236" x="4884738" y="4635500"/>
          <p14:tracePt t="190253" x="4884738" y="4627563"/>
          <p14:tracePt t="190261" x="4884738" y="4610100"/>
          <p14:tracePt t="190269" x="4884738" y="4594225"/>
          <p14:tracePt t="190277" x="4884738" y="4576763"/>
          <p14:tracePt t="190285" x="4902200" y="4568825"/>
          <p14:tracePt t="190301" x="4902200" y="4552950"/>
          <p14:tracePt t="190309" x="4918075" y="4552950"/>
          <p14:tracePt t="190317" x="4918075" y="4535488"/>
          <p14:tracePt t="190333" x="4926013" y="4527550"/>
          <p14:tracePt t="190358" x="4943475" y="4511675"/>
          <p14:tracePt t="190366" x="4959350" y="4511675"/>
          <p14:tracePt t="190374" x="4967288" y="4494213"/>
          <p14:tracePt t="190382" x="4984750" y="4494213"/>
          <p14:tracePt t="190391" x="5018088" y="4486275"/>
          <p14:tracePt t="190398" x="5041900" y="4486275"/>
          <p14:tracePt t="190407" x="5067300" y="4470400"/>
          <p14:tracePt t="190414" x="5126038" y="4452938"/>
          <p14:tracePt t="190424" x="5149850" y="4452938"/>
          <p14:tracePt t="190430" x="5192713" y="4445000"/>
          <p14:tracePt t="190441" x="5249863" y="4445000"/>
          <p14:tracePt t="190447" x="5275263" y="4445000"/>
          <p14:tracePt t="190455" x="5308600" y="4445000"/>
          <p14:tracePt t="190463" x="5332413" y="4445000"/>
          <p14:tracePt t="190471" x="5349875" y="4445000"/>
          <p14:tracePt t="190479" x="5365750" y="4445000"/>
          <p14:tracePt t="190487" x="5373688" y="4445000"/>
          <p14:tracePt t="190503" x="5391150" y="4445000"/>
          <p14:tracePt t="190535" x="5407025" y="4452938"/>
          <p14:tracePt t="190543" x="5407025" y="4470400"/>
          <p14:tracePt t="190551" x="5407025" y="4486275"/>
          <p14:tracePt t="190560" x="5416550" y="4494213"/>
          <p14:tracePt t="190568" x="5416550" y="4511675"/>
          <p14:tracePt t="190584" x="5416550" y="4527550"/>
          <p14:tracePt t="190592" x="5416550" y="4552950"/>
          <p14:tracePt t="190600" x="5416550" y="4576763"/>
          <p14:tracePt t="190608" x="5416550" y="4594225"/>
          <p14:tracePt t="190616" x="5416550" y="4627563"/>
          <p14:tracePt t="190625" x="5416550" y="4635500"/>
          <p14:tracePt t="190632" x="5416550" y="4668838"/>
          <p14:tracePt t="190641" x="5416550" y="4694238"/>
          <p14:tracePt t="190648" x="5416550" y="4718050"/>
          <p14:tracePt t="190658" x="5416550" y="4751388"/>
          <p14:tracePt t="190665" x="5416550" y="4776788"/>
          <p14:tracePt t="190674" x="5416550" y="4818063"/>
          <p14:tracePt t="190681" x="5416550" y="4833938"/>
          <p14:tracePt t="190689" x="5416550" y="4876800"/>
          <p14:tracePt t="190697" x="5416550" y="4900613"/>
          <p14:tracePt t="190713" x="5407025" y="4933950"/>
          <p14:tracePt t="190721" x="5407025" y="4941888"/>
          <p14:tracePt t="190729" x="5391150" y="4941888"/>
          <p14:tracePt t="190745" x="5391150" y="4959350"/>
          <p14:tracePt t="190753" x="5373688" y="4959350"/>
          <p14:tracePt t="190769" x="5365750" y="4975225"/>
          <p14:tracePt t="190777" x="5349875" y="4975225"/>
          <p14:tracePt t="190794" x="5332413" y="4975225"/>
          <p14:tracePt t="190802" x="5324475" y="4975225"/>
          <p14:tracePt t="190818" x="5308600" y="4975225"/>
          <p14:tracePt t="190826" x="5291138" y="4975225"/>
          <p14:tracePt t="190842" x="5275263" y="4975225"/>
          <p14:tracePt t="190858" x="5275263" y="4959350"/>
          <p14:tracePt t="190866" x="5267325" y="4941888"/>
          <p14:tracePt t="190874" x="5267325" y="4933950"/>
          <p14:tracePt t="190891" x="5249863" y="4918075"/>
          <p14:tracePt t="190907" x="5249863" y="4900613"/>
          <p14:tracePt t="190931" x="5249863" y="4892675"/>
          <p14:tracePt t="190955" x="5267325" y="4892675"/>
          <p14:tracePt t="190963" x="5324475" y="4892675"/>
          <p14:tracePt t="190971" x="5365750" y="4892675"/>
          <p14:tracePt t="190979" x="5457825" y="4892675"/>
          <p14:tracePt t="190988" x="5514975" y="4892675"/>
          <p14:tracePt t="190996" x="5589588" y="4892675"/>
          <p14:tracePt t="191004" x="5681663" y="4892675"/>
          <p14:tracePt t="191012" x="5756275" y="4892675"/>
          <p14:tracePt t="191020" x="5838825" y="4892675"/>
          <p14:tracePt t="191028" x="5880100" y="4892675"/>
          <p14:tracePt t="191036" x="5921375" y="4892675"/>
          <p14:tracePt t="191044" x="5946775" y="4892675"/>
          <p14:tracePt t="191052" x="5962650" y="4892675"/>
          <p14:tracePt t="191060" x="5980113" y="4892675"/>
          <p14:tracePt t="191076" x="5988050" y="4892675"/>
          <p14:tracePt t="191165" x="5988050" y="4900613"/>
          <p14:tracePt t="191189" x="5980113" y="4900613"/>
          <p14:tracePt t="191213" x="5962650" y="4900613"/>
          <p14:tracePt t="191230" x="5946775" y="4900613"/>
          <p14:tracePt t="191238" x="5938838" y="4900613"/>
          <p14:tracePt t="191254" x="5921375" y="4900613"/>
          <p14:tracePt t="191262" x="5897563" y="4900613"/>
          <p14:tracePt t="191270" x="5880100" y="4900613"/>
          <p14:tracePt t="191278" x="5864225" y="4900613"/>
          <p14:tracePt t="191286" x="5838825" y="4900613"/>
          <p14:tracePt t="191294" x="5805488" y="4900613"/>
          <p14:tracePt t="191310" x="5780088" y="4892675"/>
          <p14:tracePt t="191318" x="5756275" y="4876800"/>
          <p14:tracePt t="191327" x="5738813" y="4843463"/>
          <p14:tracePt t="191334" x="5722938" y="4833938"/>
          <p14:tracePt t="191343" x="5697538" y="4802188"/>
          <p14:tracePt t="191351" x="5681663" y="4776788"/>
          <p14:tracePt t="191359" x="5673725" y="4759325"/>
          <p14:tracePt t="191367" x="5656263" y="4751388"/>
          <p14:tracePt t="191375" x="5640388" y="4718050"/>
          <p14:tracePt t="191383" x="5630863" y="4710113"/>
          <p14:tracePt t="191391" x="5614988" y="4694238"/>
          <p14:tracePt t="191399" x="5614988" y="4676775"/>
          <p14:tracePt t="191408" x="5599113" y="4668838"/>
          <p14:tracePt t="191415" x="5599113" y="4651375"/>
          <p14:tracePt t="191425" x="5599113" y="4635500"/>
          <p14:tracePt t="191447" x="5599113" y="4627563"/>
          <p14:tracePt t="191472" x="5599113" y="4610100"/>
          <p14:tracePt t="191512" x="5614988" y="4610100"/>
          <p14:tracePt t="191520" x="5630863" y="4610100"/>
          <p14:tracePt t="191528" x="5673725" y="4594225"/>
          <p14:tracePt t="191537" x="5681663" y="4594225"/>
          <p14:tracePt t="191544" x="5738813" y="4594225"/>
          <p14:tracePt t="191552" x="5780088" y="4594225"/>
          <p14:tracePt t="191561" x="5838825" y="4594225"/>
          <p14:tracePt t="191569" x="5880100" y="4594225"/>
          <p14:tracePt t="191577" x="5921375" y="4594225"/>
          <p14:tracePt t="191585" x="5946775" y="4594225"/>
          <p14:tracePt t="191593" x="5988050" y="4594225"/>
          <p14:tracePt t="191601" x="6021388" y="4594225"/>
          <p14:tracePt t="191609" x="6029325" y="4610100"/>
          <p14:tracePt t="191617" x="6046788" y="4610100"/>
          <p14:tracePt t="191625" x="6062663" y="4627563"/>
          <p14:tracePt t="191633" x="6070600" y="4627563"/>
          <p14:tracePt t="191641" x="6070600" y="4635500"/>
          <p14:tracePt t="191658" x="6088063" y="4651375"/>
          <p14:tracePt t="191674" x="6088063" y="4668838"/>
          <p14:tracePt t="191682" x="6088063" y="4676775"/>
          <p14:tracePt t="191698" x="6088063" y="4710113"/>
          <p14:tracePt t="191707" x="6088063" y="4735513"/>
          <p14:tracePt t="191714" x="6088063" y="4751388"/>
          <p14:tracePt t="191722" x="6088063" y="4776788"/>
          <p14:tracePt t="191730" x="6088063" y="4802188"/>
          <p14:tracePt t="191738" x="6070600" y="4833938"/>
          <p14:tracePt t="191746" x="6070600" y="4859338"/>
          <p14:tracePt t="191754" x="6062663" y="4859338"/>
          <p14:tracePt t="191762" x="6046788" y="4876800"/>
          <p14:tracePt t="191770" x="6046788" y="4892675"/>
          <p14:tracePt t="191779" x="6046788" y="4900613"/>
          <p14:tracePt t="191787" x="6029325" y="4900613"/>
          <p14:tracePt t="191795" x="6021388" y="4918075"/>
          <p14:tracePt t="191819" x="6005513" y="4918075"/>
          <p14:tracePt t="191835" x="5988050" y="4918075"/>
          <p14:tracePt t="191843" x="5980113" y="4918075"/>
          <p14:tracePt t="191859" x="5946775" y="4918075"/>
          <p14:tracePt t="191867" x="5938838" y="4918075"/>
          <p14:tracePt t="191875" x="5921375" y="4918075"/>
          <p14:tracePt t="191884" x="5880100" y="4918075"/>
          <p14:tracePt t="191891" x="5838825" y="4918075"/>
          <p14:tracePt t="191900" x="5822950" y="4918075"/>
          <p14:tracePt t="191908" x="5780088" y="4918075"/>
          <p14:tracePt t="191916" x="5756275" y="4918075"/>
          <p14:tracePt t="191924" x="5715000" y="4918075"/>
          <p14:tracePt t="191932" x="5681663" y="4918075"/>
          <p14:tracePt t="191941" x="5656263" y="4900613"/>
          <p14:tracePt t="191948" x="5630863" y="4900613"/>
          <p14:tracePt t="191957" x="5614988" y="4900613"/>
          <p14:tracePt t="191964" x="5589588" y="4892675"/>
          <p14:tracePt t="191974" x="5573713" y="4892675"/>
          <p14:tracePt t="191980" x="5556250" y="4876800"/>
          <p14:tracePt t="191988" x="5540375" y="4876800"/>
          <p14:tracePt t="191997" x="5532438" y="4859338"/>
          <p14:tracePt t="192005" x="5532438" y="4843463"/>
          <p14:tracePt t="192013" x="5514975" y="4843463"/>
          <p14:tracePt t="192021" x="5499100" y="4833938"/>
          <p14:tracePt t="192037" x="5491163" y="4818063"/>
          <p14:tracePt t="192045" x="5491163" y="4802188"/>
          <p14:tracePt t="192053" x="5473700" y="4792663"/>
          <p14:tracePt t="192069" x="5473700" y="4776788"/>
          <p14:tracePt t="192077" x="5473700" y="4759325"/>
          <p14:tracePt t="192086" x="5473700" y="4751388"/>
          <p14:tracePt t="192101" x="5473700" y="4735513"/>
          <p14:tracePt t="192118" x="5473700" y="4718050"/>
          <p14:tracePt t="192134" x="5473700" y="4710113"/>
          <p14:tracePt t="192150" x="5491163" y="4694238"/>
          <p14:tracePt t="192174" x="5499100" y="4676775"/>
          <p14:tracePt t="192191" x="5514975" y="4668838"/>
          <p14:tracePt t="192198" x="5540375" y="4668838"/>
          <p14:tracePt t="192208" x="5556250" y="4651375"/>
          <p14:tracePt t="192215" x="5573713" y="4651375"/>
          <p14:tracePt t="192224" x="5599113" y="4651375"/>
          <p14:tracePt t="192231" x="5630863" y="4635500"/>
          <p14:tracePt t="192239" x="5640388" y="4635500"/>
          <p14:tracePt t="192247" x="5681663" y="4635500"/>
          <p14:tracePt t="192255" x="5715000" y="4635500"/>
          <p14:tracePt t="192263" x="5756275" y="4635500"/>
          <p14:tracePt t="192271" x="5805488" y="4635500"/>
          <p14:tracePt t="192279" x="5838825" y="4635500"/>
          <p14:tracePt t="192287" x="5864225" y="4635500"/>
          <p14:tracePt t="192295" x="5897563" y="4635500"/>
          <p14:tracePt t="192304" x="5921375" y="4651375"/>
          <p14:tracePt t="192311" x="5938838" y="4651375"/>
          <p14:tracePt t="192320" x="5946775" y="4651375"/>
          <p14:tracePt t="192328" x="5946775" y="4668838"/>
          <p14:tracePt t="192336" x="5946775" y="4676775"/>
          <p14:tracePt t="192344" x="5962650" y="4676775"/>
          <p14:tracePt t="192352" x="5962650" y="4694238"/>
          <p14:tracePt t="192368" x="5962650" y="4710113"/>
          <p14:tracePt t="192376" x="5962650" y="4718050"/>
          <p14:tracePt t="192384" x="5962650" y="4735513"/>
          <p14:tracePt t="192392" x="5962650" y="4759325"/>
          <p14:tracePt t="192400" x="5962650" y="4792663"/>
          <p14:tracePt t="192408" x="5962650" y="4843463"/>
          <p14:tracePt t="192416" x="5962650" y="4892675"/>
          <p14:tracePt t="192424" x="5962650" y="4941888"/>
          <p14:tracePt t="192432" x="5962650" y="4983163"/>
          <p14:tracePt t="192444" x="5962650" y="5026025"/>
          <p14:tracePt t="192449" x="5962650" y="5067300"/>
          <p14:tracePt t="192458" x="5962650" y="5100638"/>
          <p14:tracePt t="192465" x="5962650" y="5141913"/>
          <p14:tracePt t="192474" x="5962650" y="5157788"/>
          <p14:tracePt t="192481" x="5962650" y="5183188"/>
          <p14:tracePt t="192497" x="5962650" y="5199063"/>
          <p14:tracePt t="192513" x="5962650" y="5207000"/>
          <p14:tracePt t="192562" x="5946775" y="5207000"/>
          <p14:tracePt t="192570" x="5938838" y="5207000"/>
          <p14:tracePt t="192586" x="5921375" y="5207000"/>
          <p14:tracePt t="192594" x="5905500" y="5207000"/>
          <p14:tracePt t="192602" x="5897563" y="5207000"/>
          <p14:tracePt t="192610" x="5854700" y="5165725"/>
          <p14:tracePt t="192618" x="5822950" y="5157788"/>
          <p14:tracePt t="192626" x="5738813" y="5100638"/>
          <p14:tracePt t="192635" x="5681663" y="5057775"/>
          <p14:tracePt t="192642" x="5630863" y="5000625"/>
          <p14:tracePt t="192651" x="5573713" y="4933950"/>
          <p14:tracePt t="192659" x="5540375" y="4892675"/>
          <p14:tracePt t="192667" x="5514975" y="4833938"/>
          <p14:tracePt t="192675" x="5491163" y="4792663"/>
          <p14:tracePt t="192683" x="5448300" y="4735513"/>
          <p14:tracePt t="192691" x="5432425" y="4676775"/>
          <p14:tracePt t="192699" x="5416550" y="4635500"/>
          <p14:tracePt t="192708" x="5416550" y="4627563"/>
          <p14:tracePt t="192715" x="5416550" y="4594225"/>
          <p14:tracePt t="192725" x="5416550" y="4576763"/>
          <p14:tracePt t="192731" x="5416550" y="4552950"/>
          <p14:tracePt t="192741" x="5416550" y="4535488"/>
          <p14:tracePt t="192747" x="5416550" y="4527550"/>
          <p14:tracePt t="192772" x="5416550" y="4511675"/>
          <p14:tracePt t="192788" x="5416550" y="4494213"/>
          <p14:tracePt t="192796" x="5432425" y="4486275"/>
          <p14:tracePt t="192804" x="5473700" y="4486275"/>
          <p14:tracePt t="192812" x="5499100" y="4452938"/>
          <p14:tracePt t="192820" x="5532438" y="4452938"/>
          <p14:tracePt t="192828" x="5589588" y="4445000"/>
          <p14:tracePt t="192836" x="5640388" y="4427538"/>
          <p14:tracePt t="192844" x="5681663" y="4411663"/>
          <p14:tracePt t="192852" x="5738813" y="4411663"/>
          <p14:tracePt t="192860" x="5797550" y="4411663"/>
          <p14:tracePt t="192869" x="5838825" y="4411663"/>
          <p14:tracePt t="192877" x="5864225" y="4411663"/>
          <p14:tracePt t="192885" x="5905500" y="4411663"/>
          <p14:tracePt t="192893" x="5938838" y="4411663"/>
          <p14:tracePt t="192901" x="5962650" y="4411663"/>
          <p14:tracePt t="192909" x="5980113" y="4411663"/>
          <p14:tracePt t="192917" x="6005513" y="4411663"/>
          <p14:tracePt t="192925" x="6029325" y="4445000"/>
          <p14:tracePt t="192933" x="6070600" y="4486275"/>
          <p14:tracePt t="192941" x="6103938" y="4568825"/>
          <p14:tracePt t="192949" x="6129338" y="4635500"/>
          <p14:tracePt t="192958" x="6186488" y="4751388"/>
          <p14:tracePt t="192965" x="6211888" y="4876800"/>
          <p14:tracePt t="192975" x="6253163" y="5026025"/>
          <p14:tracePt t="192981" x="6270625" y="5083175"/>
          <p14:tracePt t="192991" x="6286500" y="5183188"/>
          <p14:tracePt t="192998" x="6294438" y="5249863"/>
          <p14:tracePt t="193008" x="6311900" y="5307013"/>
          <p14:tracePt t="193014" x="6311900" y="5332413"/>
          <p14:tracePt t="193024" x="6311900" y="5365750"/>
          <p14:tracePt t="193030" x="6311900" y="5373688"/>
          <p14:tracePt t="193054" x="6311900" y="5389563"/>
          <p14:tracePt t="193103" x="6286500" y="5389563"/>
          <p14:tracePt t="193111" x="6253163" y="5389563"/>
          <p14:tracePt t="193119" x="6211888" y="5389563"/>
          <p14:tracePt t="193127" x="6186488" y="5373688"/>
          <p14:tracePt t="193135" x="6129338" y="5365750"/>
          <p14:tracePt t="193143" x="6088063" y="5348288"/>
          <p14:tracePt t="193151" x="6029325" y="5324475"/>
          <p14:tracePt t="193159" x="5988050" y="5307013"/>
          <p14:tracePt t="193167" x="5946775" y="5265738"/>
          <p14:tracePt t="193176" x="5897563" y="5240338"/>
          <p14:tracePt t="193183" x="5854700" y="5207000"/>
          <p14:tracePt t="193192" x="5764213" y="5157788"/>
          <p14:tracePt t="193200" x="5722938" y="5108575"/>
          <p14:tracePt t="193208" x="5656263" y="5041900"/>
          <p14:tracePt t="193216" x="5589588" y="4975225"/>
          <p14:tracePt t="193224" x="5514975" y="4900613"/>
          <p14:tracePt t="193232" x="5491163" y="4859338"/>
          <p14:tracePt t="193241" x="5432425" y="4802188"/>
          <p14:tracePt t="193248" x="5407025" y="4751388"/>
          <p14:tracePt t="193258" x="5365750" y="4694238"/>
          <p14:tracePt t="193264" x="5324475" y="4635500"/>
          <p14:tracePt t="193274" x="5308600" y="4594225"/>
          <p14:tracePt t="193280" x="5291138" y="4535488"/>
          <p14:tracePt t="193288" x="5267325" y="4511675"/>
          <p14:tracePt t="193297" x="5267325" y="4486275"/>
          <p14:tracePt t="193304" x="5249863" y="4470400"/>
          <p14:tracePt t="193313" x="5249863" y="4445000"/>
          <p14:tracePt t="193321" x="5249863" y="4427538"/>
          <p14:tracePt t="193329" x="5249863" y="4411663"/>
          <p14:tracePt t="193353" x="5249863" y="4403725"/>
          <p14:tracePt t="193385" x="5275263" y="4386263"/>
          <p14:tracePt t="193393" x="5291138" y="4386263"/>
          <p14:tracePt t="193401" x="5332413" y="4386263"/>
          <p14:tracePt t="193409" x="5365750" y="4370388"/>
          <p14:tracePt t="193418" x="5448300" y="4370388"/>
          <p14:tracePt t="193425" x="5491163" y="4370388"/>
          <p14:tracePt t="193434" x="5573713" y="4370388"/>
          <p14:tracePt t="193444" x="5640388" y="4370388"/>
          <p14:tracePt t="193450" x="5738813" y="4370388"/>
          <p14:tracePt t="193458" x="5805488" y="4370388"/>
          <p14:tracePt t="193466" x="5864225" y="4403725"/>
          <p14:tracePt t="193475" x="5905500" y="4445000"/>
          <p14:tracePt t="193482" x="6005513" y="4511675"/>
          <p14:tracePt t="193491" x="6070600" y="4552950"/>
          <p14:tracePt t="193498" x="6129338" y="4635500"/>
          <p14:tracePt t="193508" x="6162675" y="4668838"/>
          <p14:tracePt t="193514" x="6186488" y="4751388"/>
          <p14:tracePt t="193524" x="6211888" y="4792663"/>
          <p14:tracePt t="193531" x="6245225" y="4833938"/>
          <p14:tracePt t="193538" x="6253163" y="4859338"/>
          <p14:tracePt t="193547" x="6270625" y="4892675"/>
          <p14:tracePt t="193555" x="6270625" y="4900613"/>
          <p14:tracePt t="193563" x="6270625" y="4918075"/>
          <p14:tracePt t="193571" x="6286500" y="4933950"/>
          <p14:tracePt t="193595" x="6286500" y="4941888"/>
          <p14:tracePt t="193652" x="6270625" y="4941888"/>
          <p14:tracePt t="193668" x="6253163" y="4941888"/>
          <p14:tracePt t="193676" x="6245225" y="4941888"/>
          <p14:tracePt t="193684" x="6229350" y="4941888"/>
          <p14:tracePt t="193692" x="6203950" y="4941888"/>
          <p14:tracePt t="193700" x="6170613" y="4941888"/>
          <p14:tracePt t="193708" x="6145213" y="4941888"/>
          <p14:tracePt t="193716" x="6103938" y="4941888"/>
          <p14:tracePt t="193724" x="6088063" y="4941888"/>
          <p14:tracePt t="193732" x="6046788" y="4941888"/>
          <p14:tracePt t="193741" x="6021388" y="4941888"/>
          <p14:tracePt t="193748" x="5988050" y="4941888"/>
          <p14:tracePt t="193758" x="5962650" y="4941888"/>
          <p14:tracePt t="193765" x="5946775" y="4941888"/>
          <p14:tracePt t="193774" x="5921375" y="4941888"/>
          <p14:tracePt t="193781" x="5905500" y="4941888"/>
          <p14:tracePt t="193790" x="5897563" y="4941888"/>
          <p14:tracePt t="193797" x="5864225" y="4933950"/>
          <p14:tracePt t="193805" x="5838825" y="4918075"/>
          <p14:tracePt t="193821" x="5805488" y="4900613"/>
          <p14:tracePt t="193829" x="5797550" y="4892675"/>
          <p14:tracePt t="193838" x="5780088" y="4892675"/>
          <p14:tracePt t="193845" x="5780088" y="4876800"/>
          <p14:tracePt t="193854" x="5764213" y="4859338"/>
          <p14:tracePt t="193862" x="5756275" y="4859338"/>
          <p14:tracePt t="193878" x="5738813" y="4843463"/>
          <p14:tracePt t="193902" x="5738813" y="4833938"/>
          <p14:tracePt t="194007" x="5722938" y="4833938"/>
          <p14:tracePt t="194031" x="5722938" y="4843463"/>
          <p14:tracePt t="194041" x="5715000" y="4859338"/>
          <p14:tracePt t="194047" x="5697538" y="4859338"/>
          <p14:tracePt t="194055" x="5697538" y="4876800"/>
          <p14:tracePt t="194063" x="5681663" y="4892675"/>
          <p14:tracePt t="194080" x="5673725" y="4900613"/>
          <p14:tracePt t="194087" x="5656263" y="4900613"/>
          <p14:tracePt t="194096" x="5640388" y="4918075"/>
          <p14:tracePt t="194104" x="5630863" y="4918075"/>
          <p14:tracePt t="194112" x="5614988" y="4933950"/>
          <p14:tracePt t="194120" x="5599113" y="4933950"/>
          <p14:tracePt t="194128" x="5573713" y="4933950"/>
          <p14:tracePt t="194144" x="5556250" y="4933950"/>
          <p14:tracePt t="194152" x="5532438" y="4933950"/>
          <p14:tracePt t="194160" x="5514975" y="4933950"/>
          <p14:tracePt t="194168" x="5499100" y="4933950"/>
          <p14:tracePt t="194176" x="5491163" y="4933950"/>
          <p14:tracePt t="194184" x="5457825" y="4933950"/>
          <p14:tracePt t="194192" x="5448300" y="4933950"/>
          <p14:tracePt t="194201" x="5416550" y="4933950"/>
          <p14:tracePt t="194209" x="5391150" y="4918075"/>
          <p14:tracePt t="194225" x="5365750" y="4900613"/>
          <p14:tracePt t="194233" x="5349875" y="4892675"/>
          <p14:tracePt t="194241" x="5332413" y="4892675"/>
          <p14:tracePt t="194249" x="5324475" y="4892675"/>
          <p14:tracePt t="194265" x="5308600" y="4876800"/>
          <p14:tracePt t="194289" x="5291138" y="4876800"/>
          <p14:tracePt t="194307" x="5275263" y="4876800"/>
          <p14:tracePt t="194314" x="5267325" y="4859338"/>
          <p14:tracePt t="194338" x="5249863" y="4859338"/>
          <p14:tracePt t="194346" x="5249863" y="4843463"/>
          <p14:tracePt t="194354" x="5233988" y="4843463"/>
          <p14:tracePt t="194386" x="5224463" y="4843463"/>
          <p14:tracePt t="194402" x="5224463" y="4833938"/>
          <p14:tracePt t="194419" x="5208588" y="4833938"/>
          <p14:tracePt t="194444" x="5192713" y="4833938"/>
          <p14:tracePt t="194459" x="5183188" y="4833938"/>
          <p14:tracePt t="194475" x="5167313" y="4833938"/>
          <p14:tracePt t="194483" x="5149850" y="4833938"/>
          <p14:tracePt t="194491" x="5149850" y="4843463"/>
          <p14:tracePt t="194499" x="5141913" y="4859338"/>
          <p14:tracePt t="194516" x="5126038" y="4876800"/>
          <p14:tracePt t="194532" x="5126038" y="4892675"/>
          <p14:tracePt t="194541" x="5126038" y="4900613"/>
          <p14:tracePt t="194548" x="5108575" y="4900613"/>
          <p14:tracePt t="194557" x="5108575" y="4918075"/>
          <p14:tracePt t="194580" x="5108575" y="4933950"/>
          <p14:tracePt t="194604" x="5108575" y="4941888"/>
          <p14:tracePt t="194637" x="5126038" y="4941888"/>
          <p14:tracePt t="194661" x="5141913" y="4941888"/>
          <p14:tracePt t="194669" x="5149850" y="4941888"/>
          <p14:tracePt t="194677" x="5167313" y="4941888"/>
          <p14:tracePt t="194685" x="5183188" y="4941888"/>
          <p14:tracePt t="194693" x="5208588" y="4941888"/>
          <p14:tracePt t="194701" x="5233988" y="4933950"/>
          <p14:tracePt t="194709" x="5249863" y="4933950"/>
          <p14:tracePt t="194717" x="5291138" y="4918075"/>
          <p14:tracePt t="194725" x="5349875" y="4918075"/>
          <p14:tracePt t="194734" x="5391150" y="4900613"/>
          <p14:tracePt t="194742" x="5448300" y="4900613"/>
          <p14:tracePt t="194750" x="5499100" y="4892675"/>
          <p14:tracePt t="194758" x="5556250" y="4876800"/>
          <p14:tracePt t="194766" x="5599113" y="4876800"/>
          <p14:tracePt t="194774" x="5656263" y="4859338"/>
          <p14:tracePt t="194782" x="5715000" y="4843463"/>
          <p14:tracePt t="194791" x="5764213" y="4843463"/>
          <p14:tracePt t="194798" x="5797550" y="4843463"/>
          <p14:tracePt t="194807" x="5822950" y="4833938"/>
          <p14:tracePt t="194814" x="5854700" y="4833938"/>
          <p14:tracePt t="194830" x="5864225" y="4833938"/>
          <p14:tracePt t="194838" x="5880100" y="4833938"/>
          <p14:tracePt t="194855" x="5897563" y="4833938"/>
          <p14:tracePt t="194951" x="5897563" y="4843463"/>
          <p14:tracePt t="194968" x="5880100" y="4843463"/>
          <p14:tracePt t="194992" x="5864225" y="4843463"/>
          <p14:tracePt t="195024" x="5864225" y="4833938"/>
          <p14:tracePt t="195032" x="5854700" y="4833938"/>
          <p14:tracePt t="195041" x="5854700" y="4818063"/>
          <p14:tracePt t="195048" x="5854700" y="4802188"/>
          <p14:tracePt t="195058" x="5854700" y="4792663"/>
          <p14:tracePt t="195065" x="5854700" y="4759325"/>
          <p14:tracePt t="195074" x="5854700" y="4751388"/>
          <p14:tracePt t="195081" x="5854700" y="4735513"/>
          <p14:tracePt t="195090" x="5854700" y="4718050"/>
          <p14:tracePt t="195097" x="5854700" y="4710113"/>
          <p14:tracePt t="195105" x="5854700" y="4694238"/>
          <p14:tracePt t="195129" x="5854700" y="4676775"/>
          <p14:tracePt t="195153" x="5864225" y="4676775"/>
          <p14:tracePt t="195161" x="5880100" y="4676775"/>
          <p14:tracePt t="195170" x="5905500" y="4668838"/>
          <p14:tracePt t="195177" x="5921375" y="4668838"/>
          <p14:tracePt t="195185" x="5962650" y="4668838"/>
          <p14:tracePt t="195194" x="6005513" y="4668838"/>
          <p14:tracePt t="195202" x="6029325" y="4668838"/>
          <p14:tracePt t="195210" x="6088063" y="4668838"/>
          <p14:tracePt t="195218" x="6129338" y="4668838"/>
          <p14:tracePt t="195226" x="6162675" y="4668838"/>
          <p14:tracePt t="195234" x="6203950" y="4668838"/>
          <p14:tracePt t="195242" x="6229350" y="4694238"/>
          <p14:tracePt t="195250" x="6253163" y="4718050"/>
          <p14:tracePt t="195258" x="6270625" y="4759325"/>
          <p14:tracePt t="195267" x="6286500" y="4818063"/>
          <p14:tracePt t="195274" x="6311900" y="4843463"/>
          <p14:tracePt t="195283" x="6311900" y="4892675"/>
          <p14:tracePt t="195291" x="6327775" y="4918075"/>
          <p14:tracePt t="195299" x="6327775" y="4941888"/>
          <p14:tracePt t="195308" x="6327775" y="4959350"/>
          <p14:tracePt t="195315" x="6327775" y="4975225"/>
          <p14:tracePt t="195324" x="6327775" y="4983163"/>
          <p14:tracePt t="195340" x="6327775" y="5000625"/>
          <p14:tracePt t="195371" x="6327775" y="5016500"/>
          <p14:tracePt t="195517" x="6337300" y="5016500"/>
          <p14:tracePt t="195557" x="6353175" y="5016500"/>
          <p14:tracePt t="195565" x="6353175" y="5041900"/>
          <p14:tracePt t="196002" x="6337300" y="5041900"/>
          <p14:tracePt t="196009" x="6327775" y="5041900"/>
          <p14:tracePt t="196017" x="6286500" y="5041900"/>
          <p14:tracePt t="196025" x="6245225" y="5041900"/>
          <p14:tracePt t="196033" x="6211888" y="5041900"/>
          <p14:tracePt t="196042" x="6162675" y="5041900"/>
          <p14:tracePt t="196049" x="6129338" y="5041900"/>
          <p14:tracePt t="196058" x="6088063" y="5041900"/>
          <p14:tracePt t="196066" x="6046788" y="5041900"/>
          <p14:tracePt t="196074" x="6021388" y="5041900"/>
          <p14:tracePt t="196082" x="5988050" y="5041900"/>
          <p14:tracePt t="196091" x="5962650" y="5041900"/>
          <p14:tracePt t="196098" x="5938838" y="5041900"/>
          <p14:tracePt t="196107" x="5905500" y="5041900"/>
          <p14:tracePt t="196122" x="5897563" y="5041900"/>
          <p14:tracePt t="196130" x="5880100" y="5041900"/>
          <p14:tracePt t="196146" x="5864225" y="5041900"/>
          <p14:tracePt t="196170" x="5864225" y="5026025"/>
          <p14:tracePt t="199828" x="5864225" y="4983163"/>
          <p14:tracePt t="199835" x="5854700" y="4959350"/>
          <p14:tracePt t="199844" x="5854700" y="4933950"/>
          <p14:tracePt t="199852" x="5838825" y="4892675"/>
          <p14:tracePt t="199860" x="5822950" y="4859338"/>
          <p14:tracePt t="199868" x="5822950" y="4818063"/>
          <p14:tracePt t="199875" x="5822950" y="4776788"/>
          <p14:tracePt t="199883" x="5805488" y="4759325"/>
          <p14:tracePt t="199892" x="5805488" y="4718050"/>
          <p14:tracePt t="199900" x="5805488" y="4694238"/>
          <p14:tracePt t="199908" x="5805488" y="4668838"/>
          <p14:tracePt t="199916" x="5805488" y="4635500"/>
          <p14:tracePt t="199925" x="5805488" y="4627563"/>
          <p14:tracePt t="199932" x="5805488" y="4594225"/>
          <p14:tracePt t="199942" x="5805488" y="4576763"/>
          <p14:tracePt t="199948" x="5805488" y="4568825"/>
          <p14:tracePt t="199958" x="5805488" y="4552950"/>
          <p14:tracePt t="199964" x="5805488" y="4535488"/>
          <p14:tracePt t="199980" x="5805488" y="4527550"/>
          <p14:tracePt t="199997" x="5805488" y="4511675"/>
          <p14:tracePt t="200012" x="5822950" y="4511675"/>
          <p14:tracePt t="200024" x="5822950" y="4494213"/>
          <p14:tracePt t="200028" x="5838825" y="4494213"/>
          <p14:tracePt t="200041" x="5854700" y="4494213"/>
          <p14:tracePt t="200045" x="5880100" y="4486275"/>
          <p14:tracePt t="200058" x="5897563" y="4486275"/>
          <p14:tracePt t="200061" x="5938838" y="4486275"/>
          <p14:tracePt t="200074" x="5980113" y="4486275"/>
          <p14:tracePt t="200077" x="5988050" y="4486275"/>
          <p14:tracePt t="200091" x="6029325" y="4486275"/>
          <p14:tracePt t="200094" x="6062663" y="4486275"/>
          <p14:tracePt t="200107" x="6103938" y="4486275"/>
          <p14:tracePt t="200110" x="6162675" y="4494213"/>
          <p14:tracePt t="200124" x="6203950" y="4535488"/>
          <p14:tracePt t="200127" x="6245225" y="4610100"/>
          <p14:tracePt t="200141" x="6286500" y="4651375"/>
          <p14:tracePt t="200142" x="6294438" y="4694238"/>
          <p14:tracePt t="200150" x="6327775" y="4751388"/>
          <p14:tracePt t="200158" x="6353175" y="4802188"/>
          <p14:tracePt t="200166" x="6353175" y="4833938"/>
          <p14:tracePt t="200174" x="6369050" y="4859338"/>
          <p14:tracePt t="200182" x="6369050" y="4892675"/>
          <p14:tracePt t="200191" x="6369050" y="4900613"/>
          <p14:tracePt t="200198" x="6369050" y="4933950"/>
          <p14:tracePt t="200214" x="6369050" y="4941888"/>
          <p14:tracePt t="200224" x="6369050" y="4959350"/>
          <p14:tracePt t="200239" x="6353175" y="4975225"/>
          <p14:tracePt t="200247" x="6337300" y="4975225"/>
          <p14:tracePt t="200255" x="6294438" y="4983163"/>
          <p14:tracePt t="200263" x="6253163" y="5016500"/>
          <p14:tracePt t="200271" x="6203950" y="5026025"/>
          <p14:tracePt t="200279" x="6145213" y="5057775"/>
          <p14:tracePt t="200287" x="6070600" y="5067300"/>
          <p14:tracePt t="200295" x="6029325" y="5083175"/>
          <p14:tracePt t="200303" x="5980113" y="5100638"/>
          <p14:tracePt t="200311" x="5905500" y="5108575"/>
          <p14:tracePt t="200319" x="5854700" y="5108575"/>
          <p14:tracePt t="200327" x="5805488" y="5124450"/>
          <p14:tracePt t="200335" x="5756275" y="5141913"/>
          <p14:tracePt t="200344" x="5715000" y="5157788"/>
          <p14:tracePt t="200352" x="5681663" y="5157788"/>
          <p14:tracePt t="200360" x="5640388" y="5157788"/>
          <p14:tracePt t="200368" x="5614988" y="5157788"/>
          <p14:tracePt t="200376" x="5573713" y="5157788"/>
          <p14:tracePt t="200384" x="5532438" y="5157788"/>
          <p14:tracePt t="200392" x="5514975" y="5157788"/>
          <p14:tracePt t="200400" x="5491163" y="5124450"/>
          <p14:tracePt t="200408" x="5473700" y="5108575"/>
          <p14:tracePt t="200416" x="5457825" y="5108575"/>
          <p14:tracePt t="200425" x="5448300" y="5100638"/>
          <p14:tracePt t="200432" x="5432425" y="5067300"/>
          <p14:tracePt t="200443" x="5416550" y="5057775"/>
          <p14:tracePt t="200449" x="5416550" y="5041900"/>
          <p14:tracePt t="200465" x="5407025" y="5026025"/>
          <p14:tracePt t="200474" x="5407025" y="5016500"/>
          <p14:tracePt t="200481" x="5391150" y="5000625"/>
          <p14:tracePt t="200491" x="5391150" y="4983163"/>
          <p14:tracePt t="200497" x="5391150" y="4975225"/>
          <p14:tracePt t="200507" x="5373688" y="4959350"/>
          <p14:tracePt t="200513" x="5373688" y="4941888"/>
          <p14:tracePt t="200524" x="5373688" y="4933950"/>
          <p14:tracePt t="200529" x="5365750" y="4900613"/>
          <p14:tracePt t="200541" x="5365750" y="4892675"/>
          <p14:tracePt t="200546" x="5365750" y="4859338"/>
          <p14:tracePt t="200558" x="5349875" y="4843463"/>
          <p14:tracePt t="200562" x="5349875" y="4802188"/>
          <p14:tracePt t="200574" x="5349875" y="4792663"/>
          <p14:tracePt t="200578" x="5332413" y="4751388"/>
          <p14:tracePt t="200591" x="5332413" y="4718050"/>
          <p14:tracePt t="200594" x="5332413" y="4710113"/>
          <p14:tracePt t="200607" x="5332413" y="4676775"/>
          <p14:tracePt t="200610" x="5332413" y="4668838"/>
          <p14:tracePt t="200624" x="5332413" y="4651375"/>
          <p14:tracePt t="200627" x="5332413" y="4635500"/>
          <p14:tracePt t="200641" x="5332413" y="4627563"/>
          <p14:tracePt t="200658" x="5332413" y="4610100"/>
          <p14:tracePt t="200675" x="5332413" y="4594225"/>
          <p14:tracePt t="200699" x="5349875" y="4594225"/>
          <p14:tracePt t="200715" x="5365750" y="4594225"/>
          <p14:tracePt t="200724" x="5373688" y="4576763"/>
          <p14:tracePt t="200731" x="5407025" y="4576763"/>
          <p14:tracePt t="200741" x="5448300" y="4576763"/>
          <p14:tracePt t="200747" x="5514975" y="4568825"/>
          <p14:tracePt t="200755" x="5573713" y="4552950"/>
          <p14:tracePt t="200763" x="5673725" y="4552950"/>
          <p14:tracePt t="200771" x="5756275" y="4552950"/>
          <p14:tracePt t="200780" x="5854700" y="4552950"/>
          <p14:tracePt t="200788" x="5897563" y="4552950"/>
          <p14:tracePt t="200796" x="5988050" y="4552950"/>
          <p14:tracePt t="200804" x="6062663" y="4552950"/>
          <p14:tracePt t="200812" x="6121400" y="4552950"/>
          <p14:tracePt t="200820" x="6170613" y="4552950"/>
          <p14:tracePt t="200828" x="6203950" y="4552950"/>
          <p14:tracePt t="200836" x="6245225" y="4552950"/>
          <p14:tracePt t="200844" x="6253163" y="4568825"/>
          <p14:tracePt t="200852" x="6286500" y="4576763"/>
          <p14:tracePt t="200860" x="6311900" y="4594225"/>
          <p14:tracePt t="200868" x="6311900" y="4610100"/>
          <p14:tracePt t="200876" x="6327775" y="4610100"/>
          <p14:tracePt t="200884" x="6327775" y="4627563"/>
          <p14:tracePt t="200892" x="6337300" y="4635500"/>
          <p14:tracePt t="200901" x="6337300" y="4651375"/>
          <p14:tracePt t="200908" x="6337300" y="4668838"/>
          <p14:tracePt t="200917" x="6337300" y="4676775"/>
          <p14:tracePt t="200941" x="6337300" y="4694238"/>
          <p14:tracePt t="200958" x="6337300" y="4710113"/>
          <p14:tracePt t="200965" x="6337300" y="4718050"/>
          <p14:tracePt t="200974" x="6337300" y="4735513"/>
          <p14:tracePt t="200981" x="6337300" y="4751388"/>
          <p14:tracePt t="200990" x="6327775" y="4759325"/>
          <p14:tracePt t="200998" x="6286500" y="4802188"/>
          <p14:tracePt t="201005" x="6245225" y="4833938"/>
          <p14:tracePt t="201014" x="6186488" y="4859338"/>
          <p14:tracePt t="201022" x="6070600" y="4918075"/>
          <p14:tracePt t="201030" x="5980113" y="4959350"/>
          <p14:tracePt t="201038" x="5880100" y="5000625"/>
          <p14:tracePt t="201046" x="5838825" y="5016500"/>
          <p14:tracePt t="201054" x="5738813" y="5057775"/>
          <p14:tracePt t="201062" x="5673725" y="5067300"/>
          <p14:tracePt t="201070" x="5589588" y="5083175"/>
          <p14:tracePt t="201078" x="5540375" y="5100638"/>
          <p14:tracePt t="201086" x="5491163" y="5100638"/>
          <p14:tracePt t="201094" x="5457825" y="5100638"/>
          <p14:tracePt t="201102" x="5448300" y="5100638"/>
          <p14:tracePt t="201110" x="5416550" y="5100638"/>
          <p14:tracePt t="201119" x="5407025" y="5100638"/>
          <p14:tracePt t="201127" x="5391150" y="5100638"/>
          <p14:tracePt t="201143" x="5373688" y="5083175"/>
          <p14:tracePt t="201159" x="5365750" y="5067300"/>
          <p14:tracePt t="201167" x="5349875" y="5041900"/>
          <p14:tracePt t="201175" x="5332413" y="5026025"/>
          <p14:tracePt t="201183" x="5308600" y="4983163"/>
          <p14:tracePt t="201191" x="5291138" y="4959350"/>
          <p14:tracePt t="201199" x="5275263" y="4933950"/>
          <p14:tracePt t="201208" x="5267325" y="4892675"/>
          <p14:tracePt t="201215" x="5233988" y="4843463"/>
          <p14:tracePt t="201225" x="5208588" y="4833938"/>
          <p14:tracePt t="201232" x="5192713" y="4802188"/>
          <p14:tracePt t="201241" x="5183188" y="4759325"/>
          <p14:tracePt t="201248" x="5167313" y="4751388"/>
          <p14:tracePt t="201257" x="5149850" y="4718050"/>
          <p14:tracePt t="201264" x="5126038" y="4694238"/>
          <p14:tracePt t="201272" x="5108575" y="4676775"/>
          <p14:tracePt t="201280" x="5084763" y="4651375"/>
          <p14:tracePt t="201288" x="5067300" y="4610100"/>
          <p14:tracePt t="201296" x="5041900" y="4576763"/>
          <p14:tracePt t="201304" x="5026025" y="4552950"/>
          <p14:tracePt t="201312" x="5000625" y="4527550"/>
          <p14:tracePt t="201320" x="4967288" y="4486275"/>
          <p14:tracePt t="201328" x="4959350" y="4427538"/>
          <p14:tracePt t="201337" x="4926013" y="4386263"/>
          <p14:tracePt t="201345" x="4902200" y="4344988"/>
          <p14:tracePt t="201353" x="4876800" y="4287838"/>
          <p14:tracePt t="201361" x="4860925" y="4229100"/>
          <p14:tracePt t="201369" x="4835525" y="4179888"/>
          <p14:tracePt t="201377" x="4835525" y="4146550"/>
          <p14:tracePt t="201385" x="4818063" y="4105275"/>
          <p14:tracePt t="201393" x="4802188" y="4064000"/>
          <p14:tracePt t="201401" x="4794250" y="4046538"/>
          <p14:tracePt t="201409" x="4794250" y="4021138"/>
          <p14:tracePt t="201417" x="4794250" y="4005263"/>
          <p14:tracePt t="201433" x="4794250" y="3997325"/>
          <p14:tracePt t="201443" x="4794250" y="3979863"/>
          <p14:tracePt t="201474" x="4794250" y="3963988"/>
          <p14:tracePt t="201522" x="4802188" y="3963988"/>
          <p14:tracePt t="201530" x="4835525" y="3963988"/>
          <p14:tracePt t="201538" x="4884738" y="3963988"/>
          <p14:tracePt t="201547" x="4943475" y="3963988"/>
          <p14:tracePt t="201554" x="5041900" y="3963988"/>
          <p14:tracePt t="201563" x="5167313" y="3963988"/>
          <p14:tracePt t="201571" x="5249863" y="3963988"/>
          <p14:tracePt t="201579" x="5373688" y="3963988"/>
          <p14:tracePt t="201587" x="5432425" y="3963988"/>
          <p14:tracePt t="201595" x="5614988" y="3963988"/>
          <p14:tracePt t="201603" x="5673725" y="3979863"/>
          <p14:tracePt t="201611" x="5822950" y="3997325"/>
          <p14:tracePt t="201619" x="5880100" y="4005263"/>
          <p14:tracePt t="201627" x="5946775" y="4038600"/>
          <p14:tracePt t="201635" x="6021388" y="4064000"/>
          <p14:tracePt t="201644" x="6088063" y="4079875"/>
          <p14:tracePt t="201651" x="6145213" y="4105275"/>
          <p14:tracePt t="201659" x="6203950" y="4138613"/>
          <p14:tracePt t="201667" x="6229350" y="4146550"/>
          <p14:tracePt t="201675" x="6311900" y="4221163"/>
          <p14:tracePt t="201684" x="6353175" y="4262438"/>
          <p14:tracePt t="201692" x="6394450" y="4329113"/>
          <p14:tracePt t="201700" x="6427788" y="4386263"/>
          <p14:tracePt t="201708" x="6453188" y="4411663"/>
          <p14:tracePt t="201716" x="6469063" y="4486275"/>
          <p14:tracePt t="201724" x="6535738" y="4610100"/>
          <p14:tracePt t="201732" x="6535738" y="4651375"/>
          <p14:tracePt t="201741" x="6551613" y="4718050"/>
          <p14:tracePt t="201748" x="6577013" y="4776788"/>
          <p14:tracePt t="201758" x="6592888" y="4843463"/>
          <p14:tracePt t="201764" x="6592888" y="4876800"/>
          <p14:tracePt t="201774" x="6602413" y="4918075"/>
          <p14:tracePt t="201781" x="6602413" y="4941888"/>
          <p14:tracePt t="201791" x="6602413" y="4959350"/>
          <p14:tracePt t="201797" x="6602413" y="4975225"/>
          <p14:tracePt t="201808" x="6602413" y="4983163"/>
          <p14:tracePt t="201813" x="6602413" y="5000625"/>
          <p14:tracePt t="201837" x="6602413" y="5016500"/>
          <p14:tracePt t="201845" x="6602413" y="5026025"/>
          <p14:tracePt t="201869" x="6592888" y="5041900"/>
          <p14:tracePt t="201877" x="6561138" y="5041900"/>
          <p14:tracePt t="201886" x="6551613" y="5057775"/>
          <p14:tracePt t="201894" x="6510338" y="5067300"/>
          <p14:tracePt t="201902" x="6469063" y="5067300"/>
          <p14:tracePt t="201910" x="6427788" y="5083175"/>
          <p14:tracePt t="201918" x="6327775" y="5100638"/>
          <p14:tracePt t="201926" x="6253163" y="5108575"/>
          <p14:tracePt t="201934" x="6170613" y="5124450"/>
          <p14:tracePt t="201942" x="6103938" y="5141913"/>
          <p14:tracePt t="201950" x="6046788" y="5141913"/>
          <p14:tracePt t="201958" x="5980113" y="5141913"/>
          <p14:tracePt t="201966" x="5905500" y="5141913"/>
          <p14:tracePt t="201975" x="5838825" y="5141913"/>
          <p14:tracePt t="201982" x="5780088" y="5141913"/>
          <p14:tracePt t="201991" x="5715000" y="5100638"/>
          <p14:tracePt t="201999" x="5656263" y="5083175"/>
          <p14:tracePt t="202008" x="5614988" y="5041900"/>
          <p14:tracePt t="202015" x="5556250" y="5000625"/>
          <p14:tracePt t="202024" x="5499100" y="4959350"/>
          <p14:tracePt t="202031" x="5473700" y="4918075"/>
          <p14:tracePt t="202040" x="5448300" y="4859338"/>
          <p14:tracePt t="202047" x="5416550" y="4818063"/>
          <p14:tracePt t="202055" x="5391150" y="4759325"/>
          <p14:tracePt t="202063" x="5365750" y="4694238"/>
          <p14:tracePt t="202071" x="5349875" y="4635500"/>
          <p14:tracePt t="202079" x="5332413" y="4576763"/>
          <p14:tracePt t="202087" x="5332413" y="4535488"/>
          <p14:tracePt t="202096" x="5332413" y="4486275"/>
          <p14:tracePt t="202103" x="5332413" y="4427538"/>
          <p14:tracePt t="202112" x="5332413" y="4403725"/>
          <p14:tracePt t="202120" x="5332413" y="4362450"/>
          <p14:tracePt t="202128" x="5332413" y="4329113"/>
          <p14:tracePt t="202136" x="5332413" y="4311650"/>
          <p14:tracePt t="202144" x="5332413" y="4303713"/>
          <p14:tracePt t="202152" x="5349875" y="4287838"/>
          <p14:tracePt t="202168" x="5365750" y="4270375"/>
          <p14:tracePt t="202176" x="5391150" y="4262438"/>
          <p14:tracePt t="202184" x="5448300" y="4229100"/>
          <p14:tracePt t="202192" x="5499100" y="4221163"/>
          <p14:tracePt t="202201" x="5532438" y="4221163"/>
          <p14:tracePt t="202208" x="5589588" y="4187825"/>
          <p14:tracePt t="202217" x="5656263" y="4179888"/>
          <p14:tracePt t="202225" x="5756275" y="4179888"/>
          <p14:tracePt t="202233" x="5838825" y="4179888"/>
          <p14:tracePt t="202241" x="5905500" y="4162425"/>
          <p14:tracePt t="202249" x="5980113" y="4162425"/>
          <p14:tracePt t="202258" x="6029325" y="4162425"/>
          <p14:tracePt t="202265" x="6070600" y="4162425"/>
          <p14:tracePt t="202275" x="6121400" y="4162425"/>
          <p14:tracePt t="202281" x="6162675" y="4162425"/>
          <p14:tracePt t="202290" x="6170613" y="4162425"/>
          <p14:tracePt t="202297" x="6203950" y="4162425"/>
          <p14:tracePt t="202305" x="6211888" y="4179888"/>
          <p14:tracePt t="202314" x="6229350" y="4187825"/>
          <p14:tracePt t="202330" x="6245225" y="4203700"/>
          <p14:tracePt t="202338" x="6245225" y="4221163"/>
          <p14:tracePt t="202346" x="6253163" y="4221163"/>
          <p14:tracePt t="202354" x="6253163" y="4229100"/>
          <p14:tracePt t="202378" x="6253163" y="4246563"/>
          <p14:tracePt t="202402" x="6253163" y="4262438"/>
          <p14:tracePt t="202491" x="6253163" y="4246563"/>
          <p14:tracePt t="202515" x="6253163" y="4229100"/>
          <p14:tracePt t="202531" x="6253163" y="4221163"/>
          <p14:tracePt t="202548" x="6253163" y="4203700"/>
          <p14:tracePt t="202557" x="6253163" y="4187825"/>
          <p14:tracePt t="202564" x="6253163" y="4179888"/>
          <p14:tracePt t="202572" x="6229350" y="4146550"/>
          <p14:tracePt t="202580" x="6203950" y="4105275"/>
          <p14:tracePt t="202588" x="6129338" y="4038600"/>
          <p14:tracePt t="202596" x="6046788" y="3963988"/>
          <p14:tracePt t="202604" x="5921375" y="3871913"/>
          <p14:tracePt t="202612" x="5780088" y="3756025"/>
          <p14:tracePt t="202620" x="5630863" y="3632200"/>
          <p14:tracePt t="202628" x="5448300" y="3475038"/>
          <p14:tracePt t="202637" x="5249863" y="3367088"/>
          <p14:tracePt t="202644" x="5084763" y="3267075"/>
          <p14:tracePt t="202652" x="4918075" y="3184525"/>
          <p14:tracePt t="202661" x="4760913" y="3125788"/>
          <p14:tracePt t="202669" x="4719638" y="3117850"/>
          <p14:tracePt t="202677" x="4594225" y="3076575"/>
          <p14:tracePt t="202685" x="4495800" y="3043238"/>
          <p14:tracePt t="202693" x="4429125" y="3027363"/>
          <p14:tracePt t="202701" x="4346575" y="3017838"/>
          <p14:tracePt t="202709" x="4313238" y="3017838"/>
          <p14:tracePt t="202717" x="4271963" y="3017838"/>
          <p14:tracePt t="202725" x="4246563" y="3017838"/>
          <p14:tracePt t="202733" x="4221163" y="3017838"/>
          <p14:tracePt t="202741" x="4205288" y="3017838"/>
          <p14:tracePt t="202749" x="4187825" y="3017838"/>
          <p14:tracePt t="202758" x="4164013" y="3017838"/>
          <p14:tracePt t="202766" x="4130675" y="3017838"/>
          <p14:tracePt t="202782" x="4105275" y="3017838"/>
          <p14:tracePt t="202791" x="4089400" y="3017838"/>
          <p14:tracePt t="202798" x="4079875" y="3017838"/>
          <p14:tracePt t="202807" x="4064000" y="3017838"/>
          <p14:tracePt t="202814" x="4048125" y="3017838"/>
          <p14:tracePt t="202822" x="4038600" y="3017838"/>
          <p14:tracePt t="202838" x="4022725" y="3017838"/>
          <p14:tracePt t="202854" x="4005263" y="3017838"/>
          <p14:tracePt t="202862" x="3997325" y="3017838"/>
          <p14:tracePt t="202870" x="3981450" y="3017838"/>
          <p14:tracePt t="202878" x="3963988" y="3017838"/>
          <p14:tracePt t="202887" x="3956050" y="3017838"/>
          <p14:tracePt t="202895" x="3940175" y="3001963"/>
          <p14:tracePt t="202903" x="3922713" y="3001963"/>
          <p14:tracePt t="202911" x="3898900" y="3001963"/>
          <p14:tracePt t="202919" x="3881438" y="2986088"/>
          <p14:tracePt t="202935" x="3865563" y="2986088"/>
          <p14:tracePt t="202943" x="3856038" y="2986088"/>
          <p14:tracePt t="202951" x="3856038" y="2976563"/>
          <p14:tracePt t="202959" x="3840163" y="2976563"/>
          <p14:tracePt t="202967" x="3822700" y="2960688"/>
          <p14:tracePt t="203000" x="3814763" y="2943225"/>
          <p14:tracePt t="203016" x="3814763" y="2935288"/>
          <p14:tracePt t="203032" x="3814763" y="2919413"/>
          <p14:tracePt t="203129" x="3822700" y="2919413"/>
          <p14:tracePt t="203137" x="3840163" y="2919413"/>
          <p14:tracePt t="203145" x="3865563" y="2919413"/>
          <p14:tracePt t="203153" x="3881438" y="2919413"/>
          <p14:tracePt t="203161" x="3922713" y="2919413"/>
          <p14:tracePt t="203169" x="3956050" y="2919413"/>
          <p14:tracePt t="203177" x="3997325" y="2919413"/>
          <p14:tracePt t="203185" x="4038600" y="2919413"/>
          <p14:tracePt t="203193" x="4064000" y="2919413"/>
          <p14:tracePt t="203201" x="4089400" y="2919413"/>
          <p14:tracePt t="203210" x="4105275" y="2919413"/>
          <p14:tracePt t="203226" x="4122738" y="2919413"/>
          <p14:tracePt t="203234" x="4130675" y="2919413"/>
          <p14:tracePt t="203258" x="4146550" y="2919413"/>
          <p14:tracePt t="203371" x="4171950" y="2919413"/>
          <p14:tracePt t="203379" x="4205288" y="2919413"/>
          <p14:tracePt t="203387" x="4246563" y="2919413"/>
          <p14:tracePt t="203395" x="4313238" y="2919413"/>
          <p14:tracePt t="203403" x="4411663" y="2919413"/>
          <p14:tracePt t="203411" x="4511675" y="2919413"/>
          <p14:tracePt t="203419" x="4635500" y="2919413"/>
          <p14:tracePt t="203428" x="4776788" y="2919413"/>
          <p14:tracePt t="203435" x="4902200" y="2919413"/>
          <p14:tracePt t="203446" x="4959350" y="2919413"/>
          <p14:tracePt t="203452" x="5084763" y="2919413"/>
          <p14:tracePt t="203460" x="5149850" y="2919413"/>
          <p14:tracePt t="203468" x="5224463" y="2919413"/>
          <p14:tracePt t="203476" x="5275263" y="2935288"/>
          <p14:tracePt t="203484" x="5308600" y="2935288"/>
          <p14:tracePt t="203492" x="5324475" y="2935288"/>
          <p14:tracePt t="203500" x="5332413" y="2935288"/>
          <p14:tracePt t="203508" x="5349875" y="2935288"/>
          <p14:tracePt t="203573" x="5349875" y="2943225"/>
          <p14:tracePt t="203591" x="5324475" y="2943225"/>
          <p14:tracePt t="203597" x="5291138" y="2943225"/>
          <p14:tracePt t="203605" x="5275263" y="2960688"/>
          <p14:tracePt t="203625" x="5149850" y="2960688"/>
          <p14:tracePt t="203629" x="5084763" y="2960688"/>
          <p14:tracePt t="203641" x="5000625" y="2960688"/>
          <p14:tracePt t="203645" x="4967288" y="2960688"/>
          <p14:tracePt t="203658" x="4902200" y="2960688"/>
          <p14:tracePt t="203662" x="4818063" y="2960688"/>
          <p14:tracePt t="203674" x="4776788" y="2960688"/>
          <p14:tracePt t="203678" x="4719638" y="2960688"/>
          <p14:tracePt t="203691" x="4678363" y="2960688"/>
          <p14:tracePt t="203694" x="4660900" y="2960688"/>
          <p14:tracePt t="203707" x="4635500" y="2960688"/>
          <p14:tracePt t="203710" x="4611688" y="2960688"/>
          <p14:tracePt t="203724" x="4611688" y="2943225"/>
          <p14:tracePt t="203727" x="4594225" y="2943225"/>
          <p14:tracePt t="203757" x="4594225" y="2935288"/>
          <p14:tracePt t="203912" x="4611688" y="2935288"/>
          <p14:tracePt t="204332" x="4635500" y="2935288"/>
          <p14:tracePt t="204341" x="4702175" y="2935288"/>
          <p14:tracePt t="204348" x="4802188" y="2935288"/>
          <p14:tracePt t="204358" x="4959350" y="2935288"/>
          <p14:tracePt t="204364" x="5100638" y="2935288"/>
          <p14:tracePt t="204373" x="5249863" y="2935288"/>
          <p14:tracePt t="204380" x="5407025" y="2935288"/>
          <p14:tracePt t="204388" x="5556250" y="2935288"/>
          <p14:tracePt t="204396" x="5614988" y="2943225"/>
          <p14:tracePt t="204404" x="5715000" y="2960688"/>
          <p14:tracePt t="204413" x="5805488" y="2976563"/>
          <p14:tracePt t="204421" x="5854700" y="2976563"/>
          <p14:tracePt t="204428" x="5897563" y="2976563"/>
          <p14:tracePt t="204437" x="5905500" y="2986088"/>
          <p14:tracePt t="204446" x="5938838" y="2986088"/>
          <p14:tracePt t="204453" x="5946775" y="2986088"/>
          <p14:tracePt t="204469" x="5962650" y="2986088"/>
          <p14:tracePt t="204679" x="6005513" y="2986088"/>
          <p14:tracePt t="204687" x="6070600" y="3001963"/>
          <p14:tracePt t="204695" x="6170613" y="3017838"/>
          <p14:tracePt t="204703" x="6286500" y="3043238"/>
          <p14:tracePt t="204711" x="6435725" y="3084513"/>
          <p14:tracePt t="204719" x="6592888" y="3125788"/>
          <p14:tracePt t="204727" x="6775450" y="3209925"/>
          <p14:tracePt t="204735" x="6967538" y="3267075"/>
          <p14:tracePt t="204744" x="7150100" y="3341688"/>
          <p14:tracePt t="204751" x="7315200" y="3433763"/>
          <p14:tracePt t="204760" x="7431088" y="3490913"/>
          <p14:tracePt t="204767" x="7539038" y="3565525"/>
          <p14:tracePt t="204776" x="7580313" y="3606800"/>
          <p14:tracePt t="204784" x="7662863" y="3657600"/>
          <p14:tracePt t="204792" x="7721600" y="3698875"/>
          <p14:tracePt t="204800" x="7762875" y="3740150"/>
          <p14:tracePt t="204808" x="7796213" y="3781425"/>
          <p14:tracePt t="204816" x="7804150" y="3797300"/>
          <p14:tracePt t="204824" x="7821613" y="3830638"/>
          <p14:tracePt t="204832" x="7821613" y="3856038"/>
          <p14:tracePt t="204841" x="7821613" y="3871913"/>
          <p14:tracePt t="204848" x="7821613" y="3881438"/>
          <p14:tracePt t="204858" x="7821613" y="3914775"/>
          <p14:tracePt t="204865" x="7821613" y="3922713"/>
          <p14:tracePt t="204874" x="7821613" y="3963988"/>
          <p14:tracePt t="204881" x="7780338" y="4005263"/>
          <p14:tracePt t="204891" x="7737475" y="4046538"/>
          <p14:tracePt t="204897" x="7696200" y="4064000"/>
          <p14:tracePt t="204908" x="7654925" y="4105275"/>
          <p14:tracePt t="204913" x="7597775" y="4138613"/>
          <p14:tracePt t="204924" x="7539038" y="4187825"/>
          <p14:tracePt t="204929" x="7415213" y="4246563"/>
          <p14:tracePt t="204941" x="7356475" y="4287838"/>
          <p14:tracePt t="204945" x="7273925" y="4329113"/>
          <p14:tracePt t="204958" x="7207250" y="4370388"/>
          <p14:tracePt t="204961" x="7173913" y="4386263"/>
          <p14:tracePt t="204974" x="7091363" y="4411663"/>
          <p14:tracePt t="204978" x="7024688" y="4445000"/>
          <p14:tracePt t="204991" x="6967538" y="4470400"/>
          <p14:tracePt t="204994" x="6900863" y="4486275"/>
          <p14:tracePt t="205008" x="6826250" y="4511675"/>
          <p14:tracePt t="205011" x="6775450" y="4527550"/>
          <p14:tracePt t="205024" x="6651625" y="4568825"/>
          <p14:tracePt t="205027" x="6618288" y="4576763"/>
          <p14:tracePt t="205041" x="6551613" y="4594225"/>
          <p14:tracePt t="205043" x="6494463" y="4610100"/>
          <p14:tracePt t="205057" x="6427788" y="4627563"/>
          <p14:tracePt t="205058" x="6270625" y="4668838"/>
          <p14:tracePt t="205066" x="6186488" y="4694238"/>
          <p14:tracePt t="205075" x="6103938" y="4718050"/>
          <p14:tracePt t="205083" x="5980113" y="4759325"/>
          <p14:tracePt t="205091" x="5822950" y="4818063"/>
          <p14:tracePt t="205099" x="5697538" y="4859338"/>
          <p14:tracePt t="205108" x="5540375" y="4918075"/>
          <p14:tracePt t="205115" x="5499100" y="4933950"/>
          <p14:tracePt t="205124" x="5407025" y="4959350"/>
          <p14:tracePt t="205131" x="5324475" y="4983163"/>
          <p14:tracePt t="205141" x="5275263" y="5016500"/>
          <p14:tracePt t="205147" x="5233988" y="5016500"/>
          <p14:tracePt t="205158" x="5208588" y="5026025"/>
          <p14:tracePt t="205163" x="5192713" y="5026025"/>
          <p14:tracePt t="205174" x="5183188" y="5026025"/>
          <p14:tracePt t="205260" x="5183188" y="5016500"/>
          <p14:tracePt t="205284" x="5183188" y="5000625"/>
          <p14:tracePt t="205300" x="5183188" y="4983163"/>
          <p14:tracePt t="205308" x="5183188" y="4975225"/>
          <p14:tracePt t="205316" x="5183188" y="4959350"/>
          <p14:tracePt t="205325" x="5183188" y="4941888"/>
          <p14:tracePt t="205333" x="5183188" y="4933950"/>
          <p14:tracePt t="205341" x="5183188" y="4900613"/>
          <p14:tracePt t="205349" x="5183188" y="4859338"/>
          <p14:tracePt t="205358" x="5183188" y="4833938"/>
          <p14:tracePt t="205365" x="5183188" y="4776788"/>
          <p14:tracePt t="205374" x="5183188" y="4676775"/>
          <p14:tracePt t="205381" x="5183188" y="4627563"/>
          <p14:tracePt t="205391" x="5192713" y="4594225"/>
          <p14:tracePt t="205397" x="5208588" y="4527550"/>
          <p14:tracePt t="205405" x="5224463" y="4470400"/>
          <p14:tracePt t="205414" x="5233988" y="4411663"/>
          <p14:tracePt t="205422" x="5249863" y="4370388"/>
          <p14:tracePt t="205430" x="5267325" y="4362450"/>
          <p14:tracePt t="205440" x="5275263" y="4329113"/>
          <p14:tracePt t="205446" x="5308600" y="4303713"/>
          <p14:tracePt t="205454" x="5324475" y="4287838"/>
          <p14:tracePt t="205462" x="5373688" y="4270375"/>
          <p14:tracePt t="205470" x="5432425" y="4262438"/>
          <p14:tracePt t="205478" x="5491163" y="4246563"/>
          <p14:tracePt t="205486" x="5532438" y="4246563"/>
          <p14:tracePt t="205494" x="5573713" y="4246563"/>
          <p14:tracePt t="205502" x="5640388" y="4246563"/>
          <p14:tracePt t="205510" x="5764213" y="4246563"/>
          <p14:tracePt t="205518" x="5838825" y="4246563"/>
          <p14:tracePt t="205526" x="5880100" y="4246563"/>
          <p14:tracePt t="205535" x="5988050" y="4262438"/>
          <p14:tracePt t="205543" x="6029325" y="4262438"/>
          <p14:tracePt t="205551" x="6103938" y="4303713"/>
          <p14:tracePt t="205559" x="6162675" y="4329113"/>
          <p14:tracePt t="205567" x="6211888" y="4362450"/>
          <p14:tracePt t="205575" x="6270625" y="4403725"/>
          <p14:tracePt t="205583" x="6294438" y="4445000"/>
          <p14:tracePt t="205592" x="6327775" y="4470400"/>
          <p14:tracePt t="205599" x="6353175" y="4494213"/>
          <p14:tracePt t="205608" x="6353175" y="4527550"/>
          <p14:tracePt t="205615" x="6369050" y="4552950"/>
          <p14:tracePt t="205625" x="6369050" y="4568825"/>
          <p14:tracePt t="205632" x="6386513" y="4576763"/>
          <p14:tracePt t="205641" x="6386513" y="4610100"/>
          <p14:tracePt t="205648" x="6386513" y="4627563"/>
          <p14:tracePt t="205658" x="6386513" y="4635500"/>
          <p14:tracePt t="205664" x="6386513" y="4651375"/>
          <p14:tracePt t="205674" x="6386513" y="4668838"/>
          <p14:tracePt t="205680" x="6386513" y="4676775"/>
          <p14:tracePt t="205691" x="6386513" y="4694238"/>
          <p14:tracePt t="205696" x="6369050" y="4694238"/>
          <p14:tracePt t="205708" x="6353175" y="4718050"/>
          <p14:tracePt t="205712" x="6337300" y="4718050"/>
          <p14:tracePt t="205725" x="6311900" y="4735513"/>
          <p14:tracePt t="205728" x="6294438" y="4759325"/>
          <p14:tracePt t="205741" x="6253163" y="4776788"/>
          <p14:tracePt t="205745" x="6245225" y="4776788"/>
          <p14:tracePt t="205758" x="6203950" y="4792663"/>
          <p14:tracePt t="205761" x="6162675" y="4802188"/>
          <p14:tracePt t="205774" x="6121400" y="4802188"/>
          <p14:tracePt t="205777" x="6070600" y="4818063"/>
          <p14:tracePt t="205791" x="6021388" y="4833938"/>
          <p14:tracePt t="205794" x="5988050" y="4833938"/>
          <p14:tracePt t="205807" x="5938838" y="4833938"/>
          <p14:tracePt t="205810" x="5880100" y="4833938"/>
          <p14:tracePt t="205825" x="5822950" y="4833938"/>
          <p14:tracePt t="205826" x="5780088" y="4833938"/>
          <p14:tracePt t="205833" x="5738813" y="4833938"/>
          <p14:tracePt t="205841" x="5681663" y="4833938"/>
          <p14:tracePt t="205849" x="5640388" y="4802188"/>
          <p14:tracePt t="205858" x="5630863" y="4792663"/>
          <p14:tracePt t="205865" x="5599113" y="4776788"/>
          <p14:tracePt t="205874" x="5573713" y="4751388"/>
          <p14:tracePt t="205882" x="5556250" y="4718050"/>
          <p14:tracePt t="205891" x="5540375" y="4710113"/>
          <p14:tracePt t="205898" x="5540375" y="4676775"/>
          <p14:tracePt t="205908" x="5532438" y="4668838"/>
          <p14:tracePt t="205914" x="5532438" y="4651375"/>
          <p14:tracePt t="205925" x="5532438" y="4635500"/>
          <p14:tracePt t="205930" x="5532438" y="4627563"/>
          <p14:tracePt t="205941" x="5532438" y="4610100"/>
          <p14:tracePt t="205954" x="5532438" y="4594225"/>
          <p14:tracePt t="205970" x="5540375" y="4594225"/>
          <p14:tracePt t="205978" x="5556250" y="4576763"/>
          <p14:tracePt t="205995" x="5614988" y="4568825"/>
          <p14:tracePt t="206003" x="5656263" y="4552950"/>
          <p14:tracePt t="206011" x="5681663" y="4552950"/>
          <p14:tracePt t="206019" x="5738813" y="4535488"/>
          <p14:tracePt t="206027" x="5805488" y="4527550"/>
          <p14:tracePt t="206035" x="5897563" y="4527550"/>
          <p14:tracePt t="206043" x="5980113" y="4527550"/>
          <p14:tracePt t="206051" x="6070600" y="4527550"/>
          <p14:tracePt t="206059" x="6162675" y="4527550"/>
          <p14:tracePt t="206067" x="6229350" y="4527550"/>
          <p14:tracePt t="206075" x="6294438" y="4535488"/>
          <p14:tracePt t="206083" x="6353175" y="4568825"/>
          <p14:tracePt t="206092" x="6427788" y="4635500"/>
          <p14:tracePt t="206100" x="6494463" y="4710113"/>
          <p14:tracePt t="206108" x="6551613" y="4792663"/>
          <p14:tracePt t="206116" x="6561138" y="4802188"/>
          <p14:tracePt t="206125" x="6592888" y="4892675"/>
          <p14:tracePt t="206132" x="6618288" y="4933950"/>
          <p14:tracePt t="206141" x="6635750" y="5016500"/>
          <p14:tracePt t="206148" x="6635750" y="5041900"/>
          <p14:tracePt t="206158" x="6651625" y="5083175"/>
          <p14:tracePt t="206164" x="6659563" y="5108575"/>
          <p14:tracePt t="206173" x="6659563" y="5141913"/>
          <p14:tracePt t="206181" x="6659563" y="5183188"/>
          <p14:tracePt t="206188" x="6659563" y="5199063"/>
          <p14:tracePt t="206197" x="6659563" y="5207000"/>
          <p14:tracePt t="206205" x="6659563" y="5240338"/>
          <p14:tracePt t="206213" x="6635750" y="5249863"/>
          <p14:tracePt t="206221" x="6618288" y="5265738"/>
          <p14:tracePt t="206229" x="6592888" y="5291138"/>
          <p14:tracePt t="206237" x="6561138" y="5324475"/>
          <p14:tracePt t="206245" x="6510338" y="5348288"/>
          <p14:tracePt t="206253" x="6453188" y="5389563"/>
          <p14:tracePt t="206261" x="6435725" y="5407025"/>
          <p14:tracePt t="206269" x="6369050" y="5422900"/>
          <p14:tracePt t="206277" x="6311900" y="5448300"/>
          <p14:tracePt t="206285" x="6245225" y="5464175"/>
          <p14:tracePt t="206293" x="6162675" y="5473700"/>
          <p14:tracePt t="206301" x="6121400" y="5473700"/>
          <p14:tracePt t="206310" x="6029325" y="5489575"/>
          <p14:tracePt t="206318" x="5988050" y="5489575"/>
          <p14:tracePt t="206326" x="5938838" y="5489575"/>
          <p14:tracePt t="206334" x="5897563" y="5489575"/>
          <p14:tracePt t="206342" x="5864225" y="5489575"/>
          <p14:tracePt t="206350" x="5838825" y="5489575"/>
          <p14:tracePt t="206358" x="5805488" y="5473700"/>
          <p14:tracePt t="206366" x="5780088" y="5448300"/>
          <p14:tracePt t="206375" x="5780088" y="5432425"/>
          <p14:tracePt t="206382" x="5764213" y="5407025"/>
          <p14:tracePt t="206391" x="5756275" y="5389563"/>
          <p14:tracePt t="206408" x="5738813" y="5373688"/>
          <p14:tracePt t="206414" x="5738813" y="5365750"/>
          <p14:tracePt t="206560" x="5738813" y="5373688"/>
          <p14:tracePt t="206584" x="5738813" y="5389563"/>
          <p14:tracePt t="206600" x="5738813" y="5407025"/>
          <p14:tracePt t="206616" x="5722938" y="5422900"/>
          <p14:tracePt t="206633" x="5715000" y="5432425"/>
          <p14:tracePt t="206641" x="5715000" y="5448300"/>
          <p14:tracePt t="206649" x="5697538" y="5448300"/>
          <p14:tracePt t="206658" x="5681663" y="5448300"/>
          <p14:tracePt t="206665" x="5656263" y="5464175"/>
          <p14:tracePt t="206674" x="5640388" y="5464175"/>
          <p14:tracePt t="206681" x="5630863" y="5464175"/>
          <p14:tracePt t="206690" x="5599113" y="5464175"/>
          <p14:tracePt t="206697" x="5589588" y="5464175"/>
          <p14:tracePt t="206705" x="5573713" y="5464175"/>
          <p14:tracePt t="206713" x="5540375" y="5464175"/>
          <p14:tracePt t="206721" x="5532438" y="5448300"/>
          <p14:tracePt t="206729" x="5499100" y="5422900"/>
          <p14:tracePt t="206737" x="5491163" y="5422900"/>
          <p14:tracePt t="206745" x="5457825" y="5389563"/>
          <p14:tracePt t="206754" x="5448300" y="5365750"/>
          <p14:tracePt t="206762" x="5416550" y="5332413"/>
          <p14:tracePt t="206770" x="5407025" y="5324475"/>
          <p14:tracePt t="206778" x="5391150" y="5307013"/>
          <p14:tracePt t="206786" x="5373688" y="5281613"/>
          <p14:tracePt t="206794" x="5373688" y="5265738"/>
          <p14:tracePt t="206802" x="5365750" y="5249863"/>
          <p14:tracePt t="206810" x="5365750" y="5240338"/>
          <p14:tracePt t="206818" x="5365750" y="5183188"/>
          <p14:tracePt t="206826" x="5365750" y="5141913"/>
          <p14:tracePt t="206834" x="5365750" y="5057775"/>
          <p14:tracePt t="206842" x="5365750" y="4959350"/>
          <p14:tracePt t="207489" x="5373688" y="4959350"/>
          <p14:tracePt t="207496" x="5407025" y="4959350"/>
          <p14:tracePt t="207504" x="5448300" y="4975225"/>
          <p14:tracePt t="207513" x="5491163" y="4983163"/>
          <p14:tracePt t="207521" x="5532438" y="5016500"/>
          <p14:tracePt t="207529" x="5573713" y="5026025"/>
          <p14:tracePt t="207537" x="5630863" y="5057775"/>
          <p14:tracePt t="207545" x="5656263" y="5057775"/>
          <p14:tracePt t="207553" x="5697538" y="5067300"/>
          <p14:tracePt t="207561" x="5722938" y="5083175"/>
          <p14:tracePt t="207569" x="5738813" y="5100638"/>
          <p14:tracePt t="207577" x="5764213" y="5100638"/>
          <p14:tracePt t="207585" x="5780088" y="5100638"/>
          <p14:tracePt t="207593" x="5780088" y="5108575"/>
          <p14:tracePt t="207601" x="5797550" y="5108575"/>
          <p14:tracePt t="207609" x="5805488" y="5108575"/>
          <p14:tracePt t="207618" x="5805488" y="5124450"/>
          <p14:tracePt t="208668" x="5805488" y="5108575"/>
          <p14:tracePt t="208675" x="5738813" y="5067300"/>
          <p14:tracePt t="208683" x="5673725" y="5000625"/>
          <p14:tracePt t="208691" x="5630863" y="4959350"/>
          <p14:tracePt t="208699" x="5556250" y="4892675"/>
          <p14:tracePt t="208708" x="5324475" y="4635500"/>
          <p14:tracePt t="208715" x="5249863" y="4552950"/>
          <p14:tracePt t="208724" x="5108575" y="4386263"/>
          <p14:tracePt t="208732" x="5000625" y="4221163"/>
          <p14:tracePt t="208741" x="4860925" y="4038600"/>
          <p14:tracePt t="208748" x="4752975" y="3871913"/>
          <p14:tracePt t="208757" x="4652963" y="3657600"/>
          <p14:tracePt t="208764" x="4537075" y="3516313"/>
          <p14:tracePt t="208772" x="4437063" y="3349625"/>
          <p14:tracePt t="208780" x="4411663" y="3292475"/>
          <p14:tracePt t="208788" x="4346575" y="3167063"/>
          <p14:tracePt t="208796" x="4287838" y="3101975"/>
          <p14:tracePt t="208804" x="4246563" y="3017838"/>
          <p14:tracePt t="208812" x="4205288" y="2976563"/>
          <p14:tracePt t="208820" x="4164013" y="2935288"/>
          <p14:tracePt t="208828" x="4130675" y="2894013"/>
          <p14:tracePt t="208836" x="4105275" y="2860675"/>
          <p14:tracePt t="208853" x="4089400" y="2852738"/>
          <p14:tracePt t="208861" x="4064000" y="2836863"/>
          <p14:tracePt t="208869" x="4048125" y="2819400"/>
          <p14:tracePt t="208885" x="4038600" y="2819400"/>
          <p14:tracePt t="208893" x="4038600" y="2811463"/>
          <p14:tracePt t="208901" x="4022725" y="2811463"/>
          <p14:tracePt t="208917" x="4005263" y="2811463"/>
          <p14:tracePt t="208925" x="3997325" y="2811463"/>
          <p14:tracePt t="208949" x="3997325" y="2794000"/>
          <p14:tracePt t="208958" x="3981450" y="2794000"/>
          <p14:tracePt t="208990" x="3963988" y="2794000"/>
          <p14:tracePt t="209144" x="3981450" y="2794000"/>
          <p14:tracePt t="209151" x="4022725" y="2794000"/>
          <p14:tracePt t="209159" x="4105275" y="2794000"/>
          <p14:tracePt t="209168" x="4221163" y="2794000"/>
          <p14:tracePt t="209176" x="4370388" y="2794000"/>
          <p14:tracePt t="209184" x="4594225" y="2794000"/>
          <p14:tracePt t="209192" x="4818063" y="2794000"/>
          <p14:tracePt t="209200" x="5067300" y="2794000"/>
          <p14:tracePt t="209208" x="5373688" y="2794000"/>
          <p14:tracePt t="209216" x="5640388" y="2794000"/>
          <p14:tracePt t="209225" x="5854700" y="2819400"/>
          <p14:tracePt t="209232" x="5938838" y="2819400"/>
          <p14:tracePt t="209241" x="6046788" y="2836863"/>
          <p14:tracePt t="209248" x="6145213" y="2836863"/>
          <p14:tracePt t="209258" x="6211888" y="2852738"/>
          <p14:tracePt t="209265" x="6253163" y="2852738"/>
          <p14:tracePt t="209274" x="6286500" y="2852738"/>
          <p14:tracePt t="209288" x="6294438" y="2852738"/>
          <p14:tracePt t="209467" x="6311900" y="2852738"/>
          <p14:tracePt t="209474" x="6311900" y="2860675"/>
          <p14:tracePt t="209482" x="6353175" y="2860675"/>
          <p14:tracePt t="209492" x="6427788" y="2894013"/>
          <p14:tracePt t="209499" x="6494463" y="2935288"/>
          <p14:tracePt t="209508" x="6618288" y="2976563"/>
          <p14:tracePt t="209515" x="6734175" y="3027363"/>
          <p14:tracePt t="209524" x="6883400" y="3101975"/>
          <p14:tracePt t="209531" x="6999288" y="3167063"/>
          <p14:tracePt t="209540" x="7124700" y="3225800"/>
          <p14:tracePt t="209547" x="7232650" y="3292475"/>
          <p14:tracePt t="209555" x="7289800" y="3325813"/>
          <p14:tracePt t="209563" x="7389813" y="3382963"/>
          <p14:tracePt t="209571" x="7472363" y="3433763"/>
          <p14:tracePt t="209579" x="7539038" y="3490913"/>
          <p14:tracePt t="209587" x="7597775" y="3565525"/>
          <p14:tracePt t="209596" x="7662863" y="3606800"/>
          <p14:tracePt t="209604" x="7737475" y="3690938"/>
          <p14:tracePt t="209612" x="7780338" y="3740150"/>
          <p14:tracePt t="209620" x="7837488" y="3830638"/>
          <p14:tracePt t="209628" x="7878763" y="3897313"/>
          <p14:tracePt t="209636" x="7904163" y="3979863"/>
          <p14:tracePt t="209644" x="7929563" y="4079875"/>
          <p14:tracePt t="209652" x="7962900" y="4162425"/>
          <p14:tracePt t="209660" x="7970838" y="4203700"/>
          <p14:tracePt t="209668" x="7986713" y="4270375"/>
          <p14:tracePt t="209676" x="8004175" y="4329113"/>
          <p14:tracePt t="209684" x="8004175" y="4403725"/>
          <p14:tracePt t="209692" x="8004175" y="4445000"/>
          <p14:tracePt t="209700" x="8004175" y="4494213"/>
          <p14:tracePt t="209709" x="8004175" y="4568825"/>
          <p14:tracePt t="209717" x="7970838" y="4576763"/>
          <p14:tracePt t="209725" x="7929563" y="4668838"/>
          <p14:tracePt t="209733" x="7904163" y="4694238"/>
          <p14:tracePt t="209741" x="7804150" y="4792663"/>
          <p14:tracePt t="209749" x="7754938" y="4833938"/>
          <p14:tracePt t="209758" x="7680325" y="4892675"/>
          <p14:tracePt t="209765" x="7597775" y="4959350"/>
          <p14:tracePt t="209774" x="7531100" y="4983163"/>
          <p14:tracePt t="209781" x="7439025" y="5041900"/>
          <p14:tracePt t="209791" x="7373938" y="5083175"/>
          <p14:tracePt t="209797" x="7273925" y="5124450"/>
          <p14:tracePt t="209807" x="7173913" y="5165725"/>
          <p14:tracePt t="209814" x="7150100" y="5165725"/>
          <p14:tracePt t="209824" x="7083425" y="5199063"/>
          <p14:tracePt t="209830" x="6999288" y="5224463"/>
          <p14:tracePt t="209841" x="6958013" y="5240338"/>
          <p14:tracePt t="209846" x="6900863" y="5249863"/>
          <p14:tracePt t="209858" x="6859588" y="5265738"/>
          <p14:tracePt t="209862" x="6842125" y="5265738"/>
          <p14:tracePt t="209874" x="6826250" y="5281613"/>
          <p14:tracePt t="209878" x="6818313" y="5281613"/>
          <p14:tracePt t="209894" x="6800850" y="5281613"/>
          <p14:tracePt t="209910" x="6784975" y="5291138"/>
          <p14:tracePt t="209991" x="6784975" y="5307013"/>
          <p14:tracePt t="210008" x="6775450" y="5307013"/>
          <p14:tracePt t="210015" x="6775450" y="5324475"/>
          <p14:tracePt t="210031" x="6759575" y="5324475"/>
          <p14:tracePt t="210056" x="6743700" y="5332413"/>
          <p14:tracePt t="210080" x="6734175" y="5348288"/>
          <p14:tracePt t="210096" x="6718300" y="5348288"/>
          <p14:tracePt t="210104" x="6718300" y="5365750"/>
          <p14:tracePt t="210113" x="6700838" y="5365750"/>
          <p14:tracePt t="210120" x="6692900" y="5373688"/>
          <p14:tracePt t="210128" x="6677025" y="5373688"/>
          <p14:tracePt t="210136" x="6677025" y="5389563"/>
          <p14:tracePt t="210144" x="6651625" y="5422900"/>
          <p14:tracePt t="210152" x="6635750" y="5432425"/>
          <p14:tracePt t="210161" x="6602413" y="5448300"/>
          <p14:tracePt t="210169" x="6592888" y="5464175"/>
          <p14:tracePt t="210177" x="6577013" y="5473700"/>
          <p14:tracePt t="210185" x="6561138" y="5489575"/>
          <p14:tracePt t="210193" x="6535738" y="5507038"/>
          <p14:tracePt t="210201" x="6518275" y="5514975"/>
          <p14:tracePt t="210209" x="6494463" y="5514975"/>
          <p14:tracePt t="210217" x="6469063" y="5548313"/>
          <p14:tracePt t="210226" x="6435725" y="5556250"/>
          <p14:tracePt t="210233" x="6394450" y="5572125"/>
          <p14:tracePt t="210241" x="6353175" y="5597525"/>
          <p14:tracePt t="210249" x="6311900" y="5613400"/>
          <p14:tracePt t="210258" x="6253163" y="5630863"/>
          <p14:tracePt t="210266" x="6229350" y="5656263"/>
          <p14:tracePt t="210274" x="6170613" y="5656263"/>
          <p14:tracePt t="210282" x="6129338" y="5672138"/>
          <p14:tracePt t="210291" x="6070600" y="5688013"/>
          <p14:tracePt t="210298" x="6046788" y="5688013"/>
          <p14:tracePt t="210308" x="6005513" y="5688013"/>
          <p14:tracePt t="210314" x="5980113" y="5688013"/>
          <p14:tracePt t="210324" x="5938838" y="5688013"/>
          <p14:tracePt t="210330" x="5864225" y="5688013"/>
          <p14:tracePt t="210341" x="5822950" y="5672138"/>
          <p14:tracePt t="210346" x="5764213" y="5613400"/>
          <p14:tracePt t="210358" x="5681663" y="5556250"/>
          <p14:tracePt t="210363" x="5614988" y="5489575"/>
          <p14:tracePt t="210374" x="5532438" y="5422900"/>
          <p14:tracePt t="210379" x="5448300" y="5332413"/>
          <p14:tracePt t="210391" x="5332413" y="5207000"/>
          <p14:tracePt t="210395" x="5224463" y="5067300"/>
          <p14:tracePt t="210408" x="5141913" y="4933950"/>
          <p14:tracePt t="210411" x="5041900" y="4759325"/>
          <p14:tracePt t="210425" x="4943475" y="4594225"/>
          <p14:tracePt t="210428" x="4876800" y="4411663"/>
          <p14:tracePt t="210443" x="4843463" y="4362450"/>
          <p14:tracePt t="210448" x="4794250" y="4229100"/>
          <p14:tracePt t="210452" x="4760913" y="4146550"/>
          <p14:tracePt t="210459" x="4735513" y="4046538"/>
          <p14:tracePt t="210468" x="4702175" y="3997325"/>
          <p14:tracePt t="210475" x="4694238" y="3938588"/>
          <p14:tracePt t="210484" x="4678363" y="3914775"/>
          <p14:tracePt t="210492" x="4678363" y="3881438"/>
          <p14:tracePt t="210500" x="4678363" y="3856038"/>
          <p14:tracePt t="210508" x="4660900" y="3856038"/>
          <p14:tracePt t="210516" x="4660900" y="3840163"/>
          <p14:tracePt t="210613" x="4652963" y="3856038"/>
          <p14:tracePt t="210621" x="4652963" y="3871913"/>
          <p14:tracePt t="210645" x="4652963" y="3881438"/>
          <p14:tracePt t="210653" x="4652963" y="3914775"/>
          <p14:tracePt t="210661" x="4652963" y="3938588"/>
          <p14:tracePt t="210669" x="4652963" y="4005263"/>
          <p14:tracePt t="210677" x="4652963" y="4105275"/>
          <p14:tracePt t="210685" x="4652963" y="4229100"/>
          <p14:tracePt t="210694" x="4678363" y="4362450"/>
          <p14:tracePt t="210702" x="4735513" y="4511675"/>
          <p14:tracePt t="210710" x="4752975" y="4576763"/>
          <p14:tracePt t="210718" x="4776788" y="4710113"/>
          <p14:tracePt t="210726" x="4802188" y="4802188"/>
          <p14:tracePt t="210734" x="4835525" y="4876800"/>
          <p14:tracePt t="210742" x="4860925" y="4941888"/>
          <p14:tracePt t="210750" x="4876800" y="5000625"/>
          <p14:tracePt t="210758" x="4884738" y="5026025"/>
          <p14:tracePt t="210766" x="4902200" y="5057775"/>
          <p14:tracePt t="210775" x="4918075" y="5067300"/>
          <p14:tracePt t="210782" x="4926013" y="5083175"/>
          <p14:tracePt t="210791" x="4959350" y="5100638"/>
          <p14:tracePt t="210799" x="4984750" y="5100638"/>
          <p14:tracePt t="210808" x="5000625" y="5108575"/>
          <p14:tracePt t="210815" x="5026025" y="5124450"/>
          <p14:tracePt t="210824" x="5041900" y="5124450"/>
          <p14:tracePt t="210831" x="5067300" y="5124450"/>
          <p14:tracePt t="210840" x="5108575" y="5124450"/>
          <p14:tracePt t="210847" x="5141913" y="5124450"/>
          <p14:tracePt t="210855" x="5183188" y="5124450"/>
          <p14:tracePt t="210863" x="5208588" y="5124450"/>
          <p14:tracePt t="210871" x="5249863" y="5124450"/>
          <p14:tracePt t="210879" x="5275263" y="5108575"/>
          <p14:tracePt t="210887" x="5332413" y="5100638"/>
          <p14:tracePt t="210895" x="5391150" y="5067300"/>
          <p14:tracePt t="210904" x="5432425" y="5067300"/>
          <p14:tracePt t="210912" x="5473700" y="5041900"/>
          <p14:tracePt t="210920" x="5532438" y="5026025"/>
          <p14:tracePt t="210928" x="5589588" y="5000625"/>
          <p14:tracePt t="210936" x="5640388" y="4983163"/>
          <p14:tracePt t="210944" x="5681663" y="4975225"/>
          <p14:tracePt t="210952" x="5738813" y="4959350"/>
          <p14:tracePt t="210960" x="5780088" y="4959350"/>
          <p14:tracePt t="210968" x="5805488" y="4941888"/>
          <p14:tracePt t="210976" x="5838825" y="4941888"/>
          <p14:tracePt t="210984" x="5854700" y="4941888"/>
          <p14:tracePt t="210992" x="5864225" y="4941888"/>
          <p14:tracePt t="211000" x="5880100" y="4941888"/>
          <p14:tracePt t="211025" x="5897563" y="4941888"/>
          <p14:tracePt t="211097" x="5897563" y="4959350"/>
          <p14:tracePt t="211113" x="5897563" y="4975225"/>
          <p14:tracePt t="211121" x="5880100" y="4983163"/>
          <p14:tracePt t="211130" x="5864225" y="4983163"/>
          <p14:tracePt t="211141" x="5838825" y="5026025"/>
          <p14:tracePt t="211146" x="5822950" y="5041900"/>
          <p14:tracePt t="211158" x="5780088" y="5083175"/>
          <p14:tracePt t="211162" x="5738813" y="5124450"/>
          <p14:tracePt t="211175" x="5697538" y="5157788"/>
          <p14:tracePt t="211178" x="5656263" y="5199063"/>
          <p14:tracePt t="211191" x="5614988" y="5224463"/>
          <p14:tracePt t="211194" x="5573713" y="5249863"/>
          <p14:tracePt t="211208" x="5540375" y="5281613"/>
          <p14:tracePt t="211211" x="5514975" y="5307013"/>
          <p14:tracePt t="211224" x="5491163" y="5324475"/>
          <p14:tracePt t="211227" x="5473700" y="5324475"/>
          <p14:tracePt t="211241" x="5457825" y="5332413"/>
          <p14:tracePt t="211244" x="5448300" y="5332413"/>
          <p14:tracePt t="211259" x="5432425" y="5332413"/>
          <p14:tracePt t="211372" x="5432425" y="5324475"/>
          <p14:tracePt t="211396" x="5448300" y="5324475"/>
          <p14:tracePt t="211412" x="5448300" y="5307013"/>
          <p14:tracePt t="211428" x="5457825" y="5307013"/>
          <p14:tracePt t="211436" x="5457825" y="5291138"/>
          <p14:tracePt t="211444" x="5473700" y="5281613"/>
          <p14:tracePt t="211453" x="5491163" y="5281613"/>
          <p14:tracePt t="211461" x="5499100" y="5265738"/>
          <p14:tracePt t="211469" x="5532438" y="5249863"/>
          <p14:tracePt t="211477" x="5540375" y="5240338"/>
          <p14:tracePt t="211485" x="5556250" y="5207000"/>
          <p14:tracePt t="211493" x="5573713" y="5199063"/>
          <p14:tracePt t="211501" x="5599113" y="5165725"/>
          <p14:tracePt t="211509" x="5614988" y="5141913"/>
          <p14:tracePt t="211517" x="5630863" y="5124450"/>
          <p14:tracePt t="211525" x="5640388" y="5100638"/>
          <p14:tracePt t="211533" x="5656263" y="5067300"/>
          <p14:tracePt t="211541" x="5656263" y="5057775"/>
          <p14:tracePt t="211549" x="5673725" y="5026025"/>
          <p14:tracePt t="211558" x="5681663" y="5016500"/>
          <p14:tracePt t="211574" x="5697538" y="5000625"/>
          <p14:tracePt t="211582" x="5697538" y="4983163"/>
          <p14:tracePt t="211598" x="5715000" y="4975225"/>
          <p14:tracePt t="211630" x="5715000" y="4959350"/>
          <p14:tracePt t="211646" x="5722938" y="4959350"/>
          <p14:tracePt t="211687" x="5722938" y="4941888"/>
          <p14:tracePt t="211694" x="5738813" y="4941888"/>
          <p14:tracePt t="211727" x="5738813" y="4933950"/>
          <p14:tracePt t="211735" x="5756275" y="4933950"/>
          <p14:tracePt t="212042" x="5738813" y="4933950"/>
          <p14:tracePt t="212050" x="5697538" y="4983163"/>
          <p14:tracePt t="212058" x="5656263" y="5026025"/>
          <p14:tracePt t="212066" x="5630863" y="5057775"/>
          <p14:tracePt t="212075" x="5556250" y="5108575"/>
          <p14:tracePt t="212082" x="5514975" y="5157788"/>
          <p14:tracePt t="212091" x="5457825" y="5199063"/>
          <p14:tracePt t="212098" x="5416550" y="5224463"/>
          <p14:tracePt t="212108" x="5373688" y="5265738"/>
          <p14:tracePt t="212115" x="5332413" y="5281613"/>
          <p14:tracePt t="212124" x="5324475" y="5281613"/>
          <p14:tracePt t="212131" x="5291138" y="5291138"/>
          <p14:tracePt t="212139" x="5275263" y="5291138"/>
          <p14:tracePt t="212147" x="5267325" y="5291138"/>
          <p14:tracePt t="212155" x="5249863" y="5291138"/>
          <p14:tracePt t="212171" x="5233988" y="5291138"/>
          <p14:tracePt t="212179" x="5233988" y="5281613"/>
          <p14:tracePt t="212187" x="5224463" y="5265738"/>
          <p14:tracePt t="212195" x="5224463" y="5240338"/>
          <p14:tracePt t="212203" x="5224463" y="5207000"/>
          <p14:tracePt t="212211" x="5224463" y="5199063"/>
          <p14:tracePt t="212220" x="5224463" y="5165725"/>
          <p14:tracePt t="212227" x="5224463" y="5157788"/>
          <p14:tracePt t="212236" x="5224463" y="5108575"/>
          <p14:tracePt t="212244" x="5224463" y="5083175"/>
          <p14:tracePt t="212252" x="5224463" y="5041900"/>
          <p14:tracePt t="212260" x="5224463" y="5000625"/>
          <p14:tracePt t="212268" x="5224463" y="4975225"/>
          <p14:tracePt t="212276" x="5224463" y="4918075"/>
          <p14:tracePt t="212284" x="5224463" y="4876800"/>
          <p14:tracePt t="212292" x="5224463" y="4843463"/>
          <p14:tracePt t="212300" x="5224463" y="4818063"/>
          <p14:tracePt t="212308" x="5224463" y="4792663"/>
          <p14:tracePt t="212316" x="5224463" y="4776788"/>
          <p14:tracePt t="212324" x="5224463" y="4751388"/>
          <p14:tracePt t="212373" x="5208588" y="4751388"/>
          <p14:tracePt t="212381" x="5192713" y="4751388"/>
          <p14:tracePt t="212390" x="5167313" y="4759325"/>
          <p14:tracePt t="212397" x="5141913" y="4818063"/>
          <p14:tracePt t="212405" x="5126038" y="4833938"/>
          <p14:tracePt t="212413" x="5100638" y="4859338"/>
          <p14:tracePt t="212421" x="5084763" y="4892675"/>
          <p14:tracePt t="212429" x="5067300" y="4900613"/>
          <p14:tracePt t="212441" x="5059363" y="4918075"/>
          <p14:tracePt t="212447" x="5059363" y="4941888"/>
          <p14:tracePt t="212454" x="5041900" y="4959350"/>
          <p14:tracePt t="212470" x="5026025" y="4975225"/>
          <p14:tracePt t="212486" x="5026025" y="4983163"/>
          <p14:tracePt t="212510" x="5026025" y="5000625"/>
          <p14:tracePt t="212599" x="5041900" y="5000625"/>
          <p14:tracePt t="212631" x="5059363" y="5000625"/>
          <p14:tracePt t="212640" x="5067300" y="5000625"/>
          <p14:tracePt t="212647" x="5067300" y="5041900"/>
          <p14:tracePt t="212655" x="5100638" y="5067300"/>
          <p14:tracePt t="212664" x="5100638" y="5108575"/>
          <p14:tracePt t="212671" x="5108575" y="5141913"/>
          <p14:tracePt t="212680" x="5126038" y="5199063"/>
          <p14:tracePt t="212688" x="5126038" y="5249863"/>
          <p14:tracePt t="212696" x="5141913" y="5307013"/>
          <p14:tracePt t="212704" x="5149850" y="5348288"/>
          <p14:tracePt t="212712" x="5167313" y="5389563"/>
          <p14:tracePt t="212720" x="5167313" y="5432425"/>
          <p14:tracePt t="212728" x="5183188" y="5448300"/>
          <p14:tracePt t="212736" x="5183188" y="5473700"/>
          <p14:tracePt t="212744" x="5192713" y="5489575"/>
          <p14:tracePt t="212760" x="5224463" y="5507038"/>
          <p14:tracePt t="212768" x="5233988" y="5514975"/>
          <p14:tracePt t="212777" x="5267325" y="5514975"/>
          <p14:tracePt t="212785" x="5291138" y="5514975"/>
          <p14:tracePt t="212793" x="5332413" y="5530850"/>
          <p14:tracePt t="212801" x="5365750" y="5530850"/>
          <p14:tracePt t="212809" x="5416550" y="5530850"/>
          <p14:tracePt t="212817" x="5457825" y="5530850"/>
          <p14:tracePt t="212825" x="5473700" y="5530850"/>
          <p14:tracePt t="212833" x="5514975" y="5530850"/>
          <p14:tracePt t="212841" x="5540375" y="5530850"/>
          <p14:tracePt t="212858" x="5573713" y="5530850"/>
          <p14:tracePt t="212865" x="5589588" y="5530850"/>
          <p14:tracePt t="212874" x="5599113" y="5530850"/>
          <p14:tracePt t="212891" x="5614988" y="5530850"/>
          <p14:tracePt t="212898" x="5630863" y="5530850"/>
          <p14:tracePt t="212914" x="5640388" y="5530850"/>
          <p14:tracePt t="212922" x="5656263" y="5530850"/>
          <p14:tracePt t="212930" x="5673725" y="5530850"/>
          <p14:tracePt t="212938" x="5697538" y="5514975"/>
          <p14:tracePt t="212946" x="5722938" y="5514975"/>
          <p14:tracePt t="212954" x="5756275" y="5514975"/>
          <p14:tracePt t="212962" x="5797550" y="5507038"/>
          <p14:tracePt t="212970" x="5805488" y="5507038"/>
          <p14:tracePt t="212978" x="5854700" y="5489575"/>
          <p14:tracePt t="212986" x="5864225" y="5489575"/>
          <p14:tracePt t="212995" x="5905500" y="5489575"/>
          <p14:tracePt t="213003" x="5921375" y="5489575"/>
          <p14:tracePt t="213011" x="5938838" y="5489575"/>
          <p14:tracePt t="213019" x="5946775" y="5489575"/>
          <p14:tracePt t="213027" x="5962650" y="5489575"/>
          <p14:tracePt t="213051" x="5980113" y="5489575"/>
          <p14:tracePt t="213140" x="5988050" y="5489575"/>
          <p14:tracePt t="213374" x="5980113" y="5489575"/>
          <p14:tracePt t="213391" x="5962650" y="5507038"/>
          <p14:tracePt t="213398" x="5946775" y="5507038"/>
          <p14:tracePt t="213408" x="5938838" y="5507038"/>
          <p14:tracePt t="213414" x="5854700" y="5514975"/>
          <p14:tracePt t="213424" x="5805488" y="5530850"/>
          <p14:tracePt t="213431" x="5715000" y="5556250"/>
          <p14:tracePt t="213443" x="5556250" y="5572125"/>
          <p14:tracePt t="213447" x="5407025" y="5597525"/>
          <p14:tracePt t="213455" x="5224463" y="5630863"/>
          <p14:tracePt t="213463" x="5000625" y="5638800"/>
          <p14:tracePt t="213471" x="4818063" y="5638800"/>
          <p14:tracePt t="213479" x="4635500" y="5638800"/>
          <p14:tracePt t="213487" x="4552950" y="5638800"/>
          <p14:tracePt t="213495" x="4437063" y="5638800"/>
          <p14:tracePt t="213503" x="4346575" y="5638800"/>
          <p14:tracePt t="213511" x="4262438" y="5638800"/>
          <p14:tracePt t="213519" x="4187825" y="5638800"/>
          <p14:tracePt t="213527" x="4130675" y="5630863"/>
          <p14:tracePt t="213535" x="4089400" y="5589588"/>
          <p14:tracePt t="213544" x="4005263" y="5556250"/>
          <p14:tracePt t="213552" x="3963988" y="5530850"/>
          <p14:tracePt t="213560" x="3906838" y="5489575"/>
          <p14:tracePt t="213568" x="3840163" y="5464175"/>
          <p14:tracePt t="213576" x="3781425" y="5432425"/>
          <p14:tracePt t="213584" x="3690938" y="5389563"/>
          <p14:tracePt t="213592" x="3632200" y="5373688"/>
          <p14:tracePt t="213600" x="3557588" y="5365750"/>
          <p14:tracePt t="213608" x="3492500" y="5332413"/>
          <p14:tracePt t="213616" x="3425825" y="5324475"/>
          <p14:tracePt t="213625" x="3292475" y="5307013"/>
          <p14:tracePt t="213632" x="3201988" y="5307013"/>
          <p14:tracePt t="213641" x="3127375" y="5307013"/>
          <p14:tracePt t="213649" x="3027363" y="5307013"/>
          <p14:tracePt t="213658" x="2935288" y="5307013"/>
          <p14:tracePt t="213665" x="2894013" y="5307013"/>
          <p14:tracePt t="213675" x="2803525" y="5307013"/>
          <p14:tracePt t="213681" x="2720975" y="5307013"/>
          <p14:tracePt t="213691" x="2654300" y="5307013"/>
          <p14:tracePt t="213697" x="2595563" y="5307013"/>
          <p14:tracePt t="213708" x="2554288" y="5324475"/>
          <p14:tracePt t="213713" x="2471738" y="5332413"/>
          <p14:tracePt t="213971" x="2413000" y="5332413"/>
          <p14:tracePt t="213980" x="2389188" y="5332413"/>
          <p14:tracePt t="213987" x="2289175" y="5365750"/>
          <p14:tracePt t="213996" x="2222500" y="5373688"/>
          <p14:tracePt t="214004" x="2181225" y="5389563"/>
          <p14:tracePt t="214012" x="2106613" y="5407025"/>
          <p14:tracePt t="214020" x="2039938" y="5422900"/>
          <p14:tracePt t="214028" x="1982788" y="5432425"/>
          <p14:tracePt t="214036" x="1916113" y="5432425"/>
          <p14:tracePt t="214044" x="1857375" y="5448300"/>
          <p14:tracePt t="214052" x="1790700" y="5464175"/>
          <p14:tracePt t="214060" x="1733550" y="5473700"/>
          <p14:tracePt t="214068" x="1674813" y="5489575"/>
          <p14:tracePt t="214076" x="1633538" y="5489575"/>
          <p14:tracePt t="214085" x="1609725" y="5507038"/>
          <p14:tracePt t="214093" x="1566863" y="5514975"/>
          <p14:tracePt t="214101" x="1550988" y="5514975"/>
          <p14:tracePt t="214109" x="1525588" y="5530850"/>
          <p14:tracePt t="214117" x="1492250" y="5530850"/>
          <p14:tracePt t="214133" x="1468438" y="5530850"/>
          <p14:tracePt t="214142" x="1450975" y="5530850"/>
          <p14:tracePt t="214149" x="1435100" y="5548313"/>
          <p14:tracePt t="214158" x="1427163" y="5548313"/>
          <p14:tracePt t="214165" x="1393825" y="5548313"/>
          <p14:tracePt t="214174" x="1384300" y="5548313"/>
          <p14:tracePt t="214181" x="1352550" y="5548313"/>
          <p14:tracePt t="214190" x="1327150" y="5548313"/>
          <p14:tracePt t="214198" x="1309688" y="5548313"/>
          <p14:tracePt t="214207" x="1285875" y="5548313"/>
          <p14:tracePt t="214214" x="1268413" y="5548313"/>
          <p14:tracePt t="214222" x="1244600" y="5548313"/>
          <p14:tracePt t="214230" x="1211263" y="5548313"/>
          <p14:tracePt t="214238" x="1203325" y="5548313"/>
          <p14:tracePt t="214246" x="1169988" y="5548313"/>
          <p14:tracePt t="214254" x="1160463" y="5548313"/>
          <p14:tracePt t="214262" x="1128713" y="5514975"/>
          <p14:tracePt t="214270" x="1119188" y="5507038"/>
          <p14:tracePt t="214278" x="1085850" y="5473700"/>
          <p14:tracePt t="214286" x="1077913" y="5448300"/>
          <p14:tracePt t="214294" x="1044575" y="5422900"/>
          <p14:tracePt t="214302" x="1036638" y="5373688"/>
          <p14:tracePt t="214310" x="1020763" y="5332413"/>
          <p14:tracePt t="214319" x="1003300" y="5307013"/>
          <p14:tracePt t="214327" x="995363" y="5265738"/>
          <p14:tracePt t="214335" x="995363" y="5240338"/>
          <p14:tracePt t="214343" x="977900" y="5199063"/>
          <p14:tracePt t="214351" x="977900" y="5165725"/>
          <p14:tracePt t="214359" x="962025" y="5141913"/>
          <p14:tracePt t="214367" x="962025" y="5108575"/>
          <p14:tracePt t="214376" x="962025" y="5100638"/>
          <p14:tracePt t="214383" x="962025" y="5083175"/>
          <p14:tracePt t="214391" x="962025" y="5067300"/>
          <p14:tracePt t="214408" x="962025" y="5057775"/>
          <p14:tracePt t="214416" x="962025" y="5041900"/>
          <p14:tracePt t="214432" x="962025" y="5026025"/>
          <p14:tracePt t="214444" x="977900" y="5026025"/>
          <p14:tracePt t="214448" x="1003300" y="5016500"/>
          <p14:tracePt t="214457" x="1062038" y="4983163"/>
          <p14:tracePt t="214464" x="1128713" y="4975225"/>
          <p14:tracePt t="214474" x="1227138" y="4941888"/>
          <p14:tracePt t="214480" x="1327150" y="4941888"/>
          <p14:tracePt t="214488" x="1450975" y="4933950"/>
          <p14:tracePt t="214496" x="1550988" y="4933950"/>
          <p14:tracePt t="214504" x="1592263" y="4933950"/>
          <p14:tracePt t="214512" x="1674813" y="4933950"/>
          <p14:tracePt t="214520" x="1741488" y="4933950"/>
          <p14:tracePt t="214529" x="1800225" y="4933950"/>
          <p14:tracePt t="214537" x="1841500" y="4941888"/>
          <p14:tracePt t="214545" x="1882775" y="4959350"/>
          <p14:tracePt t="214553" x="1916113" y="4983163"/>
          <p14:tracePt t="214561" x="1924050" y="4983163"/>
          <p14:tracePt t="214569" x="1941513" y="5000625"/>
          <p14:tracePt t="214577" x="1957388" y="5026025"/>
          <p14:tracePt t="214585" x="1965325" y="5041900"/>
          <p14:tracePt t="214593" x="1965325" y="5067300"/>
          <p14:tracePt t="214601" x="1982788" y="5067300"/>
          <p14:tracePt t="214609" x="1982788" y="5100638"/>
          <p14:tracePt t="214617" x="1998663" y="5108575"/>
          <p14:tracePt t="214625" x="1998663" y="5124450"/>
          <p14:tracePt t="214633" x="1998663" y="5141913"/>
          <p14:tracePt t="214642" x="2006600" y="5165725"/>
          <p14:tracePt t="214650" x="2006600" y="5183188"/>
          <p14:tracePt t="214658" x="2006600" y="5199063"/>
          <p14:tracePt t="214666" x="2006600" y="5207000"/>
          <p14:tracePt t="214675" x="2006600" y="5224463"/>
          <p14:tracePt t="214682" x="2006600" y="5249863"/>
          <p14:tracePt t="214698" x="2006600" y="5265738"/>
          <p14:tracePt t="214708" x="2006600" y="5291138"/>
          <p14:tracePt t="214714" x="2006600" y="5307013"/>
          <p14:tracePt t="214724" x="2006600" y="5324475"/>
          <p14:tracePt t="214730" x="2006600" y="5332413"/>
          <p14:tracePt t="214741" x="2006600" y="5348288"/>
          <p14:tracePt t="214746" x="2006600" y="5365750"/>
          <p14:tracePt t="214757" x="2006600" y="5373688"/>
          <p14:tracePt t="214763" x="2006600" y="5389563"/>
          <p14:tracePt t="214774" x="2006600" y="5407025"/>
          <p14:tracePt t="214779" x="2006600" y="5422900"/>
          <p14:tracePt t="214791" x="2006600" y="5432425"/>
          <p14:tracePt t="214795" x="1998663" y="5448300"/>
          <p14:tracePt t="214811" x="1998663" y="5464175"/>
          <p14:tracePt t="214824" x="1998663" y="5473700"/>
          <p14:tracePt t="214835" x="1982788" y="5489575"/>
          <p14:tracePt t="214843" x="1982788" y="5507038"/>
          <p14:tracePt t="214859" x="1965325" y="5514975"/>
          <p14:tracePt t="214868" x="1965325" y="5530850"/>
          <p14:tracePt t="214876" x="1965325" y="5548313"/>
          <p14:tracePt t="214892" x="1957388" y="5556250"/>
          <p14:tracePt t="214908" x="1957388" y="5572125"/>
          <p14:tracePt t="214916" x="1941513" y="5589588"/>
          <p14:tracePt t="214932" x="1941513" y="5597525"/>
          <p14:tracePt t="214941" x="1924050" y="5597525"/>
          <p14:tracePt t="214957" x="1924050" y="5613400"/>
          <p14:tracePt t="214965" x="1916113" y="5613400"/>
          <p14:tracePt t="214981" x="1898650" y="5630863"/>
          <p14:tracePt t="214989" x="1882775" y="5630863"/>
          <p14:tracePt t="214997" x="1874838" y="5638800"/>
          <p14:tracePt t="215005" x="1857375" y="5638800"/>
          <p14:tracePt t="215013" x="1833563" y="5656263"/>
          <p14:tracePt t="215021" x="1816100" y="5656263"/>
          <p14:tracePt t="215029" x="1774825" y="5656263"/>
          <p14:tracePt t="215037" x="1733550" y="5672138"/>
          <p14:tracePt t="215045" x="1700213" y="5672138"/>
          <p14:tracePt t="215053" x="1651000" y="5672138"/>
          <p14:tracePt t="215062" x="1592263" y="5688013"/>
          <p14:tracePt t="215069" x="1535113" y="5688013"/>
          <p14:tracePt t="215077" x="1492250" y="5697538"/>
          <p14:tracePt t="215086" x="1450975" y="5697538"/>
          <p14:tracePt t="215094" x="1393825" y="5697538"/>
          <p14:tracePt t="215102" x="1368425" y="5697538"/>
          <p14:tracePt t="215110" x="1327150" y="5697538"/>
          <p14:tracePt t="215118" x="1301750" y="5697538"/>
          <p14:tracePt t="215126" x="1260475" y="5697538"/>
          <p14:tracePt t="215134" x="1227138" y="5697538"/>
          <p14:tracePt t="215142" x="1211263" y="5688013"/>
          <p14:tracePt t="215150" x="1185863" y="5672138"/>
          <p14:tracePt t="215158" x="1169988" y="5672138"/>
          <p14:tracePt t="215166" x="1160463" y="5656263"/>
          <p14:tracePt t="215175" x="1144588" y="5630863"/>
          <p14:tracePt t="215183" x="1128713" y="5597525"/>
          <p14:tracePt t="215191" x="1119188" y="5589588"/>
          <p14:tracePt t="215199" x="1103313" y="5556250"/>
          <p14:tracePt t="215208" x="1103313" y="5530850"/>
          <p14:tracePt t="215215" x="1085850" y="5507038"/>
          <p14:tracePt t="215224" x="1077913" y="5473700"/>
          <p14:tracePt t="215231" x="1077913" y="5464175"/>
          <p14:tracePt t="215241" x="1077913" y="5432425"/>
          <p14:tracePt t="215247" x="1077913" y="5422900"/>
          <p14:tracePt t="215258" x="1077913" y="5373688"/>
          <p14:tracePt t="215263" x="1077913" y="5365750"/>
          <p14:tracePt t="215274" x="1077913" y="5332413"/>
          <p14:tracePt t="215279" x="1077913" y="5307013"/>
          <p14:tracePt t="215291" x="1077913" y="5291138"/>
          <p14:tracePt t="215295" x="1077913" y="5281613"/>
          <p14:tracePt t="215308" x="1077913" y="5265738"/>
          <p14:tracePt t="215320" x="1077913" y="5249863"/>
          <p14:tracePt t="215328" x="1085850" y="5249863"/>
          <p14:tracePt t="215336" x="1085850" y="5240338"/>
          <p14:tracePt t="215352" x="1103313" y="5240338"/>
          <p14:tracePt t="215360" x="1119188" y="5224463"/>
          <p14:tracePt t="215368" x="1128713" y="5207000"/>
          <p14:tracePt t="215376" x="1169988" y="5199063"/>
          <p14:tracePt t="215384" x="1203325" y="5183188"/>
          <p14:tracePt t="215393" x="1244600" y="5165725"/>
          <p14:tracePt t="215400" x="1268413" y="5157788"/>
          <p14:tracePt t="215409" x="1327150" y="5124450"/>
          <p14:tracePt t="215417" x="1384300" y="5108575"/>
          <p14:tracePt t="215425" x="1435100" y="5100638"/>
          <p14:tracePt t="215433" x="1509713" y="5067300"/>
          <p14:tracePt t="215442" x="1535113" y="5057775"/>
          <p14:tracePt t="215449" x="1592263" y="5057775"/>
          <p14:tracePt t="215458" x="1633538" y="5041900"/>
          <p14:tracePt t="215465" x="1658938" y="5041900"/>
          <p14:tracePt t="215475" x="1700213" y="5026025"/>
          <p14:tracePt t="215481" x="1741488" y="5026025"/>
          <p14:tracePt t="215491" x="1774825" y="5026025"/>
          <p14:tracePt t="215497" x="1816100" y="5026025"/>
          <p14:tracePt t="215505" x="1841500" y="5026025"/>
          <p14:tracePt t="215514" x="1882775" y="5026025"/>
          <p14:tracePt t="215522" x="1916113" y="5026025"/>
          <p14:tracePt t="215530" x="1957388" y="5026025"/>
          <p14:tracePt t="215538" x="2006600" y="5026025"/>
          <p14:tracePt t="215546" x="2065338" y="5026025"/>
          <p14:tracePt t="215554" x="2098675" y="5057775"/>
          <p14:tracePt t="215562" x="2165350" y="5067300"/>
          <p14:tracePt t="215570" x="2222500" y="5100638"/>
          <p14:tracePt t="215578" x="2273300" y="5108575"/>
          <p14:tracePt t="215586" x="2347913" y="5157788"/>
          <p14:tracePt t="215594" x="2405063" y="5183188"/>
          <p14:tracePt t="215602" x="2454275" y="5207000"/>
          <p14:tracePt t="215610" x="2513013" y="5224463"/>
          <p14:tracePt t="215619" x="2528888" y="5249863"/>
          <p14:tracePt t="215627" x="2571750" y="5291138"/>
          <p14:tracePt t="215635" x="2595563" y="5307013"/>
          <p14:tracePt t="215643" x="2613025" y="5324475"/>
          <p14:tracePt t="215651" x="2628900" y="5348288"/>
          <p14:tracePt t="215659" x="2628900" y="5365750"/>
          <p14:tracePt t="215667" x="2636838" y="5365750"/>
          <p14:tracePt t="215675" x="2636838" y="5389563"/>
          <p14:tracePt t="215683" x="2636838" y="5407025"/>
          <p14:tracePt t="215691" x="2636838" y="5422900"/>
          <p14:tracePt t="215708" x="2636838" y="5432425"/>
          <p14:tracePt t="215715" x="2636838" y="5448300"/>
          <p14:tracePt t="215724" x="2636838" y="5464175"/>
          <p14:tracePt t="215732" x="2595563" y="5473700"/>
          <p14:tracePt t="215741" x="2538413" y="5489575"/>
          <p14:tracePt t="215748" x="2471738" y="5514975"/>
          <p14:tracePt t="215757" x="2405063" y="5556250"/>
          <p14:tracePt t="215764" x="2305050" y="5589588"/>
          <p14:tracePt t="215772" x="2181225" y="5630863"/>
          <p14:tracePt t="215780" x="2057400" y="5656263"/>
          <p14:tracePt t="215788" x="1916113" y="5697538"/>
          <p14:tracePt t="215796" x="1758950" y="5730875"/>
          <p14:tracePt t="215804" x="1609725" y="5738813"/>
          <p14:tracePt t="215813" x="1476375" y="5754688"/>
          <p14:tracePt t="215820" x="1327150" y="5772150"/>
          <p14:tracePt t="215828" x="1301750" y="5780088"/>
          <p14:tracePt t="215837" x="1203325" y="5795963"/>
          <p14:tracePt t="215844" x="1119188" y="5795963"/>
          <p14:tracePt t="215853" x="1077913" y="5795963"/>
          <p14:tracePt t="215861" x="1036638" y="5795963"/>
          <p14:tracePt t="215869" x="1003300" y="5795963"/>
          <p14:tracePt t="215877" x="977900" y="5795963"/>
          <p14:tracePt t="215885" x="962025" y="5795963"/>
          <p14:tracePt t="215893" x="954088" y="5795963"/>
          <p14:tracePt t="215901" x="936625" y="5795963"/>
          <p14:tracePt t="215925" x="920750" y="5780088"/>
          <p14:tracePt t="215941" x="903288" y="5772150"/>
          <p14:tracePt t="215949" x="903288" y="5754688"/>
          <p14:tracePt t="215958" x="895350" y="5738813"/>
          <p14:tracePt t="215966" x="895350" y="5730875"/>
          <p14:tracePt t="215975" x="879475" y="5713413"/>
          <p14:tracePt t="215982" x="879475" y="5697538"/>
          <p14:tracePt t="215991" x="879475" y="5672138"/>
          <p14:tracePt t="215998" x="879475" y="5656263"/>
          <p14:tracePt t="216008" x="862013" y="5638800"/>
          <p14:tracePt t="216014" x="854075" y="5597525"/>
          <p14:tracePt t="216023" x="854075" y="5572125"/>
          <p14:tracePt t="216030" x="838200" y="5548313"/>
          <p14:tracePt t="216038" x="838200" y="5507038"/>
          <p14:tracePt t="216046" x="820738" y="5473700"/>
          <p14:tracePt t="216055" x="820738" y="5432425"/>
          <p14:tracePt t="216063" x="812800" y="5407025"/>
          <p14:tracePt t="216071" x="812800" y="5365750"/>
          <p14:tracePt t="216079" x="812800" y="5332413"/>
          <p14:tracePt t="216087" x="812800" y="5324475"/>
          <p14:tracePt t="216095" x="812800" y="5291138"/>
          <p14:tracePt t="216103" x="812800" y="5281613"/>
          <p14:tracePt t="216111" x="812800" y="5265738"/>
          <p14:tracePt t="216119" x="812800" y="5249863"/>
          <p14:tracePt t="216135" x="812800" y="5240338"/>
          <p14:tracePt t="216151" x="812800" y="5224463"/>
          <p14:tracePt t="216159" x="812800" y="5207000"/>
          <p14:tracePt t="216184" x="812800" y="5199063"/>
          <p14:tracePt t="216192" x="820738" y="5199063"/>
          <p14:tracePt t="216200" x="838200" y="5183188"/>
          <p14:tracePt t="216208" x="879475" y="5165725"/>
          <p14:tracePt t="216216" x="920750" y="5141913"/>
          <p14:tracePt t="216224" x="962025" y="5108575"/>
          <p14:tracePt t="216232" x="1044575" y="5083175"/>
          <p14:tracePt t="216241" x="1119188" y="5067300"/>
          <p14:tracePt t="216248" x="1211263" y="5041900"/>
          <p14:tracePt t="216257" x="1309688" y="5041900"/>
          <p14:tracePt t="216264" x="1393825" y="5026025"/>
          <p14:tracePt t="216274" x="1525588" y="5026025"/>
          <p14:tracePt t="216280" x="1566863" y="5026025"/>
          <p14:tracePt t="216289" x="1633538" y="5026025"/>
          <p14:tracePt t="216297" x="1700213" y="5026025"/>
          <p14:tracePt t="216305" x="1758950" y="5026025"/>
          <p14:tracePt t="216313" x="1816100" y="5026025"/>
          <p14:tracePt t="216321" x="1841500" y="5041900"/>
          <p14:tracePt t="216329" x="1874838" y="5057775"/>
          <p14:tracePt t="216337" x="1898650" y="5083175"/>
          <p14:tracePt t="216345" x="1916113" y="5100638"/>
          <p14:tracePt t="216353" x="1924050" y="5108575"/>
          <p14:tracePt t="216361" x="1924050" y="5141913"/>
          <p14:tracePt t="216369" x="1941513" y="5157788"/>
          <p14:tracePt t="216378" x="1941513" y="5165725"/>
          <p14:tracePt t="216385" x="1957388" y="5199063"/>
          <p14:tracePt t="216393" x="1957388" y="5207000"/>
          <p14:tracePt t="216402" x="1957388" y="5240338"/>
          <p14:tracePt t="216409" x="1957388" y="5281613"/>
          <p14:tracePt t="216418" x="1957388" y="5291138"/>
          <p14:tracePt t="216426" x="1957388" y="5332413"/>
          <p14:tracePt t="216434" x="1957388" y="5365750"/>
          <p14:tracePt t="216446" x="1957388" y="5407025"/>
          <p14:tracePt t="216450" x="1957388" y="5448300"/>
          <p14:tracePt t="216458" x="1957388" y="5473700"/>
          <p14:tracePt t="216466" x="1957388" y="5514975"/>
          <p14:tracePt t="216475" x="1957388" y="5530850"/>
          <p14:tracePt t="216482" x="1941513" y="5556250"/>
          <p14:tracePt t="216491" x="1941513" y="5572125"/>
          <p14:tracePt t="216499" x="1924050" y="5589588"/>
          <p14:tracePt t="216515" x="1916113" y="5597525"/>
          <p14:tracePt t="216540" x="1916113" y="5613400"/>
          <p14:tracePt t="216555" x="1882775" y="5656263"/>
          <p14:tracePt t="216563" x="1857375" y="5837238"/>
          <p14:tracePt t="217726" x="1857375" y="5821363"/>
          <p14:tracePt t="217734" x="1857375" y="5813425"/>
          <p14:tracePt t="217742" x="1857375" y="5795963"/>
          <p14:tracePt t="217750" x="1882775" y="5780088"/>
          <p14:tracePt t="217758" x="1898650" y="5772150"/>
          <p14:tracePt t="217766" x="1916113" y="5754688"/>
          <p14:tracePt t="217776" x="1941513" y="5738813"/>
          <p14:tracePt t="217782" x="1957388" y="5738813"/>
          <p14:tracePt t="217791" x="1998663" y="5738813"/>
          <p14:tracePt t="217798" x="2006600" y="5730875"/>
          <p14:tracePt t="217808" x="2057400" y="5730875"/>
          <p14:tracePt t="217815" x="2081213" y="5730875"/>
          <p14:tracePt t="217824" x="2098675" y="5713413"/>
          <p14:tracePt t="217831" x="2122488" y="5713413"/>
          <p14:tracePt t="217839" x="2139950" y="5713413"/>
          <p14:tracePt t="217863" x="2147888" y="5713413"/>
          <p14:tracePt t="217928" x="2139950" y="5713413"/>
          <p14:tracePt t="217936" x="2122488" y="5713413"/>
          <p14:tracePt t="217944" x="2098675" y="5713413"/>
          <p14:tracePt t="217952" x="2081213" y="5713413"/>
          <p14:tracePt t="217960" x="2057400" y="5713413"/>
          <p14:tracePt t="217975" x="2024063" y="5713413"/>
          <p14:tracePt t="217976" x="1941513" y="5713413"/>
          <p14:tracePt t="217984" x="1898650" y="5713413"/>
          <p14:tracePt t="217992" x="1841500" y="5713413"/>
          <p14:tracePt t="218000" x="1774825" y="5713413"/>
          <p14:tracePt t="218008" x="1733550" y="5713413"/>
          <p14:tracePt t="218016" x="1658938" y="5697538"/>
          <p14:tracePt t="218025" x="1592263" y="5697538"/>
          <p14:tracePt t="218033" x="1535113" y="5688013"/>
          <p14:tracePt t="218041" x="1476375" y="5672138"/>
          <p14:tracePt t="218049" x="1435100" y="5672138"/>
          <p14:tracePt t="218058" x="1409700" y="5672138"/>
          <p14:tracePt t="218065" x="1384300" y="5656263"/>
          <p14:tracePt t="218074" x="1352550" y="5656263"/>
          <p14:tracePt t="218081" x="1343025" y="5638800"/>
          <p14:tracePt t="218091" x="1309688" y="5638800"/>
          <p14:tracePt t="218097" x="1301750" y="5630863"/>
          <p14:tracePt t="218108" x="1285875" y="5630863"/>
          <p14:tracePt t="218113" x="1260475" y="5613400"/>
          <p14:tracePt t="218124" x="1244600" y="5589588"/>
          <p14:tracePt t="218129" x="1227138" y="5589588"/>
          <p14:tracePt t="218141" x="1203325" y="5556250"/>
          <p14:tracePt t="218145" x="1185863" y="5556250"/>
          <p14:tracePt t="218158" x="1169988" y="5530850"/>
          <p14:tracePt t="218162" x="1160463" y="5514975"/>
          <p14:tracePt t="218174" x="1144588" y="5507038"/>
          <p14:tracePt t="218178" x="1128713" y="5507038"/>
          <p14:tracePt t="218191" x="1128713" y="5473700"/>
          <p14:tracePt t="218194" x="1119188" y="5464175"/>
          <p14:tracePt t="218208" x="1103313" y="5448300"/>
          <p14:tracePt t="218211" x="1085850" y="5422900"/>
          <p14:tracePt t="218224" x="1077913" y="5389563"/>
          <p14:tracePt t="218226" x="1062038" y="5373688"/>
          <p14:tracePt t="218241" x="1044575" y="5365750"/>
          <p14:tracePt t="218244" x="1044575" y="5332413"/>
          <p14:tracePt t="218257" x="1036638" y="5324475"/>
          <p14:tracePt t="218260" x="1020763" y="5307013"/>
          <p14:tracePt t="218274" x="1020763" y="5291138"/>
          <p14:tracePt t="218275" x="1020763" y="5265738"/>
          <p14:tracePt t="218291" x="1020763" y="5249863"/>
          <p14:tracePt t="218308" x="1020763" y="5240338"/>
          <p14:tracePt t="218324" x="1020763" y="5224463"/>
          <p14:tracePt t="218364" x="1020763" y="5207000"/>
          <p14:tracePt t="218380" x="1044575" y="5199063"/>
          <p14:tracePt t="218388" x="1077913" y="5183188"/>
          <p14:tracePt t="218396" x="1103313" y="5165725"/>
          <p14:tracePt t="218404" x="1160463" y="5157788"/>
          <p14:tracePt t="218412" x="1211263" y="5124450"/>
          <p14:tracePt t="218420" x="1285875" y="5100638"/>
          <p14:tracePt t="218428" x="1327150" y="5083175"/>
          <p14:tracePt t="218436" x="1393825" y="5057775"/>
          <p14:tracePt t="218446" x="1468438" y="5041900"/>
          <p14:tracePt t="218452" x="1525588" y="5041900"/>
          <p14:tracePt t="218461" x="1576388" y="5026025"/>
          <p14:tracePt t="218469" x="1609725" y="5026025"/>
          <p14:tracePt t="218477" x="1633538" y="5026025"/>
          <p14:tracePt t="218485" x="1651000" y="5026025"/>
          <p14:tracePt t="218493" x="1674813" y="5026025"/>
          <p14:tracePt t="218501" x="1692275" y="5026025"/>
          <p14:tracePt t="218509" x="1700213" y="5026025"/>
          <p14:tracePt t="218533" x="1716088" y="5026025"/>
          <p14:tracePt t="218541" x="1716088" y="5041900"/>
          <p14:tracePt t="218549" x="1716088" y="5057775"/>
          <p14:tracePt t="218558" x="1733550" y="5057775"/>
          <p14:tracePt t="218565" x="1733550" y="5067300"/>
          <p14:tracePt t="218582" x="1733550" y="5083175"/>
          <p14:tracePt t="218591" x="1733550" y="5100638"/>
          <p14:tracePt t="218598" x="1733550" y="5108575"/>
          <p14:tracePt t="218607" x="1741488" y="5108575"/>
          <p14:tracePt t="218614" x="1741488" y="5141913"/>
          <p14:tracePt t="218622" x="1741488" y="5157788"/>
          <p14:tracePt t="218630" x="1741488" y="5165725"/>
          <p14:tracePt t="218638" x="1741488" y="5183188"/>
          <p14:tracePt t="218646" x="1741488" y="5207000"/>
          <p14:tracePt t="218654" x="1741488" y="5224463"/>
          <p14:tracePt t="218662" x="1741488" y="5240338"/>
          <p14:tracePt t="218670" x="1741488" y="5265738"/>
          <p14:tracePt t="218679" x="1741488" y="5281613"/>
          <p14:tracePt t="218686" x="1741488" y="5291138"/>
          <p14:tracePt t="218703" x="1741488" y="5307013"/>
          <p14:tracePt t="218711" x="1741488" y="5324475"/>
          <p14:tracePt t="218727" x="1741488" y="5332413"/>
          <p14:tracePt t="218743" x="1733550" y="5332413"/>
          <p14:tracePt t="218751" x="1716088" y="5348288"/>
          <p14:tracePt t="218759" x="1700213" y="5348288"/>
          <p14:tracePt t="218767" x="1692275" y="5365750"/>
          <p14:tracePt t="218775" x="1658938" y="5365750"/>
          <p14:tracePt t="218783" x="1633538" y="5373688"/>
          <p14:tracePt t="218792" x="1609725" y="5373688"/>
          <p14:tracePt t="218800" x="1576388" y="5389563"/>
          <p14:tracePt t="218808" x="1550988" y="5407025"/>
          <p14:tracePt t="218816" x="1509713" y="5407025"/>
          <p14:tracePt t="218824" x="1492250" y="5422900"/>
          <p14:tracePt t="218832" x="1450975" y="5422900"/>
          <p14:tracePt t="218841" x="1435100" y="5432425"/>
          <p14:tracePt t="218848" x="1409700" y="5432425"/>
          <p14:tracePt t="218858" x="1384300" y="5448300"/>
          <p14:tracePt t="218864" x="1368425" y="5464175"/>
          <p14:tracePt t="218874" x="1327150" y="5464175"/>
          <p14:tracePt t="218881" x="1309688" y="5473700"/>
          <p14:tracePt t="218888" x="1285875" y="5473700"/>
          <p14:tracePt t="218897" x="1260475" y="5489575"/>
          <p14:tracePt t="218905" x="1244600" y="5489575"/>
          <p14:tracePt t="218913" x="1211263" y="5507038"/>
          <p14:tracePt t="218921" x="1203325" y="5507038"/>
          <p14:tracePt t="218929" x="1185863" y="5507038"/>
          <p14:tracePt t="218937" x="1169988" y="5507038"/>
          <p14:tracePt t="219058" x="1185863" y="5507038"/>
          <p14:tracePt t="219082" x="1203325" y="5507038"/>
          <p14:tracePt t="219098" x="1227138" y="5507038"/>
          <p14:tracePt t="219108" x="1260475" y="5507038"/>
          <p14:tracePt t="219114" x="1285875" y="5507038"/>
          <p14:tracePt t="219124" x="1327150" y="5507038"/>
          <p14:tracePt t="219131" x="1427163" y="5507038"/>
          <p14:tracePt t="219139" x="1468438" y="5507038"/>
          <p14:tracePt t="219147" x="1566863" y="5507038"/>
          <p14:tracePt t="219155" x="1633538" y="5507038"/>
          <p14:tracePt t="219163" x="1733550" y="5507038"/>
          <p14:tracePt t="219171" x="1790700" y="5507038"/>
          <p14:tracePt t="219179" x="1857375" y="5507038"/>
          <p14:tracePt t="219187" x="1957388" y="5507038"/>
          <p14:tracePt t="219195" x="2106613" y="5507038"/>
          <p14:tracePt t="219203" x="2206625" y="5489575"/>
          <p14:tracePt t="219212" x="2305050" y="5473700"/>
          <p14:tracePt t="219219" x="2405063" y="5464175"/>
          <p14:tracePt t="219228" x="2497138" y="5464175"/>
          <p14:tracePt t="219236" x="2571750" y="5448300"/>
          <p14:tracePt t="219244" x="2628900" y="5448300"/>
          <p14:tracePt t="219252" x="2711450" y="5432425"/>
          <p14:tracePt t="219260" x="2803525" y="5432425"/>
          <p14:tracePt t="219268" x="2894013" y="5432425"/>
          <p14:tracePt t="219276" x="2960688" y="5432425"/>
          <p14:tracePt t="219284" x="3109913" y="5432425"/>
          <p14:tracePt t="219292" x="3201988" y="5432425"/>
          <p14:tracePt t="219300" x="3284538" y="5432425"/>
          <p14:tracePt t="219308" x="3375025" y="5432425"/>
          <p14:tracePt t="219316" x="3467100" y="5432425"/>
          <p14:tracePt t="219325" x="3590925" y="5432425"/>
          <p14:tracePt t="219333" x="3632200" y="5432425"/>
          <p14:tracePt t="219341" x="3814763" y="5432425"/>
          <p14:tracePt t="219349" x="3906838" y="5432425"/>
          <p14:tracePt t="219358" x="4005263" y="5432425"/>
          <p14:tracePt t="219365" x="4038600" y="5432425"/>
          <p14:tracePt t="219375" x="4229100" y="5432425"/>
          <p14:tracePt t="219381" x="4313238" y="5432425"/>
          <p14:tracePt t="219391" x="4411663" y="5448300"/>
          <p14:tracePt t="219397" x="4454525" y="5464175"/>
          <p14:tracePt t="219408" x="4529138" y="5473700"/>
          <p14:tracePt t="219413" x="4619625" y="5489575"/>
          <p14:tracePt t="219425" x="4694238" y="5507038"/>
          <p14:tracePt t="219429" x="4760913" y="5507038"/>
          <p14:tracePt t="219443" x="4843463" y="5514975"/>
          <p14:tracePt t="219449" x="4918075" y="5514975"/>
          <p14:tracePt t="219458" x="4967288" y="5514975"/>
          <p14:tracePt t="219462" x="5018088" y="5530850"/>
          <p14:tracePt t="219474" x="5067300" y="5530850"/>
          <p14:tracePt t="219478" x="5126038" y="5548313"/>
          <p14:tracePt t="219491" x="5183188" y="5548313"/>
          <p14:tracePt t="219494" x="5208588" y="5548313"/>
          <p14:tracePt t="219508" x="5249863" y="5556250"/>
          <p14:tracePt t="219510" x="5275263" y="5556250"/>
          <p14:tracePt t="219524" x="5324475" y="5556250"/>
          <p14:tracePt t="219527" x="5349875" y="5556250"/>
          <p14:tracePt t="219541" x="5365750" y="5556250"/>
          <p14:tracePt t="219543" x="5391150" y="5556250"/>
          <p14:tracePt t="219558" x="5407025" y="5556250"/>
          <p14:tracePt t="219559" x="5416550" y="5556250"/>
          <p14:tracePt t="219567" x="5432425" y="5556250"/>
          <p14:tracePt t="219575" x="5448300" y="5556250"/>
          <p14:tracePt t="219583" x="5457825" y="5556250"/>
          <p14:tracePt t="219592" x="5473700" y="5548313"/>
          <p14:tracePt t="219599" x="5473700" y="5530850"/>
          <p14:tracePt t="219608" x="5491163" y="5514975"/>
          <p14:tracePt t="219615" x="5499100" y="5507038"/>
          <p14:tracePt t="219625" x="5514975" y="5489575"/>
          <p14:tracePt t="219631" x="5532438" y="5473700"/>
          <p14:tracePt t="219641" x="5540375" y="5464175"/>
          <p14:tracePt t="219647" x="5556250" y="5422900"/>
          <p14:tracePt t="219658" x="5589588" y="5389563"/>
          <p14:tracePt t="219664" x="5599113" y="5365750"/>
          <p14:tracePt t="219674" x="5630863" y="5324475"/>
          <p14:tracePt t="219680" x="5656263" y="5291138"/>
          <p14:tracePt t="219691" x="5673725" y="5265738"/>
          <p14:tracePt t="219696" x="5681663" y="5240338"/>
          <p14:tracePt t="219707" x="5715000" y="5199063"/>
          <p14:tracePt t="219712" x="5722938" y="5183188"/>
          <p14:tracePt t="219724" x="5738813" y="5165725"/>
          <p14:tracePt t="219728" x="5756275" y="5157788"/>
          <p14:tracePt t="219741" x="5756275" y="5141913"/>
          <p14:tracePt t="219752" x="5764213" y="5124450"/>
          <p14:tracePt t="219841" x="5764213" y="5108575"/>
          <p14:tracePt t="219849" x="5756275" y="5108575"/>
          <p14:tracePt t="219858" x="5738813" y="5100638"/>
          <p14:tracePt t="219874" x="5722938" y="5100638"/>
          <p14:tracePt t="219881" x="5715000" y="5083175"/>
          <p14:tracePt t="219891" x="5697538" y="5083175"/>
          <p14:tracePt t="219898" x="5681663" y="5067300"/>
          <p14:tracePt t="219922" x="5673725" y="5067300"/>
          <p14:tracePt t="219954" x="5673725" y="5057775"/>
          <p14:tracePt t="220011" x="5673725" y="5041900"/>
          <p14:tracePt t="220019" x="5681663" y="5041900"/>
          <p14:tracePt t="220027" x="5681663" y="5026025"/>
          <p14:tracePt t="220035" x="5697538" y="5016500"/>
          <p14:tracePt t="220043" x="5715000" y="5000625"/>
          <p14:tracePt t="220059" x="5738813" y="4983163"/>
          <p14:tracePt t="220067" x="5756275" y="4975225"/>
          <p14:tracePt t="220075" x="5756275" y="4959350"/>
          <p14:tracePt t="220083" x="5764213" y="4959350"/>
          <p14:tracePt t="220092" x="5797550" y="4933950"/>
          <p14:tracePt t="220099" x="5805488" y="4933950"/>
          <p14:tracePt t="220108" x="5838825" y="4918075"/>
          <p14:tracePt t="220116" x="5864225" y="4918075"/>
          <p14:tracePt t="220124" x="5880100" y="4900613"/>
          <p14:tracePt t="220132" x="5921375" y="4900613"/>
          <p14:tracePt t="220141" x="5946775" y="4900613"/>
          <p14:tracePt t="220148" x="5988050" y="4900613"/>
          <p14:tracePt t="220158" x="6029325" y="4900613"/>
          <p14:tracePt t="220164" x="6070600" y="4900613"/>
          <p14:tracePt t="220173" x="6121400" y="4900613"/>
          <p14:tracePt t="220180" x="6162675" y="4900613"/>
          <p14:tracePt t="220188" x="6203950" y="4900613"/>
          <p14:tracePt t="220197" x="6245225" y="4900613"/>
          <p14:tracePt t="220205" x="6253163" y="4900613"/>
          <p14:tracePt t="220213" x="6286500" y="4900613"/>
          <p14:tracePt t="220221" x="6294438" y="4900613"/>
          <p14:tracePt t="220229" x="6311900" y="4900613"/>
          <p14:tracePt t="220253" x="6327775" y="4900613"/>
          <p14:tracePt t="220285" x="6327775" y="4918075"/>
          <p14:tracePt t="220293" x="6294438" y="4933950"/>
          <p14:tracePt t="220301" x="6253163" y="4933950"/>
          <p14:tracePt t="220309" x="6170613" y="4959350"/>
          <p14:tracePt t="220317" x="6088063" y="5000625"/>
          <p14:tracePt t="220325" x="5938838" y="5016500"/>
          <p14:tracePt t="220334" x="5780088" y="5057775"/>
          <p14:tracePt t="220342" x="5630863" y="5083175"/>
          <p14:tracePt t="220350" x="5448300" y="5124450"/>
          <p14:tracePt t="220358" x="5249863" y="5157788"/>
          <p14:tracePt t="220366" x="5067300" y="5183188"/>
          <p14:tracePt t="220375" x="4918075" y="5199063"/>
          <p14:tracePt t="220382" x="4760913" y="5207000"/>
          <p14:tracePt t="220391" x="4719638" y="5224463"/>
          <p14:tracePt t="220398" x="4619625" y="5240338"/>
          <p14:tracePt t="220408" x="4495800" y="5249863"/>
          <p14:tracePt t="220414" x="4429125" y="5265738"/>
          <p14:tracePt t="220424" x="4354513" y="5281613"/>
          <p14:tracePt t="220430" x="4271963" y="5291138"/>
          <p14:tracePt t="220441" x="4205288" y="5291138"/>
          <p14:tracePt t="220447" x="4146550" y="5291138"/>
          <p14:tracePt t="220455" x="4105275" y="5291138"/>
          <p14:tracePt t="220463" x="4048125" y="5291138"/>
          <p14:tracePt t="220471" x="3997325" y="5291138"/>
          <p14:tracePt t="220479" x="3956050" y="5307013"/>
          <p14:tracePt t="220487" x="3922713" y="5307013"/>
          <p14:tracePt t="220495" x="3881438" y="5307013"/>
          <p14:tracePt t="220503" x="3856038" y="5307013"/>
          <p14:tracePt t="220511" x="3814763" y="5307013"/>
          <p14:tracePt t="220519" x="3781425" y="5307013"/>
          <p14:tracePt t="220527" x="3757613" y="5307013"/>
          <p14:tracePt t="220536" x="3716338" y="5307013"/>
          <p14:tracePt t="220543" x="3698875" y="5307013"/>
          <p14:tracePt t="220552" x="3657600" y="5307013"/>
          <p14:tracePt t="220560" x="3641725" y="5307013"/>
          <p14:tracePt t="220568" x="3632200" y="5307013"/>
          <p14:tracePt t="220576" x="3598863" y="5307013"/>
          <p14:tracePt t="220584" x="3590925" y="5307013"/>
          <p14:tracePt t="220592" x="3575050" y="5307013"/>
          <p14:tracePt t="220600" x="3549650" y="5307013"/>
          <p14:tracePt t="220608" x="3516313" y="5307013"/>
          <p14:tracePt t="220616" x="3492500" y="5307013"/>
          <p14:tracePt t="220624" x="3449638" y="5307013"/>
          <p14:tracePt t="220632" x="3425825" y="5307013"/>
          <p14:tracePt t="220641" x="3375025" y="5307013"/>
          <p14:tracePt t="220648" x="3351213" y="5307013"/>
          <p14:tracePt t="220658" x="3309938" y="5307013"/>
          <p14:tracePt t="220665" x="3267075" y="5307013"/>
          <p14:tracePt t="220674" x="3243263" y="5307013"/>
          <p14:tracePt t="220681" x="3201988" y="5307013"/>
          <p14:tracePt t="220691" x="3168650" y="5324475"/>
          <p14:tracePt t="220697" x="3109913" y="5324475"/>
          <p14:tracePt t="220708" x="3068638" y="5332413"/>
          <p14:tracePt t="220713" x="3043238" y="5348288"/>
          <p14:tracePt t="220724" x="2986088" y="5348288"/>
          <p14:tracePt t="220729" x="2944813" y="5365750"/>
          <p14:tracePt t="220741" x="2919413" y="5373688"/>
          <p14:tracePt t="220745" x="2894013" y="5373688"/>
          <p14:tracePt t="220757" x="2878138" y="5389563"/>
          <p14:tracePt t="220762" x="2860675" y="5389563"/>
          <p14:tracePt t="220775" x="2852738" y="5407025"/>
          <p14:tracePt t="220791" x="2836863" y="5407025"/>
          <p14:tracePt t="220866" x="2894013" y="5407025"/>
          <p14:tracePt t="220876" x="2960688" y="5422900"/>
          <p14:tracePt t="220883" x="3086100" y="5432425"/>
          <p14:tracePt t="220891" x="3209925" y="5432425"/>
          <p14:tracePt t="220909" x="3575050" y="5448300"/>
          <p14:tracePt t="220915" x="3773488" y="5448300"/>
          <p14:tracePt t="220925" x="3906838" y="5448300"/>
          <p14:tracePt t="220931" x="3963988" y="5448300"/>
          <p14:tracePt t="220941" x="4122738" y="5448300"/>
          <p14:tracePt t="220947" x="4221163" y="5448300"/>
          <p14:tracePt t="220958" x="4313238" y="5448300"/>
          <p14:tracePt t="220964" x="4411663" y="5448300"/>
          <p14:tracePt t="220974" x="4486275" y="5432425"/>
          <p14:tracePt t="220980" x="4537075" y="5422900"/>
          <p14:tracePt t="220991" x="4611688" y="5407025"/>
          <p14:tracePt t="220996" x="4660900" y="5389563"/>
          <p14:tracePt t="221008" x="4694238" y="5389563"/>
          <p14:tracePt t="221012" x="4735513" y="5373688"/>
          <p14:tracePt t="221024" x="4760913" y="5365750"/>
          <p14:tracePt t="221028" x="4794250" y="5365750"/>
          <p14:tracePt t="221041" x="4818063" y="5365750"/>
          <p14:tracePt t="221044" x="4818063" y="5348288"/>
          <p14:tracePt t="221057" x="4835525" y="5348288"/>
          <p14:tracePt t="221060" x="4843463" y="5348288"/>
          <p14:tracePt t="221091" x="4860925" y="5332413"/>
          <p14:tracePt t="221173" x="4818063" y="5332413"/>
          <p14:tracePt t="221181" x="4752975" y="5348288"/>
          <p14:tracePt t="221192" x="4619625" y="5373688"/>
          <p14:tracePt t="221197" x="4470400" y="5422900"/>
          <p14:tracePt t="221206" x="4313238" y="5448300"/>
          <p14:tracePt t="221225" x="3981450" y="5514975"/>
          <p14:tracePt t="221230" x="3798888" y="5556250"/>
          <p14:tracePt t="221241" x="3616325" y="5589588"/>
          <p14:tracePt t="221246" x="3467100" y="5613400"/>
          <p14:tracePt t="221258" x="3284538" y="5630863"/>
          <p14:tracePt t="221262" x="3160713" y="5638800"/>
          <p14:tracePt t="221274" x="3101975" y="5638800"/>
          <p14:tracePt t="221278" x="2978150" y="5638800"/>
          <p14:tracePt t="221291" x="2878138" y="5638800"/>
          <p14:tracePt t="221294" x="2803525" y="5638800"/>
          <p14:tracePt t="221308" x="2754313" y="5638800"/>
          <p14:tracePt t="221311" x="2711450" y="5638800"/>
          <p14:tracePt t="221324" x="2670175" y="5638800"/>
          <p14:tracePt t="221327" x="2654300" y="5638800"/>
          <p14:tracePt t="221341" x="2628900" y="5638800"/>
          <p14:tracePt t="221344" x="2595563" y="5638800"/>
          <p14:tracePt t="221358" x="2587625" y="5638800"/>
          <p14:tracePt t="221360" x="2571750" y="5638800"/>
          <p14:tracePt t="221375" x="2554288" y="5638800"/>
          <p14:tracePt t="221376" x="2538413" y="5638800"/>
          <p14:tracePt t="221383" x="2528888" y="5638800"/>
          <p14:tracePt t="221392" x="2513013" y="5638800"/>
          <p14:tracePt t="221408" x="2497138" y="5638800"/>
          <p14:tracePt t="221416" x="2487613" y="5638800"/>
          <p14:tracePt t="221431" x="2471738" y="5638800"/>
          <p14:tracePt t="221444" x="2454275" y="5638800"/>
          <p14:tracePt t="221448" x="2446338" y="5638800"/>
          <p14:tracePt t="221457" x="2430463" y="5638800"/>
          <p14:tracePt t="221464" x="2413000" y="5638800"/>
          <p14:tracePt t="221472" x="2389188" y="5638800"/>
          <p14:tracePt t="221480" x="2363788" y="5638800"/>
          <p14:tracePt t="221488" x="2347913" y="5638800"/>
          <p14:tracePt t="221496" x="2305050" y="5638800"/>
          <p14:tracePt t="221504" x="2230438" y="5638800"/>
          <p14:tracePt t="221513" x="2165350" y="5638800"/>
          <p14:tracePt t="221520" x="2065338" y="5638800"/>
          <p14:tracePt t="221529" x="1965325" y="5638800"/>
          <p14:tracePt t="221537" x="1841500" y="5638800"/>
          <p14:tracePt t="221545" x="1733550" y="5638800"/>
          <p14:tracePt t="221553" x="1674813" y="5638800"/>
          <p14:tracePt t="221561" x="1550988" y="5638800"/>
          <p14:tracePt t="221569" x="1450975" y="5638800"/>
          <p14:tracePt t="221577" x="1384300" y="5638800"/>
          <p14:tracePt t="221585" x="1309688" y="5638800"/>
          <p14:tracePt t="221593" x="1260475" y="5630863"/>
          <p14:tracePt t="221601" x="1203325" y="5613400"/>
          <p14:tracePt t="221609" x="1144588" y="5597525"/>
          <p14:tracePt t="221618" x="1119188" y="5597525"/>
          <p14:tracePt t="221625" x="1077913" y="5589588"/>
          <p14:tracePt t="221633" x="1062038" y="5572125"/>
          <p14:tracePt t="221642" x="1020763" y="5572125"/>
          <p14:tracePt t="221650" x="995363" y="5572125"/>
          <p14:tracePt t="221658" x="977900" y="5556250"/>
          <p14:tracePt t="221666" x="962025" y="5556250"/>
          <p14:tracePt t="221675" x="954088" y="5556250"/>
          <p14:tracePt t="221691" x="936625" y="5556250"/>
          <p14:tracePt t="221698" x="936625" y="5548313"/>
          <p14:tracePt t="221787" x="954088" y="5548313"/>
          <p14:tracePt t="221795" x="962025" y="5548313"/>
          <p14:tracePt t="221803" x="995363" y="5530850"/>
          <p14:tracePt t="221811" x="1044575" y="5530850"/>
          <p14:tracePt t="221819" x="1144588" y="5514975"/>
          <p14:tracePt t="221827" x="1268413" y="5514975"/>
          <p14:tracePt t="221835" x="1427163" y="5507038"/>
          <p14:tracePt t="221843" x="1609725" y="5489575"/>
          <p14:tracePt t="221852" x="1790700" y="5489575"/>
          <p14:tracePt t="221860" x="1965325" y="5464175"/>
          <p14:tracePt t="221868" x="2122488" y="5464175"/>
          <p14:tracePt t="221876" x="2273300" y="5464175"/>
          <p14:tracePt t="221884" x="2430463" y="5464175"/>
          <p14:tracePt t="221892" x="2554288" y="5464175"/>
          <p14:tracePt t="221900" x="2670175" y="5464175"/>
          <p14:tracePt t="221908" x="2720975" y="5464175"/>
          <p14:tracePt t="221916" x="2819400" y="5464175"/>
          <p14:tracePt t="221925" x="2894013" y="5464175"/>
          <p14:tracePt t="221932" x="2944813" y="5464175"/>
          <p14:tracePt t="221941" x="3001963" y="5464175"/>
          <p14:tracePt t="221948" x="3027363" y="5464175"/>
          <p14:tracePt t="221958" x="3043238" y="5464175"/>
          <p14:tracePt t="221965" x="3068638" y="5464175"/>
          <p14:tracePt t="221989" x="3086100" y="5464175"/>
          <p14:tracePt t="222029" x="3101975" y="5464175"/>
          <p14:tracePt t="222086" x="3109913" y="5464175"/>
          <p14:tracePt t="222094" x="3143250" y="5464175"/>
          <p14:tracePt t="222102" x="3184525" y="5464175"/>
          <p14:tracePt t="222110" x="3284538" y="5464175"/>
          <p14:tracePt t="222118" x="3408363" y="5464175"/>
          <p14:tracePt t="222126" x="3590925" y="5464175"/>
          <p14:tracePt t="222134" x="3773488" y="5464175"/>
          <p14:tracePt t="222142" x="3956050" y="5489575"/>
          <p14:tracePt t="222150" x="4171950" y="5507038"/>
          <p14:tracePt t="222158" x="4354513" y="5507038"/>
          <p14:tracePt t="222166" x="4511675" y="5514975"/>
          <p14:tracePt t="222174" x="4578350" y="5530850"/>
          <p14:tracePt t="222182" x="4678363" y="5530850"/>
          <p14:tracePt t="222191" x="4802188" y="5548313"/>
          <p14:tracePt t="222199" x="4876800" y="5548313"/>
          <p14:tracePt t="222208" x="4926013" y="5556250"/>
          <p14:tracePt t="222215" x="4967288" y="5556250"/>
          <p14:tracePt t="222224" x="5000625" y="5556250"/>
          <p14:tracePt t="222231" x="5018088" y="5556250"/>
          <p14:tracePt t="222240" x="5026025" y="5556250"/>
          <p14:tracePt t="222247" x="5041900" y="5556250"/>
          <p14:tracePt t="222271" x="5059363" y="5556250"/>
          <p14:tracePt t="222444" x="5041900" y="5556250"/>
          <p14:tracePt t="222458" x="5018088" y="5556250"/>
          <p14:tracePt t="222465" x="4984750" y="5556250"/>
          <p14:tracePt t="222474" x="4959350" y="5556250"/>
          <p14:tracePt t="222481" x="4918075" y="5556250"/>
          <p14:tracePt t="222490" x="4884738" y="5556250"/>
          <p14:tracePt t="222497" x="4835525" y="5556250"/>
          <p14:tracePt t="222507" x="4735513" y="5556250"/>
          <p14:tracePt t="222514" x="4694238" y="5556250"/>
          <p14:tracePt t="222521" x="4594225" y="5556250"/>
          <p14:tracePt t="222530" x="4529138" y="5556250"/>
          <p14:tracePt t="222538" x="4429125" y="5556250"/>
          <p14:tracePt t="222546" x="4395788" y="5556250"/>
          <p14:tracePt t="222554" x="4329113" y="5556250"/>
          <p14:tracePt t="222562" x="4246563" y="5556250"/>
          <p14:tracePt t="222570" x="4171950" y="5556250"/>
          <p14:tracePt t="222578" x="4105275" y="5556250"/>
          <p14:tracePt t="222586" x="4038600" y="5556250"/>
          <p14:tracePt t="222594" x="3956050" y="5556250"/>
          <p14:tracePt t="222602" x="3881438" y="5556250"/>
          <p14:tracePt t="222610" x="3773488" y="5556250"/>
          <p14:tracePt t="222618" x="3690938" y="5572125"/>
          <p14:tracePt t="222627" x="3590925" y="5589588"/>
          <p14:tracePt t="222635" x="3508375" y="5589588"/>
          <p14:tracePt t="222643" x="3375025" y="5597525"/>
          <p14:tracePt t="222651" x="3325813" y="5597525"/>
          <p14:tracePt t="222659" x="3225800" y="5613400"/>
          <p14:tracePt t="222667" x="3127375" y="5613400"/>
          <p14:tracePt t="222675" x="3060700" y="5613400"/>
          <p14:tracePt t="222683" x="3001963" y="5613400"/>
          <p14:tracePt t="222691" x="2935288" y="5613400"/>
          <p14:tracePt t="222699" x="2878138" y="5613400"/>
          <p14:tracePt t="222708" x="2852738" y="5613400"/>
          <p14:tracePt t="222715" x="2803525" y="5613400"/>
          <p14:tracePt t="222725" x="2762250" y="5613400"/>
          <p14:tracePt t="222731" x="2754313" y="5613400"/>
          <p14:tracePt t="222741" x="2720975" y="5613400"/>
          <p14:tracePt t="222748" x="2711450" y="5613400"/>
          <p14:tracePt t="222758" x="2679700" y="5613400"/>
          <p14:tracePt t="222764" x="2654300" y="5597525"/>
          <p14:tracePt t="222774" x="2636838" y="5597525"/>
          <p14:tracePt t="222780" x="2595563" y="5597525"/>
          <p14:tracePt t="222791" x="2587625" y="5597525"/>
          <p14:tracePt t="222796" x="2538413" y="5597525"/>
          <p14:tracePt t="222808" x="2513013" y="5597525"/>
          <p14:tracePt t="222812" x="2454275" y="5597525"/>
          <p14:tracePt t="222824" x="2413000" y="5597525"/>
          <p14:tracePt t="222828" x="2363788" y="5597525"/>
          <p14:tracePt t="222841" x="2322513" y="5589588"/>
          <p14:tracePt t="222845" x="2273300" y="5589588"/>
          <p14:tracePt t="222857" x="2230438" y="5572125"/>
          <p14:tracePt t="222861" x="2206625" y="5572125"/>
          <p14:tracePt t="222874" x="2181225" y="5572125"/>
          <p14:tracePt t="222877" x="2165350" y="5572125"/>
          <p14:tracePt t="222891" x="2147888" y="5556250"/>
          <p14:tracePt t="222894" x="2139950" y="5556250"/>
          <p14:tracePt t="222957" x="2139950" y="5548313"/>
          <p14:tracePt t="222990" x="2147888" y="5548313"/>
          <p14:tracePt t="222998" x="2189163" y="5548313"/>
          <p14:tracePt t="223008" x="2247900" y="5530850"/>
          <p14:tracePt t="223014" x="2322513" y="5530850"/>
          <p14:tracePt t="223023" x="2446338" y="5514975"/>
          <p14:tracePt t="223030" x="2528888" y="5507038"/>
          <p14:tracePt t="223038" x="2679700" y="5489575"/>
          <p14:tracePt t="223047" x="2803525" y="5473700"/>
          <p14:tracePt t="223054" x="2960688" y="5464175"/>
          <p14:tracePt t="223063" x="3109913" y="5464175"/>
          <p14:tracePt t="223071" x="3267075" y="5432425"/>
          <p14:tracePt t="223079" x="3425825" y="5422900"/>
          <p14:tracePt t="223087" x="3492500" y="5422900"/>
          <p14:tracePt t="223095" x="3616325" y="5422900"/>
          <p14:tracePt t="223103" x="3698875" y="5422900"/>
          <p14:tracePt t="223111" x="3798888" y="5422900"/>
          <p14:tracePt t="223119" x="3881438" y="5422900"/>
          <p14:tracePt t="223127" x="3922713" y="5422900"/>
          <p14:tracePt t="223135" x="3981450" y="5422900"/>
          <p14:tracePt t="223143" x="4022725" y="5422900"/>
          <p14:tracePt t="223151" x="4038600" y="5422900"/>
          <p14:tracePt t="223159" x="4079875" y="5422900"/>
          <p14:tracePt t="223167" x="4089400" y="5422900"/>
          <p14:tracePt t="223175" x="4105275" y="5422900"/>
          <p14:tracePt t="223184" x="4122738" y="5422900"/>
          <p14:tracePt t="223192" x="4130675" y="5422900"/>
          <p14:tracePt t="223200" x="4146550" y="5422900"/>
          <p14:tracePt t="223209" x="4164013" y="5422900"/>
          <p14:tracePt t="223224" x="4171950" y="5422900"/>
          <p14:tracePt t="223232" x="4187825" y="5422900"/>
          <p14:tracePt t="223248" x="4205288" y="5422900"/>
          <p14:tracePt t="223258" x="4229100" y="5422900"/>
          <p14:tracePt t="223265" x="4246563" y="5422900"/>
          <p14:tracePt t="223274" x="4262438" y="5422900"/>
          <p14:tracePt t="223281" x="4305300" y="5422900"/>
          <p14:tracePt t="223288" x="4370388" y="5422900"/>
          <p14:tracePt t="223297" x="4411663" y="5422900"/>
          <p14:tracePt t="223305" x="4511675" y="5422900"/>
          <p14:tracePt t="223313" x="4537075" y="5422900"/>
          <p14:tracePt t="223321" x="4594225" y="5432425"/>
          <p14:tracePt t="223329" x="4660900" y="5448300"/>
          <p14:tracePt t="223337" x="4735513" y="5473700"/>
          <p14:tracePt t="223345" x="4818063" y="5473700"/>
          <p14:tracePt t="223353" x="4926013" y="5514975"/>
          <p14:tracePt t="223361" x="4967288" y="5530850"/>
          <p14:tracePt t="223369" x="5100638" y="5556250"/>
          <p14:tracePt t="223377" x="5167313" y="5589588"/>
          <p14:tracePt t="223386" x="5267325" y="5613400"/>
          <p14:tracePt t="223394" x="5291138" y="5613400"/>
          <p14:tracePt t="223401" x="5391150" y="5638800"/>
          <p14:tracePt t="223410" x="5457825" y="5672138"/>
          <p14:tracePt t="223418" x="5514975" y="5697538"/>
          <p14:tracePt t="223426" x="5573713" y="5713413"/>
          <p14:tracePt t="223434" x="5614988" y="5730875"/>
          <p14:tracePt t="223447" x="5640388" y="5754688"/>
          <p14:tracePt t="223450" x="5681663" y="5754688"/>
          <p14:tracePt t="223458" x="5697538" y="5772150"/>
          <p14:tracePt t="223474" x="5715000" y="5780088"/>
          <p14:tracePt t="223498" x="5722938" y="5780088"/>
          <p14:tracePt t="223757" x="5715000" y="5780088"/>
          <p14:tracePt t="223790" x="5697538" y="5780088"/>
          <p14:tracePt t="223813" x="5681663" y="5780088"/>
          <p14:tracePt t="223821" x="5673725" y="5780088"/>
          <p14:tracePt t="223837" x="5640388" y="5780088"/>
          <p14:tracePt t="223846" x="5614988" y="5780088"/>
          <p14:tracePt t="223854" x="5573713" y="5780088"/>
          <p14:tracePt t="223862" x="5514975" y="5780088"/>
          <p14:tracePt t="223870" x="5448300" y="5780088"/>
          <p14:tracePt t="223878" x="5349875" y="5780088"/>
          <p14:tracePt t="223886" x="5249863" y="5780088"/>
          <p14:tracePt t="223894" x="5149850" y="5780088"/>
          <p14:tracePt t="223902" x="5026025" y="5780088"/>
          <p14:tracePt t="223910" x="4876800" y="5780088"/>
          <p14:tracePt t="223918" x="4719638" y="5780088"/>
          <p14:tracePt t="223926" x="4578350" y="5780088"/>
          <p14:tracePt t="223935" x="4354513" y="5780088"/>
          <p14:tracePt t="223943" x="4171950" y="5780088"/>
          <p14:tracePt t="223951" x="3981450" y="5780088"/>
          <p14:tracePt t="223959" x="3798888" y="5780088"/>
          <p14:tracePt t="223967" x="3641725" y="5780088"/>
          <p14:tracePt t="223975" x="3492500" y="5780088"/>
          <p14:tracePt t="223983" x="3333750" y="5780088"/>
          <p14:tracePt t="223991" x="3225800" y="5780088"/>
          <p14:tracePt t="223999" x="3068638" y="5780088"/>
          <p14:tracePt t="224008" x="2944813" y="5795963"/>
          <p14:tracePt t="224015" x="2819400" y="5821363"/>
          <p14:tracePt t="224025" x="2711450" y="5837238"/>
          <p14:tracePt t="224032" x="2587625" y="5862638"/>
          <p14:tracePt t="224041" x="2538413" y="5880100"/>
          <p14:tracePt t="224048" x="2446338" y="5903913"/>
          <p14:tracePt t="224058" x="2371725" y="5921375"/>
          <p14:tracePt t="224064" x="2305050" y="5937250"/>
          <p14:tracePt t="224074" x="2247900" y="5954713"/>
          <p14:tracePt t="224080" x="2189163" y="5962650"/>
          <p14:tracePt t="224091" x="2165350" y="5978525"/>
          <p14:tracePt t="224096" x="2139950" y="5995988"/>
          <p14:tracePt t="224108" x="2106613" y="5995988"/>
          <p14:tracePt t="224112" x="2081213" y="6003925"/>
          <p14:tracePt t="224124" x="2057400" y="6003925"/>
          <p14:tracePt t="224128" x="2057400" y="6019800"/>
          <p14:tracePt t="224141" x="2024063" y="6019800"/>
          <p14:tracePt t="224144" x="1998663" y="6037263"/>
          <p14:tracePt t="224158" x="1982788" y="6037263"/>
          <p14:tracePt t="224160" x="1957388" y="6045200"/>
          <p14:tracePt t="224174" x="1924050" y="6062663"/>
          <p14:tracePt t="224177" x="1898650" y="6062663"/>
          <p14:tracePt t="224191" x="1857375" y="6078538"/>
          <p14:tracePt t="224194" x="1833563" y="6086475"/>
          <p14:tracePt t="224208" x="1800225" y="6103938"/>
          <p14:tracePt t="224209" x="1774825" y="6103938"/>
          <p14:tracePt t="224217" x="1741488" y="6119813"/>
          <p14:tracePt t="224225" x="1700213" y="6119813"/>
          <p14:tracePt t="224233" x="1692275" y="6127750"/>
          <p14:tracePt t="224241" x="1658938" y="6127750"/>
          <p14:tracePt t="224249" x="1651000" y="6127750"/>
          <p14:tracePt t="224258" x="1617663" y="6127750"/>
          <p14:tracePt t="224266" x="1592263" y="6145213"/>
          <p14:tracePt t="224274" x="1576388" y="6145213"/>
          <p14:tracePt t="224282" x="1550988" y="6145213"/>
          <p14:tracePt t="224291" x="1525588" y="6161088"/>
          <p14:tracePt t="224298" x="1492250" y="6161088"/>
          <p14:tracePt t="224308" x="1450975" y="6161088"/>
          <p14:tracePt t="224314" x="1427163" y="6161088"/>
          <p14:tracePt t="224324" x="1384300" y="6161088"/>
          <p14:tracePt t="224330" x="1352550" y="6161088"/>
          <p14:tracePt t="224341" x="1309688" y="6161088"/>
          <p14:tracePt t="224346" x="1285875" y="6161088"/>
          <p14:tracePt t="224358" x="1260475" y="6161088"/>
          <p14:tracePt t="224362" x="1227138" y="6161088"/>
          <p14:tracePt t="224374" x="1211263" y="6161088"/>
          <p14:tracePt t="224379" x="1185863" y="6161088"/>
          <p14:tracePt t="224391" x="1160463" y="6161088"/>
          <p14:tracePt t="224403" x="1128713" y="6161088"/>
          <p14:tracePt t="224411" x="1119188" y="6161088"/>
          <p14:tracePt t="224419" x="1103313" y="6161088"/>
          <p14:tracePt t="224427" x="1085850" y="6145213"/>
          <p14:tracePt t="224435" x="1077913" y="6145213"/>
          <p14:tracePt t="224446" x="1077913" y="6127750"/>
          <p14:tracePt t="224451" x="1062038" y="6127750"/>
          <p14:tracePt t="224459" x="1062038" y="6119813"/>
          <p14:tracePt t="224475" x="1062038" y="6103938"/>
          <p14:tracePt t="224508" x="1062038" y="6086475"/>
          <p14:tracePt t="224516" x="1044575" y="6086475"/>
          <p14:tracePt t="224556" x="1036638" y="6086475"/>
          <p14:tracePt t="224564" x="1036638" y="6078538"/>
          <p14:tracePt t="224573" x="1020763" y="6062663"/>
          <p14:tracePt t="224588" x="1003300" y="6037263"/>
          <p14:tracePt t="224597" x="995363" y="6019800"/>
          <p14:tracePt t="224605" x="977900" y="5995988"/>
          <p14:tracePt t="224613" x="962025" y="5978525"/>
          <p14:tracePt t="224621" x="936625" y="5937250"/>
          <p14:tracePt t="224629" x="920750" y="5895975"/>
          <p14:tracePt t="224637" x="903288" y="5880100"/>
          <p14:tracePt t="224645" x="903288" y="5837238"/>
          <p14:tracePt t="224653" x="895350" y="5821363"/>
          <p14:tracePt t="224661" x="895350" y="5795963"/>
          <p14:tracePt t="224669" x="895350" y="5780088"/>
          <p14:tracePt t="224677" x="895350" y="5772150"/>
          <p14:tracePt t="224685" x="895350" y="5754688"/>
          <p14:tracePt t="224693" x="895350" y="5738813"/>
          <p14:tracePt t="224709" x="895350" y="5730875"/>
          <p14:tracePt t="224726" x="903288" y="5730875"/>
          <p14:tracePt t="224734" x="936625" y="5713413"/>
          <p14:tracePt t="224742" x="977900" y="5697538"/>
          <p14:tracePt t="224750" x="1003300" y="5688013"/>
          <p14:tracePt t="224759" x="1044575" y="5672138"/>
          <p14:tracePt t="224766" x="1077913" y="5672138"/>
          <p14:tracePt t="224774" x="1119188" y="5672138"/>
          <p14:tracePt t="224782" x="1169988" y="5656263"/>
          <p14:tracePt t="224791" x="1203325" y="5656263"/>
          <p14:tracePt t="224798" x="1260475" y="5656263"/>
          <p14:tracePt t="224808" x="1301750" y="5656263"/>
          <p14:tracePt t="224814" x="1327150" y="5656263"/>
          <p14:tracePt t="224824" x="1368425" y="5656263"/>
          <p14:tracePt t="224831" x="1384300" y="5656263"/>
          <p14:tracePt t="224840" x="1427163" y="5656263"/>
          <p14:tracePt t="224847" x="1435100" y="5672138"/>
          <p14:tracePt t="224855" x="1468438" y="5688013"/>
          <p14:tracePt t="224863" x="1492250" y="5697538"/>
          <p14:tracePt t="224871" x="1509713" y="5713413"/>
          <p14:tracePt t="224879" x="1525588" y="5730875"/>
          <p14:tracePt t="224887" x="1535113" y="5738813"/>
          <p14:tracePt t="224895" x="1550988" y="5754688"/>
          <p14:tracePt t="224903" x="1566863" y="5772150"/>
          <p14:tracePt t="224911" x="1566863" y="5780088"/>
          <p14:tracePt t="224919" x="1576388" y="5795963"/>
          <p14:tracePt t="224928" x="1576388" y="5813425"/>
          <p14:tracePt t="224936" x="1592263" y="5813425"/>
          <p14:tracePt t="224944" x="1592263" y="5821363"/>
          <p14:tracePt t="224952" x="1592263" y="5837238"/>
          <p14:tracePt t="224960" x="1609725" y="5837238"/>
          <p14:tracePt t="224968" x="1609725" y="5854700"/>
          <p14:tracePt t="224976" x="1609725" y="5862638"/>
          <p14:tracePt t="224992" x="1609725" y="5880100"/>
          <p14:tracePt t="225000" x="1609725" y="5895975"/>
          <p14:tracePt t="225017" x="1609725" y="5903913"/>
          <p14:tracePt t="225024" x="1609725" y="5921375"/>
          <p14:tracePt t="225041" x="1609725" y="5937250"/>
          <p14:tracePt t="225058" x="1609725" y="5954713"/>
          <p14:tracePt t="225074" x="1592263" y="5962650"/>
          <p14:tracePt t="225081" x="1576388" y="5962650"/>
          <p14:tracePt t="225090" x="1566863" y="5962650"/>
          <p14:tracePt t="225097" x="1535113" y="5962650"/>
          <p14:tracePt t="225105" x="1509713" y="5962650"/>
          <p14:tracePt t="225121" x="1476375" y="5962650"/>
          <p14:tracePt t="225129" x="1450975" y="5962650"/>
          <p14:tracePt t="225137" x="1435100" y="5962650"/>
          <p14:tracePt t="225145" x="1409700" y="5962650"/>
          <p14:tracePt t="225154" x="1393825" y="5962650"/>
          <p14:tracePt t="225162" x="1368425" y="5962650"/>
          <p14:tracePt t="225170" x="1343025" y="5962650"/>
          <p14:tracePt t="225178" x="1309688" y="5962650"/>
          <p14:tracePt t="225186" x="1285875" y="5962650"/>
          <p14:tracePt t="225194" x="1268413" y="5954713"/>
          <p14:tracePt t="225202" x="1244600" y="5921375"/>
          <p14:tracePt t="225210" x="1211263" y="5903913"/>
          <p14:tracePt t="225218" x="1185863" y="5880100"/>
          <p14:tracePt t="225226" x="1169988" y="5854700"/>
          <p14:tracePt t="225234" x="1160463" y="5837238"/>
          <p14:tracePt t="225242" x="1144588" y="5813425"/>
          <p14:tracePt t="225251" x="1128713" y="5795963"/>
          <p14:tracePt t="225259" x="1119188" y="5772150"/>
          <p14:tracePt t="225267" x="1119188" y="5738813"/>
          <p14:tracePt t="225275" x="1119188" y="5730875"/>
          <p14:tracePt t="225283" x="1103313" y="5713413"/>
          <p14:tracePt t="225291" x="1103313" y="5697538"/>
          <p14:tracePt t="225299" x="1103313" y="5688013"/>
          <p14:tracePt t="225308" x="1103313" y="5672138"/>
          <p14:tracePt t="225324" x="1103313" y="5656263"/>
          <p14:tracePt t="225331" x="1103313" y="5638800"/>
          <p14:tracePt t="225364" x="1103313" y="5630863"/>
          <p14:tracePt t="225380" x="1119188" y="5630863"/>
          <p14:tracePt t="225396" x="1119188" y="5613400"/>
          <p14:tracePt t="225404" x="1128713" y="5613400"/>
          <p14:tracePt t="225412" x="1144588" y="5597525"/>
          <p14:tracePt t="225420" x="1169988" y="5597525"/>
          <p14:tracePt t="225428" x="1211263" y="5572125"/>
          <p14:tracePt t="225436" x="1268413" y="5572125"/>
          <p14:tracePt t="225444" x="1327150" y="5548313"/>
          <p14:tracePt t="225453" x="1393825" y="5530850"/>
          <p14:tracePt t="225461" x="1435100" y="5530850"/>
          <p14:tracePt t="225468" x="1509713" y="5514975"/>
          <p14:tracePt t="225477" x="1566863" y="5514975"/>
          <p14:tracePt t="225485" x="1617663" y="5514975"/>
          <p14:tracePt t="225493" x="1651000" y="5514975"/>
          <p14:tracePt t="225501" x="1674813" y="5514975"/>
          <p14:tracePt t="225509" x="1692275" y="5514975"/>
          <p14:tracePt t="225517" x="1716088" y="5514975"/>
          <p14:tracePt t="225525" x="1733550" y="5530850"/>
          <p14:tracePt t="225533" x="1741488" y="5548313"/>
          <p14:tracePt t="225549" x="1758950" y="5556250"/>
          <p14:tracePt t="225558" x="1774825" y="5572125"/>
          <p14:tracePt t="225565" x="1790700" y="5597525"/>
          <p14:tracePt t="225574" x="1790700" y="5613400"/>
          <p14:tracePt t="225581" x="1800225" y="5630863"/>
          <p14:tracePt t="225591" x="1816100" y="5656263"/>
          <p14:tracePt t="225598" x="1816100" y="5672138"/>
          <p14:tracePt t="225607" x="1833563" y="5697538"/>
          <p14:tracePt t="225614" x="1833563" y="5738813"/>
          <p14:tracePt t="225622" x="1841500" y="5772150"/>
          <p14:tracePt t="225630" x="1857375" y="5795963"/>
          <p14:tracePt t="225638" x="1857375" y="5821363"/>
          <p14:tracePt t="225646" x="1874838" y="5880100"/>
          <p14:tracePt t="225654" x="1882775" y="5921375"/>
          <p14:tracePt t="225662" x="1882775" y="5962650"/>
          <p14:tracePt t="225670" x="1882775" y="6003925"/>
          <p14:tracePt t="225678" x="1882775" y="6062663"/>
          <p14:tracePt t="225686" x="1882775" y="6086475"/>
          <p14:tracePt t="225695" x="1882775" y="6145213"/>
          <p14:tracePt t="225703" x="1882775" y="6169025"/>
          <p14:tracePt t="225711" x="1882775" y="6202363"/>
          <p14:tracePt t="225719" x="1882775" y="6227763"/>
          <p14:tracePt t="225727" x="1882775" y="6261100"/>
          <p14:tracePt t="225743" x="1882775" y="6269038"/>
          <p14:tracePt t="225751" x="1874838" y="6286500"/>
          <p14:tracePt t="225759" x="1841500" y="6302375"/>
          <p14:tracePt t="225767" x="1833563" y="6302375"/>
          <p14:tracePt t="225775" x="1816100" y="6302375"/>
          <p14:tracePt t="225783" x="1800225" y="6310313"/>
          <p14:tracePt t="225791" x="1774825" y="6310313"/>
          <p14:tracePt t="225800" x="1758950" y="6310313"/>
          <p14:tracePt t="225808" x="1716088" y="6310313"/>
          <p14:tracePt t="225816" x="1674813" y="6310313"/>
          <p14:tracePt t="225825" x="1651000" y="6310313"/>
          <p14:tracePt t="225832" x="1576388" y="6310313"/>
          <p14:tracePt t="225841" x="1535113" y="6310313"/>
          <p14:tracePt t="225848" x="1435100" y="6310313"/>
          <p14:tracePt t="225858" x="1427163" y="6302375"/>
          <p14:tracePt t="225864" x="1343025" y="6269038"/>
          <p14:tracePt t="225873" x="1301750" y="6243638"/>
          <p14:tracePt t="225880" x="1260475" y="6219825"/>
          <p14:tracePt t="225888" x="1211263" y="6169025"/>
          <p14:tracePt t="225897" x="1169988" y="6145213"/>
          <p14:tracePt t="225905" x="1144588" y="6119813"/>
          <p14:tracePt t="225913" x="1119188" y="6086475"/>
          <p14:tracePt t="225920" x="1085850" y="6062663"/>
          <p14:tracePt t="225929" x="1062038" y="6045200"/>
          <p14:tracePt t="225937" x="1036638" y="6019800"/>
          <p14:tracePt t="225945" x="1003300" y="5995988"/>
          <p14:tracePt t="225953" x="995363" y="5978525"/>
          <p14:tracePt t="225961" x="977900" y="5962650"/>
          <p14:tracePt t="225969" x="977900" y="5954713"/>
          <p14:tracePt t="225977" x="962025" y="5937250"/>
          <p14:tracePt t="225985" x="962025" y="5921375"/>
          <p14:tracePt t="225993" x="954088" y="5903913"/>
          <p14:tracePt t="226001" x="954088" y="5895975"/>
          <p14:tracePt t="226009" x="954088" y="5880100"/>
          <p14:tracePt t="226018" x="954088" y="5862638"/>
          <p14:tracePt t="226034" x="954088" y="5854700"/>
          <p14:tracePt t="226042" x="954088" y="5837238"/>
          <p14:tracePt t="226066" x="954088" y="5821363"/>
          <p14:tracePt t="226090" x="962025" y="5821363"/>
          <p14:tracePt t="226114" x="977900" y="5813425"/>
          <p14:tracePt t="226124" x="995363" y="5813425"/>
          <p14:tracePt t="226131" x="1003300" y="5813425"/>
          <p14:tracePt t="226138" x="1036638" y="5795963"/>
          <p14:tracePt t="226147" x="1044575" y="5795963"/>
          <p14:tracePt t="226155" x="1085850" y="5795963"/>
          <p14:tracePt t="226163" x="1119188" y="5780088"/>
          <p14:tracePt t="226171" x="1160463" y="5772150"/>
          <p14:tracePt t="226179" x="1203325" y="5772150"/>
          <p14:tracePt t="226187" x="1227138" y="5772150"/>
          <p14:tracePt t="226195" x="1285875" y="5772150"/>
          <p14:tracePt t="226203" x="1327150" y="5772150"/>
          <p14:tracePt t="226211" x="1352550" y="5772150"/>
          <p14:tracePt t="226219" x="1384300" y="5772150"/>
          <p14:tracePt t="226227" x="1409700" y="5772150"/>
          <p14:tracePt t="226236" x="1427163" y="5772150"/>
          <p14:tracePt t="226243" x="1450975" y="5772150"/>
          <p14:tracePt t="226252" x="1468438" y="5772150"/>
          <p14:tracePt t="226260" x="1476375" y="5780088"/>
          <p14:tracePt t="226268" x="1492250" y="5780088"/>
          <p14:tracePt t="226276" x="1509713" y="5795963"/>
          <p14:tracePt t="226284" x="1509713" y="5813425"/>
          <p14:tracePt t="226292" x="1525588" y="5821363"/>
          <p14:tracePt t="226300" x="1535113" y="5837238"/>
          <p14:tracePt t="226308" x="1535113" y="5854700"/>
          <p14:tracePt t="226316" x="1550988" y="5880100"/>
          <p14:tracePt t="226325" x="1566863" y="5903913"/>
          <p14:tracePt t="226333" x="1566863" y="5937250"/>
          <p14:tracePt t="226341" x="1576388" y="5962650"/>
          <p14:tracePt t="226348" x="1576388" y="5995988"/>
          <p14:tracePt t="226358" x="1592263" y="6019800"/>
          <p14:tracePt t="226365" x="1609725" y="6045200"/>
          <p14:tracePt t="226374" x="1609725" y="6062663"/>
          <p14:tracePt t="226381" x="1617663" y="6086475"/>
          <p14:tracePt t="226391" x="1617663" y="6103938"/>
          <p14:tracePt t="226397" x="1633538" y="6127750"/>
          <p14:tracePt t="226408" x="1633538" y="6145213"/>
          <p14:tracePt t="226413" x="1633538" y="6161088"/>
          <p14:tracePt t="226425" x="1633538" y="6169025"/>
          <p14:tracePt t="226429" x="1633538" y="6186488"/>
          <p14:tracePt t="226443" x="1633538" y="6202363"/>
          <p14:tracePt t="226458" x="1633538" y="6219825"/>
          <p14:tracePt t="226470" x="1633538" y="6227763"/>
          <p14:tracePt t="226486" x="1617663" y="6243638"/>
          <p14:tracePt t="226494" x="1609725" y="6243638"/>
          <p14:tracePt t="226502" x="1576388" y="6243638"/>
          <p14:tracePt t="226510" x="1566863" y="6243638"/>
          <p14:tracePt t="226518" x="1535113" y="6243638"/>
          <p14:tracePt t="226526" x="1525588" y="6243638"/>
          <p14:tracePt t="226534" x="1476375" y="6243638"/>
          <p14:tracePt t="226543" x="1427163" y="6243638"/>
          <p14:tracePt t="226551" x="1352550" y="6243638"/>
          <p14:tracePt t="226558" x="1301750" y="6227763"/>
          <p14:tracePt t="226566" x="1244600" y="6202363"/>
          <p14:tracePt t="226575" x="1203325" y="6161088"/>
          <p14:tracePt t="226583" x="1169988" y="6127750"/>
          <p14:tracePt t="226591" x="1085850" y="6062663"/>
          <p14:tracePt t="226599" x="1020763" y="6003925"/>
          <p14:tracePt t="226608" x="995363" y="5954713"/>
          <p14:tracePt t="226615" x="936625" y="5895975"/>
          <p14:tracePt t="226625" x="903288" y="5821363"/>
          <p14:tracePt t="226631" x="862013" y="5772150"/>
          <p14:tracePt t="226641" x="854075" y="5713413"/>
          <p14:tracePt t="226647" x="820738" y="5688013"/>
          <p14:tracePt t="226655" x="812800" y="5638800"/>
          <p14:tracePt t="226664" x="812800" y="5613400"/>
          <p14:tracePt t="226671" x="812800" y="5589588"/>
          <p14:tracePt t="226680" x="812800" y="5572125"/>
          <p14:tracePt t="226688" x="812800" y="5556250"/>
          <p14:tracePt t="226696" x="812800" y="5548313"/>
          <p14:tracePt t="226744" x="812800" y="5530850"/>
          <p14:tracePt t="226752" x="820738" y="5530850"/>
          <p14:tracePt t="226760" x="838200" y="5530850"/>
          <p14:tracePt t="226768" x="895350" y="5514975"/>
          <p14:tracePt t="226776" x="920750" y="5507038"/>
          <p14:tracePt t="226784" x="995363" y="5489575"/>
          <p14:tracePt t="226793" x="1077913" y="5473700"/>
          <p14:tracePt t="226801" x="1160463" y="5448300"/>
          <p14:tracePt t="226809" x="1260475" y="5422900"/>
          <p14:tracePt t="226817" x="1309688" y="5422900"/>
          <p14:tracePt t="226825" x="1409700" y="5407025"/>
          <p14:tracePt t="226833" x="1509713" y="5389563"/>
          <p14:tracePt t="226841" x="1576388" y="5389563"/>
          <p14:tracePt t="226849" x="1633538" y="5389563"/>
          <p14:tracePt t="226858" x="1692275" y="5389563"/>
          <p14:tracePt t="226865" x="1716088" y="5389563"/>
          <p14:tracePt t="226874" x="1741488" y="5389563"/>
          <p14:tracePt t="226881" x="1774825" y="5389563"/>
          <p14:tracePt t="226891" x="1800225" y="5389563"/>
          <p14:tracePt t="226898" x="1833563" y="5407025"/>
          <p14:tracePt t="226907" x="1841500" y="5432425"/>
          <p14:tracePt t="226914" x="1857375" y="5448300"/>
          <p14:tracePt t="226922" x="1874838" y="5473700"/>
          <p14:tracePt t="226930" x="1898650" y="5507038"/>
          <p14:tracePt t="226938" x="1916113" y="5514975"/>
          <p14:tracePt t="226946" x="1924050" y="5548313"/>
          <p14:tracePt t="226954" x="1941513" y="5556250"/>
          <p14:tracePt t="226962" x="1957388" y="5597525"/>
          <p14:tracePt t="226970" x="1965325" y="5630863"/>
          <p14:tracePt t="226978" x="1982788" y="5638800"/>
          <p14:tracePt t="226986" x="1982788" y="5688013"/>
          <p14:tracePt t="226994" x="1998663" y="5697538"/>
          <p14:tracePt t="227002" x="2006600" y="5730875"/>
          <p14:tracePt t="227011" x="2024063" y="5772150"/>
          <p14:tracePt t="227019" x="2039938" y="5780088"/>
          <p14:tracePt t="227027" x="2057400" y="5813425"/>
          <p14:tracePt t="227035" x="2065338" y="5821363"/>
          <p14:tracePt t="227043" x="2098675" y="5837238"/>
          <p14:tracePt t="227051" x="2122488" y="5862638"/>
          <p14:tracePt t="227059" x="2181225" y="5903913"/>
          <p14:tracePt t="227067" x="2206625" y="5921375"/>
          <p14:tracePt t="227075" x="2289175" y="5937250"/>
          <p14:tracePt t="227083" x="2371725" y="5962650"/>
          <p14:tracePt t="227091" x="2497138" y="5978525"/>
          <p14:tracePt t="227099" x="2654300" y="5995988"/>
          <p14:tracePt t="227108" x="2836863" y="5995988"/>
          <p14:tracePt t="227116" x="3060700" y="5995988"/>
          <p14:tracePt t="227124" x="3284538" y="5995988"/>
          <p14:tracePt t="227132" x="3533775" y="5995988"/>
          <p14:tracePt t="227142" x="3757613" y="5995988"/>
          <p14:tracePt t="227148" x="3981450" y="5995988"/>
          <p14:tracePt t="227158" x="4164013" y="5995988"/>
          <p14:tracePt t="227164" x="4229100" y="5995988"/>
          <p14:tracePt t="227175" x="4495800" y="5995988"/>
          <p14:tracePt t="227180" x="4552950" y="5995988"/>
          <p14:tracePt t="227191" x="4678363" y="5995988"/>
          <p14:tracePt t="227197" x="4860925" y="5995988"/>
          <p14:tracePt t="227208" x="4884738" y="6003925"/>
          <p14:tracePt t="227212" x="4967288" y="6019800"/>
          <p14:tracePt t="227224" x="5041900" y="6019800"/>
          <p14:tracePt t="227228" x="5100638" y="6037263"/>
          <p14:tracePt t="227241" x="5126038" y="6045200"/>
          <p14:tracePt t="227245" x="5149850" y="6062663"/>
          <p14:tracePt t="227258" x="5167313" y="6078538"/>
          <p14:tracePt t="227261" x="5183188" y="6078538"/>
          <p14:tracePt t="227274" x="5192713" y="6086475"/>
          <p14:tracePt t="227291" x="5208588" y="6086475"/>
          <p14:tracePt t="227293" x="5208588" y="6103938"/>
          <p14:tracePt t="227536" x="5208588" y="6086475"/>
          <p14:tracePt t="227576" x="5233988" y="6086475"/>
          <p14:tracePt t="227584" x="5249863" y="6078538"/>
          <p14:tracePt t="227592" x="5332413" y="6062663"/>
          <p14:tracePt t="227600" x="5365750" y="6045200"/>
          <p14:tracePt t="227608" x="5416550" y="6045200"/>
          <p14:tracePt t="227616" x="5491163" y="6045200"/>
          <p14:tracePt t="227624" x="5540375" y="6045200"/>
          <p14:tracePt t="227632" x="5614988" y="6045200"/>
          <p14:tracePt t="227642" x="5673725" y="6045200"/>
          <p14:tracePt t="227648" x="5715000" y="6045200"/>
          <p14:tracePt t="227658" x="5756275" y="6045200"/>
          <p14:tracePt t="227665" x="5780088" y="6045200"/>
          <p14:tracePt t="227674" x="5805488" y="6045200"/>
          <p14:tracePt t="227689" x="5822950" y="6045200"/>
          <p14:tracePt t="227697" x="5838825" y="6045200"/>
          <p14:tracePt t="227778" x="5805488" y="6045200"/>
          <p14:tracePt t="227786" x="5738813" y="6045200"/>
          <p14:tracePt t="227794" x="5673725" y="6045200"/>
          <p14:tracePt t="227802" x="5540375" y="6045200"/>
          <p14:tracePt t="227810" x="5391150" y="6045200"/>
          <p14:tracePt t="227818" x="5324475" y="6045200"/>
          <p14:tracePt t="227826" x="5192713" y="6045200"/>
          <p14:tracePt t="227834" x="5100638" y="6045200"/>
          <p14:tracePt t="227842" x="5026025" y="6045200"/>
          <p14:tracePt t="227850" x="4967288" y="6045200"/>
          <p14:tracePt t="227858" x="4943475" y="6045200"/>
          <p14:tracePt t="227866" x="4918075" y="6045200"/>
          <p14:tracePt t="227890" x="4902200" y="6045200"/>
          <p14:tracePt t="227939" x="4918075" y="6045200"/>
          <p14:tracePt t="227947" x="4984750" y="6045200"/>
          <p14:tracePt t="227955" x="5084763" y="6045200"/>
          <p14:tracePt t="227963" x="5183188" y="6045200"/>
          <p14:tracePt t="227971" x="5308600" y="6045200"/>
          <p14:tracePt t="227980" x="5457825" y="6062663"/>
          <p14:tracePt t="227988" x="5499100" y="6078538"/>
          <p14:tracePt t="227996" x="5630863" y="6086475"/>
          <p14:tracePt t="228004" x="5722938" y="6103938"/>
          <p14:tracePt t="228012" x="5822950" y="6119813"/>
          <p14:tracePt t="228020" x="5897563" y="6127750"/>
          <p14:tracePt t="228028" x="5946775" y="6127750"/>
          <p14:tracePt t="228036" x="6005513" y="6145213"/>
          <p14:tracePt t="228044" x="6029325" y="6161088"/>
          <p14:tracePt t="228052" x="6062663" y="6161088"/>
          <p14:tracePt t="228060" x="6070600" y="6169025"/>
          <p14:tracePt t="228068" x="6088063" y="6169025"/>
          <p14:tracePt t="228084" x="6103938" y="6169025"/>
          <p14:tracePt t="228092" x="6121400" y="6169025"/>
          <p14:tracePt t="228100" x="6129338" y="6169025"/>
          <p14:tracePt t="228108" x="6145213" y="6169025"/>
          <p14:tracePt t="228117" x="6162675" y="6186488"/>
          <p14:tracePt t="228125" x="6170613" y="6186488"/>
          <p14:tracePt t="228133" x="6186488" y="6202363"/>
          <p14:tracePt t="228141" x="6203950" y="6202363"/>
          <p14:tracePt t="228149" x="6211888" y="6219825"/>
          <p14:tracePt t="228173" x="6229350" y="6219825"/>
          <p14:tracePt t="228222" x="6211888" y="6219825"/>
          <p14:tracePt t="228230" x="6145213" y="6219825"/>
          <p14:tracePt t="228238" x="6021388" y="6219825"/>
          <p14:tracePt t="228246" x="5864225" y="6219825"/>
          <p14:tracePt t="228254" x="5681663" y="6219825"/>
          <p14:tracePt t="228262" x="5457825" y="6202363"/>
          <p14:tracePt t="228270" x="5208588" y="6169025"/>
          <p14:tracePt t="228278" x="4984750" y="6161088"/>
          <p14:tracePt t="228286" x="4760913" y="6161088"/>
          <p14:tracePt t="228294" x="4578350" y="6161088"/>
          <p14:tracePt t="228302" x="4395788" y="6161088"/>
          <p14:tracePt t="228310" x="4205288" y="6161088"/>
          <p14:tracePt t="228318" x="4022725" y="6161088"/>
          <p14:tracePt t="228327" x="3798888" y="6161088"/>
          <p14:tracePt t="228335" x="3590925" y="6161088"/>
          <p14:tracePt t="228343" x="3367088" y="6161088"/>
          <p14:tracePt t="228351" x="3143250" y="6161088"/>
          <p14:tracePt t="228359" x="2960688" y="6161088"/>
          <p14:tracePt t="228367" x="2878138" y="6161088"/>
          <p14:tracePt t="228375" x="2736850" y="6161088"/>
          <p14:tracePt t="228383" x="2613025" y="6161088"/>
          <p14:tracePt t="228391" x="2487613" y="6145213"/>
          <p14:tracePt t="228399" x="2389188" y="6145213"/>
          <p14:tracePt t="228408" x="2322513" y="6145213"/>
          <p14:tracePt t="228416" x="2263775" y="6145213"/>
          <p14:tracePt t="228425" x="2206625" y="6145213"/>
          <p14:tracePt t="228432" x="2165350" y="6145213"/>
          <p14:tracePt t="228444" x="2081213" y="6145213"/>
          <p14:tracePt t="228449" x="2057400" y="6145213"/>
          <p14:tracePt t="228459" x="1998663" y="6145213"/>
          <p14:tracePt t="228464" x="1941513" y="6145213"/>
          <p14:tracePt t="228475" x="1916113" y="6145213"/>
          <p14:tracePt t="228480" x="1874838" y="6145213"/>
          <p14:tracePt t="228491" x="1841500" y="6145213"/>
          <p14:tracePt t="228496" x="1800225" y="6145213"/>
          <p14:tracePt t="228507" x="1758950" y="6145213"/>
          <p14:tracePt t="228512" x="1733550" y="6161088"/>
          <p14:tracePt t="228525" x="1692275" y="6169025"/>
          <p14:tracePt t="228528" x="1633538" y="6169025"/>
          <p14:tracePt t="228541" x="1609725" y="6186488"/>
          <p14:tracePt t="228545" x="1550988" y="6186488"/>
          <p14:tracePt t="228558" x="1492250" y="6202363"/>
          <p14:tracePt t="228561" x="1427163" y="6202363"/>
          <p14:tracePt t="228574" x="1368425" y="6202363"/>
          <p14:tracePt t="228577" x="1301750" y="6202363"/>
          <p14:tracePt t="228591" x="1244600" y="6202363"/>
          <p14:tracePt t="228594" x="1185863" y="6202363"/>
          <p14:tracePt t="228607" x="1160463" y="6202363"/>
          <p14:tracePt t="228610" x="1119188" y="6202363"/>
          <p14:tracePt t="228624" x="1085850" y="6202363"/>
          <p14:tracePt t="228626" x="1062038" y="6202363"/>
          <p14:tracePt t="228641" x="1044575" y="6202363"/>
          <p14:tracePt t="228642" x="1036638" y="6202363"/>
          <p14:tracePt t="228650" x="1020763" y="6186488"/>
          <p14:tracePt t="228659" x="1003300" y="6186488"/>
          <p14:tracePt t="228666" x="1003300" y="6169025"/>
          <p14:tracePt t="228674" x="1003300" y="6161088"/>
          <p14:tracePt t="228691" x="995363" y="6145213"/>
          <p14:tracePt t="228698" x="995363" y="6127750"/>
          <p14:tracePt t="228707" x="995363" y="6119813"/>
          <p14:tracePt t="228714" x="977900" y="6086475"/>
          <p14:tracePt t="228724" x="977900" y="6062663"/>
          <p14:tracePt t="228730" x="962025" y="6037263"/>
          <p14:tracePt t="228738" x="936625" y="5978525"/>
          <p14:tracePt t="228746" x="920750" y="5954713"/>
          <p14:tracePt t="228754" x="903288" y="5903913"/>
          <p14:tracePt t="228763" x="895350" y="5880100"/>
          <p14:tracePt t="228771" x="879475" y="5837238"/>
          <p14:tracePt t="228779" x="862013" y="5821363"/>
          <p14:tracePt t="228787" x="854075" y="5795963"/>
          <p14:tracePt t="228795" x="838200" y="5772150"/>
          <p14:tracePt t="228803" x="838200" y="5754688"/>
          <p14:tracePt t="228819" x="838200" y="5738813"/>
          <p14:tracePt t="228851" x="838200" y="5730875"/>
          <p14:tracePt t="228900" x="838200" y="5713413"/>
          <p14:tracePt t="228916" x="854075" y="5713413"/>
          <p14:tracePt t="228924" x="862013" y="5713413"/>
          <p14:tracePt t="228932" x="862013" y="5697538"/>
          <p14:tracePt t="228941" x="879475" y="5697538"/>
          <p14:tracePt t="228948" x="903288" y="5688013"/>
          <p14:tracePt t="228958" x="977900" y="5656263"/>
          <p14:tracePt t="228964" x="1036638" y="5638800"/>
          <p14:tracePt t="228973" x="1103313" y="5630863"/>
          <p14:tracePt t="228981" x="1169988" y="5613400"/>
          <p14:tracePt t="228990" x="1268413" y="5597525"/>
          <p14:tracePt t="228997" x="1327150" y="5597525"/>
          <p14:tracePt t="229005" x="1427163" y="5589588"/>
          <p14:tracePt t="229013" x="1492250" y="5589588"/>
          <p14:tracePt t="229021" x="1550988" y="5589588"/>
          <p14:tracePt t="229029" x="1609725" y="5589588"/>
          <p14:tracePt t="229037" x="1633538" y="5589588"/>
          <p14:tracePt t="229045" x="1658938" y="5589588"/>
          <p14:tracePt t="229053" x="1674813" y="5589588"/>
          <p14:tracePt t="229061" x="1692275" y="5589588"/>
          <p14:tracePt t="229077" x="1700213" y="5589588"/>
          <p14:tracePt t="229110" x="1700213" y="5597525"/>
          <p14:tracePt t="229134" x="1700213" y="5613400"/>
          <p14:tracePt t="229150" x="1700213" y="5630863"/>
          <p14:tracePt t="229158" x="1700213" y="5638800"/>
          <p14:tracePt t="229166" x="1700213" y="5656263"/>
          <p14:tracePt t="229175" x="1700213" y="5672138"/>
          <p14:tracePt t="229182" x="1700213" y="5688013"/>
          <p14:tracePt t="229199" x="1700213" y="5713413"/>
          <p14:tracePt t="229208" x="1700213" y="5738813"/>
          <p14:tracePt t="229215" x="1716088" y="5754688"/>
          <p14:tracePt t="229224" x="1716088" y="5795963"/>
          <p14:tracePt t="229231" x="1716088" y="5813425"/>
          <p14:tracePt t="229240" x="1716088" y="5854700"/>
          <p14:tracePt t="229247" x="1716088" y="5880100"/>
          <p14:tracePt t="229255" x="1733550" y="5895975"/>
          <p14:tracePt t="229263" x="1733550" y="5921375"/>
          <p14:tracePt t="229271" x="1733550" y="5937250"/>
          <p14:tracePt t="229279" x="1733550" y="5954713"/>
          <p14:tracePt t="229287" x="1733550" y="5962650"/>
          <p14:tracePt t="229296" x="1733550" y="5978525"/>
          <p14:tracePt t="229303" x="1733550" y="5995988"/>
          <p14:tracePt t="229320" x="1733550" y="6003925"/>
          <p14:tracePt t="229344" x="1733550" y="6019800"/>
          <p14:tracePt t="229459" x="1733550" y="6003925"/>
          <p14:tracePt t="229465" x="1774825" y="6003925"/>
          <p14:tracePt t="229474" x="1816100" y="5995988"/>
          <p14:tracePt t="229481" x="1916113" y="5978525"/>
          <p14:tracePt t="229491" x="1998663" y="5962650"/>
          <p14:tracePt t="229497" x="2122488" y="5954713"/>
          <p14:tracePt t="229505" x="2273300" y="5937250"/>
          <p14:tracePt t="229514" x="2430463" y="5937250"/>
          <p14:tracePt t="229521" x="2587625" y="5937250"/>
          <p14:tracePt t="229530" x="2636838" y="5937250"/>
          <p14:tracePt t="229538" x="2754313" y="5937250"/>
          <p14:tracePt t="229546" x="2852738" y="5937250"/>
          <p14:tracePt t="229554" x="2919413" y="5937250"/>
          <p14:tracePt t="229562" x="2978150" y="5937250"/>
          <p14:tracePt t="229570" x="3019425" y="5937250"/>
          <p14:tracePt t="229578" x="3027363" y="5937250"/>
          <p14:tracePt t="229586" x="3043238" y="5937250"/>
          <p14:tracePt t="229602" x="3060700" y="5937250"/>
          <p14:tracePt t="229610" x="3060700" y="5954713"/>
          <p14:tracePt t="229634" x="3060700" y="5962650"/>
          <p14:tracePt t="229659" x="3001963" y="5978525"/>
          <p14:tracePt t="229667" x="2960688" y="5995988"/>
          <p14:tracePt t="229675" x="2894013" y="5995988"/>
          <p14:tracePt t="229683" x="2819400" y="5995988"/>
          <p14:tracePt t="229691" x="2720975" y="6003925"/>
          <p14:tracePt t="229699" x="2628900" y="6019800"/>
          <p14:tracePt t="229708" x="2571750" y="6019800"/>
          <p14:tracePt t="229715" x="2497138" y="6019800"/>
          <p14:tracePt t="229725" x="2405063" y="6037263"/>
          <p14:tracePt t="229731" x="2330450" y="6037263"/>
          <p14:tracePt t="229741" x="2273300" y="6037263"/>
          <p14:tracePt t="229748" x="2206625" y="6037263"/>
          <p14:tracePt t="229757" x="2181225" y="6037263"/>
          <p14:tracePt t="229764" x="2122488" y="6037263"/>
          <p14:tracePt t="229772" x="2081213" y="6037263"/>
          <p14:tracePt t="229780" x="2065338" y="6037263"/>
          <p14:tracePt t="229788" x="2039938" y="6037263"/>
          <p14:tracePt t="229796" x="2006600" y="6037263"/>
          <p14:tracePt t="229804" x="1998663" y="6037263"/>
          <p14:tracePt t="229812" x="1982788" y="6037263"/>
          <p14:tracePt t="229828" x="1965325" y="6037263"/>
          <p14:tracePt t="229836" x="1957388" y="6037263"/>
          <p14:tracePt t="229861" x="1957388" y="6019800"/>
          <p14:tracePt t="229982" x="1957388" y="6037263"/>
          <p14:tracePt t="230006" x="1941513" y="6037263"/>
          <p14:tracePt t="230103" x="1957388" y="6037263"/>
          <p14:tracePt t="230111" x="1982788" y="6037263"/>
          <p14:tracePt t="230119" x="2039938" y="6037263"/>
          <p14:tracePt t="230127" x="2139950" y="6037263"/>
          <p14:tracePt t="230135" x="2263775" y="6037263"/>
          <p14:tracePt t="230143" x="2405063" y="6037263"/>
          <p14:tracePt t="230151" x="2595563" y="6037263"/>
          <p14:tracePt t="230159" x="2803525" y="6037263"/>
          <p14:tracePt t="230167" x="3001963" y="6037263"/>
          <p14:tracePt t="230175" x="3184525" y="6037263"/>
          <p14:tracePt t="230183" x="3408363" y="6062663"/>
          <p14:tracePt t="230191" x="3616325" y="6078538"/>
          <p14:tracePt t="230200" x="3840163" y="6086475"/>
          <p14:tracePt t="230208" x="4064000" y="6119813"/>
          <p14:tracePt t="230216" x="4287838" y="6127750"/>
          <p14:tracePt t="230224" x="4470400" y="6161088"/>
          <p14:tracePt t="230232" x="4694238" y="6169025"/>
          <p14:tracePt t="230241" x="4876800" y="6186488"/>
          <p14:tracePt t="230248" x="5141913" y="6219825"/>
          <p14:tracePt t="230258" x="5349875" y="6227763"/>
          <p14:tracePt t="230264" x="5573713" y="6261100"/>
          <p14:tracePt t="230274" x="5797550" y="6261100"/>
          <p14:tracePt t="230281" x="5980113" y="6269038"/>
          <p14:tracePt t="230288" x="6162675" y="6269038"/>
          <p14:tracePt t="230297" x="6311900" y="6269038"/>
          <p14:tracePt t="230305" x="6469063" y="6269038"/>
          <p14:tracePt t="230313" x="6618288" y="6269038"/>
          <p14:tracePt t="230321" x="6743700" y="6269038"/>
          <p14:tracePt t="230329" x="6900863" y="6269038"/>
          <p14:tracePt t="230337" x="6924675" y="6269038"/>
          <p14:tracePt t="230345" x="7024688" y="6269038"/>
          <p14:tracePt t="230353" x="7124700" y="6269038"/>
          <p14:tracePt t="230361" x="7191375" y="6269038"/>
          <p14:tracePt t="230369" x="7248525" y="6269038"/>
          <p14:tracePt t="230377" x="7307263" y="6269038"/>
          <p14:tracePt t="230385" x="7331075" y="6269038"/>
          <p14:tracePt t="230393" x="7373938" y="6269038"/>
          <p14:tracePt t="230402" x="7389813" y="6269038"/>
          <p14:tracePt t="230409" x="7397750" y="6269038"/>
          <p14:tracePt t="230426" x="7415213" y="6269038"/>
          <p14:tracePt t="230450" x="7415213" y="6261100"/>
          <p14:tracePt t="230498" x="7415213" y="6243638"/>
          <p14:tracePt t="230508" x="7415213" y="6227763"/>
          <p14:tracePt t="230515" x="7389813" y="6219825"/>
          <p14:tracePt t="230524" x="7373938" y="6202363"/>
          <p14:tracePt t="230531" x="7356475" y="6169025"/>
          <p14:tracePt t="230540" x="7348538" y="6161088"/>
          <p14:tracePt t="230547" x="7331075" y="6145213"/>
          <p14:tracePt t="230555" x="7315200" y="6127750"/>
          <p14:tracePt t="230563" x="7307263" y="6127750"/>
          <p14:tracePt t="230571" x="7289800" y="6119813"/>
          <p14:tracePt t="230579" x="7265988" y="6103938"/>
          <p14:tracePt t="230587" x="7248525" y="6103938"/>
          <p14:tracePt t="230595" x="7232650" y="6086475"/>
          <p14:tracePt t="230603" x="7207250" y="6086475"/>
          <p14:tracePt t="230611" x="7191375" y="6078538"/>
          <p14:tracePt t="230620" x="7165975" y="6078538"/>
          <p14:tracePt t="230628" x="7150100" y="6078538"/>
          <p14:tracePt t="230636" x="7132638" y="6062663"/>
          <p14:tracePt t="230644" x="7124700" y="6062663"/>
          <p14:tracePt t="230676" x="7107238" y="6062663"/>
          <p14:tracePt t="230708" x="7091363" y="6062663"/>
          <p14:tracePt t="230732" x="7083425" y="6062663"/>
          <p14:tracePt t="230749" x="7065963" y="6062663"/>
          <p14:tracePt t="230758" x="7050088" y="6062663"/>
          <p14:tracePt t="230774" x="7042150" y="6078538"/>
          <p14:tracePt t="230781" x="7024688" y="6078538"/>
          <p14:tracePt t="230790" x="7008813" y="6078538"/>
          <p14:tracePt t="230797" x="6983413" y="6086475"/>
          <p14:tracePt t="230805" x="6958013" y="6086475"/>
          <p14:tracePt t="230813" x="6916738" y="6086475"/>
          <p14:tracePt t="230821" x="6859588" y="6086475"/>
          <p14:tracePt t="230829" x="6826250" y="6103938"/>
          <p14:tracePt t="230837" x="6734175" y="6103938"/>
          <p14:tracePt t="230846" x="6659563" y="6119813"/>
          <p14:tracePt t="230854" x="6618288" y="6119813"/>
          <p14:tracePt t="230862" x="6518275" y="6119813"/>
          <p14:tracePt t="230870" x="6453188" y="6127750"/>
          <p14:tracePt t="230878" x="6386513" y="6127750"/>
          <p14:tracePt t="230886" x="6253163" y="6145213"/>
          <p14:tracePt t="230894" x="6162675" y="6145213"/>
          <p14:tracePt t="230902" x="6088063" y="6145213"/>
          <p14:tracePt t="230910" x="5988050" y="6145213"/>
          <p14:tracePt t="230918" x="5897563" y="6145213"/>
          <p14:tracePt t="230926" x="5780088" y="6145213"/>
          <p14:tracePt t="230934" x="5656263" y="6145213"/>
          <p14:tracePt t="230942" x="5614988" y="6145213"/>
          <p14:tracePt t="230950" x="5514975" y="6161088"/>
          <p14:tracePt t="230959" x="5473700" y="6161088"/>
          <p14:tracePt t="230967" x="5416550" y="6161088"/>
          <p14:tracePt t="230975" x="5373688" y="6161088"/>
          <p14:tracePt t="230983" x="5349875" y="6161088"/>
          <p14:tracePt t="230991" x="5324475" y="6161088"/>
          <p14:tracePt t="230999" x="5308600" y="6161088"/>
          <p14:tracePt t="231008" x="5291138" y="6161088"/>
          <p14:tracePt t="231031" x="5275263" y="6161088"/>
          <p14:tracePt t="231128" x="5291138" y="6161088"/>
          <p14:tracePt t="231136" x="5349875" y="6145213"/>
          <p14:tracePt t="231144" x="5448300" y="6145213"/>
          <p14:tracePt t="231152" x="5540375" y="6145213"/>
          <p14:tracePt t="231160" x="5681663" y="6145213"/>
          <p14:tracePt t="231168" x="5838825" y="6145213"/>
          <p14:tracePt t="231177" x="5988050" y="6145213"/>
          <p14:tracePt t="231185" x="6170613" y="6145213"/>
          <p14:tracePt t="231193" x="6327775" y="6145213"/>
          <p14:tracePt t="231201" x="6394450" y="6145213"/>
          <p14:tracePt t="231209" x="6518275" y="6145213"/>
          <p14:tracePt t="231217" x="6618288" y="6145213"/>
          <p14:tracePt t="231225" x="6718300" y="6145213"/>
          <p14:tracePt t="231233" x="6775450" y="6145213"/>
          <p14:tracePt t="231241" x="6800850" y="6145213"/>
          <p14:tracePt t="231250" x="6826250" y="6145213"/>
          <p14:tracePt t="231258" x="6842125" y="6145213"/>
          <p14:tracePt t="231281" x="6859588" y="6145213"/>
          <p14:tracePt t="231291" x="6859588" y="6127750"/>
          <p14:tracePt t="231419" x="6867525" y="6127750"/>
          <p14:tracePt t="231427" x="6883400" y="6127750"/>
          <p14:tracePt t="231435" x="6900863" y="6127750"/>
          <p14:tracePt t="231443" x="6924675" y="6127750"/>
          <p14:tracePt t="231451" x="6942138" y="6127750"/>
          <p14:tracePt t="231459" x="6983413" y="6127750"/>
          <p14:tracePt t="231467" x="7024688" y="6127750"/>
          <p14:tracePt t="231475" x="7050088" y="6127750"/>
          <p14:tracePt t="231483" x="7083425" y="6127750"/>
          <p14:tracePt t="231491" x="7091363" y="6127750"/>
          <p14:tracePt t="231500" x="7124700" y="6127750"/>
          <p14:tracePt t="231508" x="7132638" y="6127750"/>
          <p14:tracePt t="231516" x="7150100" y="6145213"/>
          <p14:tracePt t="231540" x="7165975" y="6145213"/>
          <p14:tracePt t="231572" x="7150100" y="6145213"/>
          <p14:tracePt t="231580" x="7124700" y="6145213"/>
          <p14:tracePt t="231588" x="7065963" y="6145213"/>
          <p14:tracePt t="231596" x="6967538" y="6119813"/>
          <p14:tracePt t="231605" x="6842125" y="6078538"/>
          <p14:tracePt t="231613" x="6743700" y="6045200"/>
          <p14:tracePt t="231621" x="6602413" y="6019800"/>
          <p14:tracePt t="231629" x="6477000" y="6003925"/>
          <p14:tracePt t="231637" x="6427788" y="5995988"/>
          <p14:tracePt t="231645" x="6203950" y="5995988"/>
          <p14:tracePt t="231653" x="6145213" y="5995988"/>
          <p14:tracePt t="231661" x="6070600" y="5995988"/>
          <p14:tracePt t="231669" x="5897563" y="5995988"/>
          <p14:tracePt t="231677" x="5797550" y="5995988"/>
          <p14:tracePt t="231685" x="5697538" y="5995988"/>
          <p14:tracePt t="231693" x="5540375" y="6003925"/>
          <p14:tracePt t="231701" x="5432425" y="6045200"/>
          <p14:tracePt t="231709" x="5233988" y="6078538"/>
          <p14:tracePt t="231718" x="5100638" y="6086475"/>
          <p14:tracePt t="231726" x="4943475" y="6119813"/>
          <p14:tracePt t="231734" x="4794250" y="6145213"/>
          <p14:tracePt t="231742" x="4611688" y="6161088"/>
          <p14:tracePt t="231750" x="4454525" y="6186488"/>
          <p14:tracePt t="231758" x="4305300" y="6202363"/>
          <p14:tracePt t="231766" x="4122738" y="6219825"/>
          <p14:tracePt t="231775" x="3963988" y="6227763"/>
          <p14:tracePt t="231782" x="3840163" y="6243638"/>
          <p14:tracePt t="231791" x="3781425" y="6243638"/>
          <p14:tracePt t="231798" x="3657600" y="6243638"/>
          <p14:tracePt t="231808" x="3575050" y="6243638"/>
          <p14:tracePt t="231815" x="3492500" y="6261100"/>
          <p14:tracePt t="231824" x="3425825" y="6261100"/>
          <p14:tracePt t="231831" x="3367088" y="6261100"/>
          <p14:tracePt t="231841" x="3325813" y="6261100"/>
          <p14:tracePt t="231847" x="3284538" y="6269038"/>
          <p14:tracePt t="231858" x="3225800" y="6269038"/>
          <p14:tracePt t="231863" x="3201988" y="6269038"/>
          <p14:tracePt t="231874" x="3143250" y="6269038"/>
          <p14:tracePt t="231879" x="3101975" y="6269038"/>
          <p14:tracePt t="231891" x="3068638" y="6269038"/>
          <p14:tracePt t="231895" x="3019425" y="6269038"/>
          <p14:tracePt t="231908" x="2960688" y="6269038"/>
          <p14:tracePt t="231911" x="2903538" y="6269038"/>
          <p14:tracePt t="231924" x="2852738" y="6269038"/>
          <p14:tracePt t="231928" x="2803525" y="6269038"/>
          <p14:tracePt t="231941" x="2754313" y="6269038"/>
          <p14:tracePt t="231944" x="2679700" y="6269038"/>
          <p14:tracePt t="231957" x="2628900" y="6269038"/>
          <p14:tracePt t="231960" x="2554288" y="6269038"/>
          <p14:tracePt t="231974" x="2497138" y="6269038"/>
          <p14:tracePt t="231977" x="2446338" y="6261100"/>
          <p14:tracePt t="231991" x="2389188" y="6243638"/>
          <p14:tracePt t="231993" x="2347913" y="6243638"/>
          <p14:tracePt t="232008" x="2305050" y="6243638"/>
          <p14:tracePt t="232009" x="2263775" y="6227763"/>
          <p14:tracePt t="232016" x="2230438" y="6227763"/>
          <p14:tracePt t="232024" x="2206625" y="6219825"/>
          <p14:tracePt t="232032" x="2181225" y="6219825"/>
          <p14:tracePt t="232042" x="2147888" y="6219825"/>
          <p14:tracePt t="232049" x="2122488" y="6219825"/>
          <p14:tracePt t="232058" x="2098675" y="6219825"/>
          <p14:tracePt t="232065" x="2065338" y="6202363"/>
          <p14:tracePt t="232075" x="2039938" y="6202363"/>
          <p14:tracePt t="232081" x="2006600" y="6186488"/>
          <p14:tracePt t="232091" x="1982788" y="6186488"/>
          <p14:tracePt t="232097" x="1965325" y="6169025"/>
          <p14:tracePt t="232108" x="1941513" y="6169025"/>
          <p14:tracePt t="232113" x="1924050" y="6161088"/>
          <p14:tracePt t="232124" x="1898650" y="6161088"/>
          <p14:tracePt t="232129" x="1874838" y="6145213"/>
          <p14:tracePt t="232141" x="1857375" y="6127750"/>
          <p14:tracePt t="232145" x="1833563" y="6119813"/>
          <p14:tracePt t="232158" x="1816100" y="6119813"/>
          <p14:tracePt t="232162" x="1790700" y="6103938"/>
          <p14:tracePt t="232174" x="1758950" y="6086475"/>
          <p14:tracePt t="232178" x="1741488" y="6078538"/>
          <p14:tracePt t="232191" x="1716088" y="6062663"/>
          <p14:tracePt t="232194" x="1700213" y="6062663"/>
          <p14:tracePt t="232208" x="1700213" y="6045200"/>
          <p14:tracePt t="232210" x="1692275" y="6037263"/>
          <p14:tracePt t="232224" x="1674813" y="6037263"/>
          <p14:tracePt t="232227" x="1674813" y="6019800"/>
          <p14:tracePt t="232243" x="1658938" y="6019800"/>
          <p14:tracePt t="232250" x="1658938" y="6003925"/>
          <p14:tracePt t="232307" x="1651000" y="5995988"/>
          <p14:tracePt t="232331" x="1651000" y="5978525"/>
          <p14:tracePt t="232341" x="1633538" y="5954713"/>
          <p14:tracePt t="232348" x="1617663" y="5937250"/>
          <p14:tracePt t="232355" x="1617663" y="5921375"/>
          <p14:tracePt t="232364" x="1609725" y="5895975"/>
          <p14:tracePt t="232371" x="1609725" y="5862638"/>
          <p14:tracePt t="232380" x="1609725" y="5837238"/>
          <p14:tracePt t="232388" x="1609725" y="5795963"/>
          <p14:tracePt t="232396" x="1609725" y="5780088"/>
          <p14:tracePt t="232404" x="1609725" y="5754688"/>
          <p14:tracePt t="232412" x="1609725" y="5738813"/>
          <p14:tracePt t="232420" x="1609725" y="5730875"/>
          <p14:tracePt t="232428" x="1609725" y="5713413"/>
          <p14:tracePt t="232436" x="1609725" y="5697538"/>
          <p14:tracePt t="232461" x="1609725" y="5688013"/>
          <p14:tracePt t="232469" x="1617663" y="5688013"/>
          <p14:tracePt t="232477" x="1633538" y="5672138"/>
          <p14:tracePt t="232485" x="1651000" y="5672138"/>
          <p14:tracePt t="232493" x="1692275" y="5672138"/>
          <p14:tracePt t="232501" x="1733550" y="5656263"/>
          <p14:tracePt t="232509" x="1758950" y="5656263"/>
          <p14:tracePt t="232517" x="1800225" y="5638800"/>
          <p14:tracePt t="232525" x="1833563" y="5638800"/>
          <p14:tracePt t="232533" x="1882775" y="5638800"/>
          <p14:tracePt t="232541" x="1924050" y="5638800"/>
          <p14:tracePt t="232549" x="1957388" y="5638800"/>
          <p14:tracePt t="232558" x="1998663" y="5638800"/>
          <p14:tracePt t="232565" x="2057400" y="5638800"/>
          <p14:tracePt t="232574" x="2081213" y="5638800"/>
          <p14:tracePt t="232582" x="2122488" y="5638800"/>
          <p14:tracePt t="232591" x="2181225" y="5638800"/>
          <p14:tracePt t="232598" x="2222500" y="5638800"/>
          <p14:tracePt t="232607" x="2263775" y="5638800"/>
          <p14:tracePt t="232614" x="2322513" y="5656263"/>
          <p14:tracePt t="232622" x="2347913" y="5672138"/>
          <p14:tracePt t="232630" x="2371725" y="5688013"/>
          <p14:tracePt t="232638" x="2405063" y="5713413"/>
          <p14:tracePt t="232646" x="2430463" y="5730875"/>
          <p14:tracePt t="232654" x="2446338" y="5738813"/>
          <p14:tracePt t="232662" x="2454275" y="5754688"/>
          <p14:tracePt t="232670" x="2471738" y="5772150"/>
          <p14:tracePt t="232678" x="2487613" y="5780088"/>
          <p14:tracePt t="232687" x="2497138" y="5795963"/>
          <p14:tracePt t="232695" x="2513013" y="5821363"/>
          <p14:tracePt t="232703" x="2528888" y="5821363"/>
          <p14:tracePt t="232711" x="2538413" y="5854700"/>
          <p14:tracePt t="232719" x="2538413" y="5880100"/>
          <p14:tracePt t="232727" x="2554288" y="5895975"/>
          <p14:tracePt t="232735" x="2571750" y="5921375"/>
          <p14:tracePt t="232743" x="2571750" y="5937250"/>
          <p14:tracePt t="232751" x="2587625" y="5962650"/>
          <p14:tracePt t="232759" x="2587625" y="5978525"/>
          <p14:tracePt t="232767" x="2595563" y="5995988"/>
          <p14:tracePt t="232775" x="2595563" y="6003925"/>
          <p14:tracePt t="232784" x="2595563" y="6019800"/>
          <p14:tracePt t="232791" x="2613025" y="6037263"/>
          <p14:tracePt t="232799" x="2613025" y="6045200"/>
          <p14:tracePt t="232809" x="2613025" y="6062663"/>
          <p14:tracePt t="232824" x="2613025" y="6078538"/>
          <p14:tracePt t="232832" x="2613025" y="6086475"/>
          <p14:tracePt t="232848" x="2613025" y="6103938"/>
          <p14:tracePt t="232857" x="2613025" y="6119813"/>
          <p14:tracePt t="232872" x="2613025" y="6127750"/>
          <p14:tracePt t="232896" x="2613025" y="6145213"/>
          <p14:tracePt t="232921" x="2595563" y="6161088"/>
          <p14:tracePt t="232929" x="2587625" y="6161088"/>
          <p14:tracePt t="232945" x="2554288" y="6161088"/>
          <p14:tracePt t="232953" x="2528888" y="6169025"/>
          <p14:tracePt t="232961" x="2497138" y="6169025"/>
          <p14:tracePt t="232969" x="2454275" y="6169025"/>
          <p14:tracePt t="232977" x="2430463" y="6169025"/>
          <p14:tracePt t="232985" x="2371725" y="6186488"/>
          <p14:tracePt t="232993" x="2322513" y="6186488"/>
          <p14:tracePt t="233001" x="2247900" y="6186488"/>
          <p14:tracePt t="233010" x="2189163" y="6186488"/>
          <p14:tracePt t="233018" x="2122488" y="6186488"/>
          <p14:tracePt t="233026" x="2057400" y="6186488"/>
          <p14:tracePt t="233034" x="1965325" y="6186488"/>
          <p14:tracePt t="233042" x="1898650" y="6186488"/>
          <p14:tracePt t="233050" x="1841500" y="6186488"/>
          <p14:tracePt t="233058" x="1800225" y="6186488"/>
          <p14:tracePt t="233066" x="1758950" y="6186488"/>
          <p14:tracePt t="233074" x="1733550" y="6169025"/>
          <p14:tracePt t="233082" x="1692275" y="6161088"/>
          <p14:tracePt t="233091" x="1658938" y="6145213"/>
          <p14:tracePt t="233098" x="1651000" y="6127750"/>
          <p14:tracePt t="233108" x="1633538" y="6119813"/>
          <p14:tracePt t="233114" x="1617663" y="6103938"/>
          <p14:tracePt t="233124" x="1609725" y="6086475"/>
          <p14:tracePt t="233130" x="1609725" y="6078538"/>
          <p14:tracePt t="233139" x="1592263" y="6045200"/>
          <p14:tracePt t="233147" x="1592263" y="6037263"/>
          <p14:tracePt t="233163" x="1592263" y="6019800"/>
          <p14:tracePt t="233171" x="1592263" y="5995988"/>
          <p14:tracePt t="233179" x="1592263" y="5978525"/>
          <p14:tracePt t="233187" x="1592263" y="5962650"/>
          <p14:tracePt t="233203" x="1592263" y="5954713"/>
          <p14:tracePt t="233212" x="1592263" y="5937250"/>
          <p14:tracePt t="233219" x="1592263" y="5921375"/>
          <p14:tracePt t="233228" x="1609725" y="5895975"/>
          <p14:tracePt t="233235" x="1633538" y="5880100"/>
          <p14:tracePt t="233243" x="1674813" y="5837238"/>
          <p14:tracePt t="233252" x="1716088" y="5795963"/>
          <p14:tracePt t="233260" x="1758950" y="5772150"/>
          <p14:tracePt t="233268" x="1841500" y="5697538"/>
          <p14:tracePt t="233276" x="1916113" y="5638800"/>
          <p14:tracePt t="233284" x="2039938" y="5572125"/>
          <p14:tracePt t="233292" x="2165350" y="5514975"/>
          <p14:tracePt t="233300" x="2322513" y="5448300"/>
          <p14:tracePt t="233308" x="2446338" y="5389563"/>
          <p14:tracePt t="233316" x="2554288" y="5332413"/>
          <p14:tracePt t="233325" x="2636838" y="5332413"/>
          <p14:tracePt t="233332" x="2720975" y="5307013"/>
          <p14:tracePt t="233341" x="2819400" y="5281613"/>
          <p14:tracePt t="233349" x="2894013" y="5265738"/>
          <p14:tracePt t="233358" x="2978150" y="5249863"/>
          <p14:tracePt t="233365" x="3043238" y="5249863"/>
          <p14:tracePt t="233374" x="3101975" y="5249863"/>
          <p14:tracePt t="233381" x="3143250" y="5249863"/>
          <p14:tracePt t="233390" x="3201988" y="5249863"/>
          <p14:tracePt t="233397" x="3251200" y="5249863"/>
          <p14:tracePt t="233405" x="3309938" y="5249863"/>
          <p14:tracePt t="233413" x="3392488" y="5307013"/>
          <p14:tracePt t="233421" x="3408363" y="5324475"/>
          <p14:tracePt t="233429" x="3508375" y="5407025"/>
          <p14:tracePt t="233437" x="3557588" y="5464175"/>
          <p14:tracePt t="233446" x="3616325" y="5548313"/>
          <p14:tracePt t="233453" x="3657600" y="5613400"/>
          <p14:tracePt t="233462" x="3716338" y="5730875"/>
          <p14:tracePt t="233470" x="3757613" y="5821363"/>
          <p14:tracePt t="233478" x="3798888" y="5903913"/>
          <p14:tracePt t="233486" x="3822700" y="5962650"/>
          <p14:tracePt t="233494" x="3856038" y="6062663"/>
          <p14:tracePt t="233502" x="3881438" y="6127750"/>
          <p14:tracePt t="233510" x="3898900" y="6202363"/>
          <p14:tracePt t="233518" x="3922713" y="6261100"/>
          <p14:tracePt t="233526" x="3922713" y="6302375"/>
          <p14:tracePt t="233534" x="3940175" y="6327775"/>
          <p14:tracePt t="233542" x="3940175" y="6351588"/>
          <p14:tracePt t="233550" x="3940175" y="6384925"/>
          <p14:tracePt t="233566" x="3940175" y="6392863"/>
          <p14:tracePt t="233575" x="3940175" y="6410325"/>
          <p14:tracePt t="233696" x="3940175" y="6392863"/>
          <p14:tracePt t="233704" x="3997325" y="6384925"/>
          <p14:tracePt t="233712" x="4146550" y="6343650"/>
          <p14:tracePt t="233720" x="4329113" y="6310313"/>
          <p14:tracePt t="233728" x="4454525" y="6302375"/>
          <p14:tracePt t="233736" x="4702175" y="6261100"/>
          <p14:tracePt t="233744" x="5224463" y="6186488"/>
          <p14:tracePt t="233752" x="5556250" y="6169025"/>
          <p14:tracePt t="233760" x="5756275" y="6169025"/>
          <p14:tracePt t="233769" x="6103938" y="6145213"/>
          <p14:tracePt t="233777" x="6394450" y="6119813"/>
          <p14:tracePt t="233785" x="6659563" y="6119813"/>
          <p14:tracePt t="233793" x="6883400" y="6119813"/>
          <p14:tracePt t="233801" x="7091363" y="6119813"/>
          <p14:tracePt t="233809" x="7289800" y="6103938"/>
          <p14:tracePt t="233817" x="7431088" y="6103938"/>
          <p14:tracePt t="233825" x="7580313" y="6103938"/>
          <p14:tracePt t="233833" x="7639050" y="6103938"/>
          <p14:tracePt t="233841" x="7737475" y="6103938"/>
          <p14:tracePt t="233849" x="7837488" y="6103938"/>
          <p14:tracePt t="233858" x="7929563" y="6103938"/>
          <p14:tracePt t="233865" x="8004175" y="6103938"/>
          <p14:tracePt t="233875" x="8061325" y="6103938"/>
          <p14:tracePt t="233881" x="8102600" y="6103938"/>
          <p14:tracePt t="233892" x="8153400" y="6103938"/>
          <p14:tracePt t="233898" x="8194675" y="6103938"/>
          <p14:tracePt t="233908" x="8210550" y="6119813"/>
          <p14:tracePt t="233914" x="8235950" y="6119813"/>
          <p14:tracePt t="233925" x="8269288" y="6127750"/>
          <p14:tracePt t="233930" x="8293100" y="6145213"/>
          <p14:tracePt t="233941" x="8335963" y="6145213"/>
          <p14:tracePt t="233946" x="8393113" y="6161088"/>
          <p14:tracePt t="233958" x="8418513" y="6169025"/>
          <p14:tracePt t="233962" x="8475663" y="6169025"/>
          <p14:tracePt t="233974" x="8534400" y="6186488"/>
          <p14:tracePt t="233978" x="8559800" y="6202363"/>
          <p14:tracePt t="233991" x="8616950" y="6219825"/>
          <p14:tracePt t="233994" x="8658225" y="6227763"/>
          <p14:tracePt t="234007" x="8675688" y="6227763"/>
          <p14:tracePt t="234011" x="8699500" y="6243638"/>
          <p14:tracePt t="234025" x="8716963" y="6243638"/>
          <p14:tracePt t="234028" x="8724900" y="6243638"/>
          <p14:tracePt t="234041" x="8724900" y="6261100"/>
          <p14:tracePt t="234059" x="8742363" y="6261100"/>
          <p14:tracePt t="234074" x="8742363" y="6269038"/>
          <p14:tracePt t="234092" x="8742363" y="628650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C0C4B-C288-E40F-AA9D-462E44FF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 Sampling and Priority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172BCA1-6BAB-0B34-372D-259E56DD0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 Sampling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fixes a threshold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defines a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variable-sized sample index set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1, …, </m:t>
                            </m:r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unbiased under Gumbel Distribution.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element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sampled independently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probability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(−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sz="1800" b="0" i="0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importance weight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Priority Sampling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having a fixed threshold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fixes the sample size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uses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an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threshold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 largest Gumbel perturbed log-probability.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the sample index set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largest indices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i.e.,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𝜅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172BCA1-6BAB-0B34-372D-259E56DD0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483" t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音訊 14">
            <a:extLst>
              <a:ext uri="{FF2B5EF4-FFF2-40B4-BE49-F238E27FC236}">
                <a16:creationId xmlns:a16="http://schemas.microsoft.com/office/drawing/2014/main" id="{A9724656-DB30-1668-0238-88F89FF537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840"/>
    </mc:Choice>
    <mc:Fallback xmlns="">
      <p:transition spd="slow" advTm="138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26" x="8724900" y="6286500"/>
          <p14:tracePt t="634" x="8518525" y="6127750"/>
          <p14:tracePt t="642" x="8169275" y="5921375"/>
          <p14:tracePt t="650" x="7580313" y="5507038"/>
          <p14:tracePt t="659" x="7191375" y="5281613"/>
          <p14:tracePt t="666" x="6510338" y="4892675"/>
          <p14:tracePt t="674" x="5880100" y="4568825"/>
          <p14:tracePt t="682" x="5640388" y="4445000"/>
          <p14:tracePt t="691" x="5167313" y="4229100"/>
          <p14:tracePt t="698" x="4802188" y="4046538"/>
          <p14:tracePt t="708" x="4470400" y="3897313"/>
          <p14:tracePt t="715" x="4262438" y="3830638"/>
          <p14:tracePt t="724" x="4048125" y="3714750"/>
          <p14:tracePt t="731" x="3898900" y="3657600"/>
          <p14:tracePt t="739" x="3781425" y="3606800"/>
          <p14:tracePt t="747" x="3657600" y="3549650"/>
          <p14:tracePt t="755" x="3549650" y="3467100"/>
          <p14:tracePt t="763" x="3433763" y="3408363"/>
          <p14:tracePt t="771" x="3333750" y="3341688"/>
          <p14:tracePt t="779" x="3251200" y="3267075"/>
          <p14:tracePt t="787" x="3209925" y="3225800"/>
          <p14:tracePt t="795" x="3143250" y="3159125"/>
          <p14:tracePt t="803" x="3101975" y="3117850"/>
          <p14:tracePt t="811" x="3060700" y="3076575"/>
          <p14:tracePt t="819" x="3027363" y="3027363"/>
          <p14:tracePt t="828" x="2986088" y="2986088"/>
          <p14:tracePt t="836" x="2978150" y="2960688"/>
          <p14:tracePt t="844" x="2960688" y="2935288"/>
          <p14:tracePt t="852" x="2944813" y="2901950"/>
          <p14:tracePt t="860" x="2935288" y="2860675"/>
          <p14:tracePt t="868" x="2919413" y="2819400"/>
          <p14:tracePt t="876" x="2894013" y="2752725"/>
          <p14:tracePt t="884" x="2860675" y="2678113"/>
          <p14:tracePt t="892" x="2860675" y="2654300"/>
          <p14:tracePt t="900" x="2852738" y="2611438"/>
          <p14:tracePt t="908" x="2836863" y="2554288"/>
          <p14:tracePt t="916" x="2819400" y="2513013"/>
          <p14:tracePt t="925" x="2819400" y="2487613"/>
          <p14:tracePt t="933" x="2803525" y="2446338"/>
          <p14:tracePt t="942" x="2803525" y="2413000"/>
          <p14:tracePt t="949" x="2803525" y="2387600"/>
          <p14:tracePt t="958" x="2803525" y="2371725"/>
          <p14:tracePt t="965" x="2803525" y="2346325"/>
          <p14:tracePt t="981" x="2803525" y="2330450"/>
          <p14:tracePt t="991" x="2803525" y="2305050"/>
          <p14:tracePt t="1005" x="2803525" y="2289175"/>
          <p14:tracePt t="1013" x="2803525" y="2281238"/>
          <p14:tracePt t="1037" x="2803525" y="2263775"/>
          <p14:tracePt t="1045" x="2803525" y="2247900"/>
          <p14:tracePt t="1053" x="2819400" y="2247900"/>
          <p14:tracePt t="1062" x="2836863" y="2247900"/>
          <p14:tracePt t="1070" x="2852738" y="2230438"/>
          <p14:tracePt t="1078" x="2860675" y="2230438"/>
          <p14:tracePt t="1086" x="2878138" y="2222500"/>
          <p14:tracePt t="1102" x="2903538" y="2206625"/>
          <p14:tracePt t="1110" x="2919413" y="2206625"/>
          <p14:tracePt t="1118" x="2935288" y="2189163"/>
          <p14:tracePt t="1126" x="2960688" y="2181225"/>
          <p14:tracePt t="1134" x="2986088" y="2163763"/>
          <p14:tracePt t="1142" x="3019425" y="2163763"/>
          <p14:tracePt t="1151" x="3060700" y="2147888"/>
          <p14:tracePt t="1159" x="3127375" y="2122488"/>
          <p14:tracePt t="1166" x="3184525" y="2122488"/>
          <p14:tracePt t="1175" x="3251200" y="2122488"/>
          <p14:tracePt t="1183" x="3325813" y="2122488"/>
          <p14:tracePt t="1191" x="3367088" y="2122488"/>
          <p14:tracePt t="1199" x="3433763" y="2122488"/>
          <p14:tracePt t="1208" x="3508375" y="2122488"/>
          <p14:tracePt t="1215" x="3575050" y="2122488"/>
          <p14:tracePt t="1224" x="3657600" y="2122488"/>
          <p14:tracePt t="1231" x="3698875" y="2139950"/>
          <p14:tracePt t="1241" x="3757613" y="2147888"/>
          <p14:tracePt t="1247" x="3814763" y="2181225"/>
          <p14:tracePt t="1255" x="3865563" y="2189163"/>
          <p14:tracePt t="1263" x="3906838" y="2230438"/>
          <p14:tracePt t="1271" x="3963988" y="2263775"/>
          <p14:tracePt t="1280" x="4005263" y="2289175"/>
          <p14:tracePt t="1288" x="4048125" y="2330450"/>
          <p14:tracePt t="1296" x="4089400" y="2363788"/>
          <p14:tracePt t="1304" x="4164013" y="2405063"/>
          <p14:tracePt t="1312" x="4205288" y="2446338"/>
          <p14:tracePt t="1320" x="4229100" y="2487613"/>
          <p14:tracePt t="1328" x="4271963" y="2513013"/>
          <p14:tracePt t="1336" x="4370388" y="2595563"/>
          <p14:tracePt t="1344" x="4387850" y="2628900"/>
          <p14:tracePt t="1352" x="4429125" y="2670175"/>
          <p14:tracePt t="1361" x="4454525" y="2719388"/>
          <p14:tracePt t="1368" x="4486275" y="2778125"/>
          <p14:tracePt t="1376" x="4529138" y="2819400"/>
          <p14:tracePt t="1385" x="4552950" y="2878138"/>
          <p14:tracePt t="1393" x="4570413" y="2935288"/>
          <p14:tracePt t="1401" x="4594225" y="2986088"/>
          <p14:tracePt t="1409" x="4619625" y="3060700"/>
          <p14:tracePt t="1417" x="4635500" y="3101975"/>
          <p14:tracePt t="1425" x="4660900" y="3167063"/>
          <p14:tracePt t="1433" x="4678363" y="3225800"/>
          <p14:tracePt t="1442" x="4702175" y="3267075"/>
          <p14:tracePt t="1449" x="4719638" y="3325813"/>
          <p14:tracePt t="1458" x="4760913" y="3449638"/>
          <p14:tracePt t="1465" x="4794250" y="3467100"/>
          <p14:tracePt t="1475" x="4818063" y="3549650"/>
          <p14:tracePt t="1482" x="4843463" y="3616325"/>
          <p14:tracePt t="1491" x="4876800" y="3673475"/>
          <p14:tracePt t="1498" x="4918075" y="3740150"/>
          <p14:tracePt t="1508" x="4943475" y="3797300"/>
          <p14:tracePt t="1514" x="4967288" y="3840163"/>
          <p14:tracePt t="1525" x="4984750" y="3897313"/>
          <p14:tracePt t="1530" x="5000625" y="3938588"/>
          <p14:tracePt t="1542" x="5041900" y="3979863"/>
          <p14:tracePt t="1546" x="5059363" y="4005263"/>
          <p14:tracePt t="1558" x="5067300" y="4046538"/>
          <p14:tracePt t="1562" x="5084763" y="4079875"/>
          <p14:tracePt t="1575" x="5108575" y="4105275"/>
          <p14:tracePt t="1578" x="5126038" y="4146550"/>
          <p14:tracePt t="1594" x="5141913" y="4187825"/>
          <p14:tracePt t="1598" x="5149850" y="4203700"/>
          <p14:tracePt t="1603" x="5167313" y="4229100"/>
          <p14:tracePt t="1611" x="5167313" y="4246563"/>
          <p14:tracePt t="1619" x="5183188" y="4262438"/>
          <p14:tracePt t="1635" x="5183188" y="4270375"/>
          <p14:tracePt t="1651" x="5183188" y="4287838"/>
          <p14:tracePt t="1659" x="5192713" y="4287838"/>
          <p14:tracePt t="1675" x="5192713" y="4303713"/>
          <p14:tracePt t="1699" x="5192713" y="4311650"/>
          <p14:tracePt t="1724" x="5192713" y="4329113"/>
          <p14:tracePt t="1797" x="5192713" y="4344988"/>
          <p14:tracePt t="1877" x="5192713" y="4329113"/>
          <p14:tracePt t="1885" x="5183188" y="4303713"/>
          <p14:tracePt t="1893" x="5141913" y="4246563"/>
          <p14:tracePt t="1901" x="5108575" y="4203700"/>
          <p14:tracePt t="1909" x="5084763" y="4162425"/>
          <p14:tracePt t="1917" x="5059363" y="4105275"/>
          <p14:tracePt t="1925" x="5018088" y="4046538"/>
          <p14:tracePt t="1934" x="4984750" y="3997325"/>
          <p14:tracePt t="1942" x="4967288" y="3938588"/>
          <p14:tracePt t="1950" x="4926013" y="3897313"/>
          <p14:tracePt t="1958" x="4918075" y="3856038"/>
          <p14:tracePt t="1966" x="4876800" y="3756025"/>
          <p14:tracePt t="1975" x="4843463" y="3673475"/>
          <p14:tracePt t="1982" x="4802188" y="3606800"/>
          <p14:tracePt t="1991" x="4760913" y="3508375"/>
          <p14:tracePt t="1998" x="4735513" y="3424238"/>
          <p14:tracePt t="2008" x="4702175" y="3382963"/>
          <p14:tracePt t="2014" x="4678363" y="3284538"/>
          <p14:tracePt t="2024" x="4652963" y="3209925"/>
          <p14:tracePt t="2031" x="4619625" y="3143250"/>
          <p14:tracePt t="2038" x="4594225" y="3060700"/>
          <p14:tracePt t="2047" x="4578350" y="3017838"/>
          <p14:tracePt t="2055" x="4537075" y="2935288"/>
          <p14:tracePt t="2063" x="4529138" y="2894013"/>
          <p14:tracePt t="2071" x="4486275" y="2794000"/>
          <p14:tracePt t="2079" x="4454525" y="2695575"/>
          <p14:tracePt t="2087" x="4387850" y="2587625"/>
          <p14:tracePt t="2095" x="4271963" y="2346325"/>
          <p14:tracePt t="2103" x="4221163" y="2230438"/>
          <p14:tracePt t="2111" x="4122738" y="2039938"/>
          <p14:tracePt t="2119" x="4048125" y="1857375"/>
          <p14:tracePt t="2128" x="3981450" y="1700213"/>
          <p14:tracePt t="2136" x="3906838" y="1525588"/>
          <p14:tracePt t="2143" x="3856038" y="1368425"/>
          <p14:tracePt t="2151" x="3814763" y="1244600"/>
          <p14:tracePt t="2160" x="3773488" y="1085850"/>
          <p14:tracePt t="2168" x="3740150" y="903288"/>
          <p14:tracePt t="2176" x="3716338" y="596900"/>
          <p14:tracePt t="2184" x="3716338" y="488950"/>
          <p14:tracePt t="2192" x="3690938" y="223838"/>
          <p14:tracePt t="2759" x="3225800" y="290513"/>
          <p14:tracePt t="2768" x="3225800" y="588963"/>
          <p14:tracePt t="2776" x="3225800" y="895350"/>
          <p14:tracePt t="2782" x="3243263" y="1185863"/>
          <p14:tracePt t="2792" x="3267075" y="1492250"/>
          <p14:tracePt t="2798" x="3309938" y="1800225"/>
          <p14:tracePt t="2807" x="3333750" y="2055813"/>
          <p14:tracePt t="2814" x="3351213" y="2147888"/>
          <p14:tracePt t="2822" x="3375025" y="2305050"/>
          <p14:tracePt t="2830" x="3425825" y="2430463"/>
          <p14:tracePt t="2838" x="3433763" y="2528888"/>
          <p14:tracePt t="2846" x="3433763" y="2595563"/>
          <p14:tracePt t="2854" x="3449638" y="2628900"/>
          <p14:tracePt t="2863" x="3467100" y="2654300"/>
          <p14:tracePt t="2870" x="3467100" y="2670175"/>
          <p14:tracePt t="2878" x="3467100" y="2678113"/>
          <p14:tracePt t="2902" x="3467100" y="2695575"/>
          <p14:tracePt t="2935" x="3467100" y="2711450"/>
          <p14:tracePt t="2967" x="3467100" y="2719388"/>
          <p14:tracePt t="2999" x="3467100" y="2736850"/>
          <p14:tracePt t="3032" x="3467100" y="2752725"/>
          <p14:tracePt t="3064" x="3467100" y="2760663"/>
          <p14:tracePt t="3088" x="3467100" y="2778125"/>
          <p14:tracePt t="3112" x="3467100" y="2794000"/>
          <p14:tracePt t="3137" x="3467100" y="2811463"/>
          <p14:tracePt t="3492" x="3467100" y="2819400"/>
          <p14:tracePt t="3516" x="3467100" y="2836863"/>
          <p14:tracePt t="3525" x="3467100" y="2860675"/>
          <p14:tracePt t="3533" x="3467100" y="2878138"/>
          <p14:tracePt t="3541" x="3467100" y="2935288"/>
          <p14:tracePt t="3548" x="3475038" y="2986088"/>
          <p14:tracePt t="3558" x="3508375" y="3043238"/>
          <p14:tracePt t="3565" x="3516313" y="3076575"/>
          <p14:tracePt t="3574" x="3549650" y="3143250"/>
          <p14:tracePt t="3581" x="3575050" y="3200400"/>
          <p14:tracePt t="3593" x="3598863" y="3251200"/>
          <p14:tracePt t="3597" x="3616325" y="3308350"/>
          <p14:tracePt t="3605" x="3632200" y="3341688"/>
          <p14:tracePt t="3613" x="3641725" y="3367088"/>
          <p14:tracePt t="3621" x="3657600" y="3382963"/>
          <p14:tracePt t="3629" x="3657600" y="3390900"/>
          <p14:tracePt t="3645" x="3673475" y="3390900"/>
          <p14:tracePt t="3653" x="3673475" y="3408363"/>
          <p14:tracePt t="4025" x="3657600" y="3408363"/>
          <p14:tracePt t="4033" x="3632200" y="3408363"/>
          <p14:tracePt t="4041" x="3533775" y="3408363"/>
          <p14:tracePt t="20180" x="3575050" y="3408363"/>
          <p14:tracePt t="20193" x="3641725" y="3408363"/>
          <p14:tracePt t="20197" x="3740150" y="3424238"/>
          <p14:tracePt t="20210" x="3773488" y="3433763"/>
          <p14:tracePt t="20213" x="3856038" y="3467100"/>
          <p14:tracePt t="20227" x="3922713" y="3490913"/>
          <p14:tracePt t="20228" x="3981450" y="3508375"/>
          <p14:tracePt t="20236" x="4022725" y="3516313"/>
          <p14:tracePt t="20244" x="4064000" y="3532188"/>
          <p14:tracePt t="20252" x="4105275" y="3549650"/>
          <p14:tracePt t="20259" x="4122738" y="3549650"/>
          <p14:tracePt t="20268" x="4146550" y="3565525"/>
          <p14:tracePt t="20275" x="4164013" y="3565525"/>
          <p14:tracePt t="20284" x="4171950" y="3573463"/>
          <p14:tracePt t="20292" x="4187825" y="3573463"/>
          <p14:tracePt t="20300" x="4205288" y="3573463"/>
          <p14:tracePt t="20316" x="4221163" y="3590925"/>
          <p14:tracePt t="20348" x="4229100" y="3590925"/>
          <p14:tracePt t="20358" x="4246563" y="3606800"/>
          <p14:tracePt t="20373" x="4262438" y="3606800"/>
          <p14:tracePt t="20380" x="4271963" y="3616325"/>
          <p14:tracePt t="20388" x="4305300" y="3616325"/>
          <p14:tracePt t="20397" x="4313238" y="3632200"/>
          <p14:tracePt t="20405" x="4329113" y="3632200"/>
          <p14:tracePt t="20413" x="4354513" y="3632200"/>
          <p14:tracePt t="20421" x="4370388" y="3648075"/>
          <p14:tracePt t="20429" x="4395788" y="3648075"/>
          <p14:tracePt t="20437" x="4429125" y="3657600"/>
          <p14:tracePt t="20445" x="4437063" y="3657600"/>
          <p14:tracePt t="20453" x="4486275" y="3673475"/>
          <p14:tracePt t="20461" x="4495800" y="3690938"/>
          <p14:tracePt t="20469" x="4552950" y="3690938"/>
          <p14:tracePt t="20477" x="4594225" y="3698875"/>
          <p14:tracePt t="20485" x="4619625" y="3714750"/>
          <p14:tracePt t="20493" x="4678363" y="3714750"/>
          <p14:tracePt t="20501" x="4719638" y="3740150"/>
          <p14:tracePt t="20509" x="4735513" y="3756025"/>
          <p14:tracePt t="20518" x="4760913" y="3756025"/>
          <p14:tracePt t="20526" x="4776788" y="3773488"/>
          <p14:tracePt t="20534" x="4802188" y="3781425"/>
          <p14:tracePt t="20550" x="4818063" y="3797300"/>
          <p14:tracePt t="20566" x="4835525" y="3797300"/>
          <p14:tracePt t="20615" x="4843463" y="3814763"/>
          <p14:tracePt t="20647" x="4843463" y="3830638"/>
          <p14:tracePt t="20703" x="4860925" y="3840163"/>
          <p14:tracePt t="20719" x="4884738" y="3840163"/>
          <p14:tracePt t="20728" x="4902200" y="3871913"/>
          <p14:tracePt t="20736" x="4959350" y="3897313"/>
          <p14:tracePt t="20744" x="5018088" y="3922713"/>
          <p14:tracePt t="20759" x="5084763" y="3963988"/>
          <p14:tracePt t="20761" x="5167313" y="4021138"/>
          <p14:tracePt t="20775" x="5267325" y="4064000"/>
          <p14:tracePt t="20776" x="5365750" y="4121150"/>
          <p14:tracePt t="20784" x="5491163" y="4162425"/>
          <p14:tracePt t="20792" x="5614988" y="4221163"/>
          <p14:tracePt t="20800" x="5764213" y="4262438"/>
          <p14:tracePt t="20808" x="5921375" y="4303713"/>
          <p14:tracePt t="20816" x="6070600" y="4329113"/>
          <p14:tracePt t="20825" x="6253163" y="4370388"/>
          <p14:tracePt t="20832" x="6435725" y="4386263"/>
          <p14:tracePt t="20842" x="6592888" y="4403725"/>
          <p14:tracePt t="20849" x="6743700" y="4403725"/>
          <p14:tracePt t="20858" x="6784975" y="4403725"/>
          <p14:tracePt t="20865" x="6883400" y="4403725"/>
          <p14:tracePt t="20875" x="6983413" y="4403725"/>
          <p14:tracePt t="20881" x="7050088" y="4403725"/>
          <p14:tracePt t="20891" x="7132638" y="4403725"/>
          <p14:tracePt t="20897" x="7173913" y="4403725"/>
          <p14:tracePt t="20908" x="7232650" y="4386263"/>
          <p14:tracePt t="20913" x="7273925" y="4370388"/>
          <p14:tracePt t="20925" x="7307263" y="4362450"/>
          <p14:tracePt t="20930" x="7331075" y="4362450"/>
          <p14:tracePt t="20942" x="7356475" y="4344988"/>
          <p14:tracePt t="20946" x="7356475" y="4329113"/>
          <p14:tracePt t="20958" x="7373938" y="4329113"/>
          <p14:tracePt t="20961" x="7389813" y="4329113"/>
          <p14:tracePt t="20986" x="7389813" y="4311650"/>
          <p14:tracePt t="21147" x="7389813" y="4303713"/>
          <p14:tracePt t="21180" x="7389813" y="4287838"/>
          <p14:tracePt t="21196" x="7389813" y="4270375"/>
          <p14:tracePt t="21204" x="7389813" y="4262438"/>
          <p14:tracePt t="21212" x="7389813" y="4246563"/>
          <p14:tracePt t="21220" x="7389813" y="4221163"/>
          <p14:tracePt t="21228" x="7389813" y="4187825"/>
          <p14:tracePt t="21236" x="7389813" y="4146550"/>
          <p14:tracePt t="21244" x="7389813" y="4105275"/>
          <p14:tracePt t="21252" x="7397750" y="4064000"/>
          <p14:tracePt t="21260" x="7415213" y="4021138"/>
          <p14:tracePt t="21268" x="7439025" y="3979863"/>
          <p14:tracePt t="21277" x="7456488" y="3963988"/>
          <p14:tracePt t="21285" x="7456488" y="3938588"/>
          <p14:tracePt t="21293" x="7472363" y="3922713"/>
          <p14:tracePt t="21309" x="7489825" y="3914775"/>
          <p14:tracePt t="21430" x="7489825" y="3922713"/>
          <p14:tracePt t="21438" x="7472363" y="3938588"/>
          <p14:tracePt t="21446" x="7472363" y="3956050"/>
          <p14:tracePt t="21454" x="7439025" y="3997325"/>
          <p14:tracePt t="21462" x="7431088" y="4038600"/>
          <p14:tracePt t="21470" x="7415213" y="4121150"/>
          <p14:tracePt t="21478" x="7397750" y="4187825"/>
          <p14:tracePt t="21487" x="7389813" y="4287838"/>
          <p14:tracePt t="21494" x="7389813" y="4386263"/>
          <p14:tracePt t="21503" x="7389813" y="4486275"/>
          <p14:tracePt t="21511" x="7389813" y="4527550"/>
          <p14:tracePt t="21519" x="7389813" y="4718050"/>
          <p14:tracePt t="21527" x="7389813" y="4751388"/>
          <p14:tracePt t="21535" x="7389813" y="4843463"/>
          <p14:tracePt t="21543" x="7389813" y="4941888"/>
          <p14:tracePt t="21551" x="7397750" y="5000625"/>
          <p14:tracePt t="21559" x="7415213" y="5041900"/>
          <p14:tracePt t="21567" x="7415213" y="5100638"/>
          <p14:tracePt t="21575" x="7431088" y="5124450"/>
          <p14:tracePt t="21583" x="7431088" y="5141913"/>
          <p14:tracePt t="21596" x="7439025" y="5157788"/>
          <p14:tracePt t="21599" x="7439025" y="5165725"/>
          <p14:tracePt t="21624" x="7456488" y="5165725"/>
          <p14:tracePt t="21648" x="7472363" y="5165725"/>
          <p14:tracePt t="21658" x="7489825" y="5157788"/>
          <p14:tracePt t="21664" x="7531100" y="5108575"/>
          <p14:tracePt t="21673" x="7556500" y="5067300"/>
          <p14:tracePt t="21680" x="7613650" y="5016500"/>
          <p14:tracePt t="21688" x="7654925" y="4959350"/>
          <p14:tracePt t="21696" x="7705725" y="4876800"/>
          <p14:tracePt t="21704" x="7762875" y="4792663"/>
          <p14:tracePt t="21712" x="7780338" y="4751388"/>
          <p14:tracePt t="21721" x="7837488" y="4668838"/>
          <p14:tracePt t="21729" x="7878763" y="4627563"/>
          <p14:tracePt t="21737" x="7904163" y="4568825"/>
          <p14:tracePt t="21745" x="7929563" y="4511675"/>
          <p14:tracePt t="21753" x="7962900" y="4470400"/>
          <p14:tracePt t="21761" x="7986713" y="4427538"/>
          <p14:tracePt t="21769" x="7986713" y="4411663"/>
          <p14:tracePt t="21777" x="8004175" y="4386263"/>
          <p14:tracePt t="21785" x="8020050" y="4370388"/>
          <p14:tracePt t="21793" x="8027988" y="4362450"/>
          <p14:tracePt t="21801" x="8027988" y="4344988"/>
          <p14:tracePt t="21809" x="8045450" y="4329113"/>
          <p14:tracePt t="21825" x="8045450" y="4311650"/>
          <p14:tracePt t="21833" x="8061325" y="4311650"/>
          <p14:tracePt t="21907" x="8045450" y="4311650"/>
          <p14:tracePt t="21914" x="8027988" y="4311650"/>
          <p14:tracePt t="21924" x="8004175" y="4311650"/>
          <p14:tracePt t="21930" x="7962900" y="4311650"/>
          <p14:tracePt t="21938" x="7929563" y="4311650"/>
          <p14:tracePt t="21947" x="7878763" y="4311650"/>
          <p14:tracePt t="21955" x="7837488" y="4311650"/>
          <p14:tracePt t="21963" x="7796213" y="4311650"/>
          <p14:tracePt t="21971" x="7737475" y="4311650"/>
          <p14:tracePt t="21979" x="7680325" y="4311650"/>
          <p14:tracePt t="21987" x="7621588" y="4303713"/>
          <p14:tracePt t="21995" x="7572375" y="4287838"/>
          <p14:tracePt t="22003" x="7531100" y="4262438"/>
          <p14:tracePt t="22011" x="7472363" y="4246563"/>
          <p14:tracePt t="22019" x="7373938" y="4221163"/>
          <p14:tracePt t="22027" x="7307263" y="4187825"/>
          <p14:tracePt t="22035" x="7232650" y="4162425"/>
          <p14:tracePt t="22044" x="7150100" y="4138613"/>
          <p14:tracePt t="22052" x="7083425" y="4121150"/>
          <p14:tracePt t="22060" x="7024688" y="4097338"/>
          <p14:tracePt t="22068" x="6867525" y="4064000"/>
          <p14:tracePt t="22076" x="6800850" y="4021138"/>
          <p14:tracePt t="22084" x="6700838" y="4005263"/>
          <p14:tracePt t="22092" x="6659563" y="3997325"/>
          <p14:tracePt t="22100" x="6577013" y="3979863"/>
          <p14:tracePt t="22108" x="6510338" y="3963988"/>
          <p14:tracePt t="22116" x="6435725" y="3956050"/>
          <p14:tracePt t="22125" x="6394450" y="3938588"/>
          <p14:tracePt t="22132" x="6369050" y="3938588"/>
          <p14:tracePt t="22141" x="6327775" y="3938588"/>
          <p14:tracePt t="22148" x="6311900" y="3938588"/>
          <p14:tracePt t="22165" x="6294438" y="3922713"/>
          <p14:tracePt t="22175" x="6286500" y="3922713"/>
          <p14:tracePt t="22278" x="6286500" y="3914775"/>
          <p14:tracePt t="22375" x="6286500" y="3897313"/>
          <p14:tracePt t="22407" x="6294438" y="3897313"/>
          <p14:tracePt t="22431" x="6294438" y="3881438"/>
          <p14:tracePt t="22440" x="6311900" y="3881438"/>
          <p14:tracePt t="22487" x="6327775" y="3881438"/>
          <p14:tracePt t="22625" x="6311900" y="3881438"/>
          <p14:tracePt t="22641" x="6294438" y="3897313"/>
          <p14:tracePt t="22649" x="6286500" y="3897313"/>
          <p14:tracePt t="22665" x="6270625" y="3914775"/>
          <p14:tracePt t="22674" x="6253163" y="3914775"/>
          <p14:tracePt t="22681" x="6245225" y="3922713"/>
          <p14:tracePt t="22691" x="6229350" y="3922713"/>
          <p14:tracePt t="22697" x="6211888" y="3922713"/>
          <p14:tracePt t="22707" x="6203950" y="3922713"/>
          <p14:tracePt t="22722" x="6186488" y="3922713"/>
          <p14:tracePt t="22730" x="6170613" y="3922713"/>
          <p14:tracePt t="22746" x="6162675" y="3914775"/>
          <p14:tracePt t="22754" x="6145213" y="3897313"/>
          <p14:tracePt t="22762" x="6129338" y="3897313"/>
          <p14:tracePt t="22770" x="6103938" y="3881438"/>
          <p14:tracePt t="22778" x="6062663" y="3871913"/>
          <p14:tracePt t="22786" x="5980113" y="3840163"/>
          <p14:tracePt t="22794" x="5880100" y="3830638"/>
          <p14:tracePt t="22802" x="5738813" y="3814763"/>
          <p14:tracePt t="22811" x="5589588" y="3797300"/>
          <p14:tracePt t="22819" x="5407025" y="3781425"/>
          <p14:tracePt t="22827" x="5183188" y="3740150"/>
          <p14:tracePt t="22835" x="4735513" y="3714750"/>
          <p14:tracePt t="22842" x="4578350" y="3698875"/>
          <p14:tracePt t="22851" x="4271963" y="3673475"/>
          <p14:tracePt t="22859" x="4005263" y="3673475"/>
          <p14:tracePt t="22867" x="3716338" y="3648075"/>
          <p14:tracePt t="22875" x="3449638" y="3632200"/>
          <p14:tracePt t="22883" x="3225800" y="3632200"/>
          <p14:tracePt t="22892" x="2978150" y="3606800"/>
          <p14:tracePt t="22899" x="2754313" y="3590925"/>
          <p14:tracePt t="22908" x="2571750" y="3549650"/>
          <p14:tracePt t="22915" x="2347913" y="3508375"/>
          <p14:tracePt t="22925" x="2189163" y="3475038"/>
          <p14:tracePt t="22932" x="2006600" y="3424238"/>
          <p14:tracePt t="22941" x="1882775" y="3382963"/>
          <p14:tracePt t="22948" x="1733550" y="3341688"/>
          <p14:tracePt t="22958" x="1692275" y="3325813"/>
          <p14:tracePt t="22964" x="1592263" y="3284538"/>
          <p14:tracePt t="22974" x="1492250" y="3241675"/>
          <p14:tracePt t="22980" x="1435100" y="3209925"/>
          <p14:tracePt t="22991" x="1384300" y="3184525"/>
          <p14:tracePt t="22996" x="1352550" y="3167063"/>
          <p14:tracePt t="23008" x="1309688" y="3125788"/>
          <p14:tracePt t="23012" x="1301750" y="3117850"/>
          <p14:tracePt t="23024" x="1268413" y="3101975"/>
          <p14:tracePt t="23029" x="1260475" y="3076575"/>
          <p14:tracePt t="23041" x="1260475" y="3060700"/>
          <p14:tracePt t="23045" x="1244600" y="3043238"/>
          <p14:tracePt t="23058" x="1244600" y="3027363"/>
          <p14:tracePt t="23061" x="1244600" y="3017838"/>
          <p14:tracePt t="23075" x="1244600" y="3001963"/>
          <p14:tracePt t="23077" x="1244600" y="2986088"/>
          <p14:tracePt t="23092" x="1244600" y="2976563"/>
          <p14:tracePt t="23108" x="1244600" y="2960688"/>
          <p14:tracePt t="23109" x="1244600" y="2943225"/>
          <p14:tracePt t="23125" x="1244600" y="2935288"/>
          <p14:tracePt t="23133" x="1244600" y="2919413"/>
          <p14:tracePt t="23149" x="1244600" y="2901950"/>
          <p14:tracePt t="23158" x="1244600" y="2894013"/>
          <p14:tracePt t="23175" x="1260475" y="2878138"/>
          <p14:tracePt t="23198" x="1268413" y="2860675"/>
          <p14:tracePt t="23222" x="1285875" y="2860675"/>
          <p14:tracePt t="23230" x="1285875" y="2852738"/>
          <p14:tracePt t="23246" x="1301750" y="2852738"/>
          <p14:tracePt t="23279" x="1309688" y="2852738"/>
          <p14:tracePt t="23287" x="1327150" y="2852738"/>
          <p14:tracePt t="23408" x="1327150" y="2836863"/>
          <p14:tracePt t="23416" x="1309688" y="2836863"/>
          <p14:tracePt t="23424" x="1301750" y="2836863"/>
          <p14:tracePt t="23432" x="1268413" y="2819400"/>
          <p14:tracePt t="23441" x="1260475" y="2794000"/>
          <p14:tracePt t="23448" x="1227138" y="2778125"/>
          <p14:tracePt t="23458" x="1185863" y="2752725"/>
          <p14:tracePt t="23464" x="1144588" y="2719388"/>
          <p14:tracePt t="23474" x="1103313" y="2695575"/>
          <p14:tracePt t="23481" x="1062038" y="2670175"/>
          <p14:tracePt t="23488" x="1020763" y="2636838"/>
          <p14:tracePt t="23497" x="977900" y="2611438"/>
          <p14:tracePt t="23505" x="962025" y="2595563"/>
          <p14:tracePt t="23513" x="936625" y="2570163"/>
          <p14:tracePt t="23521" x="903288" y="2554288"/>
          <p14:tracePt t="23529" x="903288" y="2546350"/>
          <p14:tracePt t="23537" x="895350" y="2528888"/>
          <p14:tracePt t="23553" x="879475" y="2513013"/>
          <p14:tracePt t="23577" x="879475" y="2495550"/>
          <p14:tracePt t="23642" x="895350" y="2495550"/>
          <p14:tracePt t="23674" x="903288" y="2487613"/>
          <p14:tracePt t="23682" x="920750" y="2487613"/>
          <p14:tracePt t="23699" x="954088" y="2471738"/>
          <p14:tracePt t="23708" x="1003300" y="2471738"/>
          <p14:tracePt t="23715" x="1077913" y="2454275"/>
          <p14:tracePt t="23724" x="1144588" y="2446338"/>
          <p14:tracePt t="23731" x="1211263" y="2430463"/>
          <p14:tracePt t="23740" x="1343025" y="2413000"/>
          <p14:tracePt t="23747" x="1435100" y="2413000"/>
          <p14:tracePt t="23755" x="1566863" y="2405063"/>
          <p14:tracePt t="23763" x="1617663" y="2405063"/>
          <p14:tracePt t="23771" x="1716088" y="2387600"/>
          <p14:tracePt t="23779" x="1790700" y="2387600"/>
          <p14:tracePt t="23787" x="1882775" y="2387600"/>
          <p14:tracePt t="23795" x="1957388" y="2387600"/>
          <p14:tracePt t="23803" x="2006600" y="2387600"/>
          <p14:tracePt t="23812" x="2057400" y="2387600"/>
          <p14:tracePt t="23820" x="2106613" y="2387600"/>
          <p14:tracePt t="23828" x="2147888" y="2387600"/>
          <p14:tracePt t="23836" x="2165350" y="2387600"/>
          <p14:tracePt t="23844" x="2206625" y="2387600"/>
          <p14:tracePt t="23852" x="2222500" y="2387600"/>
          <p14:tracePt t="23860" x="2247900" y="2387600"/>
          <p14:tracePt t="23868" x="2273300" y="2387600"/>
          <p14:tracePt t="23876" x="2289175" y="2387600"/>
          <p14:tracePt t="23884" x="2322513" y="2387600"/>
          <p14:tracePt t="23892" x="2330450" y="2387600"/>
          <p14:tracePt t="23900" x="2347913" y="2387600"/>
          <p14:tracePt t="23909" x="2371725" y="2387600"/>
          <p14:tracePt t="23916" x="2389188" y="2387600"/>
          <p14:tracePt t="23925" x="2405063" y="2387600"/>
          <p14:tracePt t="23941" x="2430463" y="2387600"/>
          <p14:tracePt t="23949" x="2446338" y="2387600"/>
          <p14:tracePt t="23958" x="2454275" y="2387600"/>
          <p14:tracePt t="23965" x="2471738" y="2387600"/>
          <p14:tracePt t="23975" x="2471738" y="2371725"/>
          <p14:tracePt t="23981" x="2487613" y="2371725"/>
          <p14:tracePt t="23991" x="2513013" y="2371725"/>
          <p14:tracePt t="23997" x="2528888" y="2371725"/>
          <p14:tracePt t="24005" x="2538413" y="2371725"/>
          <p14:tracePt t="24013" x="2554288" y="2371725"/>
          <p14:tracePt t="24022" x="2587625" y="2371725"/>
          <p14:tracePt t="24030" x="2595563" y="2371725"/>
          <p14:tracePt t="24038" x="2636838" y="2371725"/>
          <p14:tracePt t="24046" x="2654300" y="2371725"/>
          <p14:tracePt t="24054" x="2711450" y="2371725"/>
          <p14:tracePt t="24062" x="2754313" y="2371725"/>
          <p14:tracePt t="24070" x="2803525" y="2371725"/>
          <p14:tracePt t="24078" x="2836863" y="2371725"/>
          <p14:tracePt t="24086" x="2894013" y="2371725"/>
          <p14:tracePt t="24095" x="2944813" y="2371725"/>
          <p14:tracePt t="24102" x="2978150" y="2371725"/>
          <p14:tracePt t="24110" x="3027363" y="2371725"/>
          <p14:tracePt t="24118" x="3068638" y="2371725"/>
          <p14:tracePt t="24127" x="3101975" y="2371725"/>
          <p14:tracePt t="24135" x="3127375" y="2371725"/>
          <p14:tracePt t="24143" x="3160713" y="2371725"/>
          <p14:tracePt t="24151" x="3184525" y="2371725"/>
          <p14:tracePt t="24159" x="3201988" y="2371725"/>
          <p14:tracePt t="24167" x="3209925" y="2371725"/>
          <p14:tracePt t="24175" x="3225800" y="2371725"/>
          <p14:tracePt t="24183" x="3251200" y="2371725"/>
          <p14:tracePt t="24192" x="3267075" y="2371725"/>
          <p14:tracePt t="24199" x="3284538" y="2371725"/>
          <p14:tracePt t="24208" x="3284538" y="2387600"/>
          <p14:tracePt t="24215" x="3292475" y="2387600"/>
          <p14:tracePt t="24224" x="3309938" y="2387600"/>
          <p14:tracePt t="24241" x="3325813" y="2387600"/>
          <p14:tracePt t="24264" x="3333750" y="2387600"/>
          <p14:tracePt t="24312" x="3351213" y="2387600"/>
          <p14:tracePt t="24393" x="3351213" y="2405063"/>
          <p14:tracePt t="24474" x="3333750" y="2405063"/>
          <p14:tracePt t="24491" x="3333750" y="2413000"/>
          <p14:tracePt t="24587" x="3333750" y="2430463"/>
          <p14:tracePt t="24611" x="3351213" y="2446338"/>
          <p14:tracePt t="24619" x="3351213" y="2454275"/>
          <p14:tracePt t="24627" x="3367088" y="2487613"/>
          <p14:tracePt t="24635" x="3375025" y="2487613"/>
          <p14:tracePt t="24643" x="3392488" y="2495550"/>
          <p14:tracePt t="24651" x="3408363" y="2513013"/>
          <p14:tracePt t="24667" x="3425825" y="2528888"/>
          <p14:tracePt t="24683" x="3433763" y="2528888"/>
          <p14:tracePt t="24692" x="3433763" y="2546350"/>
          <p14:tracePt t="24708" x="3449638" y="2546350"/>
          <p14:tracePt t="24926" x="3449638" y="2554288"/>
          <p14:tracePt t="26234" x="3467100" y="2554288"/>
          <p14:tracePt t="26242" x="3516313" y="2528888"/>
          <p14:tracePt t="26250" x="3590925" y="2513013"/>
          <p14:tracePt t="26260" x="3641725" y="2495550"/>
          <p14:tracePt t="26266" x="3698875" y="2487613"/>
          <p14:tracePt t="26276" x="3732213" y="2487613"/>
          <p14:tracePt t="26282" x="3773488" y="2487613"/>
          <p14:tracePt t="26292" x="3814763" y="2487613"/>
          <p14:tracePt t="26298" x="3881438" y="2487613"/>
          <p14:tracePt t="26308" x="3956050" y="2487613"/>
          <p14:tracePt t="26314" x="4005263" y="2487613"/>
          <p14:tracePt t="26324" x="4038600" y="2487613"/>
          <p14:tracePt t="26330" x="4079875" y="2487613"/>
          <p14:tracePt t="26341" x="4105275" y="2487613"/>
          <p14:tracePt t="26347" x="4146550" y="2487613"/>
          <p14:tracePt t="26358" x="4187825" y="2487613"/>
          <p14:tracePt t="26363" x="4205288" y="2487613"/>
          <p14:tracePt t="26374" x="4229100" y="2487613"/>
          <p14:tracePt t="26379" x="4246563" y="2487613"/>
          <p14:tracePt t="26391" x="4271963" y="2487613"/>
          <p14:tracePt t="26395" x="4305300" y="2487613"/>
          <p14:tracePt t="26411" x="4329113" y="2495550"/>
          <p14:tracePt t="26425" x="4346575" y="2495550"/>
          <p14:tracePt t="26427" x="4354513" y="2495550"/>
          <p14:tracePt t="26441" x="4395788" y="2513013"/>
          <p14:tracePt t="26444" x="4437063" y="2513013"/>
          <p14:tracePt t="26458" x="4486275" y="2546350"/>
          <p14:tracePt t="26461" x="4570413" y="2554288"/>
          <p14:tracePt t="26475" x="4594225" y="2554288"/>
          <p14:tracePt t="26477" x="4652963" y="2587625"/>
          <p14:tracePt t="26491" x="4719638" y="2595563"/>
          <p14:tracePt t="26492" x="4776788" y="2611438"/>
          <p14:tracePt t="26500" x="4818063" y="2628900"/>
          <p14:tracePt t="26508" x="4843463" y="2636838"/>
          <p14:tracePt t="26516" x="4876800" y="2636838"/>
          <p14:tracePt t="26525" x="4884738" y="2654300"/>
          <p14:tracePt t="26532" x="4902200" y="2654300"/>
          <p14:tracePt t="26541" x="4918075" y="2654300"/>
          <p14:tracePt t="26573" x="4926013" y="2654300"/>
          <p14:tracePt t="26775" x="4918075" y="2654300"/>
          <p14:tracePt t="26791" x="4902200" y="2654300"/>
          <p14:tracePt t="26799" x="4884738" y="2654300"/>
          <p14:tracePt t="26808" x="4876800" y="2654300"/>
          <p14:tracePt t="26815" x="4843463" y="2654300"/>
          <p14:tracePt t="26824" x="4818063" y="2654300"/>
          <p14:tracePt t="26831" x="4802188" y="2654300"/>
          <p14:tracePt t="26840" x="4776788" y="2654300"/>
          <p14:tracePt t="26847" x="4752975" y="2654300"/>
          <p14:tracePt t="26855" x="4702175" y="2654300"/>
          <p14:tracePt t="26863" x="4660900" y="2636838"/>
          <p14:tracePt t="26871" x="4619625" y="2636838"/>
          <p14:tracePt t="26880" x="4537075" y="2628900"/>
          <p14:tracePt t="26887" x="4470400" y="2611438"/>
          <p14:tracePt t="26896" x="4395788" y="2595563"/>
          <p14:tracePt t="26904" x="4305300" y="2595563"/>
          <p14:tracePt t="26912" x="4229100" y="2587625"/>
          <p14:tracePt t="26920" x="4130675" y="2587625"/>
          <p14:tracePt t="26928" x="4079875" y="2587625"/>
          <p14:tracePt t="26936" x="4005263" y="2570163"/>
          <p14:tracePt t="26944" x="3940175" y="2570163"/>
          <p14:tracePt t="26952" x="3865563" y="2554288"/>
          <p14:tracePt t="26960" x="3781425" y="2546350"/>
          <p14:tracePt t="26968" x="3757613" y="2528888"/>
          <p14:tracePt t="26976" x="3698875" y="2528888"/>
          <p14:tracePt t="26984" x="3657600" y="2528888"/>
          <p14:tracePt t="26992" x="3641725" y="2513013"/>
          <p14:tracePt t="27000" x="3616325" y="2513013"/>
          <p14:tracePt t="27009" x="3598863" y="2495550"/>
          <p14:tracePt t="27017" x="3590925" y="2495550"/>
          <p14:tracePt t="27025" x="3575050" y="2495550"/>
          <p14:tracePt t="27033" x="3549650" y="2495550"/>
          <p14:tracePt t="27042" x="3533775" y="2495550"/>
          <p14:tracePt t="27049" x="3533775" y="2487613"/>
          <p14:tracePt t="27058" x="3516313" y="2487613"/>
          <p14:tracePt t="27065" x="3508375" y="2487613"/>
          <p14:tracePt t="27081" x="3492500" y="2487613"/>
          <p14:tracePt t="27091" x="3475038" y="2487613"/>
          <p14:tracePt t="27315" x="3492500" y="2487613"/>
          <p14:tracePt t="27364" x="3508375" y="2487613"/>
          <p14:tracePt t="27388" x="3516313" y="2487613"/>
          <p14:tracePt t="27420" x="3533775" y="2487613"/>
          <p14:tracePt t="27881" x="3557588" y="2487613"/>
          <p14:tracePt t="27889" x="3590925" y="2487613"/>
          <p14:tracePt t="27897" x="3641725" y="2471738"/>
          <p14:tracePt t="27905" x="3698875" y="2454275"/>
          <p14:tracePt t="27913" x="3773488" y="2454275"/>
          <p14:tracePt t="27921" x="3840163" y="2446338"/>
          <p14:tracePt t="27929" x="3881438" y="2446338"/>
          <p14:tracePt t="27937" x="3956050" y="2446338"/>
          <p14:tracePt t="27945" x="4022725" y="2446338"/>
          <p14:tracePt t="27953" x="4105275" y="2430463"/>
          <p14:tracePt t="27961" x="4146550" y="2430463"/>
          <p14:tracePt t="27969" x="4205288" y="2430463"/>
          <p14:tracePt t="27978" x="4246563" y="2430463"/>
          <p14:tracePt t="27986" x="4271963" y="2430463"/>
          <p14:tracePt t="27993" x="4305300" y="2430463"/>
          <p14:tracePt t="28001" x="4329113" y="2430463"/>
          <p14:tracePt t="28009" x="4346575" y="2430463"/>
          <p14:tracePt t="28018" x="4354513" y="2430463"/>
          <p14:tracePt t="28026" x="4370388" y="2430463"/>
          <p14:tracePt t="28034" x="4387850" y="2430463"/>
          <p14:tracePt t="28042" x="4395788" y="2430463"/>
          <p14:tracePt t="28058" x="4411663" y="2430463"/>
          <p14:tracePt t="28074" x="4429125" y="2430463"/>
          <p14:tracePt t="28098" x="4437063" y="2430463"/>
          <p14:tracePt t="28526" x="4454525" y="2430463"/>
          <p14:tracePt t="28534" x="4486275" y="2430463"/>
          <p14:tracePt t="28542" x="4511675" y="2430463"/>
          <p14:tracePt t="28551" x="4578350" y="2430463"/>
          <p14:tracePt t="28559" x="4619625" y="2430463"/>
          <p14:tracePt t="28567" x="4678363" y="2430463"/>
          <p14:tracePt t="28575" x="4752975" y="2430463"/>
          <p14:tracePt t="28583" x="4802188" y="2430463"/>
          <p14:tracePt t="28594" x="4843463" y="2430463"/>
          <p14:tracePt t="28599" x="4902200" y="2430463"/>
          <p14:tracePt t="28608" x="4959350" y="2430463"/>
          <p14:tracePt t="28615" x="5000625" y="2430463"/>
          <p14:tracePt t="28625" x="5041900" y="2430463"/>
          <p14:tracePt t="28631" x="5067300" y="2430463"/>
          <p14:tracePt t="28641" x="5100638" y="2430463"/>
          <p14:tracePt t="28648" x="5126038" y="2430463"/>
          <p14:tracePt t="28657" x="5149850" y="2430463"/>
          <p14:tracePt t="28664" x="5167313" y="2430463"/>
          <p14:tracePt t="28680" x="5183188" y="2430463"/>
          <p14:tracePt t="28704" x="5192713" y="2430463"/>
          <p14:tracePt t="28809" x="5183188" y="2430463"/>
          <p14:tracePt t="28825" x="5167313" y="2430463"/>
          <p14:tracePt t="28833" x="5149850" y="2430463"/>
          <p14:tracePt t="28849" x="5126038" y="2430463"/>
          <p14:tracePt t="28858" x="5108575" y="2430463"/>
          <p14:tracePt t="28866" x="5100638" y="2430463"/>
          <p14:tracePt t="28874" x="5067300" y="2430463"/>
          <p14:tracePt t="28882" x="5026025" y="2430463"/>
          <p14:tracePt t="28891" x="4959350" y="2430463"/>
          <p14:tracePt t="28898" x="4902200" y="2430463"/>
          <p14:tracePt t="28908" x="4835525" y="2430463"/>
          <p14:tracePt t="28914" x="4735513" y="2430463"/>
          <p14:tracePt t="28922" x="4702175" y="2430463"/>
          <p14:tracePt t="28930" x="4611688" y="2430463"/>
          <p14:tracePt t="28938" x="4537075" y="2430463"/>
          <p14:tracePt t="28946" x="4454525" y="2430463"/>
          <p14:tracePt t="28954" x="4429125" y="2430463"/>
          <p14:tracePt t="28962" x="4370388" y="2430463"/>
          <p14:tracePt t="28970" x="4346575" y="2430463"/>
          <p14:tracePt t="28979" x="4329113" y="2430463"/>
          <p14:tracePt t="28986" x="4313238" y="2430463"/>
          <p14:tracePt t="28995" x="4305300" y="2430463"/>
          <p14:tracePt t="29019" x="4287838" y="2430463"/>
          <p14:tracePt t="29188" x="4305300" y="2430463"/>
          <p14:tracePt t="29221" x="4313238" y="2430463"/>
          <p14:tracePt t="29269" x="4329113" y="2430463"/>
          <p14:tracePt t="29301" x="4346575" y="2430463"/>
          <p14:tracePt t="29326" x="4354513" y="2430463"/>
          <p14:tracePt t="29358" x="4370388" y="2430463"/>
          <p14:tracePt t="29382" x="4387850" y="2430463"/>
          <p14:tracePt t="29406" x="4395788" y="2430463"/>
          <p14:tracePt t="29431" x="4411663" y="2430463"/>
          <p14:tracePt t="29641" x="4395788" y="2430463"/>
          <p14:tracePt t="29665" x="4387850" y="2446338"/>
          <p14:tracePt t="29674" x="4370388" y="2446338"/>
          <p14:tracePt t="29705" x="4354513" y="2446338"/>
          <p14:tracePt t="29721" x="4354513" y="2454275"/>
          <p14:tracePt t="29737" x="4346575" y="2454275"/>
          <p14:tracePt t="29761" x="4329113" y="2454275"/>
          <p14:tracePt t="29786" x="4329113" y="2471738"/>
          <p14:tracePt t="29794" x="4313238" y="2471738"/>
          <p14:tracePt t="29842" x="4305300" y="2471738"/>
          <p14:tracePt t="29882" x="4287838" y="2471738"/>
          <p14:tracePt t="29899" x="4287838" y="2487613"/>
          <p14:tracePt t="29940" x="4271963" y="2487613"/>
          <p14:tracePt t="29963" x="4262438" y="2487613"/>
          <p14:tracePt t="29996" x="4246563" y="2487613"/>
          <p14:tracePt t="30020" x="4229100" y="2487613"/>
          <p14:tracePt t="30036" x="4221163" y="2495550"/>
          <p14:tracePt t="30060" x="4205288" y="2495550"/>
          <p14:tracePt t="30085" x="4187825" y="2495550"/>
          <p14:tracePt t="30101" x="4171950" y="2495550"/>
          <p14:tracePt t="30125" x="4164013" y="2495550"/>
          <p14:tracePt t="30149" x="4146550" y="2495550"/>
          <p14:tracePt t="30181" x="4130675" y="2495550"/>
          <p14:tracePt t="30222" x="4130675" y="2487613"/>
          <p14:tracePt t="30246" x="4130675" y="2471738"/>
          <p14:tracePt t="30254" x="4130675" y="2454275"/>
          <p14:tracePt t="30286" x="4130675" y="2446338"/>
          <p14:tracePt t="30294" x="4146550" y="2446338"/>
          <p14:tracePt t="30318" x="4164013" y="2446338"/>
          <p14:tracePt t="30334" x="4171950" y="2446338"/>
          <p14:tracePt t="30351" x="4187825" y="2446338"/>
          <p14:tracePt t="30359" x="4205288" y="2446338"/>
          <p14:tracePt t="30367" x="4221163" y="2446338"/>
          <p14:tracePt t="30375" x="4229100" y="2446338"/>
          <p14:tracePt t="30383" x="4271963" y="2446338"/>
          <p14:tracePt t="30391" x="4329113" y="2446338"/>
          <p14:tracePt t="30399" x="4354513" y="2446338"/>
          <p14:tracePt t="30408" x="4429125" y="2446338"/>
          <p14:tracePt t="30416" x="4486275" y="2446338"/>
          <p14:tracePt t="30425" x="4537075" y="2446338"/>
          <p14:tracePt t="30432" x="4594225" y="2446338"/>
          <p14:tracePt t="30441" x="4635500" y="2446338"/>
          <p14:tracePt t="30448" x="4678363" y="2446338"/>
          <p14:tracePt t="30457" x="4702175" y="2446338"/>
          <p14:tracePt t="30464" x="4719638" y="2446338"/>
          <p14:tracePt t="30474" x="4752975" y="2446338"/>
          <p14:tracePt t="30480" x="4760913" y="2446338"/>
          <p14:tracePt t="30504" x="4776788" y="2446338"/>
          <p14:tracePt t="32442" x="4752975" y="2446338"/>
          <p14:tracePt t="32450" x="4735513" y="2446338"/>
          <p14:tracePt t="32458" x="4702175" y="2446338"/>
          <p14:tracePt t="32466" x="4652963" y="2446338"/>
          <p14:tracePt t="32476" x="4611688" y="2471738"/>
          <p14:tracePt t="32482" x="4552950" y="2487613"/>
          <p14:tracePt t="32491" x="4486275" y="2487613"/>
          <p14:tracePt t="32498" x="4437063" y="2495550"/>
          <p14:tracePt t="32508" x="4346575" y="2495550"/>
          <p14:tracePt t="32515" x="4271963" y="2495550"/>
          <p14:tracePt t="32524" x="4205288" y="2495550"/>
          <p14:tracePt t="32531" x="4130675" y="2495550"/>
          <p14:tracePt t="32539" x="4079875" y="2495550"/>
          <p14:tracePt t="32547" x="4022725" y="2495550"/>
          <p14:tracePt t="32555" x="3956050" y="2495550"/>
          <p14:tracePt t="32563" x="3898900" y="2495550"/>
          <p14:tracePt t="32571" x="3856038" y="2495550"/>
          <p14:tracePt t="32579" x="3822700" y="2495550"/>
          <p14:tracePt t="32587" x="3781425" y="2495550"/>
          <p14:tracePt t="32596" x="3773488" y="2495550"/>
          <p14:tracePt t="32603" x="3740150" y="2495550"/>
          <p14:tracePt t="32611" x="3716338" y="2495550"/>
          <p14:tracePt t="32627" x="3698875" y="2495550"/>
          <p14:tracePt t="32700" x="3716338" y="2495550"/>
          <p14:tracePt t="32709" x="3732213" y="2495550"/>
          <p14:tracePt t="32716" x="3740150" y="2495550"/>
          <p14:tracePt t="32725" x="3757613" y="2495550"/>
          <p14:tracePt t="32741" x="3781425" y="2495550"/>
          <p14:tracePt t="32749" x="3798888" y="2495550"/>
          <p14:tracePt t="32759" x="3840163" y="2495550"/>
          <p14:tracePt t="32765" x="3856038" y="2495550"/>
          <p14:tracePt t="32775" x="3898900" y="2495550"/>
          <p14:tracePt t="32781" x="3963988" y="2495550"/>
          <p14:tracePt t="32791" x="4038600" y="2495550"/>
          <p14:tracePt t="32797" x="4105275" y="2495550"/>
          <p14:tracePt t="32808" x="4146550" y="2495550"/>
          <p14:tracePt t="32813" x="4205288" y="2495550"/>
          <p14:tracePt t="32824" x="4271963" y="2495550"/>
          <p14:tracePt t="32829" x="4313238" y="2495550"/>
          <p14:tracePt t="32841" x="4354513" y="2495550"/>
          <p14:tracePt t="32845" x="4395788" y="2495550"/>
          <p14:tracePt t="32858" x="4429125" y="2495550"/>
          <p14:tracePt t="32862" x="4437063" y="2495550"/>
          <p14:tracePt t="32874" x="4454525" y="2495550"/>
          <p14:tracePt t="32878" x="4470400" y="2495550"/>
          <p14:tracePt t="32894" x="4486275" y="2495550"/>
          <p14:tracePt t="32910" x="4495800" y="2495550"/>
          <p14:tracePt t="33015" x="4511675" y="2495550"/>
          <p14:tracePt t="33039" x="4529138" y="2495550"/>
          <p14:tracePt t="33057" x="4552950" y="2495550"/>
          <p14:tracePt t="33063" x="4578350" y="2495550"/>
          <p14:tracePt t="33071" x="4619625" y="2495550"/>
          <p14:tracePt t="33080" x="4678363" y="2495550"/>
          <p14:tracePt t="33088" x="4735513" y="2495550"/>
          <p14:tracePt t="33096" x="4760913" y="2495550"/>
          <p14:tracePt t="33104" x="4843463" y="2487613"/>
          <p14:tracePt t="33112" x="4884738" y="2471738"/>
          <p14:tracePt t="33120" x="4967288" y="2454275"/>
          <p14:tracePt t="33128" x="5018088" y="2454275"/>
          <p14:tracePt t="33136" x="5067300" y="2454275"/>
          <p14:tracePt t="33144" x="5108575" y="2454275"/>
          <p14:tracePt t="33152" x="5126038" y="2454275"/>
          <p14:tracePt t="33160" x="5149850" y="2454275"/>
          <p14:tracePt t="33168" x="5167313" y="2454275"/>
          <p14:tracePt t="33193" x="5183188" y="2454275"/>
          <p14:tracePt t="33257" x="5167313" y="2446338"/>
          <p14:tracePt t="33265" x="5149850" y="2446338"/>
          <p14:tracePt t="33275" x="5141913" y="2446338"/>
          <p14:tracePt t="33281" x="5108575" y="2446338"/>
          <p14:tracePt t="33290" x="5059363" y="2446338"/>
          <p14:tracePt t="33309" x="4943475" y="2430463"/>
          <p14:tracePt t="33314" x="4918075" y="2430463"/>
          <p14:tracePt t="33324" x="4860925" y="2413000"/>
          <p14:tracePt t="33330" x="4802188" y="2405063"/>
          <p14:tracePt t="33341" x="4776788" y="2405063"/>
          <p14:tracePt t="33346" x="4735513" y="2405063"/>
          <p14:tracePt t="33358" x="4694238" y="2387600"/>
          <p14:tracePt t="33362" x="4678363" y="2387600"/>
          <p14:tracePt t="33375" x="4660900" y="2387600"/>
          <p14:tracePt t="33378" x="4635500" y="2371725"/>
          <p14:tracePt t="33394" x="4619625" y="2363788"/>
          <p14:tracePt t="33410" x="4611688" y="2363788"/>
          <p14:tracePt t="33424" x="4611688" y="2346325"/>
          <p14:tracePt t="33427" x="4594225" y="2330450"/>
          <p14:tracePt t="33443" x="4578350" y="2330450"/>
          <p14:tracePt t="33458" x="4570413" y="2322513"/>
          <p14:tracePt t="33474" x="4570413" y="2305050"/>
          <p14:tracePt t="33476" x="4552950" y="2289175"/>
          <p14:tracePt t="33499" x="4552950" y="2281238"/>
          <p14:tracePt t="33508" x="4537075" y="2281238"/>
          <p14:tracePt t="33532" x="4537075" y="2263775"/>
          <p14:tracePt t="33541" x="4529138" y="2247900"/>
          <p14:tracePt t="33557" x="4529138" y="2230438"/>
          <p14:tracePt t="33564" x="4511675" y="2222500"/>
          <p14:tracePt t="33574" x="4495800" y="2189163"/>
          <p14:tracePt t="33580" x="4486275" y="2181225"/>
          <p14:tracePt t="33588" x="4470400" y="2147888"/>
          <p14:tracePt t="33597" x="4454525" y="2139950"/>
          <p14:tracePt t="33604" x="4454525" y="2122488"/>
          <p14:tracePt t="33612" x="4437063" y="2106613"/>
          <p14:tracePt t="33620" x="4437063" y="2098675"/>
          <p14:tracePt t="33628" x="4437063" y="2081213"/>
          <p14:tracePt t="33637" x="4437063" y="2065338"/>
          <p14:tracePt t="33669" x="4437063" y="2055813"/>
          <p14:tracePt t="33709" x="4470400" y="2055813"/>
          <p14:tracePt t="33717" x="4495800" y="2055813"/>
          <p14:tracePt t="33725" x="4552950" y="2039938"/>
          <p14:tracePt t="33733" x="4611688" y="2014538"/>
          <p14:tracePt t="33742" x="4702175" y="2014538"/>
          <p14:tracePt t="33750" x="4818063" y="1981200"/>
          <p14:tracePt t="33758" x="4967288" y="1965325"/>
          <p14:tracePt t="33766" x="5126038" y="1939925"/>
          <p14:tracePt t="33775" x="5192713" y="1939925"/>
          <p14:tracePt t="33782" x="5324475" y="1939925"/>
          <p14:tracePt t="33791" x="5416550" y="1939925"/>
          <p14:tracePt t="33798" x="5514975" y="1939925"/>
          <p14:tracePt t="33808" x="5589588" y="1939925"/>
          <p14:tracePt t="33814" x="5630863" y="1939925"/>
          <p14:tracePt t="33824" x="5656263" y="1939925"/>
          <p14:tracePt t="33831" x="5697538" y="1939925"/>
          <p14:tracePt t="33838" x="5715000" y="1939925"/>
          <p14:tracePt t="33847" x="5722938" y="1939925"/>
          <p14:tracePt t="33855" x="5738813" y="1957388"/>
          <p14:tracePt t="33863" x="5756275" y="1981200"/>
          <p14:tracePt t="33871" x="5764213" y="1998663"/>
          <p14:tracePt t="33879" x="5780088" y="2024063"/>
          <p14:tracePt t="33887" x="5780088" y="2055813"/>
          <p14:tracePt t="33895" x="5805488" y="2081213"/>
          <p14:tracePt t="33903" x="5805488" y="2122488"/>
          <p14:tracePt t="33911" x="5822950" y="2147888"/>
          <p14:tracePt t="33919" x="5822950" y="2189163"/>
          <p14:tracePt t="33927" x="5838825" y="2222500"/>
          <p14:tracePt t="33935" x="5854700" y="2247900"/>
          <p14:tracePt t="33943" x="5854700" y="2289175"/>
          <p14:tracePt t="33951" x="5864225" y="2305050"/>
          <p14:tracePt t="33960" x="5864225" y="2330450"/>
          <p14:tracePt t="33968" x="5864225" y="2346325"/>
          <p14:tracePt t="33976" x="5880100" y="2363788"/>
          <p14:tracePt t="33984" x="5880100" y="2371725"/>
          <p14:tracePt t="33992" x="5880100" y="2387600"/>
          <p14:tracePt t="34008" x="5880100" y="2405063"/>
          <p14:tracePt t="34024" x="5897563" y="2405063"/>
          <p14:tracePt t="34041" x="5897563" y="2413000"/>
          <p14:tracePt t="34048" x="5905500" y="2413000"/>
          <p14:tracePt t="34065" x="5921375" y="2413000"/>
          <p14:tracePt t="34074" x="5938838" y="2413000"/>
          <p14:tracePt t="34081" x="5946775" y="2413000"/>
          <p14:tracePt t="34090" x="5980113" y="2430463"/>
          <p14:tracePt t="34097" x="5988050" y="2430463"/>
          <p14:tracePt t="34105" x="6021388" y="2430463"/>
          <p14:tracePt t="34113" x="6046788" y="2430463"/>
          <p14:tracePt t="34121" x="6062663" y="2430463"/>
          <p14:tracePt t="34129" x="6088063" y="2430463"/>
          <p14:tracePt t="34137" x="6103938" y="2430463"/>
          <p14:tracePt t="34146" x="6121400" y="2430463"/>
          <p14:tracePt t="34153" x="6129338" y="2430463"/>
          <p14:tracePt t="34162" x="6145213" y="2430463"/>
          <p14:tracePt t="34170" x="6162675" y="2430463"/>
          <p14:tracePt t="34194" x="6170613" y="2430463"/>
          <p14:tracePt t="34323" x="6162675" y="2430463"/>
          <p14:tracePt t="34420" x="6162675" y="2413000"/>
          <p14:tracePt t="34492" x="6186488" y="2413000"/>
          <p14:tracePt t="34501" x="6211888" y="2413000"/>
          <p14:tracePt t="34508" x="6270625" y="2413000"/>
          <p14:tracePt t="34516" x="6337300" y="2413000"/>
          <p14:tracePt t="34525" x="6435725" y="2413000"/>
          <p14:tracePt t="34542" x="6561138" y="2413000"/>
          <p14:tracePt t="34549" x="6635750" y="2413000"/>
          <p14:tracePt t="34558" x="6718300" y="2430463"/>
          <p14:tracePt t="34565" x="6759575" y="2446338"/>
          <p14:tracePt t="34575" x="6800850" y="2446338"/>
          <p14:tracePt t="34581" x="6826250" y="2446338"/>
          <p14:tracePt t="34593" x="6842125" y="2446338"/>
          <p14:tracePt t="34598" x="6859588" y="2446338"/>
          <p14:tracePt t="34613" x="6867525" y="2446338"/>
          <p14:tracePt t="34638" x="6883400" y="2446338"/>
          <p14:tracePt t="34654" x="6900863" y="2454275"/>
          <p14:tracePt t="34670" x="6924675" y="2454275"/>
          <p14:tracePt t="34678" x="6942138" y="2454275"/>
          <p14:tracePt t="34686" x="6942138" y="2471738"/>
          <p14:tracePt t="34694" x="6967538" y="2471738"/>
          <p14:tracePt t="34702" x="6983413" y="2471738"/>
          <p14:tracePt t="34710" x="6999288" y="2471738"/>
          <p14:tracePt t="34718" x="7024688" y="2471738"/>
          <p14:tracePt t="34727" x="7050088" y="2487613"/>
          <p14:tracePt t="34735" x="7083425" y="2487613"/>
          <p14:tracePt t="34743" x="7124700" y="2487613"/>
          <p14:tracePt t="34751" x="7150100" y="2487613"/>
          <p14:tracePt t="34759" x="7191375" y="2487613"/>
          <p14:tracePt t="34767" x="7224713" y="2487613"/>
          <p14:tracePt t="34775" x="7265988" y="2495550"/>
          <p14:tracePt t="34783" x="7315200" y="2495550"/>
          <p14:tracePt t="34791" x="7331075" y="2495550"/>
          <p14:tracePt t="34799" x="7373938" y="2513013"/>
          <p14:tracePt t="34808" x="7397750" y="2513013"/>
          <p14:tracePt t="34824" x="7431088" y="2513013"/>
          <p14:tracePt t="34831" x="7439025" y="2513013"/>
          <p14:tracePt t="34841" x="7456488" y="2513013"/>
          <p14:tracePt t="34864" x="7472363" y="2513013"/>
          <p14:tracePt t="34896" x="7472363" y="2528888"/>
          <p14:tracePt t="34953" x="7431088" y="2528888"/>
          <p14:tracePt t="34961" x="7373938" y="2528888"/>
          <p14:tracePt t="34969" x="7331075" y="2528888"/>
          <p14:tracePt t="34977" x="7289800" y="2528888"/>
          <p14:tracePt t="34985" x="7232650" y="2513013"/>
          <p14:tracePt t="34993" x="7165975" y="2495550"/>
          <p14:tracePt t="35001" x="7091363" y="2495550"/>
          <p14:tracePt t="35009" x="7024688" y="2487613"/>
          <p14:tracePt t="35017" x="6967538" y="2471738"/>
          <p14:tracePt t="35025" x="6916738" y="2471738"/>
          <p14:tracePt t="35033" x="6842125" y="2471738"/>
          <p14:tracePt t="35041" x="6743700" y="2446338"/>
          <p14:tracePt t="35049" x="6692900" y="2430463"/>
          <p14:tracePt t="35058" x="6592888" y="2413000"/>
          <p14:tracePt t="35066" x="6518275" y="2387600"/>
          <p14:tracePt t="35074" x="6477000" y="2387600"/>
          <p14:tracePt t="35082" x="6411913" y="2371725"/>
          <p14:tracePt t="35091" x="6353175" y="2363788"/>
          <p14:tracePt t="35098" x="6311900" y="2346325"/>
          <p14:tracePt t="35108" x="6253163" y="2330450"/>
          <p14:tracePt t="35114" x="6211888" y="2330450"/>
          <p14:tracePt t="35124" x="6170613" y="2305050"/>
          <p14:tracePt t="35130" x="6145213" y="2289175"/>
          <p14:tracePt t="35138" x="6103938" y="2281238"/>
          <p14:tracePt t="35147" x="6088063" y="2281238"/>
          <p14:tracePt t="35154" x="6062663" y="2263775"/>
          <p14:tracePt t="35163" x="6046788" y="2247900"/>
          <p14:tracePt t="35170" x="6029325" y="2230438"/>
          <p14:tracePt t="35179" x="6029325" y="2222500"/>
          <p14:tracePt t="35187" x="6021388" y="2222500"/>
          <p14:tracePt t="35195" x="6005513" y="2206625"/>
          <p14:tracePt t="35219" x="6005513" y="2189163"/>
          <p14:tracePt t="35243" x="6005513" y="2181225"/>
          <p14:tracePt t="35275" x="6021388" y="2163763"/>
          <p14:tracePt t="35284" x="6046788" y="2139950"/>
          <p14:tracePt t="35292" x="6103938" y="2106613"/>
          <p14:tracePt t="35300" x="6170613" y="2081213"/>
          <p14:tracePt t="35308" x="6270625" y="2055813"/>
          <p14:tracePt t="35316" x="6394450" y="2014538"/>
          <p14:tracePt t="35325" x="6577013" y="1965325"/>
          <p14:tracePt t="35332" x="6734175" y="1939925"/>
          <p14:tracePt t="35341" x="6883400" y="1916113"/>
          <p14:tracePt t="35348" x="7065963" y="1882775"/>
          <p14:tracePt t="35358" x="7248525" y="1874838"/>
          <p14:tracePt t="35364" x="7431088" y="1857375"/>
          <p14:tracePt t="35374" x="7621588" y="1831975"/>
          <p14:tracePt t="35381" x="7804150" y="1831975"/>
          <p14:tracePt t="35389" x="7962900" y="1831975"/>
          <p14:tracePt t="35397" x="8112125" y="1831975"/>
          <p14:tracePt t="35405" x="8251825" y="1831975"/>
          <p14:tracePt t="35413" x="8410575" y="1831975"/>
          <p14:tracePt t="35421" x="8534400" y="1831975"/>
          <p14:tracePt t="35429" x="8658225" y="1874838"/>
          <p14:tracePt t="35437" x="8783638" y="1898650"/>
          <p14:tracePt t="35445" x="8866188" y="1939925"/>
          <p14:tracePt t="35453" x="8907463" y="1939925"/>
          <p14:tracePt t="35461" x="9007475" y="1965325"/>
          <p14:tracePt t="35469" x="9082088" y="1981200"/>
          <p14:tracePt t="35477" x="9148763" y="2014538"/>
          <p14:tracePt t="35486" x="9205913" y="2024063"/>
          <p14:tracePt t="35494" x="9256713" y="2024063"/>
          <p14:tracePt t="35502" x="9288463" y="2039938"/>
          <p14:tracePt t="35510" x="9331325" y="2055813"/>
          <p14:tracePt t="35518" x="9355138" y="2055813"/>
          <p14:tracePt t="35526" x="9388475" y="2055813"/>
          <p14:tracePt t="35534" x="9413875" y="2065338"/>
          <p14:tracePt t="35542" x="9437688" y="2065338"/>
          <p14:tracePt t="35550" x="9471025" y="2065338"/>
          <p14:tracePt t="35558" x="9496425" y="2065338"/>
          <p14:tracePt t="35566" x="9521825" y="2081213"/>
          <p14:tracePt t="35575" x="9555163" y="2081213"/>
          <p14:tracePt t="35582" x="9563100" y="2081213"/>
          <p14:tracePt t="35593" x="9563100" y="2098675"/>
          <p14:tracePt t="35598" x="9596438" y="2098675"/>
          <p14:tracePt t="35615" x="9604375" y="2098675"/>
          <p14:tracePt t="35631" x="9620250" y="2106613"/>
          <p14:tracePt t="35663" x="9620250" y="2122488"/>
          <p14:tracePt t="35679" x="9620250" y="2139950"/>
          <p14:tracePt t="35687" x="9620250" y="2147888"/>
          <p14:tracePt t="35695" x="9620250" y="2163763"/>
          <p14:tracePt t="35711" x="9620250" y="2181225"/>
          <p14:tracePt t="35720" x="9604375" y="2189163"/>
          <p14:tracePt t="35728" x="9596438" y="2206625"/>
          <p14:tracePt t="35736" x="9578975" y="2206625"/>
          <p14:tracePt t="35744" x="9555163" y="2222500"/>
          <p14:tracePt t="35752" x="9537700" y="2230438"/>
          <p14:tracePt t="35760" x="9521825" y="2230438"/>
          <p14:tracePt t="35768" x="9496425" y="2247900"/>
          <p14:tracePt t="35776" x="9480550" y="2263775"/>
          <p14:tracePt t="35784" x="9471025" y="2263775"/>
          <p14:tracePt t="35792" x="9437688" y="2281238"/>
          <p14:tracePt t="35800" x="9429750" y="2281238"/>
          <p14:tracePt t="35808" x="9413875" y="2289175"/>
          <p14:tracePt t="35816" x="9396413" y="2289175"/>
          <p14:tracePt t="35825" x="9388475" y="2305050"/>
          <p14:tracePt t="35833" x="9372600" y="2305050"/>
          <p14:tracePt t="35841" x="9355138" y="2322513"/>
          <p14:tracePt t="35849" x="9331325" y="2322513"/>
          <p14:tracePt t="35858" x="9313863" y="2322513"/>
          <p14:tracePt t="35865" x="9272588" y="2322513"/>
          <p14:tracePt t="35874" x="9231313" y="2322513"/>
          <p14:tracePt t="35881" x="9190038" y="2322513"/>
          <p14:tracePt t="35891" x="9131300" y="2322513"/>
          <p14:tracePt t="35897" x="9082088" y="2322513"/>
          <p14:tracePt t="35905" x="9023350" y="2322513"/>
          <p14:tracePt t="35913" x="8948738" y="2322513"/>
          <p14:tracePt t="35922" x="8882063" y="2322513"/>
          <p14:tracePt t="35930" x="8758238" y="2322513"/>
          <p14:tracePt t="35937" x="8683625" y="2322513"/>
          <p14:tracePt t="35946" x="8593138" y="2322513"/>
          <p14:tracePt t="35954" x="8493125" y="2322513"/>
          <p14:tracePt t="35962" x="8335963" y="2322513"/>
          <p14:tracePt t="35970" x="8186738" y="2281238"/>
          <p14:tracePt t="35978" x="8027988" y="2230438"/>
          <p14:tracePt t="35986" x="7986713" y="2222500"/>
          <p14:tracePt t="35994" x="7886700" y="2181225"/>
          <p14:tracePt t="36002" x="7796213" y="2147888"/>
          <p14:tracePt t="36010" x="7737475" y="2122488"/>
          <p14:tracePt t="36018" x="7680325" y="2106613"/>
          <p14:tracePt t="36027" x="7662863" y="2098675"/>
          <p14:tracePt t="36035" x="7639050" y="2081213"/>
          <p14:tracePt t="36043" x="7621588" y="2081213"/>
          <p14:tracePt t="36058" x="7621588" y="2065338"/>
          <p14:tracePt t="36131" x="7680325" y="2065338"/>
          <p14:tracePt t="36142" x="7780338" y="2065338"/>
          <p14:tracePt t="36148" x="7878763" y="2065338"/>
          <p14:tracePt t="36156" x="7986713" y="2065338"/>
          <p14:tracePt t="36175" x="8269288" y="2065338"/>
          <p14:tracePt t="36180" x="8393113" y="2081213"/>
          <p14:tracePt t="36192" x="8518525" y="2098675"/>
          <p14:tracePt t="36196" x="8634413" y="2122488"/>
          <p14:tracePt t="36208" x="8683625" y="2139950"/>
          <p14:tracePt t="36212" x="8866188" y="2181225"/>
          <p14:tracePt t="36224" x="8990013" y="2206625"/>
          <p14:tracePt t="36228" x="9090025" y="2222500"/>
          <p14:tracePt t="36241" x="9190038" y="2263775"/>
          <p14:tracePt t="36244" x="9288463" y="2289175"/>
          <p14:tracePt t="36258" x="9388475" y="2322513"/>
          <p14:tracePt t="36261" x="9480550" y="2363788"/>
          <p14:tracePt t="36275" x="9512300" y="2371725"/>
          <p14:tracePt t="36278" x="9578975" y="2413000"/>
          <p14:tracePt t="36291" x="9637713" y="2446338"/>
          <p14:tracePt t="36294" x="9694863" y="2471738"/>
          <p14:tracePt t="36308" x="9737725" y="2495550"/>
          <p14:tracePt t="36310" x="9779000" y="2546350"/>
          <p14:tracePt t="36324" x="9802813" y="2554288"/>
          <p14:tracePt t="36325" x="9802813" y="2570163"/>
          <p14:tracePt t="36333" x="9820275" y="2570163"/>
          <p14:tracePt t="36341" x="9820275" y="2587625"/>
          <p14:tracePt t="36365" x="9820275" y="2595563"/>
          <p14:tracePt t="36398" x="9802813" y="2595563"/>
          <p14:tracePt t="36414" x="9786938" y="2595563"/>
          <p14:tracePt t="36423" x="9761538" y="2611438"/>
          <p14:tracePt t="36430" x="9745663" y="2611438"/>
          <p14:tracePt t="36438" x="9737725" y="2611438"/>
          <p14:tracePt t="36446" x="9704388" y="2611438"/>
          <p14:tracePt t="36454" x="9694863" y="2611438"/>
          <p14:tracePt t="36463" x="9653588" y="2611438"/>
          <p14:tracePt t="36470" x="9620250" y="2611438"/>
          <p14:tracePt t="36478" x="9596438" y="2611438"/>
          <p14:tracePt t="36487" x="9555163" y="2611438"/>
          <p14:tracePt t="36495" x="9521825" y="2611438"/>
          <p14:tracePt t="36503" x="9480550" y="2611438"/>
          <p14:tracePt t="36511" x="9455150" y="2611438"/>
          <p14:tracePt t="36519" x="9437688" y="2611438"/>
          <p14:tracePt t="36527" x="9413875" y="2611438"/>
          <p14:tracePt t="36535" x="9396413" y="2611438"/>
          <p14:tracePt t="36559" x="9388475" y="2611438"/>
          <p14:tracePt t="36624" x="9396413" y="2611438"/>
          <p14:tracePt t="36632" x="9413875" y="2611438"/>
          <p14:tracePt t="36641" x="9429750" y="2611438"/>
          <p14:tracePt t="36648" x="9455150" y="2611438"/>
          <p14:tracePt t="36664" x="9471025" y="2611438"/>
          <p14:tracePt t="36674" x="9480550" y="2611438"/>
          <p14:tracePt t="36688" x="9496425" y="2611438"/>
          <p14:tracePt t="36737" x="9496425" y="2595563"/>
          <p14:tracePt t="36761" x="9480550" y="2595563"/>
          <p14:tracePt t="36769" x="9437688" y="2587625"/>
          <p14:tracePt t="36777" x="9413875" y="2587625"/>
          <p14:tracePt t="36785" x="9396413" y="2570163"/>
          <p14:tracePt t="36793" x="9355138" y="2570163"/>
          <p14:tracePt t="36801" x="9331325" y="2546350"/>
          <p14:tracePt t="36809" x="9288463" y="2528888"/>
          <p14:tracePt t="36817" x="9256713" y="2513013"/>
          <p14:tracePt t="36826" x="9231313" y="2495550"/>
          <p14:tracePt t="36834" x="9190038" y="2487613"/>
          <p14:tracePt t="36842" x="9105900" y="2430463"/>
          <p14:tracePt t="36850" x="9064625" y="2405063"/>
          <p14:tracePt t="36858" x="9007475" y="2346325"/>
          <p14:tracePt t="36866" x="8948738" y="2322513"/>
          <p14:tracePt t="36874" x="8924925" y="2289175"/>
          <p14:tracePt t="36882" x="8866188" y="2230438"/>
          <p14:tracePt t="36891" x="8824913" y="2206625"/>
          <p14:tracePt t="36898" x="8783638" y="2163763"/>
          <p14:tracePt t="36908" x="8758238" y="2139950"/>
          <p14:tracePt t="36914" x="8724900" y="2106613"/>
          <p14:tracePt t="36924" x="8716963" y="2098675"/>
          <p14:tracePt t="36931" x="8699500" y="2081213"/>
          <p14:tracePt t="36939" x="8699500" y="2065338"/>
          <p14:tracePt t="36947" x="8683625" y="2065338"/>
          <p14:tracePt t="36955" x="8683625" y="2055813"/>
          <p14:tracePt t="36971" x="8683625" y="2039938"/>
          <p14:tracePt t="37003" x="8683625" y="2024063"/>
          <p14:tracePt t="37028" x="8716963" y="2014538"/>
          <p14:tracePt t="37035" x="8758238" y="1998663"/>
          <p14:tracePt t="37044" x="8783638" y="1981200"/>
          <p14:tracePt t="37052" x="8858250" y="1965325"/>
          <p14:tracePt t="37060" x="8899525" y="1965325"/>
          <p14:tracePt t="37068" x="8990013" y="1957388"/>
          <p14:tracePt t="37076" x="9064625" y="1957388"/>
          <p14:tracePt t="37084" x="9131300" y="1957388"/>
          <p14:tracePt t="37092" x="9231313" y="1957388"/>
          <p14:tracePt t="37100" x="9297988" y="1957388"/>
          <p14:tracePt t="37108" x="9372600" y="1957388"/>
          <p14:tracePt t="37116" x="9429750" y="1957388"/>
          <p14:tracePt t="37125" x="9480550" y="1957388"/>
          <p14:tracePt t="37132" x="9555163" y="1981200"/>
          <p14:tracePt t="37141" x="9604375" y="2024063"/>
          <p14:tracePt t="37148" x="9653588" y="2055813"/>
          <p14:tracePt t="37158" x="9694863" y="2098675"/>
          <p14:tracePt t="37165" x="9720263" y="2139950"/>
          <p14:tracePt t="37174" x="9761538" y="2181225"/>
          <p14:tracePt t="37181" x="9779000" y="2206625"/>
          <p14:tracePt t="37190" x="9802813" y="2263775"/>
          <p14:tracePt t="37197" x="9820275" y="2305050"/>
          <p14:tracePt t="37205" x="9828213" y="2363788"/>
          <p14:tracePt t="37213" x="9828213" y="2387600"/>
          <p14:tracePt t="37221" x="9844088" y="2446338"/>
          <p14:tracePt t="37229" x="9844088" y="2487613"/>
          <p14:tracePt t="37237" x="9844088" y="2513013"/>
          <p14:tracePt t="37245" x="9844088" y="2554288"/>
          <p14:tracePt t="37254" x="9844088" y="2570163"/>
          <p14:tracePt t="37262" x="9828213" y="2595563"/>
          <p14:tracePt t="37270" x="9820275" y="2611438"/>
          <p14:tracePt t="37278" x="9779000" y="2628900"/>
          <p14:tracePt t="37286" x="9704388" y="2636838"/>
          <p14:tracePt t="37294" x="9637713" y="2636838"/>
          <p14:tracePt t="37302" x="9563100" y="2636838"/>
          <p14:tracePt t="37310" x="9437688" y="2636838"/>
          <p14:tracePt t="37318" x="9313863" y="2611438"/>
          <p14:tracePt t="37326" x="9164638" y="2546350"/>
          <p14:tracePt t="37334" x="9105900" y="2513013"/>
          <p14:tracePt t="37342" x="9007475" y="2454275"/>
          <p14:tracePt t="37350" x="8940800" y="2413000"/>
          <p14:tracePt t="37358" x="8858250" y="2363788"/>
          <p14:tracePt t="37367" x="8816975" y="2346325"/>
          <p14:tracePt t="37375" x="8766175" y="2322513"/>
          <p14:tracePt t="37383" x="8742363" y="2289175"/>
          <p14:tracePt t="37399" x="8724900" y="2281238"/>
          <p14:tracePt t="37408" x="8716963" y="2263775"/>
          <p14:tracePt t="37415" x="8699500" y="2247900"/>
          <p14:tracePt t="37431" x="8699500" y="2222500"/>
          <p14:tracePt t="37441" x="8699500" y="2189163"/>
          <p14:tracePt t="37448" x="8683625" y="2189163"/>
          <p14:tracePt t="37458" x="8683625" y="2163763"/>
          <p14:tracePt t="37463" x="8683625" y="2139950"/>
          <p14:tracePt t="37474" x="8683625" y="2122488"/>
          <p14:tracePt t="37480" x="8683625" y="2098675"/>
          <p14:tracePt t="37491" x="8683625" y="2081213"/>
          <p14:tracePt t="37496" x="8699500" y="2065338"/>
          <p14:tracePt t="37508" x="8716963" y="2039938"/>
          <p14:tracePt t="37512" x="8766175" y="2014538"/>
          <p14:tracePt t="37525" x="8824913" y="2014538"/>
          <p14:tracePt t="37528" x="8899525" y="2014538"/>
          <p14:tracePt t="37541" x="8966200" y="2014538"/>
          <p14:tracePt t="37544" x="9064625" y="2014538"/>
          <p14:tracePt t="37558" x="9164638" y="2024063"/>
          <p14:tracePt t="37561" x="9272588" y="2098675"/>
          <p14:tracePt t="37575" x="9313863" y="2122488"/>
          <p14:tracePt t="37578" x="9396413" y="2189163"/>
          <p14:tracePt t="37593" x="9471025" y="2263775"/>
          <p14:tracePt t="37597" x="9512300" y="2322513"/>
          <p14:tracePt t="37601" x="9537700" y="2371725"/>
          <p14:tracePt t="37609" x="9578975" y="2430463"/>
          <p14:tracePt t="37617" x="9596438" y="2471738"/>
          <p14:tracePt t="37625" x="9604375" y="2495550"/>
          <p14:tracePt t="37633" x="9604375" y="2528888"/>
          <p14:tracePt t="37641" x="9604375" y="2546350"/>
          <p14:tracePt t="37649" x="9604375" y="2570163"/>
          <p14:tracePt t="37658" x="9604375" y="2595563"/>
          <p14:tracePt t="37674" x="9596438" y="2611438"/>
          <p14:tracePt t="37681" x="9563100" y="2628900"/>
          <p14:tracePt t="37691" x="9521825" y="2636838"/>
          <p14:tracePt t="37697" x="9512300" y="2636838"/>
          <p14:tracePt t="37707" x="9471025" y="2636838"/>
          <p14:tracePt t="37714" x="9455150" y="2654300"/>
          <p14:tracePt t="37722" x="9429750" y="2654300"/>
          <p14:tracePt t="37730" x="9396413" y="2654300"/>
          <p14:tracePt t="37746" x="9388475" y="2654300"/>
          <p14:tracePt t="37754" x="9372600" y="2654300"/>
          <p14:tracePt t="37762" x="9355138" y="2654300"/>
          <p14:tracePt t="37778" x="9339263" y="2654300"/>
          <p14:tracePt t="37843" x="9331325" y="2654300"/>
          <p14:tracePt t="37859" x="9313863" y="2654300"/>
          <p14:tracePt t="37867" x="9297988" y="2654300"/>
          <p14:tracePt t="37875" x="9272588" y="2654300"/>
          <p14:tracePt t="37892" x="9148763" y="2611438"/>
          <p14:tracePt t="37899" x="9082088" y="2587625"/>
          <p14:tracePt t="37908" x="8948738" y="2528888"/>
          <p14:tracePt t="37916" x="8840788" y="2471738"/>
          <p14:tracePt t="37925" x="8716963" y="2387600"/>
          <p14:tracePt t="37932" x="8601075" y="2305050"/>
          <p14:tracePt t="37941" x="8475663" y="2206625"/>
          <p14:tracePt t="37948" x="8434388" y="2163763"/>
          <p14:tracePt t="37958" x="8377238" y="2098675"/>
          <p14:tracePt t="37964" x="8326438" y="2039938"/>
          <p14:tracePt t="37974" x="8293100" y="1981200"/>
          <p14:tracePt t="37980" x="8269288" y="1939925"/>
          <p14:tracePt t="37991" x="8235950" y="1916113"/>
          <p14:tracePt t="37996" x="8235950" y="1874838"/>
          <p14:tracePt t="38008" x="8235950" y="1841500"/>
          <p14:tracePt t="38012" x="8235950" y="1831975"/>
          <p14:tracePt t="38024" x="8235950" y="1800225"/>
          <p14:tracePt t="38028" x="8235950" y="1790700"/>
          <p14:tracePt t="38041" x="8235950" y="1774825"/>
          <p14:tracePt t="38045" x="8293100" y="1757363"/>
          <p14:tracePt t="38058" x="8351838" y="1749425"/>
          <p14:tracePt t="38061" x="8451850" y="1733550"/>
          <p14:tracePt t="38075" x="8559800" y="1733550"/>
          <p14:tracePt t="38078" x="8716963" y="1733550"/>
          <p14:tracePt t="38091" x="8840788" y="1733550"/>
          <p14:tracePt t="38094" x="8907463" y="1733550"/>
          <p14:tracePt t="38108" x="9031288" y="1733550"/>
          <p14:tracePt t="38110" x="9131300" y="1733550"/>
          <p14:tracePt t="38125" x="9355138" y="1733550"/>
          <p14:tracePt t="38126" x="9455150" y="1733550"/>
          <p14:tracePt t="38133" x="9521825" y="1757363"/>
          <p14:tracePt t="38142" x="9620250" y="1800225"/>
          <p14:tracePt t="38150" x="9704388" y="1857375"/>
          <p14:tracePt t="38158" x="9802813" y="1916113"/>
          <p14:tracePt t="38166" x="9886950" y="1981200"/>
          <p14:tracePt t="38175" x="9969500" y="2055813"/>
          <p14:tracePt t="38182" x="10002838" y="2081213"/>
          <p14:tracePt t="38191" x="10044113" y="2139950"/>
          <p14:tracePt t="38198" x="10110788" y="2222500"/>
          <p14:tracePt t="38208" x="10152063" y="2281238"/>
          <p14:tracePt t="38214" x="10185400" y="2330450"/>
          <p14:tracePt t="38225" x="10193338" y="2387600"/>
          <p14:tracePt t="38230" x="10209213" y="2430463"/>
          <p14:tracePt t="38241" x="10226675" y="2487613"/>
          <p14:tracePt t="38247" x="10226675" y="2528888"/>
          <p14:tracePt t="38258" x="10226675" y="2554288"/>
          <p14:tracePt t="38263" x="10226675" y="2587625"/>
          <p14:tracePt t="38274" x="10209213" y="2611438"/>
          <p14:tracePt t="38279" x="10185400" y="2636838"/>
          <p14:tracePt t="38291" x="10126663" y="2636838"/>
          <p14:tracePt t="38295" x="10085388" y="2654300"/>
          <p14:tracePt t="38308" x="10026650" y="2654300"/>
          <p14:tracePt t="38311" x="9985375" y="2654300"/>
          <p14:tracePt t="38324" x="9902825" y="2654300"/>
          <p14:tracePt t="38327" x="9861550" y="2654300"/>
          <p14:tracePt t="38341" x="9779000" y="2654300"/>
          <p14:tracePt t="38343" x="9737725" y="2654300"/>
          <p14:tracePt t="38358" x="9678988" y="2654300"/>
          <p14:tracePt t="38360" x="9578975" y="2628900"/>
          <p14:tracePt t="38374" x="9555163" y="2628900"/>
          <p14:tracePt t="38377" x="9455150" y="2554288"/>
          <p14:tracePt t="38391" x="9429750" y="2554288"/>
          <p14:tracePt t="38392" x="9372600" y="2513013"/>
          <p14:tracePt t="38400" x="9339263" y="2495550"/>
          <p14:tracePt t="38408" x="9297988" y="2487613"/>
          <p14:tracePt t="38416" x="9288463" y="2471738"/>
          <p14:tracePt t="38425" x="9256713" y="2454275"/>
          <p14:tracePt t="38432" x="9247188" y="2446338"/>
          <p14:tracePt t="38441" x="9231313" y="2430463"/>
          <p14:tracePt t="38465" x="9213850" y="2430463"/>
          <p14:tracePt t="38489" x="9213850" y="2413000"/>
          <p14:tracePt t="38537" x="9213850" y="2405063"/>
          <p14:tracePt t="38553" x="9213850" y="2387600"/>
          <p14:tracePt t="38561" x="9213850" y="2371725"/>
          <p14:tracePt t="38569" x="9213850" y="2363788"/>
          <p14:tracePt t="38577" x="9213850" y="2330450"/>
          <p14:tracePt t="38585" x="9213850" y="2322513"/>
          <p14:tracePt t="38594" x="9213850" y="2305050"/>
          <p14:tracePt t="38602" x="9213850" y="2281238"/>
          <p14:tracePt t="38610" x="9213850" y="2263775"/>
          <p14:tracePt t="38618" x="9213850" y="2230438"/>
          <p14:tracePt t="38626" x="9213850" y="2222500"/>
          <p14:tracePt t="38634" x="9213850" y="2206625"/>
          <p14:tracePt t="38642" x="9213850" y="2181225"/>
          <p14:tracePt t="38650" x="9231313" y="2163763"/>
          <p14:tracePt t="38658" x="9231313" y="2139950"/>
          <p14:tracePt t="38666" x="9247188" y="2106613"/>
          <p14:tracePt t="38675" x="9288463" y="2098675"/>
          <p14:tracePt t="38683" x="9339263" y="2081213"/>
          <p14:tracePt t="38691" x="9396413" y="2055813"/>
          <p14:tracePt t="38699" x="9471025" y="2055813"/>
          <p14:tracePt t="38708" x="9537700" y="2055813"/>
          <p14:tracePt t="38715" x="9604375" y="2055813"/>
          <p14:tracePt t="38724" x="9704388" y="2055813"/>
          <p14:tracePt t="38731" x="9802813" y="2055813"/>
          <p14:tracePt t="38740" x="9869488" y="2081213"/>
          <p14:tracePt t="38747" x="9918700" y="2098675"/>
          <p14:tracePt t="38755" x="10002838" y="2147888"/>
          <p14:tracePt t="38763" x="10044113" y="2181225"/>
          <p14:tracePt t="38771" x="10085388" y="2222500"/>
          <p14:tracePt t="38780" x="10126663" y="2263775"/>
          <p14:tracePt t="38787" x="10152063" y="2322513"/>
          <p14:tracePt t="38796" x="10167938" y="2363788"/>
          <p14:tracePt t="38803" x="10185400" y="2387600"/>
          <p14:tracePt t="38812" x="10193338" y="2430463"/>
          <p14:tracePt t="38820" x="10193338" y="2454275"/>
          <p14:tracePt t="38828" x="10193338" y="2487613"/>
          <p14:tracePt t="38836" x="10193338" y="2513013"/>
          <p14:tracePt t="38844" x="10167938" y="2554288"/>
          <p14:tracePt t="38852" x="10110788" y="2587625"/>
          <p14:tracePt t="38860" x="10044113" y="2611438"/>
          <p14:tracePt t="38868" x="9969500" y="2628900"/>
          <p14:tracePt t="38876" x="9869488" y="2628900"/>
          <p14:tracePt t="38884" x="9779000" y="2636838"/>
          <p14:tracePt t="38892" x="9678988" y="2636838"/>
          <p14:tracePt t="38900" x="9555163" y="2636838"/>
          <p14:tracePt t="38909" x="9471025" y="2636838"/>
          <p14:tracePt t="38917" x="9413875" y="2636838"/>
          <p14:tracePt t="38925" x="9313863" y="2628900"/>
          <p14:tracePt t="38933" x="9247188" y="2595563"/>
          <p14:tracePt t="38942" x="9172575" y="2570163"/>
          <p14:tracePt t="38949" x="9090025" y="2546350"/>
          <p14:tracePt t="38958" x="9048750" y="2528888"/>
          <p14:tracePt t="38965" x="8990013" y="2487613"/>
          <p14:tracePt t="38975" x="8899525" y="2454275"/>
          <p14:tracePt t="38981" x="8824913" y="2405063"/>
          <p14:tracePt t="38991" x="8816975" y="2387600"/>
          <p14:tracePt t="38997" x="8766175" y="2346325"/>
          <p14:tracePt t="39008" x="8724900" y="2322513"/>
          <p14:tracePt t="39014" x="8699500" y="2281238"/>
          <p14:tracePt t="39024" x="8658225" y="2230438"/>
          <p14:tracePt t="39030" x="8642350" y="2206625"/>
          <p14:tracePt t="39041" x="8634413" y="2181225"/>
          <p14:tracePt t="39054" x="8616950" y="2163763"/>
          <p14:tracePt t="39062" x="8616950" y="2147888"/>
          <p14:tracePt t="39078" x="8616950" y="2139950"/>
          <p14:tracePt t="39086" x="8616950" y="2122488"/>
          <p14:tracePt t="39118" x="8616950" y="2106613"/>
          <p14:tracePt t="39127" x="8616950" y="2098675"/>
          <p14:tracePt t="39143" x="8616950" y="2081213"/>
          <p14:tracePt t="39151" x="8616950" y="2065338"/>
          <p14:tracePt t="39159" x="8616950" y="2055813"/>
          <p14:tracePt t="39167" x="8634413" y="2039938"/>
          <p14:tracePt t="39175" x="8658225" y="2024063"/>
          <p14:tracePt t="39183" x="8716963" y="2014538"/>
          <p14:tracePt t="39191" x="8758238" y="1998663"/>
          <p14:tracePt t="39199" x="8840788" y="1981200"/>
          <p14:tracePt t="39208" x="8907463" y="1965325"/>
          <p14:tracePt t="39215" x="9007475" y="1965325"/>
          <p14:tracePt t="39224" x="9048750" y="1965325"/>
          <p14:tracePt t="39232" x="9205913" y="1965325"/>
          <p14:tracePt t="39241" x="9288463" y="1965325"/>
          <p14:tracePt t="39248" x="9355138" y="2014538"/>
          <p14:tracePt t="39257" x="9388475" y="2039938"/>
          <p14:tracePt t="39264" x="9437688" y="2081213"/>
          <p14:tracePt t="39272" x="9480550" y="2122488"/>
          <p14:tracePt t="39280" x="9537700" y="2181225"/>
          <p14:tracePt t="39288" x="9563100" y="2230438"/>
          <p14:tracePt t="39296" x="9596438" y="2289175"/>
          <p14:tracePt t="39304" x="9620250" y="2346325"/>
          <p14:tracePt t="39312" x="9620250" y="2405063"/>
          <p14:tracePt t="39320" x="9637713" y="2446338"/>
          <p14:tracePt t="39328" x="9653588" y="2487613"/>
          <p14:tracePt t="39336" x="9653588" y="2513013"/>
          <p14:tracePt t="39345" x="9653588" y="2554288"/>
          <p14:tracePt t="39352" x="9653588" y="2595563"/>
          <p14:tracePt t="39361" x="9653588" y="2628900"/>
          <p14:tracePt t="39369" x="9653588" y="2636838"/>
          <p14:tracePt t="39377" x="9637713" y="2670175"/>
          <p14:tracePt t="39385" x="9604375" y="2695575"/>
          <p14:tracePt t="39393" x="9596438" y="2695575"/>
          <p14:tracePt t="39401" x="9578975" y="2711450"/>
          <p14:tracePt t="39409" x="9555163" y="2719388"/>
          <p14:tracePt t="39417" x="9537700" y="2736850"/>
          <p14:tracePt t="39425" x="9512300" y="2736850"/>
          <p14:tracePt t="39433" x="9437688" y="2752725"/>
          <p14:tracePt t="39442" x="9388475" y="2760663"/>
          <p14:tracePt t="39449" x="9313863" y="2760663"/>
          <p14:tracePt t="39458" x="9213850" y="2760663"/>
          <p14:tracePt t="39466" x="9090025" y="2760663"/>
          <p14:tracePt t="39475" x="8982075" y="2736850"/>
          <p14:tracePt t="39482" x="8866188" y="2670175"/>
          <p14:tracePt t="39491" x="8742363" y="2611438"/>
          <p14:tracePt t="39498" x="8699500" y="2587625"/>
          <p14:tracePt t="39508" x="8616950" y="2528888"/>
          <p14:tracePt t="39514" x="8550275" y="2454275"/>
          <p14:tracePt t="39525" x="8493125" y="2405063"/>
          <p14:tracePt t="39530" x="8451850" y="2346325"/>
          <p14:tracePt t="39541" x="8377238" y="2230438"/>
          <p14:tracePt t="39546" x="8351838" y="2189163"/>
          <p14:tracePt t="39558" x="8326438" y="2106613"/>
          <p14:tracePt t="39563" x="8326438" y="2081213"/>
          <p14:tracePt t="39575" x="8310563" y="2014538"/>
          <p14:tracePt t="39579" x="8293100" y="1924050"/>
          <p14:tracePt t="39593" x="8293100" y="1882775"/>
          <p14:tracePt t="39599" x="8293100" y="1831975"/>
          <p14:tracePt t="39608" x="8293100" y="1774825"/>
          <p14:tracePt t="39611" x="8293100" y="1749425"/>
          <p14:tracePt t="39624" x="8293100" y="1700213"/>
          <p14:tracePt t="39627" x="8293100" y="1674813"/>
          <p14:tracePt t="39641" x="8293100" y="1658938"/>
          <p14:tracePt t="39644" x="8310563" y="1633538"/>
          <p14:tracePt t="39657" x="8335963" y="1617663"/>
          <p14:tracePt t="39661" x="8377238" y="1608138"/>
          <p14:tracePt t="39674" x="8451850" y="1592263"/>
          <p14:tracePt t="39677" x="8501063" y="1576388"/>
          <p14:tracePt t="39691" x="8593138" y="1576388"/>
          <p14:tracePt t="39692" x="8683625" y="1576388"/>
          <p14:tracePt t="39700" x="8783638" y="1576388"/>
          <p14:tracePt t="39708" x="8907463" y="1576388"/>
          <p14:tracePt t="39716" x="9007475" y="1576388"/>
          <p14:tracePt t="39724" x="9131300" y="1617663"/>
          <p14:tracePt t="39732" x="9205913" y="1674813"/>
          <p14:tracePt t="39741" x="9313863" y="1733550"/>
          <p14:tracePt t="39748" x="9396413" y="1800225"/>
          <p14:tracePt t="39758" x="9471025" y="1874838"/>
          <p14:tracePt t="39764" x="9537700" y="1957388"/>
          <p14:tracePt t="39775" x="9604375" y="2024063"/>
          <p14:tracePt t="39781" x="9663113" y="2106613"/>
          <p14:tracePt t="39791" x="9720263" y="2222500"/>
          <p14:tracePt t="39797" x="9761538" y="2289175"/>
          <p14:tracePt t="39808" x="9779000" y="2346325"/>
          <p14:tracePt t="39813" x="9802813" y="2446338"/>
          <p14:tracePt t="39824" x="9828213" y="2513013"/>
          <p14:tracePt t="39829" x="9844088" y="2587625"/>
          <p14:tracePt t="39841" x="9844088" y="2636838"/>
          <p14:tracePt t="39845" x="9844088" y="2695575"/>
          <p14:tracePt t="39858" x="9844088" y="2719388"/>
          <p14:tracePt t="39861" x="9844088" y="2760663"/>
          <p14:tracePt t="39874" x="9828213" y="2794000"/>
          <p14:tracePt t="39878" x="9786938" y="2819400"/>
          <p14:tracePt t="39891" x="9761538" y="2836863"/>
          <p14:tracePt t="39894" x="9720263" y="2852738"/>
          <p14:tracePt t="39908" x="9678988" y="2860675"/>
          <p14:tracePt t="39911" x="9620250" y="2878138"/>
          <p14:tracePt t="39924" x="9578975" y="2878138"/>
          <p14:tracePt t="39927" x="9521825" y="2878138"/>
          <p14:tracePt t="39941" x="9480550" y="2878138"/>
          <p14:tracePt t="39942" x="9437688" y="2878138"/>
          <p14:tracePt t="39950" x="9396413" y="2878138"/>
          <p14:tracePt t="39958" x="9372600" y="2852738"/>
          <p14:tracePt t="39966" x="9331325" y="2819400"/>
          <p14:tracePt t="39975" x="9288463" y="2794000"/>
          <p14:tracePt t="39982" x="9213850" y="2719388"/>
          <p14:tracePt t="39991" x="9205913" y="2695575"/>
          <p14:tracePt t="39998" x="9172575" y="2654300"/>
          <p14:tracePt t="40008" x="9131300" y="2611438"/>
          <p14:tracePt t="40015" x="9123363" y="2587625"/>
          <p14:tracePt t="40025" x="9105900" y="2546350"/>
          <p14:tracePt t="40031" x="9105900" y="2495550"/>
          <p14:tracePt t="40041" x="9105900" y="2471738"/>
          <p14:tracePt t="40047" x="9090025" y="2446338"/>
          <p14:tracePt t="40058" x="9090025" y="2430463"/>
          <p14:tracePt t="40063" x="9090025" y="2413000"/>
          <p14:tracePt t="40079" x="9105900" y="2405063"/>
          <p14:tracePt t="40087" x="9164638" y="2387600"/>
          <p14:tracePt t="40095" x="9213850" y="2387600"/>
          <p14:tracePt t="40103" x="9247188" y="2387600"/>
          <p14:tracePt t="40112" x="9297988" y="2387600"/>
          <p14:tracePt t="40119" x="9355138" y="2387600"/>
          <p14:tracePt t="40128" x="9396413" y="2413000"/>
          <p14:tracePt t="40136" x="9437688" y="2446338"/>
          <p14:tracePt t="40144" x="9496425" y="2487613"/>
          <p14:tracePt t="40152" x="9521825" y="2546350"/>
          <p14:tracePt t="40160" x="9555163" y="2595563"/>
          <p14:tracePt t="40168" x="9596438" y="2695575"/>
          <p14:tracePt t="40176" x="9604375" y="2711450"/>
          <p14:tracePt t="40184" x="9604375" y="2760663"/>
          <p14:tracePt t="40192" x="9604375" y="2819400"/>
          <p14:tracePt t="40200" x="9604375" y="2852738"/>
          <p14:tracePt t="40208" x="9604375" y="2894013"/>
          <p14:tracePt t="40216" x="9596438" y="2901950"/>
          <p14:tracePt t="40225" x="9537700" y="2960688"/>
          <p14:tracePt t="40232" x="9480550" y="2976563"/>
          <p14:tracePt t="40241" x="9413875" y="2986088"/>
          <p14:tracePt t="40249" x="9372600" y="3001963"/>
          <p14:tracePt t="40258" x="9272588" y="3001963"/>
          <p14:tracePt t="40265" x="9231313" y="3001963"/>
          <p14:tracePt t="40275" x="9148763" y="3001963"/>
          <p14:tracePt t="40281" x="9105900" y="3001963"/>
          <p14:tracePt t="40292" x="9048750" y="3001963"/>
          <p14:tracePt t="40297" x="8990013" y="3001963"/>
          <p14:tracePt t="40308" x="8948738" y="3001963"/>
          <p14:tracePt t="40313" x="8940800" y="3001963"/>
          <p14:tracePt t="40324" x="8907463" y="3001963"/>
          <p14:tracePt t="40329" x="8899525" y="3001963"/>
          <p14:tracePt t="40341" x="8866188" y="3001963"/>
          <p14:tracePt t="40345" x="8840788" y="3001963"/>
          <p14:tracePt t="40358" x="8824913" y="2986088"/>
          <p14:tracePt t="40362" x="8799513" y="2986088"/>
          <p14:tracePt t="40374" x="8783638" y="2986088"/>
          <p14:tracePt t="40386" x="8766175" y="2986088"/>
          <p14:tracePt t="40394" x="8758238" y="2986088"/>
          <p14:tracePt t="40410" x="8742363" y="2986088"/>
          <p14:tracePt t="40434" x="8724900" y="2986088"/>
          <p14:tracePt t="40459" x="8716963" y="2986088"/>
          <p14:tracePt t="40483" x="8699500" y="2986088"/>
          <p14:tracePt t="40491" x="8699500" y="3001963"/>
          <p14:tracePt t="40507" x="8683625" y="3001963"/>
          <p14:tracePt t="40524" x="8675688" y="3001963"/>
          <p14:tracePt t="40531" x="8658225" y="3001963"/>
          <p14:tracePt t="40541" x="8634413" y="3001963"/>
          <p14:tracePt t="40555" x="8593138" y="3001963"/>
          <p14:tracePt t="40563" x="8559800" y="3001963"/>
          <p14:tracePt t="40572" x="8550275" y="3001963"/>
          <p14:tracePt t="40580" x="8501063" y="3001963"/>
          <p14:tracePt t="40588" x="8493125" y="3001963"/>
          <p14:tracePt t="40596" x="8451850" y="3001963"/>
          <p14:tracePt t="40604" x="8418513" y="3001963"/>
          <p14:tracePt t="40612" x="8410575" y="2986088"/>
          <p14:tracePt t="40620" x="8377238" y="2976563"/>
          <p14:tracePt t="40628" x="8351838" y="2976563"/>
          <p14:tracePt t="40636" x="8326438" y="2960688"/>
          <p14:tracePt t="40644" x="8285163" y="2943225"/>
          <p14:tracePt t="40652" x="8269288" y="2935288"/>
          <p14:tracePt t="40661" x="8228013" y="2935288"/>
          <p14:tracePt t="40668" x="8210550" y="2919413"/>
          <p14:tracePt t="40676" x="8169275" y="2919413"/>
          <p14:tracePt t="40684" x="8153400" y="2919413"/>
          <p14:tracePt t="40693" x="8143875" y="2901950"/>
          <p14:tracePt t="40701" x="8128000" y="2901950"/>
          <p14:tracePt t="40709" x="8112125" y="2901950"/>
          <p14:tracePt t="40717" x="8102600" y="2901950"/>
          <p14:tracePt t="40725" x="8102600" y="2894013"/>
          <p14:tracePt t="40733" x="8086725" y="2894013"/>
          <p14:tracePt t="40758" x="8069263" y="2894013"/>
          <p14:tracePt t="40886" x="8061325" y="2894013"/>
          <p14:tracePt t="40911" x="8061325" y="2901950"/>
          <p14:tracePt t="40927" x="8045450" y="2901950"/>
          <p14:tracePt t="42162" x="7970838" y="2901950"/>
          <p14:tracePt t="42170" x="7904163" y="2901950"/>
          <p14:tracePt t="42178" x="7804150" y="2901950"/>
          <p14:tracePt t="42186" x="7654925" y="2901950"/>
          <p14:tracePt t="42194" x="7497763" y="2901950"/>
          <p14:tracePt t="42202" x="7315200" y="2935288"/>
          <p14:tracePt t="42211" x="7132638" y="2943225"/>
          <p14:tracePt t="42218" x="6983413" y="2960688"/>
          <p14:tracePt t="42227" x="6900863" y="2960688"/>
          <p14:tracePt t="42235" x="6784975" y="2976563"/>
          <p14:tracePt t="42243" x="6692900" y="2976563"/>
          <p14:tracePt t="42251" x="6618288" y="2976563"/>
          <p14:tracePt t="42259" x="6518275" y="2986088"/>
          <p14:tracePt t="42267" x="6469063" y="2986088"/>
          <p14:tracePt t="42275" x="6311900" y="2986088"/>
          <p14:tracePt t="42283" x="6211888" y="3001963"/>
          <p14:tracePt t="42291" x="6088063" y="3001963"/>
          <p14:tracePt t="42299" x="5980113" y="3017838"/>
          <p14:tracePt t="42308" x="5854700" y="3017838"/>
          <p14:tracePt t="42315" x="5722938" y="3043238"/>
          <p14:tracePt t="42324" x="5599113" y="3043238"/>
          <p14:tracePt t="42332" x="5556250" y="3043238"/>
          <p14:tracePt t="42341" x="5457825" y="3043238"/>
          <p14:tracePt t="42348" x="5275263" y="3076575"/>
          <p14:tracePt t="42358" x="5183188" y="3076575"/>
          <p14:tracePt t="42364" x="5084763" y="3084513"/>
          <p14:tracePt t="42375" x="4984750" y="3084513"/>
          <p14:tracePt t="42380" x="4918075" y="3101975"/>
          <p14:tracePt t="42391" x="4818063" y="3101975"/>
          <p14:tracePt t="42396" x="4719638" y="3101975"/>
          <p14:tracePt t="42408" x="4619625" y="3101975"/>
          <p14:tracePt t="42412" x="4570413" y="3101975"/>
          <p14:tracePt t="42425" x="4411663" y="3101975"/>
          <p14:tracePt t="42428" x="4329113" y="3101975"/>
          <p14:tracePt t="42441" x="4246563" y="3101975"/>
          <p14:tracePt t="42445" x="4205288" y="3101975"/>
          <p14:tracePt t="42458" x="4122738" y="3101975"/>
          <p14:tracePt t="42461" x="4048125" y="3101975"/>
          <p14:tracePt t="42474" x="3997325" y="3101975"/>
          <p14:tracePt t="42477" x="3956050" y="3101975"/>
          <p14:tracePt t="42491" x="3898900" y="3084513"/>
          <p14:tracePt t="42495" x="3856038" y="3076575"/>
          <p14:tracePt t="42508" x="3822700" y="3076575"/>
          <p14:tracePt t="42510" x="3798888" y="3060700"/>
          <p14:tracePt t="42524" x="3773488" y="3043238"/>
          <p14:tracePt t="42526" x="3773488" y="3027363"/>
          <p14:tracePt t="42541" x="3740150" y="3017838"/>
          <p14:tracePt t="42542" x="3732213" y="3001963"/>
          <p14:tracePt t="42549" x="3716338" y="2986088"/>
          <p14:tracePt t="42558" x="3690938" y="2960688"/>
          <p14:tracePt t="42566" x="3673475" y="2935288"/>
          <p14:tracePt t="42575" x="3657600" y="2901950"/>
          <p14:tracePt t="42582" x="3632200" y="2860675"/>
          <p14:tracePt t="42597" x="3632200" y="2819400"/>
          <p14:tracePt t="42599" x="3598863" y="2794000"/>
          <p14:tracePt t="42608" x="3598863" y="2752725"/>
          <p14:tracePt t="42614" x="3590925" y="2719388"/>
          <p14:tracePt t="42624" x="3575050" y="2695575"/>
          <p14:tracePt t="42630" x="3575050" y="2654300"/>
          <p14:tracePt t="42641" x="3557588" y="2636838"/>
          <p14:tracePt t="42646" x="3557588" y="2628900"/>
          <p14:tracePt t="42658" x="3557588" y="2611438"/>
          <p14:tracePt t="42687" x="3557588" y="2595563"/>
          <p14:tracePt t="42719" x="3598863" y="2587625"/>
          <p14:tracePt t="42727" x="3641725" y="2587625"/>
          <p14:tracePt t="42735" x="3690938" y="2570163"/>
          <p14:tracePt t="42743" x="3773488" y="2546350"/>
          <p14:tracePt t="42751" x="3840163" y="2513013"/>
          <p14:tracePt t="42759" x="3898900" y="2513013"/>
          <p14:tracePt t="42768" x="3963988" y="2495550"/>
          <p14:tracePt t="42776" x="4064000" y="2487613"/>
          <p14:tracePt t="42784" x="4130675" y="2454275"/>
          <p14:tracePt t="42792" x="4205288" y="2446338"/>
          <p14:tracePt t="42800" x="4271963" y="2430463"/>
          <p14:tracePt t="42808" x="4329113" y="2430463"/>
          <p14:tracePt t="42816" x="4387850" y="2430463"/>
          <p14:tracePt t="42825" x="4437063" y="2430463"/>
          <p14:tracePt t="42832" x="4511675" y="2430463"/>
          <p14:tracePt t="42841" x="4578350" y="2430463"/>
          <p14:tracePt t="42848" x="4678363" y="2430463"/>
          <p14:tracePt t="42858" x="4752975" y="2430463"/>
          <p14:tracePt t="42864" x="4843463" y="2430463"/>
          <p14:tracePt t="42874" x="4884738" y="2430463"/>
          <p14:tracePt t="42881" x="4959350" y="2430463"/>
          <p14:tracePt t="42889" x="5026025" y="2430463"/>
          <p14:tracePt t="42897" x="5100638" y="2454275"/>
          <p14:tracePt t="42905" x="5183188" y="2495550"/>
          <p14:tracePt t="42913" x="5267325" y="2546350"/>
          <p14:tracePt t="42921" x="5349875" y="2570163"/>
          <p14:tracePt t="42929" x="5391150" y="2611438"/>
          <p14:tracePt t="42937" x="5473700" y="2670175"/>
          <p14:tracePt t="42945" x="5556250" y="2719388"/>
          <p14:tracePt t="42953" x="5599113" y="2736850"/>
          <p14:tracePt t="42961" x="5673725" y="2760663"/>
          <p14:tracePt t="42969" x="5722938" y="2819400"/>
          <p14:tracePt t="42978" x="5780088" y="2836863"/>
          <p14:tracePt t="42985" x="5822950" y="2878138"/>
          <p14:tracePt t="42994" x="5854700" y="2894013"/>
          <p14:tracePt t="43002" x="5864225" y="2901950"/>
          <p14:tracePt t="43010" x="5880100" y="2919413"/>
          <p14:tracePt t="43018" x="5897563" y="2919413"/>
          <p14:tracePt t="43026" x="5897563" y="2935288"/>
          <p14:tracePt t="43034" x="5897563" y="2943225"/>
          <p14:tracePt t="43058" x="5897563" y="2960688"/>
          <p14:tracePt t="43082" x="5880100" y="2976563"/>
          <p14:tracePt t="43091" x="5838825" y="2976563"/>
          <p14:tracePt t="43098" x="5764213" y="2986088"/>
          <p14:tracePt t="43107" x="5673725" y="3001963"/>
          <p14:tracePt t="43115" x="5540375" y="3017838"/>
          <p14:tracePt t="43124" x="5365750" y="3043238"/>
          <p14:tracePt t="43131" x="5183188" y="3060700"/>
          <p14:tracePt t="43140" x="4959350" y="3076575"/>
          <p14:tracePt t="43147" x="4735513" y="3101975"/>
          <p14:tracePt t="43155" x="4552950" y="3117850"/>
          <p14:tracePt t="43163" x="4370388" y="3117850"/>
          <p14:tracePt t="43171" x="4313238" y="3117850"/>
          <p14:tracePt t="43179" x="4187825" y="3117850"/>
          <p14:tracePt t="43187" x="4089400" y="3117850"/>
          <p14:tracePt t="43195" x="4022725" y="3117850"/>
          <p14:tracePt t="43203" x="3956050" y="3117850"/>
          <p14:tracePt t="43212" x="3898900" y="3117850"/>
          <p14:tracePt t="43220" x="3865563" y="3117850"/>
          <p14:tracePt t="43228" x="3840163" y="3117850"/>
          <p14:tracePt t="43236" x="3798888" y="3084513"/>
          <p14:tracePt t="43252" x="3781425" y="3076575"/>
          <p14:tracePt t="43260" x="3773488" y="3076575"/>
          <p14:tracePt t="43268" x="3773488" y="3060700"/>
          <p14:tracePt t="43276" x="3757613" y="3060700"/>
          <p14:tracePt t="43292" x="3757613" y="3043238"/>
          <p14:tracePt t="43341" x="3740150" y="3043238"/>
          <p14:tracePt t="43365" x="3732213" y="3043238"/>
          <p14:tracePt t="43381" x="3716338" y="3043238"/>
          <p14:tracePt t="43390" x="3716338" y="3027363"/>
          <p14:tracePt t="43397" x="3690938" y="3027363"/>
          <p14:tracePt t="43405" x="3690938" y="3017838"/>
          <p14:tracePt t="43414" x="3657600" y="3001963"/>
          <p14:tracePt t="43421" x="3632200" y="3001963"/>
          <p14:tracePt t="43430" x="3616325" y="2986088"/>
          <p14:tracePt t="43437" x="3575050" y="2960688"/>
          <p14:tracePt t="43446" x="3557588" y="2943225"/>
          <p14:tracePt t="43454" x="3533775" y="2935288"/>
          <p14:tracePt t="43462" x="3508375" y="2919413"/>
          <p14:tracePt t="43470" x="3492500" y="2919413"/>
          <p14:tracePt t="43478" x="3467100" y="2901950"/>
          <p14:tracePt t="43486" x="3449638" y="2894013"/>
          <p14:tracePt t="43494" x="3433763" y="2878138"/>
          <p14:tracePt t="43502" x="3408363" y="2860675"/>
          <p14:tracePt t="43510" x="3392488" y="2852738"/>
          <p14:tracePt t="43518" x="3375025" y="2836863"/>
          <p14:tracePt t="43526" x="3375025" y="2819400"/>
          <p14:tracePt t="43534" x="3367088" y="2811463"/>
          <p14:tracePt t="43543" x="3351213" y="2794000"/>
          <p14:tracePt t="43559" x="3351213" y="2778125"/>
          <p14:tracePt t="43567" x="3333750" y="2760663"/>
          <p14:tracePt t="43583" x="3325813" y="2752725"/>
          <p14:tracePt t="43608" x="3325813" y="2736850"/>
          <p14:tracePt t="43624" x="3325813" y="2719388"/>
          <p14:tracePt t="43696" x="3325813" y="2711450"/>
          <p14:tracePt t="43785" x="3333750" y="2711450"/>
          <p14:tracePt t="43817" x="3351213" y="2711450"/>
          <p14:tracePt t="43825" x="3375025" y="2711450"/>
          <p14:tracePt t="43833" x="3392488" y="2711450"/>
          <p14:tracePt t="43841" x="3425825" y="2711450"/>
          <p14:tracePt t="43849" x="3449638" y="2711450"/>
          <p14:tracePt t="43858" x="3475038" y="2711450"/>
          <p14:tracePt t="43865" x="3516313" y="2711450"/>
          <p14:tracePt t="43875" x="3557588" y="2719388"/>
          <p14:tracePt t="43882" x="3590925" y="2736850"/>
          <p14:tracePt t="43891" x="3632200" y="2736850"/>
          <p14:tracePt t="43898" x="3657600" y="2736850"/>
          <p14:tracePt t="43907" x="3698875" y="2736850"/>
          <p14:tracePt t="43914" x="3740150" y="2736850"/>
          <p14:tracePt t="43922" x="3757613" y="2736850"/>
          <p14:tracePt t="43930" x="3781425" y="2736850"/>
          <p14:tracePt t="43938" x="3798888" y="2752725"/>
          <p14:tracePt t="43946" x="3814763" y="2752725"/>
          <p14:tracePt t="43954" x="3840163" y="2752725"/>
          <p14:tracePt t="43962" x="3856038" y="2752725"/>
          <p14:tracePt t="43979" x="3865563" y="2752725"/>
          <p14:tracePt t="43986" x="3881438" y="2752725"/>
          <p14:tracePt t="44011" x="3898900" y="2752725"/>
          <p14:tracePt t="44075" x="3865563" y="2752725"/>
          <p14:tracePt t="44084" x="3798888" y="2752725"/>
          <p14:tracePt t="44092" x="3698875" y="2752725"/>
          <p14:tracePt t="44100" x="3598863" y="2752725"/>
          <p14:tracePt t="44108" x="3425825" y="2752725"/>
          <p14:tracePt t="44125" x="3043238" y="2752725"/>
          <p14:tracePt t="44132" x="2819400" y="2752725"/>
          <p14:tracePt t="44142" x="2636838" y="2752725"/>
          <p14:tracePt t="44148" x="2413000" y="2760663"/>
          <p14:tracePt t="44158" x="2347913" y="2760663"/>
          <p14:tracePt t="44164" x="2189163" y="2760663"/>
          <p14:tracePt t="44174" x="2098675" y="2760663"/>
          <p14:tracePt t="44180" x="2006600" y="2760663"/>
          <p14:tracePt t="44191" x="1924050" y="2760663"/>
          <p14:tracePt t="44196" x="1874838" y="2760663"/>
          <p14:tracePt t="44208" x="1841500" y="2760663"/>
          <p14:tracePt t="44213" x="1816100" y="2760663"/>
          <p14:tracePt t="44224" x="1800225" y="2760663"/>
          <p14:tracePt t="44229" x="1790700" y="2760663"/>
          <p14:tracePt t="44479" x="1774825" y="2760663"/>
          <p14:tracePt t="44487" x="1716088" y="2760663"/>
          <p14:tracePt t="44495" x="1674813" y="2752725"/>
          <p14:tracePt t="44503" x="1617663" y="2719388"/>
          <p14:tracePt t="44511" x="1525588" y="2678113"/>
          <p14:tracePt t="44519" x="1409700" y="2611438"/>
          <p14:tracePt t="44528" x="1384300" y="2595563"/>
          <p14:tracePt t="44535" x="1301750" y="2546350"/>
          <p14:tracePt t="44544" x="1227138" y="2495550"/>
          <p14:tracePt t="44552" x="1185863" y="2471738"/>
          <p14:tracePt t="44560" x="1144588" y="2454275"/>
          <p14:tracePt t="44568" x="1119188" y="2446338"/>
          <p14:tracePt t="44576" x="1103313" y="2430463"/>
          <p14:tracePt t="44594" x="1103313" y="2413000"/>
          <p14:tracePt t="44689" x="1103313" y="2405063"/>
          <p14:tracePt t="44721" x="1119188" y="2405063"/>
          <p14:tracePt t="44786" x="1128713" y="2405063"/>
          <p14:tracePt t="44810" x="1144588" y="2405063"/>
          <p14:tracePt t="44826" x="1169988" y="2405063"/>
          <p14:tracePt t="44834" x="1211263" y="2405063"/>
          <p14:tracePt t="44842" x="1244600" y="2405063"/>
          <p14:tracePt t="44850" x="1301750" y="2405063"/>
          <p14:tracePt t="44858" x="1393825" y="2387600"/>
          <p14:tracePt t="44866" x="1450975" y="2387600"/>
          <p14:tracePt t="44875" x="1535113" y="2387600"/>
          <p14:tracePt t="44883" x="1617663" y="2387600"/>
          <p14:tracePt t="44891" x="1716088" y="2387600"/>
          <p14:tracePt t="44899" x="1800225" y="2371725"/>
          <p14:tracePt t="44908" x="1924050" y="2371725"/>
          <p14:tracePt t="44915" x="2024063" y="2371725"/>
          <p14:tracePt t="44924" x="2065338" y="2371725"/>
          <p14:tracePt t="44931" x="2147888" y="2363788"/>
          <p14:tracePt t="44941" x="2230438" y="2363788"/>
          <p14:tracePt t="44947" x="2305050" y="2363788"/>
          <p14:tracePt t="44957" x="2363788" y="2363788"/>
          <p14:tracePt t="44964" x="2389188" y="2363788"/>
          <p14:tracePt t="44972" x="2413000" y="2363788"/>
          <p14:tracePt t="44979" x="2430463" y="2363788"/>
          <p14:tracePt t="44988" x="2446338" y="2363788"/>
          <p14:tracePt t="44996" x="2454275" y="2363788"/>
          <p14:tracePt t="45012" x="2471738" y="2363788"/>
          <p14:tracePt t="45141" x="2487613" y="2363788"/>
          <p14:tracePt t="45149" x="2497138" y="2363788"/>
          <p14:tracePt t="45165" x="2528888" y="2363788"/>
          <p14:tracePt t="45174" x="2554288" y="2363788"/>
          <p14:tracePt t="45181" x="2571750" y="2363788"/>
          <p14:tracePt t="45191" x="2613025" y="2363788"/>
          <p14:tracePt t="45198" x="2636838" y="2363788"/>
          <p14:tracePt t="45207" x="2695575" y="2363788"/>
          <p14:tracePt t="45214" x="2736850" y="2363788"/>
          <p14:tracePt t="45222" x="2795588" y="2371725"/>
          <p14:tracePt t="45230" x="2819400" y="2371725"/>
          <p14:tracePt t="45238" x="2852738" y="2387600"/>
          <p14:tracePt t="45246" x="2878138" y="2387600"/>
          <p14:tracePt t="45254" x="2903538" y="2387600"/>
          <p14:tracePt t="45262" x="2919413" y="2405063"/>
          <p14:tracePt t="45270" x="2935288" y="2405063"/>
          <p14:tracePt t="45278" x="2944813" y="2405063"/>
          <p14:tracePt t="45286" x="2944813" y="2413000"/>
          <p14:tracePt t="45303" x="2960688" y="2413000"/>
          <p14:tracePt t="45359" x="2978150" y="2413000"/>
          <p14:tracePt t="45383" x="2978150" y="2430463"/>
          <p14:tracePt t="45399" x="2986088" y="2430463"/>
          <p14:tracePt t="45409" x="2986088" y="2446338"/>
          <p14:tracePt t="45416" x="3001963" y="2471738"/>
          <p14:tracePt t="45425" x="3019425" y="2487613"/>
          <p14:tracePt t="45432" x="3027363" y="2528888"/>
          <p14:tracePt t="45441" x="3043238" y="2554288"/>
          <p14:tracePt t="45448" x="3068638" y="2595563"/>
          <p14:tracePt t="45457" x="3086100" y="2611438"/>
          <p14:tracePt t="45464" x="3109913" y="2636838"/>
          <p14:tracePt t="45472" x="3143250" y="2670175"/>
          <p14:tracePt t="45480" x="3160713" y="2695575"/>
          <p14:tracePt t="45488" x="3184525" y="2711450"/>
          <p14:tracePt t="45496" x="3201988" y="2719388"/>
          <p14:tracePt t="45504" x="3209925" y="2736850"/>
          <p14:tracePt t="45513" x="3225800" y="2736850"/>
          <p14:tracePt t="45520" x="3243263" y="2736850"/>
          <p14:tracePt t="45529" x="3243263" y="2752725"/>
          <p14:tracePt t="45537" x="3251200" y="2752725"/>
          <p14:tracePt t="45545" x="3267075" y="2752725"/>
          <p14:tracePt t="45577" x="3284538" y="2752725"/>
          <p14:tracePt t="45690" x="3284538" y="2760663"/>
          <p14:tracePt t="45698" x="3267075" y="2760663"/>
          <p14:tracePt t="45708" x="3267075" y="2778125"/>
          <p14:tracePt t="45714" x="3243263" y="2778125"/>
          <p14:tracePt t="45724" x="3225800" y="2778125"/>
          <p14:tracePt t="45730" x="3209925" y="2794000"/>
          <p14:tracePt t="45738" x="3201988" y="2794000"/>
          <p14:tracePt t="45747" x="3201988" y="2811463"/>
          <p14:tracePt t="45755" x="3184525" y="2811463"/>
          <p14:tracePt t="45771" x="3184525" y="2819400"/>
          <p14:tracePt t="45787" x="3168650" y="2819400"/>
          <p14:tracePt t="45795" x="3168650" y="2836863"/>
          <p14:tracePt t="45819" x="3168650" y="2852738"/>
          <p14:tracePt t="46110" x="3184525" y="2852738"/>
          <p14:tracePt t="46126" x="3201988" y="2852738"/>
          <p14:tracePt t="46134" x="3251200" y="2852738"/>
          <p14:tracePt t="46142" x="3292475" y="2852738"/>
          <p14:tracePt t="46150" x="3351213" y="2852738"/>
          <p14:tracePt t="46158" x="3375025" y="2852738"/>
          <p14:tracePt t="46166" x="3449638" y="2860675"/>
          <p14:tracePt t="46175" x="3508375" y="2878138"/>
          <p14:tracePt t="46183" x="3575050" y="2894013"/>
          <p14:tracePt t="46191" x="3657600" y="2894013"/>
          <p14:tracePt t="46199" x="3698875" y="2901950"/>
          <p14:tracePt t="46208" x="3781425" y="2919413"/>
          <p14:tracePt t="46215" x="3898900" y="2935288"/>
          <p14:tracePt t="46224" x="3981450" y="2943225"/>
          <p14:tracePt t="46231" x="4064000" y="2943225"/>
          <p14:tracePt t="46240" x="4122738" y="2943225"/>
          <p14:tracePt t="46247" x="4187825" y="2943225"/>
          <p14:tracePt t="46255" x="4287838" y="2943225"/>
          <p14:tracePt t="46263" x="4370388" y="2943225"/>
          <p14:tracePt t="46271" x="4437063" y="2943225"/>
          <p14:tracePt t="46279" x="4495800" y="2943225"/>
          <p14:tracePt t="46288" x="4537075" y="2943225"/>
          <p14:tracePt t="46296" x="4578350" y="2943225"/>
          <p14:tracePt t="46303" x="4611688" y="2943225"/>
          <p14:tracePt t="46312" x="4652963" y="2943225"/>
          <p14:tracePt t="46320" x="4678363" y="2943225"/>
          <p14:tracePt t="46328" x="4694238" y="2943225"/>
          <p14:tracePt t="46336" x="4719638" y="2943225"/>
          <p14:tracePt t="46344" x="4735513" y="2943225"/>
          <p14:tracePt t="46352" x="4752975" y="2943225"/>
          <p14:tracePt t="46384" x="4760913" y="2943225"/>
          <p14:tracePt t="46522" x="4719638" y="2943225"/>
          <p14:tracePt t="46530" x="4678363" y="2943225"/>
          <p14:tracePt t="46538" x="4635500" y="2943225"/>
          <p14:tracePt t="46546" x="4578350" y="2943225"/>
          <p14:tracePt t="46554" x="4537075" y="2943225"/>
          <p14:tracePt t="46562" x="4495800" y="2943225"/>
          <p14:tracePt t="46570" x="4454525" y="2943225"/>
          <p14:tracePt t="46578" x="4411663" y="2943225"/>
          <p14:tracePt t="46586" x="4387850" y="2943225"/>
          <p14:tracePt t="46596" x="4354513" y="2943225"/>
          <p14:tracePt t="46602" x="4346575" y="2943225"/>
          <p14:tracePt t="46611" x="4313238" y="2943225"/>
          <p14:tracePt t="46618" x="4305300" y="2943225"/>
          <p14:tracePt t="46627" x="4287838" y="2943225"/>
          <p14:tracePt t="46635" x="4262438" y="2935288"/>
          <p14:tracePt t="46643" x="4221163" y="2935288"/>
          <p14:tracePt t="46651" x="4205288" y="2935288"/>
          <p14:tracePt t="46659" x="4164013" y="2935288"/>
          <p14:tracePt t="46667" x="4130675" y="2935288"/>
          <p14:tracePt t="46675" x="4105275" y="2935288"/>
          <p14:tracePt t="46683" x="4064000" y="2935288"/>
          <p14:tracePt t="46691" x="4048125" y="2919413"/>
          <p14:tracePt t="46699" x="4038600" y="2919413"/>
          <p14:tracePt t="46708" x="4022725" y="2919413"/>
          <p14:tracePt t="46716" x="4005263" y="2919413"/>
          <p14:tracePt t="46861" x="4022725" y="2919413"/>
          <p14:tracePt t="46869" x="4089400" y="2935288"/>
          <p14:tracePt t="46877" x="4187825" y="2976563"/>
          <p14:tracePt t="46885" x="4313238" y="3001963"/>
          <p14:tracePt t="46893" x="4429125" y="3060700"/>
          <p14:tracePt t="46901" x="4486275" y="3076575"/>
          <p14:tracePt t="46909" x="4660900" y="3143250"/>
          <p14:tracePt t="46917" x="4702175" y="3159125"/>
          <p14:tracePt t="46925" x="4802188" y="3184525"/>
          <p14:tracePt t="46933" x="4860925" y="3200400"/>
          <p14:tracePt t="46941" x="4902200" y="3200400"/>
          <p14:tracePt t="46950" x="4959350" y="3209925"/>
          <p14:tracePt t="46958" x="4984750" y="3225800"/>
          <p14:tracePt t="46966" x="5000625" y="3225800"/>
          <p14:tracePt t="46974" x="5018088" y="3225800"/>
          <p14:tracePt t="46998" x="5018088" y="3241675"/>
          <p14:tracePt t="47257" x="5026025" y="3241675"/>
          <p14:tracePt t="47265" x="5100638" y="3225800"/>
          <p14:tracePt t="47274" x="5126038" y="3225800"/>
          <p14:tracePt t="47281" x="5192713" y="3200400"/>
          <p14:tracePt t="47289" x="5249863" y="3184525"/>
          <p14:tracePt t="47297" x="5308600" y="3159125"/>
          <p14:tracePt t="47305" x="5332413" y="3143250"/>
          <p14:tracePt t="47313" x="5373688" y="3125788"/>
          <p14:tracePt t="47321" x="5407025" y="3125788"/>
          <p14:tracePt t="47329" x="5432425" y="3117850"/>
          <p14:tracePt t="47337" x="5457825" y="3117850"/>
          <p14:tracePt t="47353" x="5473700" y="3101975"/>
          <p14:tracePt t="47361" x="5491163" y="3101975"/>
          <p14:tracePt t="47377" x="5499100" y="3101975"/>
          <p14:tracePt t="47385" x="5514975" y="3101975"/>
          <p14:tracePt t="47401" x="5540375" y="3084513"/>
          <p14:tracePt t="47410" x="5589588" y="3084513"/>
          <p14:tracePt t="47418" x="5630863" y="3076575"/>
          <p14:tracePt t="47426" x="5715000" y="3076575"/>
          <p14:tracePt t="47434" x="5780088" y="3060700"/>
          <p14:tracePt t="47442" x="5805488" y="3043238"/>
          <p14:tracePt t="47450" x="5897563" y="3043238"/>
          <p14:tracePt t="47458" x="5980113" y="3027363"/>
          <p14:tracePt t="47466" x="6062663" y="3027363"/>
          <p14:tracePt t="47474" x="6129338" y="3027363"/>
          <p14:tracePt t="47482" x="6203950" y="3027363"/>
          <p14:tracePt t="47491" x="6253163" y="3027363"/>
          <p14:tracePt t="47499" x="6311900" y="3027363"/>
          <p14:tracePt t="47508" x="6337300" y="3017838"/>
          <p14:tracePt t="47515" x="6386513" y="3017838"/>
          <p14:tracePt t="47524" x="6394450" y="3017838"/>
          <p14:tracePt t="47531" x="6411913" y="3017838"/>
          <p14:tracePt t="47539" x="6427788" y="3017838"/>
          <p14:tracePt t="47555" x="6435725" y="3017838"/>
          <p14:tracePt t="47587" x="6453188" y="3017838"/>
          <p14:tracePt t="47676" x="6453188" y="3001963"/>
          <p14:tracePt t="47684" x="6435725" y="3001963"/>
          <p14:tracePt t="47692" x="6427788" y="3001963"/>
          <p14:tracePt t="47700" x="6386513" y="3001963"/>
          <p14:tracePt t="47708" x="6327775" y="2986088"/>
          <p14:tracePt t="47716" x="6229350" y="2976563"/>
          <p14:tracePt t="47725" x="6121400" y="2976563"/>
          <p14:tracePt t="47733" x="5988050" y="2960688"/>
          <p14:tracePt t="47741" x="5838825" y="2943225"/>
          <p14:tracePt t="47749" x="5780088" y="2943225"/>
          <p14:tracePt t="47758" x="5673725" y="2935288"/>
          <p14:tracePt t="47765" x="5589588" y="2935288"/>
          <p14:tracePt t="47774" x="5514975" y="2935288"/>
          <p14:tracePt t="47781" x="5491163" y="2919413"/>
          <p14:tracePt t="47791" x="5448300" y="2919413"/>
          <p14:tracePt t="47797" x="5432425" y="2919413"/>
          <p14:tracePt t="47805" x="5416550" y="2919413"/>
          <p14:tracePt t="47813" x="5407025" y="2919413"/>
          <p14:tracePt t="47829" x="5407025" y="2901950"/>
          <p14:tracePt t="47902" x="5416550" y="2901950"/>
          <p14:tracePt t="47910" x="5473700" y="2901950"/>
          <p14:tracePt t="47918" x="5573713" y="2901950"/>
          <p14:tracePt t="47926" x="5681663" y="2901950"/>
          <p14:tracePt t="47941" x="5838825" y="2901950"/>
          <p14:tracePt t="47943" x="6021388" y="2901950"/>
          <p14:tracePt t="47950" x="6245225" y="2901950"/>
          <p14:tracePt t="47958" x="6510338" y="2901950"/>
          <p14:tracePt t="47967" x="6759575" y="2901950"/>
          <p14:tracePt t="47975" x="7024688" y="2919413"/>
          <p14:tracePt t="47983" x="7248525" y="2919413"/>
          <p14:tracePt t="47991" x="7431088" y="2935288"/>
          <p14:tracePt t="47999" x="7489825" y="2935288"/>
          <p14:tracePt t="48008" x="7613650" y="2935288"/>
          <p14:tracePt t="48015" x="7721600" y="2935288"/>
          <p14:tracePt t="48024" x="7821613" y="2935288"/>
          <p14:tracePt t="48031" x="7886700" y="2935288"/>
          <p14:tracePt t="48041" x="7970838" y="2935288"/>
          <p14:tracePt t="48048" x="8004175" y="2935288"/>
          <p14:tracePt t="48058" x="8061325" y="2935288"/>
          <p14:tracePt t="48064" x="8086725" y="2935288"/>
          <p14:tracePt t="48075" x="8102600" y="2935288"/>
          <p14:tracePt t="48080" x="8112125" y="2935288"/>
          <p14:tracePt t="48091" x="8128000" y="2935288"/>
          <p14:tracePt t="48096" x="8143875" y="2935288"/>
          <p14:tracePt t="48112" x="8143875" y="2919413"/>
          <p14:tracePt t="48124" x="8153400" y="2919413"/>
          <p14:tracePt t="48565" x="8169275" y="2919413"/>
          <p14:tracePt t="48596" x="8186738" y="2919413"/>
          <p14:tracePt t="48645" x="8194675" y="2919413"/>
          <p14:tracePt t="50228" x="8186738" y="2919413"/>
          <p14:tracePt t="50235" x="8086725" y="2919413"/>
          <p14:tracePt t="50243" x="7970838" y="2919413"/>
          <p14:tracePt t="50251" x="7821613" y="2919413"/>
          <p14:tracePt t="50259" x="7597775" y="2960688"/>
          <p14:tracePt t="50268" x="7373938" y="2976563"/>
          <p14:tracePt t="50276" x="7150100" y="2986088"/>
          <p14:tracePt t="50284" x="6900863" y="3043238"/>
          <p14:tracePt t="50292" x="6677025" y="3060700"/>
          <p14:tracePt t="50300" x="6494463" y="3076575"/>
          <p14:tracePt t="50308" x="6311900" y="3101975"/>
          <p14:tracePt t="50316" x="6253163" y="3101975"/>
          <p14:tracePt t="50324" x="6103938" y="3101975"/>
          <p14:tracePt t="50332" x="5980113" y="3117850"/>
          <p14:tracePt t="50342" x="5797550" y="3117850"/>
          <p14:tracePt t="50348" x="5722938" y="3125788"/>
          <p14:tracePt t="50358" x="5630863" y="3125788"/>
          <p14:tracePt t="50365" x="5532438" y="3125788"/>
          <p14:tracePt t="50375" x="5432425" y="3125788"/>
          <p14:tracePt t="50381" x="5365750" y="3125788"/>
          <p14:tracePt t="50391" x="5267325" y="3125788"/>
          <p14:tracePt t="50397" x="5167313" y="3125788"/>
          <p14:tracePt t="50408" x="5067300" y="3143250"/>
          <p14:tracePt t="50413" x="4943475" y="3143250"/>
          <p14:tracePt t="50424" x="4835525" y="3143250"/>
          <p14:tracePt t="50429" x="4702175" y="3143250"/>
          <p14:tracePt t="50441" x="4529138" y="3143250"/>
          <p14:tracePt t="50445" x="4329113" y="3143250"/>
          <p14:tracePt t="50458" x="4146550" y="3143250"/>
          <p14:tracePt t="50461" x="3963988" y="3143250"/>
          <p14:tracePt t="50474" x="3781425" y="3143250"/>
          <p14:tracePt t="50478" x="3598863" y="3143250"/>
          <p14:tracePt t="50491" x="3408363" y="3143250"/>
          <p14:tracePt t="50494" x="3201988" y="3143250"/>
          <p14:tracePt t="50508" x="2978150" y="3143250"/>
          <p14:tracePt t="50510" x="2795588" y="3143250"/>
          <p14:tracePt t="50524" x="2571750" y="3143250"/>
          <p14:tracePt t="50527" x="2413000" y="3143250"/>
          <p14:tracePt t="50541" x="2347913" y="3143250"/>
          <p14:tracePt t="50543" x="2189163" y="3143250"/>
          <p14:tracePt t="50558" x="2098675" y="3143250"/>
          <p14:tracePt t="50559" x="1998663" y="3143250"/>
          <p14:tracePt t="50566" x="1898650" y="3143250"/>
          <p14:tracePt t="50575" x="1833563" y="3143250"/>
          <p14:tracePt t="50583" x="1700213" y="3143250"/>
          <p14:tracePt t="50833" x="1674813" y="3143250"/>
          <p14:tracePt t="50841" x="1658938" y="3143250"/>
          <p14:tracePt t="50849" x="1633538" y="3143250"/>
          <p14:tracePt t="50858" x="1617663" y="3159125"/>
          <p14:tracePt t="50865" x="1609725" y="3159125"/>
          <p14:tracePt t="50874" x="1592263" y="3167063"/>
          <p14:tracePt t="50881" x="1576388" y="3167063"/>
          <p14:tracePt t="50897" x="1566863" y="3184525"/>
          <p14:tracePt t="50922" x="1566863" y="3200400"/>
          <p14:tracePt t="51002" x="1576388" y="3200400"/>
          <p14:tracePt t="51027" x="1592263" y="3200400"/>
          <p14:tracePt t="51051" x="1592263" y="3209925"/>
          <p14:tracePt t="51059" x="1609725" y="3209925"/>
          <p14:tracePt t="51067" x="1617663" y="3209925"/>
          <p14:tracePt t="51075" x="1617663" y="3225800"/>
          <p14:tracePt t="51083" x="1633538" y="3225800"/>
          <p14:tracePt t="51091" x="1651000" y="3241675"/>
          <p14:tracePt t="51099" x="1658938" y="3251200"/>
          <p14:tracePt t="51107" x="1674813" y="3267075"/>
          <p14:tracePt t="51115" x="1692275" y="3267075"/>
          <p14:tracePt t="51124" x="1692275" y="3284538"/>
          <p14:tracePt t="51131" x="1700213" y="3292475"/>
          <p14:tracePt t="51141" x="1716088" y="3292475"/>
          <p14:tracePt t="51157" x="1716088" y="3308350"/>
          <p14:tracePt t="51164" x="1733550" y="3308350"/>
          <p14:tracePt t="51196" x="1741488" y="3325813"/>
          <p14:tracePt t="52214" x="1758950" y="3325813"/>
          <p14:tracePt t="52222" x="1816100" y="3325813"/>
          <p14:tracePt t="52229" x="1882775" y="3325813"/>
          <p14:tracePt t="52238" x="1941513" y="3341688"/>
          <p14:tracePt t="52246" x="2006600" y="3367088"/>
          <p14:tracePt t="52254" x="2081213" y="3367088"/>
          <p14:tracePt t="52262" x="2165350" y="3390900"/>
          <p14:tracePt t="52270" x="2206625" y="3408363"/>
          <p14:tracePt t="52278" x="2263775" y="3424238"/>
          <p14:tracePt t="52286" x="2305050" y="3433763"/>
          <p14:tracePt t="52294" x="2322513" y="3449638"/>
          <p14:tracePt t="52302" x="2347913" y="3449638"/>
          <p14:tracePt t="52310" x="2371725" y="3467100"/>
          <p14:tracePt t="52326" x="2389188" y="3467100"/>
          <p14:tracePt t="52342" x="2389188" y="3475038"/>
          <p14:tracePt t="52351" x="2405063" y="3475038"/>
          <p14:tracePt t="52399" x="2405063" y="3490913"/>
          <p14:tracePt t="52423" x="2389188" y="3490913"/>
          <p14:tracePt t="52431" x="2371725" y="3490913"/>
          <p14:tracePt t="52441" x="2363788" y="3490913"/>
          <p14:tracePt t="52448" x="2305050" y="3508375"/>
          <p14:tracePt t="52457" x="2247900" y="3516313"/>
          <p14:tracePt t="52464" x="2181225" y="3516313"/>
          <p14:tracePt t="52471" x="2106613" y="3516313"/>
          <p14:tracePt t="52480" x="2006600" y="3516313"/>
          <p14:tracePt t="52488" x="1957388" y="3516313"/>
          <p14:tracePt t="52496" x="1882775" y="3516313"/>
          <p14:tracePt t="52504" x="1816100" y="3516313"/>
          <p14:tracePt t="52512" x="1758950" y="3516313"/>
          <p14:tracePt t="52520" x="1700213" y="3516313"/>
          <p14:tracePt t="52528" x="1674813" y="3516313"/>
          <p14:tracePt t="52536" x="1651000" y="3516313"/>
          <p14:tracePt t="52544" x="1633538" y="3516313"/>
          <p14:tracePt t="52552" x="1617663" y="3516313"/>
          <p14:tracePt t="52594" x="1617663" y="3508375"/>
          <p14:tracePt t="52649" x="1633538" y="3508375"/>
          <p14:tracePt t="52658" x="1692275" y="3490913"/>
          <p14:tracePt t="52665" x="1741488" y="3490913"/>
          <p14:tracePt t="52674" x="1841500" y="3490913"/>
          <p14:tracePt t="52682" x="1941513" y="3490913"/>
          <p14:tracePt t="52691" x="1982788" y="3490913"/>
          <p14:tracePt t="52698" x="2081213" y="3490913"/>
          <p14:tracePt t="52707" x="2147888" y="3490913"/>
          <p14:tracePt t="52714" x="2247900" y="3490913"/>
          <p14:tracePt t="52722" x="2330450" y="3490913"/>
          <p14:tracePt t="52730" x="2405063" y="3490913"/>
          <p14:tracePt t="52738" x="2471738" y="3490913"/>
          <p14:tracePt t="52746" x="2528888" y="3490913"/>
          <p14:tracePt t="52754" x="2571750" y="3490913"/>
          <p14:tracePt t="52762" x="2628900" y="3490913"/>
          <p14:tracePt t="52770" x="2670175" y="3508375"/>
          <p14:tracePt t="52778" x="2679700" y="3508375"/>
          <p14:tracePt t="52786" x="2720975" y="3508375"/>
          <p14:tracePt t="52795" x="2736850" y="3516313"/>
          <p14:tracePt t="52803" x="2754313" y="3516313"/>
          <p14:tracePt t="52811" x="2762250" y="3516313"/>
          <p14:tracePt t="52819" x="2778125" y="3516313"/>
          <p14:tracePt t="52843" x="2795588" y="3516313"/>
          <p14:tracePt t="52867" x="2795588" y="3532188"/>
          <p14:tracePt t="52899" x="2795588" y="3549650"/>
          <p14:tracePt t="52924" x="2778125" y="3549650"/>
          <p14:tracePt t="52932" x="2762250" y="3549650"/>
          <p14:tracePt t="52941" x="2754313" y="3549650"/>
          <p14:tracePt t="52948" x="2720975" y="3565525"/>
          <p14:tracePt t="52958" x="2670175" y="3565525"/>
          <p14:tracePt t="52964" x="2595563" y="3565525"/>
          <p14:tracePt t="52973" x="2471738" y="3565525"/>
          <p14:tracePt t="52980" x="2371725" y="3565525"/>
          <p14:tracePt t="52988" x="2247900" y="3565525"/>
          <p14:tracePt t="52996" x="2189163" y="3565525"/>
          <p14:tracePt t="53005" x="2106613" y="3549650"/>
          <p14:tracePt t="53013" x="2006600" y="3532188"/>
          <p14:tracePt t="53021" x="1957388" y="3508375"/>
          <p14:tracePt t="53029" x="1898650" y="3490913"/>
          <p14:tracePt t="53037" x="1882775" y="3475038"/>
          <p14:tracePt t="53045" x="1857375" y="3467100"/>
          <p14:tracePt t="53053" x="1857375" y="3449638"/>
          <p14:tracePt t="53061" x="1841500" y="3433763"/>
          <p14:tracePt t="53077" x="1841500" y="3424238"/>
          <p14:tracePt t="53093" x="1841500" y="3408363"/>
          <p14:tracePt t="53101" x="1841500" y="3390900"/>
          <p14:tracePt t="53125" x="1841500" y="3382963"/>
          <p14:tracePt t="53142" x="1874838" y="3367088"/>
          <p14:tracePt t="53150" x="1898650" y="3349625"/>
          <p14:tracePt t="53158" x="1941513" y="3308350"/>
          <p14:tracePt t="53166" x="1998663" y="3284538"/>
          <p14:tracePt t="53174" x="2057400" y="3251200"/>
          <p14:tracePt t="53182" x="2081213" y="3241675"/>
          <p14:tracePt t="53191" x="2206625" y="3167063"/>
          <p14:tracePt t="53198" x="2305050" y="3143250"/>
          <p14:tracePt t="53208" x="2371725" y="3125788"/>
          <p14:tracePt t="53214" x="2430463" y="3117850"/>
          <p14:tracePt t="53224" x="2497138" y="3084513"/>
          <p14:tracePt t="53231" x="2571750" y="3076575"/>
          <p14:tracePt t="53239" x="2654300" y="3060700"/>
          <p14:tracePt t="53247" x="2695575" y="3060700"/>
          <p14:tracePt t="53255" x="2754313" y="3060700"/>
          <p14:tracePt t="53263" x="2803525" y="3060700"/>
          <p14:tracePt t="53271" x="2860675" y="3060700"/>
          <p14:tracePt t="53279" x="2894013" y="3060700"/>
          <p14:tracePt t="53287" x="2919413" y="3060700"/>
          <p14:tracePt t="53295" x="2960688" y="3060700"/>
          <p14:tracePt t="53303" x="2978150" y="3076575"/>
          <p14:tracePt t="53311" x="3001963" y="3101975"/>
          <p14:tracePt t="53319" x="3027363" y="3143250"/>
          <p14:tracePt t="53328" x="3060700" y="3167063"/>
          <p14:tracePt t="53335" x="3086100" y="3209925"/>
          <p14:tracePt t="53343" x="3101975" y="3241675"/>
          <p14:tracePt t="53352" x="3109913" y="3267075"/>
          <p14:tracePt t="53360" x="3109913" y="3292475"/>
          <p14:tracePt t="53368" x="3127375" y="3292475"/>
          <p14:tracePt t="53376" x="3127375" y="3325813"/>
          <p14:tracePt t="53384" x="3143250" y="3325813"/>
          <p14:tracePt t="53392" x="3143250" y="3341688"/>
          <p14:tracePt t="53400" x="3143250" y="3349625"/>
          <p14:tracePt t="53416" x="3143250" y="3367088"/>
          <p14:tracePt t="53425" x="3143250" y="3382963"/>
          <p14:tracePt t="53448" x="3143250" y="3390900"/>
          <p14:tracePt t="53465" x="3160713" y="3424238"/>
          <p14:tracePt t="53474" x="3160713" y="3433763"/>
          <p14:tracePt t="53481" x="3160713" y="3449638"/>
          <p14:tracePt t="53490" x="3168650" y="3467100"/>
          <p14:tracePt t="53497" x="3168650" y="3490913"/>
          <p14:tracePt t="53505" x="3184525" y="3508375"/>
          <p14:tracePt t="53513" x="3201988" y="3516313"/>
          <p14:tracePt t="53521" x="3201988" y="3532188"/>
          <p14:tracePt t="53529" x="3209925" y="3565525"/>
          <p14:tracePt t="53537" x="3225800" y="3565525"/>
          <p14:tracePt t="53546" x="3251200" y="3590925"/>
          <p14:tracePt t="53553" x="3284538" y="3606800"/>
          <p14:tracePt t="53570" x="3309938" y="3616325"/>
          <p14:tracePt t="53578" x="3325813" y="3616325"/>
          <p14:tracePt t="53586" x="3333750" y="3632200"/>
          <p14:tracePt t="53602" x="3351213" y="3648075"/>
          <p14:tracePt t="53610" x="3367088" y="3648075"/>
          <p14:tracePt t="53626" x="3375025" y="3648075"/>
          <p14:tracePt t="53634" x="3392488" y="3648075"/>
          <p14:tracePt t="53650" x="3408363" y="3648075"/>
          <p14:tracePt t="53658" x="3425825" y="3648075"/>
          <p14:tracePt t="53675" x="3449638" y="3648075"/>
          <p14:tracePt t="53683" x="3467100" y="3648075"/>
          <p14:tracePt t="53691" x="3475038" y="3648075"/>
          <p14:tracePt t="53699" x="3492500" y="3648075"/>
          <p14:tracePt t="53708" x="3508375" y="3648075"/>
          <p14:tracePt t="53715" x="3516313" y="3648075"/>
          <p14:tracePt t="53724" x="3533775" y="3648075"/>
          <p14:tracePt t="53731" x="3549650" y="3648075"/>
          <p14:tracePt t="53740" x="3557588" y="3648075"/>
          <p14:tracePt t="53747" x="3575050" y="3648075"/>
          <p14:tracePt t="53755" x="3590925" y="3648075"/>
          <p14:tracePt t="53763" x="3598863" y="3648075"/>
          <p14:tracePt t="53771" x="3616325" y="3648075"/>
          <p14:tracePt t="53787" x="3632200" y="3648075"/>
          <p14:tracePt t="53796" x="3641725" y="3648075"/>
          <p14:tracePt t="53804" x="3657600" y="3648075"/>
          <p14:tracePt t="53820" x="3673475" y="3648075"/>
          <p14:tracePt t="53836" x="3690938" y="3648075"/>
          <p14:tracePt t="53868" x="3698875" y="3648075"/>
          <p14:tracePt t="54030" x="3716338" y="3648075"/>
          <p14:tracePt t="54038" x="3732213" y="3648075"/>
          <p14:tracePt t="54046" x="3757613" y="3648075"/>
          <p14:tracePt t="54054" x="3798888" y="3648075"/>
          <p14:tracePt t="54062" x="3822700" y="3657600"/>
          <p14:tracePt t="54070" x="3865563" y="3657600"/>
          <p14:tracePt t="54078" x="3898900" y="3657600"/>
          <p14:tracePt t="54086" x="3940175" y="3673475"/>
          <p14:tracePt t="54095" x="3981450" y="3673475"/>
          <p14:tracePt t="54102" x="3997325" y="3673475"/>
          <p14:tracePt t="54111" x="4038600" y="3673475"/>
          <p14:tracePt t="54118" x="4048125" y="3673475"/>
          <p14:tracePt t="54127" x="4079875" y="3690938"/>
          <p14:tracePt t="54135" x="4089400" y="3690938"/>
          <p14:tracePt t="54143" x="4105275" y="3690938"/>
          <p14:tracePt t="54167" x="4122738" y="3690938"/>
          <p14:tracePt t="54361" x="4130675" y="3690938"/>
          <p14:tracePt t="54385" x="4146550" y="3690938"/>
          <p14:tracePt t="54409" x="4164013" y="3690938"/>
          <p14:tracePt t="54425" x="4171950" y="3690938"/>
          <p14:tracePt t="54660" x="4187825" y="3690938"/>
          <p14:tracePt t="54668" x="4262438" y="3690938"/>
          <p14:tracePt t="54676" x="4313238" y="3673475"/>
          <p14:tracePt t="54684" x="4387850" y="3648075"/>
          <p14:tracePt t="54692" x="4511675" y="3632200"/>
          <p14:tracePt t="54709" x="4678363" y="3606800"/>
          <p14:tracePt t="54716" x="4776788" y="3590925"/>
          <p14:tracePt t="54724" x="4876800" y="3573463"/>
          <p14:tracePt t="54732" x="4967288" y="3565525"/>
          <p14:tracePt t="54741" x="5067300" y="3549650"/>
          <p14:tracePt t="54748" x="5141913" y="3549650"/>
          <p14:tracePt t="54758" x="5208588" y="3549650"/>
          <p14:tracePt t="54765" x="5267325" y="3532188"/>
          <p14:tracePt t="54775" x="5324475" y="3532188"/>
          <p14:tracePt t="54781" x="5349875" y="3532188"/>
          <p14:tracePt t="54791" x="5391150" y="3532188"/>
          <p14:tracePt t="54797" x="5416550" y="3532188"/>
          <p14:tracePt t="54808" x="5448300" y="3532188"/>
          <p14:tracePt t="54813" x="5491163" y="3532188"/>
          <p14:tracePt t="54824" x="5499100" y="3532188"/>
          <p14:tracePt t="54829" x="5532438" y="3532188"/>
          <p14:tracePt t="54841" x="5556250" y="3532188"/>
          <p14:tracePt t="54845" x="5589588" y="3532188"/>
          <p14:tracePt t="54858" x="5614988" y="3532188"/>
          <p14:tracePt t="54861" x="5630863" y="3549650"/>
          <p14:tracePt t="54874" x="5640388" y="3549650"/>
          <p14:tracePt t="54878" x="5656263" y="3549650"/>
          <p14:tracePt t="54891" x="5673725" y="3565525"/>
          <p14:tracePt t="54893" x="5681663" y="3565525"/>
          <p14:tracePt t="54908" x="5697538" y="3565525"/>
          <p14:tracePt t="54924" x="5715000" y="3565525"/>
          <p14:tracePt t="54942" x="5722938" y="3565525"/>
          <p14:tracePt t="54983" x="5738813" y="3565525"/>
          <p14:tracePt t="55031" x="5756275" y="3565525"/>
          <p14:tracePt t="55047" x="5764213" y="3565525"/>
          <p14:tracePt t="55063" x="5780088" y="3565525"/>
          <p14:tracePt t="55071" x="5797550" y="3573463"/>
          <p14:tracePt t="55079" x="5805488" y="3573463"/>
          <p14:tracePt t="55095" x="5838825" y="3573463"/>
          <p14:tracePt t="55103" x="5854700" y="3573463"/>
          <p14:tracePt t="55112" x="5864225" y="3590925"/>
          <p14:tracePt t="55119" x="5880100" y="3590925"/>
          <p14:tracePt t="55136" x="5897563" y="3590925"/>
          <p14:tracePt t="55160" x="5897563" y="3606800"/>
          <p14:tracePt t="55168" x="5905500" y="3606800"/>
          <p14:tracePt t="55749" x="5962650" y="3606800"/>
          <p14:tracePt t="55758" x="6021388" y="3573463"/>
          <p14:tracePt t="55766" x="6070600" y="3565525"/>
          <p14:tracePt t="55775" x="6145213" y="3549650"/>
          <p14:tracePt t="55782" x="6211888" y="3532188"/>
          <p14:tracePt t="55791" x="6286500" y="3532188"/>
          <p14:tracePt t="55798" x="6353175" y="3516313"/>
          <p14:tracePt t="55808" x="6411913" y="3508375"/>
          <p14:tracePt t="55814" x="6469063" y="3508375"/>
          <p14:tracePt t="55822" x="6510338" y="3490913"/>
          <p14:tracePt t="55830" x="6535738" y="3490913"/>
          <p14:tracePt t="55838" x="6561138" y="3490913"/>
          <p14:tracePt t="55846" x="6577013" y="3490913"/>
          <p14:tracePt t="55854" x="6592888" y="3490913"/>
          <p14:tracePt t="55862" x="6602413" y="3490913"/>
          <p14:tracePt t="55878" x="6618288" y="3490913"/>
          <p14:tracePt t="55903" x="6635750" y="3490913"/>
          <p14:tracePt t="55983" x="6651625" y="3490913"/>
          <p14:tracePt t="56008" x="6659563" y="3490913"/>
          <p14:tracePt t="56032" x="6677025" y="3490913"/>
          <p14:tracePt t="56041" x="6692900" y="3490913"/>
          <p14:tracePt t="56048" x="6700838" y="3490913"/>
          <p14:tracePt t="56057" x="6734175" y="3490913"/>
          <p14:tracePt t="56064" x="6759575" y="3490913"/>
          <p14:tracePt t="56074" x="6775450" y="3490913"/>
          <p14:tracePt t="56080" x="6818313" y="3490913"/>
          <p14:tracePt t="56088" x="6826250" y="3490913"/>
          <p14:tracePt t="56097" x="6859588" y="3490913"/>
          <p14:tracePt t="56105" x="6867525" y="3508375"/>
          <p14:tracePt t="56113" x="6883400" y="3508375"/>
          <p14:tracePt t="56120" x="6900863" y="3516313"/>
          <p14:tracePt t="56129" x="6916738" y="3516313"/>
          <p14:tracePt t="56137" x="6916738" y="3532188"/>
          <p14:tracePt t="56153" x="6924675" y="3532188"/>
          <p14:tracePt t="56161" x="6924675" y="3549650"/>
          <p14:tracePt t="56201" x="6924675" y="3565525"/>
          <p14:tracePt t="56314" x="6942138" y="3565525"/>
          <p14:tracePt t="56324" x="6958013" y="3565525"/>
          <p14:tracePt t="56331" x="6999288" y="3565525"/>
          <p14:tracePt t="56339" x="7042150" y="3565525"/>
          <p14:tracePt t="56347" x="7065963" y="3565525"/>
          <p14:tracePt t="56355" x="7165975" y="3565525"/>
          <p14:tracePt t="56363" x="7207250" y="3565525"/>
          <p14:tracePt t="56371" x="7273925" y="3565525"/>
          <p14:tracePt t="56379" x="7331075" y="3565525"/>
          <p14:tracePt t="56387" x="7397750" y="3565525"/>
          <p14:tracePt t="56395" x="7456488" y="3565525"/>
          <p14:tracePt t="56403" x="7497763" y="3573463"/>
          <p14:tracePt t="56411" x="7556500" y="3590925"/>
          <p14:tracePt t="56419" x="7597775" y="3590925"/>
          <p14:tracePt t="56428" x="7621588" y="3606800"/>
          <p14:tracePt t="56435" x="7654925" y="3616325"/>
          <p14:tracePt t="56444" x="7662863" y="3632200"/>
          <p14:tracePt t="56452" x="7680325" y="3632200"/>
          <p14:tracePt t="56468" x="7696200" y="3632200"/>
          <p14:tracePt t="56476" x="7696200" y="3648075"/>
          <p14:tracePt t="56597" x="7696200" y="3657600"/>
          <p14:tracePt t="56605" x="7680325" y="3657600"/>
          <p14:tracePt t="56613" x="7662863" y="3657600"/>
          <p14:tracePt t="56621" x="7621588" y="3657600"/>
          <p14:tracePt t="56629" x="7572375" y="3657600"/>
          <p14:tracePt t="56637" x="7531100" y="3657600"/>
          <p14:tracePt t="56645" x="7439025" y="3657600"/>
          <p14:tracePt t="56654" x="7397750" y="3657600"/>
          <p14:tracePt t="56662" x="7315200" y="3657600"/>
          <p14:tracePt t="56670" x="7265988" y="3648075"/>
          <p14:tracePt t="56678" x="7191375" y="3632200"/>
          <p14:tracePt t="56686" x="7165975" y="3616325"/>
          <p14:tracePt t="56694" x="7107238" y="3606800"/>
          <p14:tracePt t="56702" x="7065963" y="3606800"/>
          <p14:tracePt t="56710" x="7050088" y="3606800"/>
          <p14:tracePt t="56718" x="7024688" y="3590925"/>
          <p14:tracePt t="56726" x="7008813" y="3590925"/>
          <p14:tracePt t="56734" x="6999288" y="3590925"/>
          <p14:tracePt t="56750" x="6983413" y="3590925"/>
          <p14:tracePt t="56758" x="6967538" y="3590925"/>
          <p14:tracePt t="56783" x="6967538" y="3573463"/>
          <p14:tracePt t="56896" x="6983413" y="3573463"/>
          <p14:tracePt t="56920" x="6999288" y="3573463"/>
          <p14:tracePt t="56944" x="7008813" y="3573463"/>
          <p14:tracePt t="57162" x="7024688" y="3573463"/>
          <p14:tracePt t="57170" x="7050088" y="3573463"/>
          <p14:tracePt t="57178" x="7065963" y="3573463"/>
          <p14:tracePt t="57186" x="7107238" y="3573463"/>
          <p14:tracePt t="57195" x="7150100" y="3573463"/>
          <p14:tracePt t="57202" x="7191375" y="3573463"/>
          <p14:tracePt t="57211" x="7232650" y="3573463"/>
          <p14:tracePt t="57219" x="7289800" y="3573463"/>
          <p14:tracePt t="57227" x="7315200" y="3573463"/>
          <p14:tracePt t="57235" x="7356475" y="3573463"/>
          <p14:tracePt t="57243" x="7389813" y="3573463"/>
          <p14:tracePt t="57251" x="7397750" y="3573463"/>
          <p14:tracePt t="57259" x="7431088" y="3573463"/>
          <p14:tracePt t="57267" x="7439025" y="3573463"/>
          <p14:tracePt t="57283" x="7456488" y="3573463"/>
          <p14:tracePt t="57291" x="7472363" y="3573463"/>
          <p14:tracePt t="57445" x="7456488" y="3573463"/>
          <p14:tracePt t="57461" x="7439025" y="3573463"/>
          <p14:tracePt t="57469" x="7431088" y="3573463"/>
          <p14:tracePt t="57477" x="7397750" y="3573463"/>
          <p14:tracePt t="57485" x="7373938" y="3573463"/>
          <p14:tracePt t="57493" x="7315200" y="3573463"/>
          <p14:tracePt t="57501" x="7289800" y="3573463"/>
          <p14:tracePt t="57509" x="7248525" y="3565525"/>
          <p14:tracePt t="57517" x="7191375" y="3549650"/>
          <p14:tracePt t="57525" x="7132638" y="3549650"/>
          <p14:tracePt t="57533" x="7107238" y="3516313"/>
          <p14:tracePt t="57542" x="7065963" y="3516313"/>
          <p14:tracePt t="57550" x="7050088" y="3508375"/>
          <p14:tracePt t="57558" x="7024688" y="3475038"/>
          <p14:tracePt t="57566" x="6999288" y="3467100"/>
          <p14:tracePt t="57575" x="6983413" y="3449638"/>
          <p14:tracePt t="57582" x="6967538" y="3433763"/>
          <p14:tracePt t="57593" x="6958013" y="3424238"/>
          <p14:tracePt t="57598" x="6942138" y="3408363"/>
          <p14:tracePt t="57608" x="6942138" y="3382963"/>
          <p14:tracePt t="57614" x="6924675" y="3367088"/>
          <p14:tracePt t="57623" x="6924675" y="3341688"/>
          <p14:tracePt t="57631" x="6916738" y="3308350"/>
          <p14:tracePt t="57638" x="6916738" y="3284538"/>
          <p14:tracePt t="57646" x="6916738" y="3267075"/>
          <p14:tracePt t="57654" x="6916738" y="3251200"/>
          <p14:tracePt t="57663" x="6916738" y="3225800"/>
          <p14:tracePt t="57671" x="6916738" y="3209925"/>
          <p14:tracePt t="57679" x="6916738" y="3200400"/>
          <p14:tracePt t="57687" x="6916738" y="3184525"/>
          <p14:tracePt t="57695" x="6916738" y="3167063"/>
          <p14:tracePt t="57703" x="6916738" y="3159125"/>
          <p14:tracePt t="57719" x="6916738" y="3143250"/>
          <p14:tracePt t="57727" x="6916738" y="3125788"/>
          <p14:tracePt t="57743" x="6916738" y="3117850"/>
          <p14:tracePt t="57759" x="6916738" y="3101975"/>
          <p14:tracePt t="57768" x="6916738" y="3084513"/>
          <p14:tracePt t="57784" x="6916738" y="3076575"/>
          <p14:tracePt t="57792" x="6916738" y="3060700"/>
          <p14:tracePt t="57808" x="6924675" y="3043238"/>
          <p14:tracePt t="57816" x="6924675" y="3027363"/>
          <p14:tracePt t="57848" x="6924675" y="3017838"/>
          <p14:tracePt t="57857" x="6942138" y="3017838"/>
          <p14:tracePt t="57865" x="6958013" y="3017838"/>
          <p14:tracePt t="57874" x="6967538" y="3017838"/>
          <p14:tracePt t="57881" x="7024688" y="3017838"/>
          <p14:tracePt t="57889" x="7042150" y="3017838"/>
          <p14:tracePt t="57897" x="7091363" y="3017838"/>
          <p14:tracePt t="57905" x="7150100" y="3017838"/>
          <p14:tracePt t="57913" x="7224713" y="3017838"/>
          <p14:tracePt t="57921" x="7273925" y="3017838"/>
          <p14:tracePt t="57929" x="7331075" y="3017838"/>
          <p14:tracePt t="57937" x="7397750" y="3060700"/>
          <p14:tracePt t="57945" x="7439025" y="3084513"/>
          <p14:tracePt t="57953" x="7497763" y="3117850"/>
          <p14:tracePt t="57961" x="7556500" y="3143250"/>
          <p14:tracePt t="57969" x="7597775" y="3200400"/>
          <p14:tracePt t="57978" x="7639050" y="3241675"/>
          <p14:tracePt t="57985" x="7680325" y="3284538"/>
          <p14:tracePt t="57994" x="7705725" y="3325813"/>
          <p14:tracePt t="58002" x="7737475" y="3367088"/>
          <p14:tracePt t="58010" x="7762875" y="3390900"/>
          <p14:tracePt t="58018" x="7780338" y="3408363"/>
          <p14:tracePt t="58026" x="7796213" y="3424238"/>
          <p14:tracePt t="58034" x="7804150" y="3433763"/>
          <p14:tracePt t="58042" x="7804150" y="3449638"/>
          <p14:tracePt t="58058" x="7821613" y="3449638"/>
          <p14:tracePt t="58066" x="7821613" y="3467100"/>
          <p14:tracePt t="58090" x="7821613" y="3475038"/>
          <p14:tracePt t="58131" x="7804150" y="3490913"/>
          <p14:tracePt t="58140" x="7796213" y="3490913"/>
          <p14:tracePt t="58155" x="7796213" y="3508375"/>
          <p14:tracePt t="58163" x="7780338" y="3508375"/>
          <p14:tracePt t="58179" x="7780338" y="3516313"/>
          <p14:tracePt t="58195" x="7762875" y="3516313"/>
          <p14:tracePt t="58204" x="7754938" y="3516313"/>
          <p14:tracePt t="58212" x="7754938" y="3532188"/>
          <p14:tracePt t="58220" x="7737475" y="3532188"/>
          <p14:tracePt t="58228" x="7721600" y="3532188"/>
          <p14:tracePt t="58244" x="7696200" y="3532188"/>
          <p14:tracePt t="58252" x="7662863" y="3549650"/>
          <p14:tracePt t="58260" x="7639050" y="3549650"/>
          <p14:tracePt t="58268" x="7580313" y="3549650"/>
          <p14:tracePt t="58276" x="7539038" y="3549650"/>
          <p14:tracePt t="58284" x="7497763" y="3549650"/>
          <p14:tracePt t="58292" x="7439025" y="3549650"/>
          <p14:tracePt t="58300" x="7389813" y="3549650"/>
          <p14:tracePt t="58308" x="7315200" y="3549650"/>
          <p14:tracePt t="58317" x="7273925" y="3549650"/>
          <p14:tracePt t="58325" x="7224713" y="3532188"/>
          <p14:tracePt t="58333" x="7191375" y="3516313"/>
          <p14:tracePt t="58341" x="7150100" y="3508375"/>
          <p14:tracePt t="58349" x="7124700" y="3490913"/>
          <p14:tracePt t="58358" x="7091363" y="3467100"/>
          <p14:tracePt t="58365" x="7065963" y="3449638"/>
          <p14:tracePt t="58374" x="7042150" y="3424238"/>
          <p14:tracePt t="58381" x="7008813" y="3390900"/>
          <p14:tracePt t="58391" x="6983413" y="3349625"/>
          <p14:tracePt t="58397" x="6967538" y="3325813"/>
          <p14:tracePt t="58407" x="6958013" y="3292475"/>
          <p14:tracePt t="58414" x="6916738" y="3251200"/>
          <p14:tracePt t="58421" x="6916738" y="3209925"/>
          <p14:tracePt t="58430" x="6900863" y="3184525"/>
          <p14:tracePt t="58438" x="6883400" y="3159125"/>
          <p14:tracePt t="58446" x="6867525" y="3125788"/>
          <p14:tracePt t="58454" x="6867525" y="3117850"/>
          <p14:tracePt t="58462" x="6859588" y="3084513"/>
          <p14:tracePt t="58470" x="6859588" y="3060700"/>
          <p14:tracePt t="58486" x="6859588" y="3043238"/>
          <p14:tracePt t="58494" x="6859588" y="3027363"/>
          <p14:tracePt t="58510" x="6859588" y="3017838"/>
          <p14:tracePt t="58543" x="6867525" y="3001963"/>
          <p14:tracePt t="58551" x="6900863" y="3001963"/>
          <p14:tracePt t="58558" x="6916738" y="3001963"/>
          <p14:tracePt t="58567" x="6958013" y="3001963"/>
          <p14:tracePt t="58575" x="7024688" y="3001963"/>
          <p14:tracePt t="58583" x="7083425" y="3001963"/>
          <p14:tracePt t="58594" x="7150100" y="3001963"/>
          <p14:tracePt t="58599" x="7191375" y="3001963"/>
          <p14:tracePt t="58608" x="7265988" y="3001963"/>
          <p14:tracePt t="58615" x="7331075" y="3001963"/>
          <p14:tracePt t="58624" x="7397750" y="3001963"/>
          <p14:tracePt t="58631" x="7456488" y="3017838"/>
          <p14:tracePt t="58641" x="7513638" y="3043238"/>
          <p14:tracePt t="58648" x="7572375" y="3076575"/>
          <p14:tracePt t="58657" x="7613650" y="3101975"/>
          <p14:tracePt t="58664" x="7639050" y="3143250"/>
          <p14:tracePt t="58672" x="7662863" y="3167063"/>
          <p14:tracePt t="58680" x="7680325" y="3209925"/>
          <p14:tracePt t="58688" x="7696200" y="3225800"/>
          <p14:tracePt t="58696" x="7705725" y="3251200"/>
          <p14:tracePt t="58704" x="7705725" y="3267075"/>
          <p14:tracePt t="58712" x="7705725" y="3284538"/>
          <p14:tracePt t="58720" x="7705725" y="3292475"/>
          <p14:tracePt t="58728" x="7705725" y="3308350"/>
          <p14:tracePt t="58736" x="7705725" y="3325813"/>
          <p14:tracePt t="58744" x="7705725" y="3341688"/>
          <p14:tracePt t="58761" x="7705725" y="3349625"/>
          <p14:tracePt t="58768" x="7705725" y="3382963"/>
          <p14:tracePt t="58777" x="7705725" y="3424238"/>
          <p14:tracePt t="58785" x="7705725" y="3467100"/>
          <p14:tracePt t="58793" x="7696200" y="3490913"/>
          <p14:tracePt t="58801" x="7680325" y="3516313"/>
          <p14:tracePt t="58809" x="7680325" y="3549650"/>
          <p14:tracePt t="58817" x="7662863" y="3590925"/>
          <p14:tracePt t="58825" x="7654925" y="3606800"/>
          <p14:tracePt t="58833" x="7639050" y="3616325"/>
          <p14:tracePt t="58841" x="7639050" y="3648075"/>
          <p14:tracePt t="58849" x="7621588" y="3648075"/>
          <p14:tracePt t="58858" x="7597775" y="3657600"/>
          <p14:tracePt t="58865" x="7580313" y="3673475"/>
          <p14:tracePt t="58882" x="7556500" y="3690938"/>
          <p14:tracePt t="58891" x="7531100" y="3690938"/>
          <p14:tracePt t="58898" x="7513638" y="3690938"/>
          <p14:tracePt t="58907" x="7489825" y="3690938"/>
          <p14:tracePt t="58914" x="7456488" y="3690938"/>
          <p14:tracePt t="58922" x="7431088" y="3690938"/>
          <p14:tracePt t="58930" x="7389813" y="3690938"/>
          <p14:tracePt t="58938" x="7356475" y="3690938"/>
          <p14:tracePt t="58946" x="7331075" y="3657600"/>
          <p14:tracePt t="58954" x="7289800" y="3632200"/>
          <p14:tracePt t="58963" x="7248525" y="3606800"/>
          <p14:tracePt t="58971" x="7224713" y="3565525"/>
          <p14:tracePt t="58979" x="7173913" y="3532188"/>
          <p14:tracePt t="58987" x="7150100" y="3475038"/>
          <p14:tracePt t="58995" x="7107238" y="3433763"/>
          <p14:tracePt t="59003" x="7091363" y="3382963"/>
          <p14:tracePt t="59011" x="7083425" y="3341688"/>
          <p14:tracePt t="59019" x="7050088" y="3292475"/>
          <p14:tracePt t="59027" x="7042150" y="3251200"/>
          <p14:tracePt t="59035" x="7042150" y="3209925"/>
          <p14:tracePt t="59043" x="7024688" y="3184525"/>
          <p14:tracePt t="59051" x="7024688" y="3159125"/>
          <p14:tracePt t="59059" x="7024688" y="3143250"/>
          <p14:tracePt t="59067" x="7024688" y="3117850"/>
          <p14:tracePt t="59075" x="7024688" y="3101975"/>
          <p14:tracePt t="59100" x="7024688" y="3084513"/>
          <p14:tracePt t="59116" x="7050088" y="3076575"/>
          <p14:tracePt t="59124" x="7091363" y="3076575"/>
          <p14:tracePt t="59132" x="7150100" y="3076575"/>
          <p14:tracePt t="59141" x="7224713" y="3076575"/>
          <p14:tracePt t="59148" x="7315200" y="3076575"/>
          <p14:tracePt t="59157" x="7415213" y="3076575"/>
          <p14:tracePt t="59164" x="7539038" y="3076575"/>
          <p14:tracePt t="59174" x="7597775" y="3076575"/>
          <p14:tracePt t="59180" x="7696200" y="3076575"/>
          <p14:tracePt t="59188" x="7762875" y="3076575"/>
          <p14:tracePt t="59197" x="7837488" y="3101975"/>
          <p14:tracePt t="59204" x="7886700" y="3125788"/>
          <p14:tracePt t="59213" x="7929563" y="3167063"/>
          <p14:tracePt t="59221" x="7970838" y="3209925"/>
          <p14:tracePt t="59229" x="8004175" y="3251200"/>
          <p14:tracePt t="59237" x="8020050" y="3284538"/>
          <p14:tracePt t="59245" x="8045450" y="3341688"/>
          <p14:tracePt t="59253" x="8061325" y="3390900"/>
          <p14:tracePt t="59261" x="8061325" y="3433763"/>
          <p14:tracePt t="59269" x="8061325" y="3467100"/>
          <p14:tracePt t="59277" x="8061325" y="3516313"/>
          <p14:tracePt t="59285" x="8061325" y="3532188"/>
          <p14:tracePt t="59293" x="8061325" y="3573463"/>
          <p14:tracePt t="59301" x="8061325" y="3590925"/>
          <p14:tracePt t="59309" x="8061325" y="3606800"/>
          <p14:tracePt t="59318" x="8045450" y="3616325"/>
          <p14:tracePt t="59326" x="8045450" y="3632200"/>
          <p14:tracePt t="59334" x="8027988" y="3632200"/>
          <p14:tracePt t="59342" x="8004175" y="3648075"/>
          <p14:tracePt t="59350" x="7945438" y="3648075"/>
          <p14:tracePt t="59358" x="7904163" y="3657600"/>
          <p14:tracePt t="59366" x="7845425" y="3673475"/>
          <p14:tracePt t="59374" x="7780338" y="3673475"/>
          <p14:tracePt t="59382" x="7737475" y="3673475"/>
          <p14:tracePt t="59391" x="7662863" y="3673475"/>
          <p14:tracePt t="59398" x="7613650" y="3673475"/>
          <p14:tracePt t="59408" x="7539038" y="3673475"/>
          <p14:tracePt t="59414" x="7489825" y="3673475"/>
          <p14:tracePt t="59425" x="7431088" y="3673475"/>
          <p14:tracePt t="59431" x="7397750" y="3657600"/>
          <p14:tracePt t="59441" x="7356475" y="3632200"/>
          <p14:tracePt t="59447" x="7315200" y="3606800"/>
          <p14:tracePt t="59458" x="7273925" y="3565525"/>
          <p14:tracePt t="59463" x="7232650" y="3516313"/>
          <p14:tracePt t="59474" x="7191375" y="3475038"/>
          <p14:tracePt t="59479" x="7165975" y="3433763"/>
          <p14:tracePt t="59491" x="7132638" y="3382963"/>
          <p14:tracePt t="59495" x="7124700" y="3341688"/>
          <p14:tracePt t="59508" x="7107238" y="3284538"/>
          <p14:tracePt t="59511" x="7091363" y="3251200"/>
          <p14:tracePt t="59524" x="7083425" y="3200400"/>
          <p14:tracePt t="59528" x="7083425" y="3167063"/>
          <p14:tracePt t="59541" x="7083425" y="3125788"/>
          <p14:tracePt t="59544" x="7083425" y="3084513"/>
          <p14:tracePt t="59557" x="7083425" y="3076575"/>
          <p14:tracePt t="59560" x="7083425" y="3043238"/>
          <p14:tracePt t="59575" x="7083425" y="3027363"/>
          <p14:tracePt t="59577" x="7083425" y="3017838"/>
          <p14:tracePt t="59597" x="7091363" y="3017838"/>
          <p14:tracePt t="59608" x="7107238" y="3001963"/>
          <p14:tracePt t="59616" x="7132638" y="3001963"/>
          <p14:tracePt t="59624" x="7165975" y="2986088"/>
          <p14:tracePt t="59632" x="7191375" y="2986088"/>
          <p14:tracePt t="59641" x="7248525" y="2986088"/>
          <p14:tracePt t="59648" x="7289800" y="2986088"/>
          <p14:tracePt t="59658" x="7373938" y="2986088"/>
          <p14:tracePt t="59665" x="7456488" y="2986088"/>
          <p14:tracePt t="59674" x="7489825" y="2986088"/>
          <p14:tracePt t="59681" x="7556500" y="2986088"/>
          <p14:tracePt t="59690" x="7639050" y="2986088"/>
          <p14:tracePt t="59697" x="7680325" y="3027363"/>
          <p14:tracePt t="59705" x="7737475" y="3043238"/>
          <p14:tracePt t="59713" x="7780338" y="3084513"/>
          <p14:tracePt t="59721" x="7804150" y="3101975"/>
          <p14:tracePt t="59729" x="7837488" y="3125788"/>
          <p14:tracePt t="59737" x="7845425" y="3143250"/>
          <p14:tracePt t="59746" x="7862888" y="3159125"/>
          <p14:tracePt t="59754" x="7862888" y="3184525"/>
          <p14:tracePt t="59762" x="7878763" y="3184525"/>
          <p14:tracePt t="59770" x="7878763" y="3200400"/>
          <p14:tracePt t="59778" x="7878763" y="3225800"/>
          <p14:tracePt t="59786" x="7878763" y="3241675"/>
          <p14:tracePt t="59794" x="7878763" y="3267075"/>
          <p14:tracePt t="59802" x="7878763" y="3292475"/>
          <p14:tracePt t="59810" x="7878763" y="3308350"/>
          <p14:tracePt t="59818" x="7878763" y="3341688"/>
          <p14:tracePt t="59826" x="7878763" y="3349625"/>
          <p14:tracePt t="59834" x="7862888" y="3367088"/>
          <p14:tracePt t="59842" x="7845425" y="3382963"/>
          <p14:tracePt t="59851" x="7845425" y="3390900"/>
          <p14:tracePt t="59858" x="7837488" y="3408363"/>
          <p14:tracePt t="59867" x="7821613" y="3408363"/>
          <p14:tracePt t="59875" x="7804150" y="3424238"/>
          <p14:tracePt t="59891" x="7796213" y="3424238"/>
          <p14:tracePt t="59899" x="7780338" y="3433763"/>
          <p14:tracePt t="59908" x="7762875" y="3433763"/>
          <p14:tracePt t="59915" x="7737475" y="3449638"/>
          <p14:tracePt t="59924" x="7721600" y="3449638"/>
          <p14:tracePt t="59931" x="7705725" y="3449638"/>
          <p14:tracePt t="59941" x="7680325" y="3449638"/>
          <p14:tracePt t="59947" x="7654925" y="3449638"/>
          <p14:tracePt t="59955" x="7621588" y="3449638"/>
          <p14:tracePt t="59963" x="7597775" y="3449638"/>
          <p14:tracePt t="59971" x="7556500" y="3449638"/>
          <p14:tracePt t="59980" x="7531100" y="3449638"/>
          <p14:tracePt t="59988" x="7497763" y="3449638"/>
          <p14:tracePt t="59996" x="7456488" y="3433763"/>
          <p14:tracePt t="60004" x="7431088" y="3408363"/>
          <p14:tracePt t="60012" x="7397750" y="3390900"/>
          <p14:tracePt t="60020" x="7373938" y="3382963"/>
          <p14:tracePt t="60028" x="7356475" y="3367088"/>
          <p14:tracePt t="60036" x="7331075" y="3349625"/>
          <p14:tracePt t="60044" x="7307263" y="3325813"/>
          <p14:tracePt t="60052" x="7273925" y="3292475"/>
          <p14:tracePt t="60060" x="7248525" y="3267075"/>
          <p14:tracePt t="60068" x="7191375" y="3184525"/>
          <p14:tracePt t="60077" x="7150100" y="3143250"/>
          <p14:tracePt t="60084" x="7124700" y="3084513"/>
          <p14:tracePt t="60092" x="7107238" y="3060700"/>
          <p14:tracePt t="60101" x="7083425" y="3001963"/>
          <p14:tracePt t="60109" x="7042150" y="2943225"/>
          <p14:tracePt t="60117" x="7024688" y="2919413"/>
          <p14:tracePt t="60125" x="7008813" y="2878138"/>
          <p14:tracePt t="60133" x="6983413" y="2852738"/>
          <p14:tracePt t="60142" x="6983413" y="2819400"/>
          <p14:tracePt t="60149" x="6983413" y="2794000"/>
          <p14:tracePt t="60165" x="6983413" y="2778125"/>
          <p14:tracePt t="60175" x="6983413" y="2760663"/>
          <p14:tracePt t="60206" x="6983413" y="2752725"/>
          <p14:tracePt t="60214" x="6999288" y="2752725"/>
          <p14:tracePt t="60222" x="7024688" y="2752725"/>
          <p14:tracePt t="60230" x="7042150" y="2752725"/>
          <p14:tracePt t="60238" x="7083425" y="2752725"/>
          <p14:tracePt t="60246" x="7107238" y="2752725"/>
          <p14:tracePt t="60254" x="7165975" y="2752725"/>
          <p14:tracePt t="60262" x="7224713" y="2752725"/>
          <p14:tracePt t="60270" x="7273925" y="2752725"/>
          <p14:tracePt t="60278" x="7315200" y="2752725"/>
          <p14:tracePt t="60286" x="7439025" y="2794000"/>
          <p14:tracePt t="60294" x="7472363" y="2794000"/>
          <p14:tracePt t="60303" x="7580313" y="2860675"/>
          <p14:tracePt t="60311" x="7613650" y="2878138"/>
          <p14:tracePt t="60319" x="7662863" y="2919413"/>
          <p14:tracePt t="60326" x="7705725" y="2960688"/>
          <p14:tracePt t="60335" x="7754938" y="3001963"/>
          <p14:tracePt t="60343" x="7804150" y="3043238"/>
          <p14:tracePt t="60351" x="7837488" y="3084513"/>
          <p14:tracePt t="60359" x="7845425" y="3125788"/>
          <p14:tracePt t="60367" x="7862888" y="3167063"/>
          <p14:tracePt t="60375" x="7878763" y="3184525"/>
          <p14:tracePt t="60383" x="7878763" y="3209925"/>
          <p14:tracePt t="60391" x="7886700" y="3241675"/>
          <p14:tracePt t="60399" x="7886700" y="3267075"/>
          <p14:tracePt t="60408" x="7886700" y="3292475"/>
          <p14:tracePt t="60416" x="7886700" y="3308350"/>
          <p14:tracePt t="60425" x="7886700" y="3341688"/>
          <p14:tracePt t="60432" x="7886700" y="3367088"/>
          <p14:tracePt t="60441" x="7886700" y="3390900"/>
          <p14:tracePt t="60448" x="7878763" y="3424238"/>
          <p14:tracePt t="60458" x="7862888" y="3449638"/>
          <p14:tracePt t="60464" x="7845425" y="3475038"/>
          <p14:tracePt t="60474" x="7837488" y="3490913"/>
          <p14:tracePt t="60480" x="7821613" y="3508375"/>
          <p14:tracePt t="60491" x="7804150" y="3516313"/>
          <p14:tracePt t="60496" x="7804150" y="3532188"/>
          <p14:tracePt t="60508" x="7796213" y="3549650"/>
          <p14:tracePt t="60512" x="7780338" y="3549650"/>
          <p14:tracePt t="60525" x="7762875" y="3549650"/>
          <p14:tracePt t="60529" x="7762875" y="3565525"/>
          <p14:tracePt t="60541" x="7754938" y="3565525"/>
          <p14:tracePt t="60545" x="7737475" y="3573463"/>
          <p14:tracePt t="60558" x="7721600" y="3573463"/>
          <p14:tracePt t="60561" x="7696200" y="3573463"/>
          <p14:tracePt t="60574" x="7680325" y="3573463"/>
          <p14:tracePt t="60577" x="7654925" y="3573463"/>
          <p14:tracePt t="60593" x="7639050" y="3573463"/>
          <p14:tracePt t="60597" x="7621588" y="3573463"/>
          <p14:tracePt t="60601" x="7597775" y="3573463"/>
          <p14:tracePt t="60609" x="7580313" y="3565525"/>
          <p14:tracePt t="60617" x="7580313" y="3549650"/>
          <p14:tracePt t="60626" x="7572375" y="3516313"/>
          <p14:tracePt t="60634" x="7572375" y="3508375"/>
          <p14:tracePt t="60642" x="7556500" y="3508375"/>
          <p14:tracePt t="60650" x="7556500" y="3475038"/>
          <p14:tracePt t="60658" x="7556500" y="3467100"/>
          <p14:tracePt t="60666" x="7556500" y="3449638"/>
          <p14:tracePt t="60682" x="7556500" y="3433763"/>
          <p14:tracePt t="60691" x="7556500" y="3424238"/>
          <p14:tracePt t="60722" x="7572375" y="3408363"/>
          <p14:tracePt t="60730" x="7597775" y="3408363"/>
          <p14:tracePt t="60738" x="7654925" y="3408363"/>
          <p14:tracePt t="60747" x="7705725" y="3408363"/>
          <p14:tracePt t="60755" x="7780338" y="3408363"/>
          <p14:tracePt t="60763" x="7845425" y="3408363"/>
          <p14:tracePt t="60771" x="7929563" y="3424238"/>
          <p14:tracePt t="60779" x="8004175" y="3490913"/>
          <p14:tracePt t="60787" x="8086725" y="3565525"/>
          <p14:tracePt t="60795" x="8128000" y="3606800"/>
          <p14:tracePt t="60803" x="8153400" y="3657600"/>
          <p14:tracePt t="60811" x="8186738" y="3714750"/>
          <p14:tracePt t="60819" x="8194675" y="3740150"/>
          <p14:tracePt t="60827" x="8210550" y="3773488"/>
          <p14:tracePt t="60835" x="8210550" y="3797300"/>
          <p14:tracePt t="60851" x="8210550" y="3814763"/>
          <p14:tracePt t="60860" x="8210550" y="3830638"/>
          <p14:tracePt t="60884" x="8186738" y="3830638"/>
          <p14:tracePt t="60892" x="8128000" y="3830638"/>
          <p14:tracePt t="60900" x="8069263" y="3830638"/>
          <p14:tracePt t="60908" x="8004175" y="3830638"/>
          <p14:tracePt t="60916" x="7929563" y="3830638"/>
          <p14:tracePt t="60925" x="7837488" y="3830638"/>
          <p14:tracePt t="60932" x="7796213" y="3814763"/>
          <p14:tracePt t="60941" x="7721600" y="3781425"/>
          <p14:tracePt t="60948" x="7654925" y="3756025"/>
          <p14:tracePt t="60958" x="7597775" y="3732213"/>
          <p14:tracePt t="60965" x="7539038" y="3698875"/>
          <p14:tracePt t="60974" x="7497763" y="3673475"/>
          <p14:tracePt t="60981" x="7456488" y="3648075"/>
          <p14:tracePt t="60990" x="7415213" y="3616325"/>
          <p14:tracePt t="60997" x="7348538" y="3565525"/>
          <p14:tracePt t="61005" x="7307263" y="3508375"/>
          <p14:tracePt t="61013" x="7248525" y="3449638"/>
          <p14:tracePt t="61021" x="7191375" y="3367088"/>
          <p14:tracePt t="61029" x="7165975" y="3325813"/>
          <p14:tracePt t="61037" x="7132638" y="3267075"/>
          <p14:tracePt t="61045" x="7091363" y="3200400"/>
          <p14:tracePt t="61053" x="7083425" y="3143250"/>
          <p14:tracePt t="61062" x="7050088" y="3084513"/>
          <p14:tracePt t="61069" x="7042150" y="3043238"/>
          <p14:tracePt t="61078" x="7042150" y="3017838"/>
          <p14:tracePt t="61086" x="7024688" y="2986088"/>
          <p14:tracePt t="61094" x="7024688" y="2976563"/>
          <p14:tracePt t="61102" x="7024688" y="2943225"/>
          <p14:tracePt t="61110" x="7024688" y="2935288"/>
          <p14:tracePt t="61118" x="7024688" y="2919413"/>
          <p14:tracePt t="61134" x="7024688" y="2901950"/>
          <p14:tracePt t="61150" x="7024688" y="2894013"/>
          <p14:tracePt t="61158" x="7042150" y="2894013"/>
          <p14:tracePt t="61166" x="7050088" y="2878138"/>
          <p14:tracePt t="61174" x="7065963" y="2860675"/>
          <p14:tracePt t="61182" x="7083425" y="2860675"/>
          <p14:tracePt t="61191" x="7107238" y="2852738"/>
          <p14:tracePt t="61198" x="7132638" y="2836863"/>
          <p14:tracePt t="61208" x="7165975" y="2836863"/>
          <p14:tracePt t="61215" x="7207250" y="2819400"/>
          <p14:tracePt t="61224" x="7232650" y="2811463"/>
          <p14:tracePt t="61231" x="7273925" y="2811463"/>
          <p14:tracePt t="61241" x="7331075" y="2811463"/>
          <p14:tracePt t="61247" x="7389813" y="2811463"/>
          <p14:tracePt t="61255" x="7431088" y="2811463"/>
          <p14:tracePt t="61263" x="7489825" y="2811463"/>
          <p14:tracePt t="61271" x="7539038" y="2811463"/>
          <p14:tracePt t="61280" x="7597775" y="2811463"/>
          <p14:tracePt t="61287" x="7696200" y="2836863"/>
          <p14:tracePt t="61296" x="7754938" y="2894013"/>
          <p14:tracePt t="61303" x="7821613" y="2960688"/>
          <p14:tracePt t="61312" x="7886700" y="3060700"/>
          <p14:tracePt t="61320" x="7970838" y="3200400"/>
          <p14:tracePt t="61328" x="8069263" y="3367088"/>
          <p14:tracePt t="61336" x="8143875" y="3516313"/>
          <p14:tracePt t="61344" x="8153400" y="3590925"/>
          <p14:tracePt t="61352" x="8194675" y="3690938"/>
          <p14:tracePt t="61360" x="8228013" y="3756025"/>
          <p14:tracePt t="61368" x="8235950" y="3830638"/>
          <p14:tracePt t="61376" x="8251825" y="3881438"/>
          <p14:tracePt t="61384" x="8251825" y="3914775"/>
          <p14:tracePt t="61392" x="8269288" y="3922713"/>
          <p14:tracePt t="61400" x="8269288" y="3938588"/>
          <p14:tracePt t="61409" x="8269288" y="3956050"/>
          <p14:tracePt t="61425" x="8269288" y="3963988"/>
          <p14:tracePt t="61441" x="8251825" y="3963988"/>
          <p14:tracePt t="61449" x="8251825" y="3979863"/>
          <p14:tracePt t="61458" x="8235950" y="3979863"/>
          <p14:tracePt t="61465" x="8228013" y="3979863"/>
          <p14:tracePt t="61570" x="8251825" y="3979863"/>
          <p14:tracePt t="61578" x="8285163" y="3979863"/>
          <p14:tracePt t="61586" x="8310563" y="3979863"/>
          <p14:tracePt t="61594" x="8351838" y="3979863"/>
          <p14:tracePt t="61602" x="8410575" y="3979863"/>
          <p14:tracePt t="61611" x="8501063" y="3979863"/>
          <p14:tracePt t="61618" x="8575675" y="3979863"/>
          <p14:tracePt t="61627" x="8616950" y="3979863"/>
          <p14:tracePt t="61635" x="8683625" y="3997325"/>
          <p14:tracePt t="61643" x="8742363" y="3997325"/>
          <p14:tracePt t="61651" x="8799513" y="3997325"/>
          <p14:tracePt t="61659" x="8824913" y="4005263"/>
          <p14:tracePt t="61667" x="8866188" y="4005263"/>
          <p14:tracePt t="61675" x="8882063" y="4005263"/>
          <p14:tracePt t="61683" x="8899525" y="4005263"/>
          <p14:tracePt t="61691" x="8907463" y="4005263"/>
          <p14:tracePt t="61707" x="8924925" y="4005263"/>
          <p14:tracePt t="61772" x="8924925" y="3997325"/>
          <p14:tracePt t="61780" x="8924925" y="3979863"/>
          <p14:tracePt t="61788" x="8907463" y="3979863"/>
          <p14:tracePt t="61796" x="8899525" y="3963988"/>
          <p14:tracePt t="61804" x="8882063" y="3956050"/>
          <p14:tracePt t="61825" x="8858250" y="3938588"/>
          <p14:tracePt t="61828" x="8840788" y="3922713"/>
          <p14:tracePt t="61841" x="8824913" y="3914775"/>
          <p14:tracePt t="61852" x="8816975" y="3897313"/>
          <p14:tracePt t="61861" x="8799513" y="3897313"/>
          <p14:tracePt t="61869" x="8783638" y="3897313"/>
          <p14:tracePt t="61877" x="8766175" y="3897313"/>
          <p14:tracePt t="61885" x="8758238" y="3881438"/>
          <p14:tracePt t="61893" x="8724900" y="3881438"/>
          <p14:tracePt t="61901" x="8716963" y="3871913"/>
          <p14:tracePt t="61909" x="8699500" y="3871913"/>
          <p14:tracePt t="61917" x="8675688" y="3856038"/>
          <p14:tracePt t="61925" x="8642350" y="3856038"/>
          <p14:tracePt t="61933" x="8634413" y="3840163"/>
          <p14:tracePt t="61941" x="8593138" y="3830638"/>
          <p14:tracePt t="61950" x="8575675" y="3814763"/>
          <p14:tracePt t="61958" x="8534400" y="3814763"/>
          <p14:tracePt t="61966" x="8475663" y="3773488"/>
          <p14:tracePt t="61974" x="8418513" y="3756025"/>
          <p14:tracePt t="61982" x="8377238" y="3732213"/>
          <p14:tracePt t="61992" x="8335963" y="3698875"/>
          <p14:tracePt t="61998" x="8285163" y="3673475"/>
          <p14:tracePt t="62007" x="8235950" y="3648075"/>
          <p14:tracePt t="62014" x="8194675" y="3606800"/>
          <p14:tracePt t="62024" x="8153400" y="3573463"/>
          <p14:tracePt t="62030" x="8143875" y="3565525"/>
          <p14:tracePt t="62041" x="8112125" y="3532188"/>
          <p14:tracePt t="62046" x="8102600" y="3516313"/>
          <p14:tracePt t="62058" x="8086725" y="3516313"/>
          <p14:tracePt t="62062" x="8069263" y="3490913"/>
          <p14:tracePt t="62074" x="8069263" y="3475038"/>
          <p14:tracePt t="62079" x="8061325" y="3467100"/>
          <p14:tracePt t="62091" x="8045450" y="3449638"/>
          <p14:tracePt t="62095" x="8045450" y="3424238"/>
          <p14:tracePt t="62108" x="8045450" y="3408363"/>
          <p14:tracePt t="62111" x="8027988" y="3390900"/>
          <p14:tracePt t="62124" x="8027988" y="3382963"/>
          <p14:tracePt t="62127" x="8027988" y="3349625"/>
          <p14:tracePt t="62141" x="8020050" y="3341688"/>
          <p14:tracePt t="62151" x="8020050" y="3325813"/>
          <p14:tracePt t="62159" x="8020050" y="3308350"/>
          <p14:tracePt t="62168" x="8020050" y="3292475"/>
          <p14:tracePt t="62176" x="8020050" y="3267075"/>
          <p14:tracePt t="62192" x="8020050" y="3251200"/>
          <p14:tracePt t="62200" x="8020050" y="3225800"/>
          <p14:tracePt t="62208" x="8020050" y="3209925"/>
          <p14:tracePt t="62216" x="8020050" y="3200400"/>
          <p14:tracePt t="62232" x="8020050" y="3184525"/>
          <p14:tracePt t="62241" x="8027988" y="3167063"/>
          <p14:tracePt t="62258" x="8045450" y="3159125"/>
          <p14:tracePt t="62265" x="8061325" y="3143250"/>
          <p14:tracePt t="62274" x="8069263" y="3143250"/>
          <p14:tracePt t="62280" x="8102600" y="3125788"/>
          <p14:tracePt t="62288" x="8128000" y="3117850"/>
          <p14:tracePt t="62297" x="8186738" y="3101975"/>
          <p14:tracePt t="62305" x="8251825" y="3101975"/>
          <p14:tracePt t="62313" x="8310563" y="3101975"/>
          <p14:tracePt t="62321" x="8410575" y="3101975"/>
          <p14:tracePt t="62329" x="8451850" y="3101975"/>
          <p14:tracePt t="62337" x="8518525" y="3101975"/>
          <p14:tracePt t="62345" x="8616950" y="3101975"/>
          <p14:tracePt t="62353" x="8683625" y="3101975"/>
          <p14:tracePt t="62361" x="8758238" y="3101975"/>
          <p14:tracePt t="62369" x="8816975" y="3101975"/>
          <p14:tracePt t="62377" x="8882063" y="3101975"/>
          <p14:tracePt t="62385" x="8940800" y="3101975"/>
          <p14:tracePt t="62394" x="8966200" y="3101975"/>
          <p14:tracePt t="62401" x="9023350" y="3125788"/>
          <p14:tracePt t="62410" x="9064625" y="3143250"/>
          <p14:tracePt t="62418" x="9090025" y="3159125"/>
          <p14:tracePt t="62426" x="9131300" y="3200400"/>
          <p14:tracePt t="62434" x="9164638" y="3209925"/>
          <p14:tracePt t="62442" x="9205913" y="3251200"/>
          <p14:tracePt t="62450" x="9231313" y="3284538"/>
          <p14:tracePt t="62459" x="9272588" y="3325813"/>
          <p14:tracePt t="62466" x="9288463" y="3341688"/>
          <p14:tracePt t="62474" x="9297988" y="3382963"/>
          <p14:tracePt t="62482" x="9313863" y="3390900"/>
          <p14:tracePt t="62492" x="9331325" y="3424238"/>
          <p14:tracePt t="62499" x="9331325" y="3449638"/>
          <p14:tracePt t="62508" x="9331325" y="3467100"/>
          <p14:tracePt t="62515" x="9331325" y="3475038"/>
          <p14:tracePt t="62525" x="9331325" y="3490913"/>
          <p14:tracePt t="62531" x="9331325" y="3508375"/>
          <p14:tracePt t="62541" x="9331325" y="3516313"/>
          <p14:tracePt t="62555" x="9331325" y="3532188"/>
          <p14:tracePt t="62563" x="9297988" y="3549650"/>
          <p14:tracePt t="62571" x="9288463" y="3565525"/>
          <p14:tracePt t="62579" x="9256713" y="3565525"/>
          <p14:tracePt t="62587" x="9231313" y="3573463"/>
          <p14:tracePt t="62596" x="9190038" y="3590925"/>
          <p14:tracePt t="62604" x="9164638" y="3606800"/>
          <p14:tracePt t="62612" x="9123363" y="3616325"/>
          <p14:tracePt t="62619" x="9064625" y="3632200"/>
          <p14:tracePt t="62628" x="9023350" y="3648075"/>
          <p14:tracePt t="62636" x="8982075" y="3657600"/>
          <p14:tracePt t="62644" x="8924925" y="3673475"/>
          <p14:tracePt t="62652" x="8899525" y="3673475"/>
          <p14:tracePt t="62660" x="8858250" y="3690938"/>
          <p14:tracePt t="62668" x="8824913" y="3698875"/>
          <p14:tracePt t="62676" x="8783638" y="3698875"/>
          <p14:tracePt t="62684" x="8724900" y="3698875"/>
          <p14:tracePt t="62692" x="8699500" y="3698875"/>
          <p14:tracePt t="62700" x="8601075" y="3698875"/>
          <p14:tracePt t="62708" x="8534400" y="3698875"/>
          <p14:tracePt t="62716" x="8451850" y="3698875"/>
          <p14:tracePt t="62725" x="8418513" y="3698875"/>
          <p14:tracePt t="62733" x="8335963" y="3690938"/>
          <p14:tracePt t="62741" x="8293100" y="3657600"/>
          <p14:tracePt t="62749" x="8235950" y="3648075"/>
          <p14:tracePt t="62758" x="8194675" y="3616325"/>
          <p14:tracePt t="62765" x="8153400" y="3590925"/>
          <p14:tracePt t="62774" x="8143875" y="3573463"/>
          <p14:tracePt t="62781" x="8128000" y="3565525"/>
          <p14:tracePt t="62791" x="8102600" y="3549650"/>
          <p14:tracePt t="62797" x="8102600" y="3532188"/>
          <p14:tracePt t="62808" x="8086725" y="3516313"/>
          <p14:tracePt t="62821" x="8069263" y="3508375"/>
          <p14:tracePt t="62830" x="8061325" y="3475038"/>
          <p14:tracePt t="62837" x="8061325" y="3467100"/>
          <p14:tracePt t="62846" x="8045450" y="3449638"/>
          <p14:tracePt t="62862" x="8045450" y="3424238"/>
          <p14:tracePt t="62870" x="8045450" y="3408363"/>
          <p14:tracePt t="62878" x="8045450" y="3390900"/>
          <p14:tracePt t="62886" x="8045450" y="3382963"/>
          <p14:tracePt t="62902" x="8045450" y="3367088"/>
          <p14:tracePt t="62910" x="8045450" y="3349625"/>
          <p14:tracePt t="62918" x="8045450" y="3341688"/>
          <p14:tracePt t="62927" x="8045450" y="3325813"/>
          <p14:tracePt t="62935" x="8045450" y="3308350"/>
          <p14:tracePt t="62951" x="8045450" y="3292475"/>
          <p14:tracePt t="62959" x="8045450" y="3284538"/>
          <p14:tracePt t="62967" x="8045450" y="3267075"/>
          <p14:tracePt t="62975" x="8045450" y="3251200"/>
          <p14:tracePt t="62983" x="8045450" y="3241675"/>
          <p14:tracePt t="62991" x="8045450" y="3209925"/>
          <p14:tracePt t="62999" x="8045450" y="3200400"/>
          <p14:tracePt t="63008" x="8045450" y="3184525"/>
          <p14:tracePt t="63015" x="8045450" y="3143250"/>
          <p14:tracePt t="63025" x="8045450" y="3117850"/>
          <p14:tracePt t="63031" x="8045450" y="3101975"/>
          <p14:tracePt t="63041" x="8045450" y="3076575"/>
          <p14:tracePt t="63048" x="8045450" y="3060700"/>
          <p14:tracePt t="63057" x="8045450" y="3043238"/>
          <p14:tracePt t="63064" x="8045450" y="3027363"/>
          <p14:tracePt t="63080" x="8045450" y="3017838"/>
          <p14:tracePt t="63088" x="8045450" y="3001963"/>
          <p14:tracePt t="63136" x="8086725" y="3001963"/>
          <p14:tracePt t="63145" x="8128000" y="3001963"/>
          <p14:tracePt t="63152" x="8194675" y="3001963"/>
          <p14:tracePt t="63160" x="8269288" y="3001963"/>
          <p14:tracePt t="63168" x="8335963" y="3001963"/>
          <p14:tracePt t="63177" x="8393113" y="3001963"/>
          <p14:tracePt t="63185" x="8459788" y="3001963"/>
          <p14:tracePt t="63193" x="8534400" y="3001963"/>
          <p14:tracePt t="63201" x="8616950" y="3001963"/>
          <p14:tracePt t="63209" x="8683625" y="3001963"/>
          <p14:tracePt t="63217" x="8716963" y="3001963"/>
          <p14:tracePt t="63225" x="8766175" y="3017838"/>
          <p14:tracePt t="63233" x="8816975" y="3043238"/>
          <p14:tracePt t="63241" x="8840788" y="3076575"/>
          <p14:tracePt t="63249" x="8866188" y="3084513"/>
          <p14:tracePt t="63258" x="8899525" y="3117850"/>
          <p14:tracePt t="63266" x="8924925" y="3143250"/>
          <p14:tracePt t="63274" x="8940800" y="3184525"/>
          <p14:tracePt t="63281" x="8948738" y="3225800"/>
          <p14:tracePt t="63291" x="8966200" y="3251200"/>
          <p14:tracePt t="63298" x="8982075" y="3292475"/>
          <p14:tracePt t="63307" x="8982075" y="3325813"/>
          <p14:tracePt t="63314" x="8990013" y="3349625"/>
          <p14:tracePt t="63322" x="8990013" y="3367088"/>
          <p14:tracePt t="63330" x="8990013" y="3408363"/>
          <p14:tracePt t="63338" x="8990013" y="3424238"/>
          <p14:tracePt t="63346" x="8990013" y="3433763"/>
          <p14:tracePt t="63354" x="8990013" y="3449638"/>
          <p14:tracePt t="63362" x="8990013" y="3475038"/>
          <p14:tracePt t="63370" x="8982075" y="3490913"/>
          <p14:tracePt t="63378" x="8966200" y="3508375"/>
          <p14:tracePt t="63387" x="8948738" y="3516313"/>
          <p14:tracePt t="63395" x="8924925" y="3549650"/>
          <p14:tracePt t="63403" x="8907463" y="3573463"/>
          <p14:tracePt t="63411" x="8866188" y="3606800"/>
          <p14:tracePt t="63419" x="8840788" y="3648075"/>
          <p14:tracePt t="63427" x="8799513" y="3657600"/>
          <p14:tracePt t="63435" x="8758238" y="3698875"/>
          <p14:tracePt t="63443" x="8724900" y="3714750"/>
          <p14:tracePt t="63451" x="8683625" y="3732213"/>
          <p14:tracePt t="63459" x="8642350" y="3756025"/>
          <p14:tracePt t="63467" x="8593138" y="3756025"/>
          <p14:tracePt t="63475" x="8534400" y="3773488"/>
          <p14:tracePt t="63484" x="8493125" y="3781425"/>
          <p14:tracePt t="63492" x="8459788" y="3781425"/>
          <p14:tracePt t="63499" x="8410575" y="3781425"/>
          <p14:tracePt t="63508" x="8377238" y="3781425"/>
          <p14:tracePt t="63516" x="8351838" y="3781425"/>
          <p14:tracePt t="63525" x="8326438" y="3781425"/>
          <p14:tracePt t="63532" x="8293100" y="3773488"/>
          <p14:tracePt t="63541" x="8285163" y="3756025"/>
          <p14:tracePt t="63548" x="8251825" y="3740150"/>
          <p14:tracePt t="63558" x="8235950" y="3732213"/>
          <p14:tracePt t="63564" x="8228013" y="3714750"/>
          <p14:tracePt t="63574" x="8194675" y="3690938"/>
          <p14:tracePt t="63580" x="8194675" y="3657600"/>
          <p14:tracePt t="63593" x="8186738" y="3657600"/>
          <p14:tracePt t="63598" x="8186738" y="3632200"/>
          <p14:tracePt t="63608" x="8169275" y="3590925"/>
          <p14:tracePt t="63613" x="8153400" y="3573463"/>
          <p14:tracePt t="63624" x="8153400" y="3549650"/>
          <p14:tracePt t="63628" x="8153400" y="3532188"/>
          <p14:tracePt t="63641" x="8143875" y="3508375"/>
          <p14:tracePt t="63645" x="8143875" y="3475038"/>
          <p14:tracePt t="63658" x="8143875" y="3467100"/>
          <p14:tracePt t="63661" x="8143875" y="3449638"/>
          <p14:tracePt t="63674" x="8143875" y="3433763"/>
          <p14:tracePt t="63677" x="8143875" y="3424238"/>
          <p14:tracePt t="63691" x="8143875" y="3408363"/>
          <p14:tracePt t="63709" x="8143875" y="3390900"/>
          <p14:tracePt t="63734" x="8128000" y="3390900"/>
          <p14:tracePt t="63766" x="8112125" y="3390900"/>
          <p14:tracePt t="63774" x="8102600" y="3390900"/>
          <p14:tracePt t="63782" x="8086725" y="3390900"/>
          <p14:tracePt t="63791" x="8061325" y="3390900"/>
          <p14:tracePt t="63798" x="8061325" y="3408363"/>
          <p14:tracePt t="63807" x="8027988" y="3433763"/>
          <p14:tracePt t="63814" x="8020050" y="3449638"/>
          <p14:tracePt t="63824" x="8004175" y="3467100"/>
          <p14:tracePt t="63831" x="7986713" y="3490913"/>
          <p14:tracePt t="63838" x="7970838" y="3508375"/>
          <p14:tracePt t="63847" x="7970838" y="3516313"/>
          <p14:tracePt t="63855" x="7970838" y="3549650"/>
          <p14:tracePt t="63863" x="7962900" y="3573463"/>
          <p14:tracePt t="63879" x="7962900" y="3606800"/>
          <p14:tracePt t="63887" x="7962900" y="3616325"/>
          <p14:tracePt t="63895" x="7962900" y="3632200"/>
          <p14:tracePt t="63911" x="7962900" y="3648075"/>
          <p14:tracePt t="63919" x="7962900" y="3657600"/>
          <p14:tracePt t="63944" x="7970838" y="3673475"/>
          <p14:tracePt t="63968" x="7986713" y="3673475"/>
          <p14:tracePt t="63984" x="8004175" y="3673475"/>
          <p14:tracePt t="64000" x="8020050" y="3673475"/>
          <p14:tracePt t="64008" x="8045450" y="3657600"/>
          <p14:tracePt t="64016" x="8061325" y="3657600"/>
          <p14:tracePt t="64024" x="8069263" y="3648075"/>
          <p14:tracePt t="64032" x="8086725" y="3632200"/>
          <p14:tracePt t="64041" x="8112125" y="3616325"/>
          <p14:tracePt t="64049" x="8128000" y="3606800"/>
          <p14:tracePt t="64058" x="8128000" y="3590925"/>
          <p14:tracePt t="64065" x="8153400" y="3573463"/>
          <p14:tracePt t="64081" x="8169275" y="3565525"/>
          <p14:tracePt t="64090" x="8186738" y="3549650"/>
          <p14:tracePt t="64170" x="8194675" y="3549650"/>
          <p14:tracePt t="64178" x="8210550" y="3565525"/>
          <p14:tracePt t="64186" x="8235950" y="3590925"/>
          <p14:tracePt t="64194" x="8251825" y="3616325"/>
          <p14:tracePt t="64202" x="8293100" y="3648075"/>
          <p14:tracePt t="64210" x="8335963" y="3690938"/>
          <p14:tracePt t="64218" x="8369300" y="3714750"/>
          <p14:tracePt t="64226" x="8410575" y="3740150"/>
          <p14:tracePt t="64234" x="8434388" y="3773488"/>
          <p14:tracePt t="64242" x="8459788" y="3781425"/>
          <p14:tracePt t="64251" x="8493125" y="3781425"/>
          <p14:tracePt t="64258" x="8534400" y="3797300"/>
          <p14:tracePt t="64266" x="8559800" y="3814763"/>
          <p14:tracePt t="64275" x="8593138" y="3814763"/>
          <p14:tracePt t="64283" x="8634413" y="3814763"/>
          <p14:tracePt t="64292" x="8642350" y="3814763"/>
          <p14:tracePt t="64299" x="8683625" y="3814763"/>
          <p14:tracePt t="64308" x="8716963" y="3814763"/>
          <p14:tracePt t="64315" x="8724900" y="3814763"/>
          <p14:tracePt t="64324" x="8758238" y="3797300"/>
          <p14:tracePt t="64331" x="8766175" y="3781425"/>
          <p14:tracePt t="64347" x="8783638" y="3773488"/>
          <p14:tracePt t="64358" x="8799513" y="3773488"/>
          <p14:tracePt t="64363" x="8799513" y="3756025"/>
          <p14:tracePt t="64379" x="8816975" y="3756025"/>
          <p14:tracePt t="64404" x="8816975" y="3740150"/>
          <p14:tracePt t="64468" x="8799513" y="3740150"/>
          <p14:tracePt t="64476" x="8766175" y="3740150"/>
          <p14:tracePt t="64484" x="8716963" y="3756025"/>
          <p14:tracePt t="64492" x="8675688" y="3781425"/>
          <p14:tracePt t="64501" x="8593138" y="3781425"/>
          <p14:tracePt t="64508" x="8518525" y="3797300"/>
          <p14:tracePt t="64517" x="8459788" y="3814763"/>
          <p14:tracePt t="64525" x="8393113" y="3830638"/>
          <p14:tracePt t="64533" x="8326438" y="3830638"/>
          <p14:tracePt t="64541" x="8251825" y="3830638"/>
          <p14:tracePt t="64549" x="8194675" y="3830638"/>
          <p14:tracePt t="64558" x="8143875" y="3830638"/>
          <p14:tracePt t="64565" x="8112125" y="3830638"/>
          <p14:tracePt t="64574" x="8086725" y="3814763"/>
          <p14:tracePt t="64581" x="8061325" y="3781425"/>
          <p14:tracePt t="64593" x="8045450" y="3781425"/>
          <p14:tracePt t="64598" x="8027988" y="3756025"/>
          <p14:tracePt t="64607" x="8020050" y="3732213"/>
          <p14:tracePt t="64614" x="8004175" y="3698875"/>
          <p14:tracePt t="64622" x="8004175" y="3673475"/>
          <p14:tracePt t="64630" x="8004175" y="3648075"/>
          <p14:tracePt t="64638" x="8004175" y="3616325"/>
          <p14:tracePt t="64646" x="8004175" y="3573463"/>
          <p14:tracePt t="64654" x="8004175" y="3549650"/>
          <p14:tracePt t="64662" x="8004175" y="3508375"/>
          <p14:tracePt t="64670" x="8004175" y="3467100"/>
          <p14:tracePt t="64678" x="8004175" y="3424238"/>
          <p14:tracePt t="64686" x="8004175" y="3382963"/>
          <p14:tracePt t="64695" x="8020050" y="3349625"/>
          <p14:tracePt t="64702" x="8045450" y="3308350"/>
          <p14:tracePt t="64711" x="8112125" y="3251200"/>
          <p14:tracePt t="64719" x="8153400" y="3225800"/>
          <p14:tracePt t="64727" x="8235950" y="3184525"/>
          <p14:tracePt t="64735" x="8351838" y="3159125"/>
          <p14:tracePt t="64743" x="8475663" y="3143250"/>
          <p14:tracePt t="64751" x="8601075" y="3125788"/>
          <p14:tracePt t="64759" x="8675688" y="3125788"/>
          <p14:tracePt t="64767" x="8858250" y="3125788"/>
          <p14:tracePt t="64775" x="8907463" y="3125788"/>
          <p14:tracePt t="64783" x="9007475" y="3125788"/>
          <p14:tracePt t="64791" x="9082088" y="3125788"/>
          <p14:tracePt t="64799" x="9131300" y="3159125"/>
          <p14:tracePt t="64808" x="9247188" y="3225800"/>
          <p14:tracePt t="64816" x="9313863" y="3308350"/>
          <p14:tracePt t="64825" x="9339263" y="3382963"/>
          <p14:tracePt t="64832" x="9388475" y="3475038"/>
          <p14:tracePt t="64841" x="9413875" y="3590925"/>
          <p14:tracePt t="64848" x="9429750" y="3632200"/>
          <p14:tracePt t="64858" x="9437688" y="3732213"/>
          <p14:tracePt t="64864" x="9455150" y="3781425"/>
          <p14:tracePt t="64874" x="9455150" y="3814763"/>
          <p14:tracePt t="64880" x="9455150" y="3856038"/>
          <p14:tracePt t="64891" x="9455150" y="3871913"/>
          <p14:tracePt t="64896" x="9455150" y="3881438"/>
          <p14:tracePt t="64908" x="9455150" y="3897313"/>
          <p14:tracePt t="64969" x="9437688" y="3897313"/>
          <p14:tracePt t="65171" x="9429750" y="3897313"/>
          <p14:tracePt t="65179" x="9413875" y="3897313"/>
          <p14:tracePt t="65187" x="9413875" y="3881438"/>
          <p14:tracePt t="65195" x="9396413" y="3871913"/>
          <p14:tracePt t="65203" x="9372600" y="3871913"/>
          <p14:tracePt t="65211" x="9355138" y="3856038"/>
          <p14:tracePt t="65219" x="9331325" y="3840163"/>
          <p14:tracePt t="65227" x="9288463" y="3814763"/>
          <p14:tracePt t="65235" x="9272588" y="3797300"/>
          <p14:tracePt t="65243" x="9231313" y="3773488"/>
          <p14:tracePt t="65251" x="9190038" y="3756025"/>
          <p14:tracePt t="65260" x="9164638" y="3732213"/>
          <p14:tracePt t="65268" x="9148763" y="3714750"/>
          <p14:tracePt t="65276" x="9123363" y="3698875"/>
          <p14:tracePt t="65284" x="9090025" y="3690938"/>
          <p14:tracePt t="65292" x="9090025" y="3673475"/>
          <p14:tracePt t="65300" x="9082088" y="3657600"/>
          <p14:tracePt t="65316" x="9082088" y="3648075"/>
          <p14:tracePt t="65324" x="9064625" y="3648075"/>
          <p14:tracePt t="65348" x="9064625" y="3632200"/>
          <p14:tracePt t="65437" x="9082088" y="3632200"/>
          <p14:tracePt t="65461" x="9090025" y="3632200"/>
          <p14:tracePt t="65485" x="9105900" y="3632200"/>
          <p14:tracePt t="65623" x="9105900" y="3616325"/>
          <p14:tracePt t="65647" x="9105900" y="3606800"/>
          <p14:tracePt t="65655" x="9105900" y="3573463"/>
          <p14:tracePt t="65663" x="9105900" y="3565525"/>
          <p14:tracePt t="65671" x="9105900" y="3532188"/>
          <p14:tracePt t="65679" x="9105900" y="3508375"/>
          <p14:tracePt t="65687" x="9105900" y="3490913"/>
          <p14:tracePt t="65696" x="9105900" y="3467100"/>
          <p14:tracePt t="65703" x="9105900" y="3449638"/>
          <p14:tracePt t="65712" x="9105900" y="3433763"/>
          <p14:tracePt t="65720" x="9105900" y="3424238"/>
          <p14:tracePt t="65736" x="9105900" y="3408363"/>
          <p14:tracePt t="65744" x="9105900" y="3390900"/>
          <p14:tracePt t="65930" x="9123363" y="3390900"/>
          <p14:tracePt t="65938" x="9131300" y="3390900"/>
          <p14:tracePt t="65946" x="9164638" y="3390900"/>
          <p14:tracePt t="65954" x="9190038" y="3390900"/>
          <p14:tracePt t="65962" x="9231313" y="3390900"/>
          <p14:tracePt t="65970" x="9272588" y="3390900"/>
          <p14:tracePt t="65978" x="9313863" y="3390900"/>
          <p14:tracePt t="65986" x="9355138" y="3390900"/>
          <p14:tracePt t="65994" x="9388475" y="3390900"/>
          <p14:tracePt t="66002" x="9429750" y="3390900"/>
          <p14:tracePt t="66010" x="9471025" y="3390900"/>
          <p14:tracePt t="66018" x="9480550" y="3390900"/>
          <p14:tracePt t="66026" x="9512300" y="3390900"/>
          <p14:tracePt t="66034" x="9521825" y="3390900"/>
          <p14:tracePt t="66043" x="9537700" y="3390900"/>
          <p14:tracePt t="66059" x="9555163" y="3390900"/>
          <p14:tracePt t="66083" x="9563100" y="3390900"/>
          <p14:tracePt t="66188" x="9578975" y="3390900"/>
          <p14:tracePt t="66196" x="9596438" y="3390900"/>
          <p14:tracePt t="66204" x="9620250" y="3408363"/>
          <p14:tracePt t="66212" x="9653588" y="3408363"/>
          <p14:tracePt t="66220" x="9694863" y="3408363"/>
          <p14:tracePt t="66228" x="9786938" y="3408363"/>
          <p14:tracePt t="66236" x="9861550" y="3408363"/>
          <p14:tracePt t="66245" x="9902825" y="3408363"/>
          <p14:tracePt t="66252" x="9969500" y="3408363"/>
          <p14:tracePt t="66261" x="10044113" y="3408363"/>
          <p14:tracePt t="66269" x="10110788" y="3408363"/>
          <p14:tracePt t="66277" x="10167938" y="3408363"/>
          <p14:tracePt t="66285" x="10226675" y="3408363"/>
          <p14:tracePt t="66293" x="10250488" y="3408363"/>
          <p14:tracePt t="66301" x="10275888" y="3408363"/>
          <p14:tracePt t="66309" x="10309225" y="3408363"/>
          <p14:tracePt t="66317" x="10317163" y="3408363"/>
          <p14:tracePt t="66349" x="10334625" y="3408363"/>
          <p14:tracePt t="66454" x="10309225" y="3408363"/>
          <p14:tracePt t="66462" x="10275888" y="3424238"/>
          <p14:tracePt t="66471" x="10226675" y="3424238"/>
          <p14:tracePt t="66479" x="10167938" y="3424238"/>
          <p14:tracePt t="66487" x="10069513" y="3424238"/>
          <p14:tracePt t="66495" x="9969500" y="3408363"/>
          <p14:tracePt t="66503" x="9820275" y="3349625"/>
          <p14:tracePt t="66511" x="9663113" y="3308350"/>
          <p14:tracePt t="66519" x="9480550" y="3251200"/>
          <p14:tracePt t="66527" x="9429750" y="3241675"/>
          <p14:tracePt t="66535" x="9313863" y="3209925"/>
          <p14:tracePt t="66543" x="9213850" y="3200400"/>
          <p14:tracePt t="66551" x="9148763" y="3184525"/>
          <p14:tracePt t="66559" x="9105900" y="3167063"/>
          <p14:tracePt t="66568" x="9064625" y="3167063"/>
          <p14:tracePt t="66575" x="9048750" y="3167063"/>
          <p14:tracePt t="66583" x="9023350" y="3167063"/>
          <p14:tracePt t="66600" x="9007475" y="3167063"/>
          <p14:tracePt t="66616" x="8990013" y="3167063"/>
          <p14:tracePt t="66737" x="9031288" y="3167063"/>
          <p14:tracePt t="66745" x="9105900" y="3167063"/>
          <p14:tracePt t="66753" x="9205913" y="3167063"/>
          <p14:tracePt t="66761" x="9297988" y="3184525"/>
          <p14:tracePt t="66769" x="9413875" y="3241675"/>
          <p14:tracePt t="66777" x="9537700" y="3267075"/>
          <p14:tracePt t="66785" x="9663113" y="3292475"/>
          <p14:tracePt t="66794" x="9820275" y="3341688"/>
          <p14:tracePt t="66801" x="9944100" y="3367088"/>
          <p14:tracePt t="66810" x="10052050" y="3382963"/>
          <p14:tracePt t="66818" x="10093325" y="3382963"/>
          <p14:tracePt t="66826" x="10193338" y="3390900"/>
          <p14:tracePt t="66834" x="10250488" y="3424238"/>
          <p14:tracePt t="66842" x="10293350" y="3433763"/>
          <p14:tracePt t="66850" x="10334625" y="3433763"/>
          <p14:tracePt t="66858" x="10350500" y="3449638"/>
          <p14:tracePt t="66866" x="10358438" y="3449638"/>
          <p14:tracePt t="66882" x="10358438" y="3467100"/>
          <p14:tracePt t="66908" x="10293350" y="3490913"/>
          <p14:tracePt t="66914" x="10193338" y="3516313"/>
          <p14:tracePt t="66924" x="9944100" y="3606800"/>
          <p14:tracePt t="66931" x="9678988" y="3648075"/>
          <p14:tracePt t="66939" x="9272588" y="3732213"/>
          <p14:tracePt t="66947" x="8882063" y="3797300"/>
          <p14:tracePt t="66955" x="8377238" y="3922713"/>
          <p14:tracePt t="66963" x="7878763" y="4005263"/>
          <p14:tracePt t="66971" x="7248525" y="4105275"/>
          <p14:tracePt t="66979" x="6618288" y="4203700"/>
          <p14:tracePt t="66987" x="5988050" y="4311650"/>
          <p14:tracePt t="66995" x="5373688" y="4344988"/>
          <p14:tracePt t="67003" x="4678363" y="4411663"/>
          <p14:tracePt t="67011" x="3997325" y="4445000"/>
          <p14:tracePt t="67019" x="3367088" y="4486275"/>
          <p14:tracePt t="67028" x="2803525" y="4511675"/>
          <p14:tracePt t="67035" x="2230438" y="4535488"/>
          <p14:tracePt t="67044" x="2081213" y="4552950"/>
          <p14:tracePt t="67052" x="1692275" y="4576763"/>
          <p14:tracePt t="67060" x="1384300" y="4610100"/>
          <p14:tracePt t="67068" x="1309688" y="4627563"/>
          <p14:tracePt t="67076" x="1128713" y="4635500"/>
          <p14:tracePt t="67084" x="977900" y="4651375"/>
          <p14:tracePt t="67092" x="879475" y="4651375"/>
          <p14:tracePt t="67100" x="812800" y="4668838"/>
          <p14:tracePt t="67108" x="754063" y="4668838"/>
          <p14:tracePt t="67116" x="730250" y="4668838"/>
          <p14:tracePt t="67124" x="696913" y="4668838"/>
          <p14:tracePt t="67132" x="688975" y="4668838"/>
          <p14:tracePt t="67148" x="671513" y="4668838"/>
          <p14:tracePt t="67205" x="671513" y="4651375"/>
          <p14:tracePt t="67229" x="688975" y="4635500"/>
          <p14:tracePt t="67237" x="696913" y="4635500"/>
          <p14:tracePt t="67254" x="696913" y="4627563"/>
          <p14:tracePt t="67262" x="712788" y="4627563"/>
          <p14:tracePt t="67278" x="730250" y="4610100"/>
          <p14:tracePt t="67294" x="738188" y="4610100"/>
          <p14:tracePt t="67302" x="754063" y="4576763"/>
          <p14:tracePt t="67310" x="796925" y="4552950"/>
          <p14:tracePt t="67318" x="879475" y="4527550"/>
          <p14:tracePt t="67326" x="954088" y="4486275"/>
          <p14:tracePt t="67334" x="1077913" y="4445000"/>
          <p14:tracePt t="67342" x="1185863" y="4386263"/>
          <p14:tracePt t="67350" x="1244600" y="4362450"/>
          <p14:tracePt t="67359" x="1368425" y="4329113"/>
          <p14:tracePt t="67367" x="1435100" y="4287838"/>
          <p14:tracePt t="67375" x="1509713" y="4270375"/>
          <p14:tracePt t="67383" x="1566863" y="4246563"/>
          <p14:tracePt t="67391" x="1592263" y="4246563"/>
          <p14:tracePt t="67399" x="1609725" y="4246563"/>
          <p14:tracePt t="67407" x="1617663" y="4229100"/>
          <p14:tracePt t="67415" x="1633538" y="4229100"/>
          <p14:tracePt t="67431" x="1651000" y="4229100"/>
          <p14:tracePt t="67544" x="1633538" y="4229100"/>
          <p14:tracePt t="67577" x="1633538" y="4221163"/>
          <p14:tracePt t="67674" x="1651000" y="4221163"/>
          <p14:tracePt t="67681" x="1658938" y="4221163"/>
          <p14:tracePt t="67691" x="1716088" y="4221163"/>
          <p14:tracePt t="67698" x="1790700" y="4221163"/>
          <p14:tracePt t="67708" x="1965325" y="4221163"/>
          <p14:tracePt t="67714" x="2165350" y="4221163"/>
          <p14:tracePt t="67722" x="2454275" y="4221163"/>
          <p14:tracePt t="67730" x="2762250" y="4221163"/>
          <p14:tracePt t="67738" x="3209925" y="4221163"/>
          <p14:tracePt t="67746" x="3657600" y="4221163"/>
          <p14:tracePt t="67754" x="4164013" y="4221163"/>
          <p14:tracePt t="67762" x="4611688" y="4246563"/>
          <p14:tracePt t="67770" x="5126038" y="4287838"/>
          <p14:tracePt t="67778" x="5573713" y="4311650"/>
          <p14:tracePt t="67786" x="5780088" y="4329113"/>
          <p14:tracePt t="67795" x="6186488" y="4362450"/>
          <p14:tracePt t="67803" x="6535738" y="4403725"/>
          <p14:tracePt t="67811" x="6883400" y="4452938"/>
          <p14:tracePt t="67819" x="7173913" y="4494213"/>
          <p14:tracePt t="67827" x="7439025" y="4535488"/>
          <p14:tracePt t="67835" x="7662863" y="4576763"/>
          <p14:tracePt t="67843" x="7705725" y="4594225"/>
          <p14:tracePt t="67851" x="7862888" y="4610100"/>
          <p14:tracePt t="67859" x="7962900" y="4627563"/>
          <p14:tracePt t="67867" x="8027988" y="4635500"/>
          <p14:tracePt t="67875" x="8069263" y="4651375"/>
          <p14:tracePt t="67883" x="8112125" y="4651375"/>
          <p14:tracePt t="67891" x="8143875" y="4651375"/>
          <p14:tracePt t="67899" x="8169275" y="4651375"/>
          <p14:tracePt t="67908" x="8186738" y="4651375"/>
          <p14:tracePt t="67924" x="8194675" y="4651375"/>
          <p14:tracePt t="67932" x="8210550" y="4651375"/>
          <p14:tracePt t="67956" x="8228013" y="4651375"/>
          <p14:tracePt t="67988" x="8235950" y="4651375"/>
          <p14:tracePt t="67996" x="8251825" y="4635500"/>
          <p14:tracePt t="68004" x="8285163" y="4627563"/>
          <p14:tracePt t="68013" x="8293100" y="4627563"/>
          <p14:tracePt t="68021" x="8335963" y="4610100"/>
          <p14:tracePt t="68029" x="8369300" y="4594225"/>
          <p14:tracePt t="68037" x="8451850" y="4576763"/>
          <p14:tracePt t="68045" x="8493125" y="4568825"/>
          <p14:tracePt t="68053" x="8593138" y="4552950"/>
          <p14:tracePt t="68061" x="8675688" y="4535488"/>
          <p14:tracePt t="68069" x="8758238" y="4535488"/>
          <p14:tracePt t="68077" x="8858250" y="4535488"/>
          <p14:tracePt t="68085" x="8907463" y="4535488"/>
          <p14:tracePt t="68093" x="9007475" y="4535488"/>
          <p14:tracePt t="68101" x="9164638" y="4535488"/>
          <p14:tracePt t="68109" x="9190038" y="4535488"/>
          <p14:tracePt t="68118" x="9288463" y="4535488"/>
          <p14:tracePt t="68125" x="9355138" y="4535488"/>
          <p14:tracePt t="68134" x="9437688" y="4527550"/>
          <p14:tracePt t="68142" x="9512300" y="4511675"/>
          <p14:tracePt t="68150" x="9563100" y="4511675"/>
          <p14:tracePt t="68158" x="9637713" y="4486275"/>
          <p14:tracePt t="68166" x="9694863" y="4452938"/>
          <p14:tracePt t="68174" x="9720263" y="4445000"/>
          <p14:tracePt t="68182" x="9761538" y="4411663"/>
          <p14:tracePt t="68191" x="9802813" y="4386263"/>
          <p14:tracePt t="68198" x="9820275" y="4370388"/>
          <p14:tracePt t="68208" x="9828213" y="4370388"/>
          <p14:tracePt t="68214" x="9844088" y="4362450"/>
          <p14:tracePt t="68224" x="9844088" y="4344988"/>
          <p14:tracePt t="68247" x="9844088" y="4329113"/>
          <p14:tracePt t="68263" x="9828213" y="4329113"/>
          <p14:tracePt t="68271" x="9745663" y="4329113"/>
          <p14:tracePt t="68279" x="9637713" y="4329113"/>
          <p14:tracePt t="68287" x="9437688" y="4329113"/>
          <p14:tracePt t="68295" x="9256713" y="4329113"/>
          <p14:tracePt t="68303" x="9082088" y="4311650"/>
          <p14:tracePt t="68311" x="8858250" y="4270375"/>
          <p14:tracePt t="68319" x="8634413" y="4229100"/>
          <p14:tracePt t="68328" x="8418513" y="4187825"/>
          <p14:tracePt t="68335" x="8228013" y="4162425"/>
          <p14:tracePt t="68344" x="8045450" y="4105275"/>
          <p14:tracePt t="68352" x="7862888" y="4064000"/>
          <p14:tracePt t="68359" x="7737475" y="4038600"/>
          <p14:tracePt t="68368" x="7680325" y="4021138"/>
          <p14:tracePt t="68376" x="7472363" y="3956050"/>
          <p14:tracePt t="68384" x="7373938" y="3938588"/>
          <p14:tracePt t="68392" x="7248525" y="3914775"/>
          <p14:tracePt t="68400" x="7124700" y="3881438"/>
          <p14:tracePt t="68408" x="6967538" y="3840163"/>
          <p14:tracePt t="68416" x="6859588" y="3840163"/>
          <p14:tracePt t="68424" x="6775450" y="3840163"/>
          <p14:tracePt t="68432" x="6659563" y="3840163"/>
          <p14:tracePt t="68441" x="6561138" y="3830638"/>
          <p14:tracePt t="68448" x="6469063" y="3830638"/>
          <p14:tracePt t="68459" x="6411913" y="3830638"/>
          <p14:tracePt t="68465" x="6353175" y="3830638"/>
          <p14:tracePt t="68474" x="6327775" y="3830638"/>
          <p14:tracePt t="68481" x="6286500" y="3830638"/>
          <p14:tracePt t="68491" x="6270625" y="3814763"/>
          <p14:tracePt t="68497" x="6253163" y="3814763"/>
          <p14:tracePt t="68508" x="6245225" y="3814763"/>
          <p14:tracePt t="68513" x="6229350" y="3814763"/>
          <p14:tracePt t="68524" x="6211888" y="3814763"/>
          <p14:tracePt t="68545" x="6203950" y="3814763"/>
          <p14:tracePt t="68569" x="6203950" y="3797300"/>
          <p14:tracePt t="68578" x="6186488" y="3797300"/>
          <p14:tracePt t="68674" x="6203950" y="3797300"/>
          <p14:tracePt t="68707" x="6211888" y="3781425"/>
          <p14:tracePt t="68715" x="6253163" y="3740150"/>
          <p14:tracePt t="68724" x="6337300" y="3714750"/>
          <p14:tracePt t="68731" x="6535738" y="3616325"/>
          <p14:tracePt t="68741" x="6718300" y="3532188"/>
          <p14:tracePt t="68748" x="6818313" y="3490913"/>
          <p14:tracePt t="68757" x="7091363" y="3382963"/>
          <p14:tracePt t="68763" x="7315200" y="3325813"/>
          <p14:tracePt t="68771" x="7572375" y="3251200"/>
          <p14:tracePt t="68780" x="7837488" y="3184525"/>
          <p14:tracePt t="68787" x="8102600" y="3143250"/>
          <p14:tracePt t="68796" x="8351838" y="3143250"/>
          <p14:tracePt t="68804" x="8575675" y="3143250"/>
          <p14:tracePt t="68812" x="8758238" y="3143250"/>
          <p14:tracePt t="68820" x="8816975" y="3143250"/>
          <p14:tracePt t="68828" x="8940800" y="3143250"/>
          <p14:tracePt t="68836" x="9031288" y="3159125"/>
          <p14:tracePt t="68844" x="9123363" y="3200400"/>
          <p14:tracePt t="68852" x="9172575" y="3225800"/>
          <p14:tracePt t="68860" x="9213850" y="3251200"/>
          <p14:tracePt t="68868" x="9256713" y="3267075"/>
          <p14:tracePt t="68876" x="9272588" y="3284538"/>
          <p14:tracePt t="68884" x="9288463" y="3292475"/>
          <p14:tracePt t="68892" x="9297988" y="3308350"/>
          <p14:tracePt t="68917" x="9297988" y="3325813"/>
          <p14:tracePt t="69006" x="9297988" y="3341688"/>
          <p14:tracePt t="69046" x="9297988" y="3349625"/>
          <p14:tracePt t="69062" x="9288463" y="3349625"/>
          <p14:tracePt t="69070" x="9288463" y="3367088"/>
          <p14:tracePt t="69086" x="9272588" y="3367088"/>
          <p14:tracePt t="69094" x="9272588" y="3382963"/>
          <p14:tracePt t="69224" x="9313863" y="3382963"/>
          <p14:tracePt t="69232" x="9372600" y="3382963"/>
          <p14:tracePt t="69241" x="9437688" y="3382963"/>
          <p14:tracePt t="69248" x="9471025" y="3382963"/>
          <p14:tracePt t="69258" x="9555163" y="3367088"/>
          <p14:tracePt t="69264" x="9620250" y="3349625"/>
          <p14:tracePt t="69273" x="9694863" y="3349625"/>
          <p14:tracePt t="69280" x="9745663" y="3341688"/>
          <p14:tracePt t="69288" x="9820275" y="3341688"/>
          <p14:tracePt t="69296" x="9869488" y="3341688"/>
          <p14:tracePt t="69304" x="9928225" y="3341688"/>
          <p14:tracePt t="69312" x="9961563" y="3341688"/>
          <p14:tracePt t="69320" x="10010775" y="3341688"/>
          <p14:tracePt t="69328" x="10069513" y="3341688"/>
          <p14:tracePt t="69336" x="10093325" y="3341688"/>
          <p14:tracePt t="69345" x="10152063" y="3349625"/>
          <p14:tracePt t="69353" x="10193338" y="3349625"/>
          <p14:tracePt t="69361" x="10226675" y="3367088"/>
          <p14:tracePt t="69369" x="10275888" y="3382963"/>
          <p14:tracePt t="69377" x="10317163" y="3382963"/>
          <p14:tracePt t="69385" x="10350500" y="3390900"/>
          <p14:tracePt t="69393" x="10391775" y="3390900"/>
          <p14:tracePt t="69401" x="10417175" y="3408363"/>
          <p14:tracePt t="69409" x="10450513" y="3408363"/>
          <p14:tracePt t="69417" x="10475913" y="3424238"/>
          <p14:tracePt t="69425" x="10499725" y="3424238"/>
          <p14:tracePt t="69433" x="10517188" y="3433763"/>
          <p14:tracePt t="69442" x="10533063" y="3433763"/>
          <p14:tracePt t="69450" x="10541000" y="3433763"/>
          <p14:tracePt t="69466" x="10541000" y="3449638"/>
          <p14:tracePt t="69482" x="10558463" y="3449638"/>
          <p14:tracePt t="69538" x="10558463" y="3467100"/>
          <p14:tracePt t="69571" x="10541000" y="3467100"/>
          <p14:tracePt t="69579" x="10533063" y="3475038"/>
          <p14:tracePt t="69587" x="10517188" y="3475038"/>
          <p14:tracePt t="69596" x="10499725" y="3475038"/>
          <p14:tracePt t="69603" x="10475913" y="3475038"/>
          <p14:tracePt t="69611" x="10458450" y="3475038"/>
          <p14:tracePt t="69619" x="10450513" y="3490913"/>
          <p14:tracePt t="69627" x="10417175" y="3490913"/>
          <p14:tracePt t="69635" x="10401300" y="3490913"/>
          <p14:tracePt t="69643" x="10391775" y="3490913"/>
          <p14:tracePt t="69651" x="10358438" y="3490913"/>
          <p14:tracePt t="69659" x="10350500" y="3490913"/>
          <p14:tracePt t="69667" x="10334625" y="3490913"/>
          <p14:tracePt t="69676" x="10309225" y="3490913"/>
          <p14:tracePt t="69684" x="10293350" y="3490913"/>
          <p14:tracePt t="69692" x="10275888" y="3490913"/>
          <p14:tracePt t="69700" x="10250488" y="3490913"/>
          <p14:tracePt t="69709" x="10234613" y="3490913"/>
          <p14:tracePt t="69716" x="10226675" y="3490913"/>
          <p14:tracePt t="69732" x="10209213" y="3490913"/>
          <p14:tracePt t="69741" x="10193338" y="3490913"/>
          <p14:tracePt t="69757" x="10185400" y="3490913"/>
          <p14:tracePt t="69765" x="10167938" y="3490913"/>
          <p14:tracePt t="69774" x="10152063" y="3490913"/>
          <p14:tracePt t="69781" x="10126663" y="3490913"/>
          <p14:tracePt t="69788" x="10110788" y="3490913"/>
          <p14:tracePt t="69797" x="10093325" y="3490913"/>
          <p14:tracePt t="69805" x="10069513" y="3490913"/>
          <p14:tracePt t="69813" x="10052050" y="3490913"/>
          <p14:tracePt t="69821" x="10026650" y="3490913"/>
          <p14:tracePt t="69829" x="10010775" y="3490913"/>
          <p14:tracePt t="69837" x="9985375" y="3490913"/>
          <p14:tracePt t="69845" x="9961563" y="3490913"/>
          <p14:tracePt t="69853" x="9928225" y="3490913"/>
          <p14:tracePt t="69861" x="9886950" y="3490913"/>
          <p14:tracePt t="69869" x="9861550" y="3490913"/>
          <p14:tracePt t="69877" x="9828213" y="3490913"/>
          <p14:tracePt t="69885" x="9786938" y="3490913"/>
          <p14:tracePt t="69894" x="9745663" y="3490913"/>
          <p14:tracePt t="69902" x="9720263" y="3490913"/>
          <p14:tracePt t="69910" x="9678988" y="3490913"/>
          <p14:tracePt t="69918" x="9653588" y="3490913"/>
          <p14:tracePt t="69926" x="9620250" y="3490913"/>
          <p14:tracePt t="69934" x="9604375" y="3490913"/>
          <p14:tracePt t="69942" x="9596438" y="3490913"/>
          <p14:tracePt t="69950" x="9578975" y="3490913"/>
          <p14:tracePt t="69966" x="9563100" y="3490913"/>
          <p14:tracePt t="69982" x="9555163" y="3490913"/>
          <p14:tracePt t="69991" x="9537700" y="3490913"/>
          <p14:tracePt t="70008" x="9512300" y="3490913"/>
          <p14:tracePt t="70015" x="9496425" y="3490913"/>
          <p14:tracePt t="70024" x="9471025" y="3490913"/>
          <p14:tracePt t="70031" x="9437688" y="3508375"/>
          <p14:tracePt t="70040" x="9388475" y="3508375"/>
          <p14:tracePt t="70047" x="9331325" y="3516313"/>
          <p14:tracePt t="70055" x="9231313" y="3532188"/>
          <p14:tracePt t="70063" x="9164638" y="3565525"/>
          <p14:tracePt t="70071" x="9031288" y="3573463"/>
          <p14:tracePt t="70079" x="8924925" y="3606800"/>
          <p14:tracePt t="70088" x="8766175" y="3616325"/>
          <p14:tracePt t="70095" x="8418513" y="3648075"/>
          <p14:tracePt t="70103" x="8293100" y="3657600"/>
          <p14:tracePt t="70112" x="8069263" y="3690938"/>
          <p14:tracePt t="70120" x="7862888" y="3698875"/>
          <p14:tracePt t="70128" x="7662863" y="3698875"/>
          <p14:tracePt t="70136" x="7513638" y="3698875"/>
          <p14:tracePt t="70144" x="7331075" y="3698875"/>
          <p14:tracePt t="70152" x="7224713" y="3698875"/>
          <p14:tracePt t="70160" x="7091363" y="3698875"/>
          <p14:tracePt t="70168" x="6942138" y="3698875"/>
          <p14:tracePt t="70176" x="6784975" y="3698875"/>
          <p14:tracePt t="70184" x="6602413" y="3698875"/>
          <p14:tracePt t="70192" x="6427788" y="3698875"/>
          <p14:tracePt t="70200" x="6229350" y="3698875"/>
          <p14:tracePt t="70209" x="5980113" y="3698875"/>
          <p14:tracePt t="70216" x="5715000" y="3698875"/>
          <p14:tracePt t="70225" x="5457825" y="3732213"/>
          <p14:tracePt t="70233" x="5192713" y="3740150"/>
          <p14:tracePt t="70241" x="4967288" y="3773488"/>
          <p14:tracePt t="70249" x="4794250" y="3781425"/>
          <p14:tracePt t="70258" x="4719638" y="3797300"/>
          <p14:tracePt t="70265" x="4411663" y="3814763"/>
          <p14:tracePt t="70275" x="4262438" y="3840163"/>
          <p14:tracePt t="70281" x="4130675" y="3856038"/>
          <p14:tracePt t="70291" x="3997325" y="3856038"/>
          <p14:tracePt t="70297" x="3798888" y="3871913"/>
          <p14:tracePt t="70308" x="3641725" y="3871913"/>
          <p14:tracePt t="70313" x="3508375" y="3881438"/>
          <p14:tracePt t="70324" x="3351213" y="3881438"/>
          <p14:tracePt t="70329" x="3292475" y="3881438"/>
          <p14:tracePt t="70341" x="3168650" y="3881438"/>
          <p14:tracePt t="70346" x="3043238" y="3881438"/>
          <p14:tracePt t="70357" x="2978150" y="3881438"/>
          <p14:tracePt t="70362" x="2878138" y="3881438"/>
          <p14:tracePt t="70374" x="2803525" y="3881438"/>
          <p14:tracePt t="70378" x="2754313" y="3881438"/>
          <p14:tracePt t="70391" x="2711450" y="3881438"/>
          <p14:tracePt t="70394" x="2628900" y="3881438"/>
          <p14:tracePt t="70408" x="2587625" y="3881438"/>
          <p14:tracePt t="70411" x="2528888" y="3881438"/>
          <p14:tracePt t="70424" x="2454275" y="3881438"/>
          <p14:tracePt t="70427" x="2371725" y="3881438"/>
          <p14:tracePt t="70441" x="2330450" y="3881438"/>
          <p14:tracePt t="70443" x="2247900" y="3881438"/>
          <p14:tracePt t="70457" x="2181225" y="3881438"/>
          <p14:tracePt t="70460" x="2106613" y="3881438"/>
          <p14:tracePt t="70474" x="2057400" y="3881438"/>
          <p14:tracePt t="70475" x="1982788" y="3897313"/>
          <p14:tracePt t="70483" x="1916113" y="3897313"/>
          <p14:tracePt t="70491" x="1857375" y="3914775"/>
          <p14:tracePt t="70499" x="1800225" y="3922713"/>
          <p14:tracePt t="70508" x="1741488" y="3922713"/>
          <p14:tracePt t="70515" x="1700213" y="3922713"/>
          <p14:tracePt t="70524" x="1658938" y="3938588"/>
          <p14:tracePt t="70531" x="1617663" y="3956050"/>
          <p14:tracePt t="70541" x="1592263" y="3956050"/>
          <p14:tracePt t="70548" x="1566863" y="3963988"/>
          <p14:tracePt t="70558" x="1550988" y="3963988"/>
          <p14:tracePt t="70564" x="1525588" y="3963988"/>
          <p14:tracePt t="70575" x="1525588" y="3979863"/>
          <p14:tracePt t="70580" x="1509713" y="3979863"/>
          <p14:tracePt t="70593" x="1492250" y="3979863"/>
          <p14:tracePt t="70636" x="1492250" y="3997325"/>
          <p14:tracePt t="70677" x="1509713" y="3997325"/>
          <p14:tracePt t="70701" x="1525588" y="3997325"/>
          <p14:tracePt t="70717" x="1535113" y="3997325"/>
          <p14:tracePt t="70725" x="1566863" y="3997325"/>
          <p14:tracePt t="70733" x="1592263" y="3997325"/>
          <p14:tracePt t="70741" x="1609725" y="3997325"/>
          <p14:tracePt t="70749" x="1633538" y="3997325"/>
          <p14:tracePt t="70758" x="1658938" y="4005263"/>
          <p14:tracePt t="70765" x="1692275" y="4005263"/>
          <p14:tracePt t="70774" x="1716088" y="4021138"/>
          <p14:tracePt t="70782" x="1741488" y="4038600"/>
          <p14:tracePt t="70791" x="1774825" y="4038600"/>
          <p14:tracePt t="70798" x="1790700" y="4046538"/>
          <p14:tracePt t="70808" x="1816100" y="4046538"/>
          <p14:tracePt t="70814" x="1833563" y="4046538"/>
          <p14:tracePt t="70823" x="1874838" y="4064000"/>
          <p14:tracePt t="70830" x="1898650" y="4064000"/>
          <p14:tracePt t="70838" x="1916113" y="4064000"/>
          <p14:tracePt t="70846" x="1941513" y="4064000"/>
          <p14:tracePt t="70854" x="1957388" y="4064000"/>
          <p14:tracePt t="70863" x="1998663" y="4064000"/>
          <p14:tracePt t="70870" x="2024063" y="4064000"/>
          <p14:tracePt t="70879" x="2039938" y="4064000"/>
          <p14:tracePt t="70887" x="2065338" y="4064000"/>
          <p14:tracePt t="70895" x="2098675" y="4064000"/>
          <p14:tracePt t="70903" x="2122488" y="4064000"/>
          <p14:tracePt t="70911" x="2165350" y="4064000"/>
          <p14:tracePt t="70919" x="2189163" y="4064000"/>
          <p14:tracePt t="70927" x="2230438" y="4064000"/>
          <p14:tracePt t="70935" x="2273300" y="4064000"/>
          <p14:tracePt t="70943" x="2330450" y="4064000"/>
          <p14:tracePt t="70951" x="2389188" y="4064000"/>
          <p14:tracePt t="70959" x="2446338" y="4064000"/>
          <p14:tracePt t="70967" x="2497138" y="4064000"/>
          <p14:tracePt t="70975" x="2538413" y="4064000"/>
          <p14:tracePt t="70983" x="2595563" y="4064000"/>
          <p14:tracePt t="70992" x="2654300" y="4064000"/>
          <p14:tracePt t="71000" x="2695575" y="4064000"/>
          <p14:tracePt t="71008" x="2736850" y="4079875"/>
          <p14:tracePt t="71016" x="2778125" y="4097338"/>
          <p14:tracePt t="71025" x="2803525" y="4097338"/>
          <p14:tracePt t="71032" x="2852738" y="4097338"/>
          <p14:tracePt t="71041" x="2894013" y="4105275"/>
          <p14:tracePt t="71048" x="2903538" y="4121150"/>
          <p14:tracePt t="71058" x="2919413" y="4121150"/>
          <p14:tracePt t="71064" x="2935288" y="4121150"/>
          <p14:tracePt t="71075" x="2935288" y="4138613"/>
          <p14:tracePt t="71080" x="2944813" y="4138613"/>
          <p14:tracePt t="71097" x="2944813" y="4146550"/>
          <p14:tracePt t="71153" x="2919413" y="4146550"/>
          <p14:tracePt t="71161" x="2903538" y="4146550"/>
          <p14:tracePt t="71169" x="2894013" y="4146550"/>
          <p14:tracePt t="71177" x="2878138" y="4146550"/>
          <p14:tracePt t="71185" x="2852738" y="4146550"/>
          <p14:tracePt t="71193" x="2836863" y="4146550"/>
          <p14:tracePt t="71201" x="2795588" y="4146550"/>
          <p14:tracePt t="71210" x="2762250" y="4146550"/>
          <p14:tracePt t="71218" x="2720975" y="4146550"/>
          <p14:tracePt t="71226" x="2679700" y="4146550"/>
          <p14:tracePt t="71234" x="2670175" y="4146550"/>
          <p14:tracePt t="71242" x="2628900" y="4146550"/>
          <p14:tracePt t="71250" x="2595563" y="4146550"/>
          <p14:tracePt t="71258" x="2571750" y="4146550"/>
          <p14:tracePt t="71266" x="2554288" y="4138613"/>
          <p14:tracePt t="71274" x="2528888" y="4138613"/>
          <p14:tracePt t="71283" x="2497138" y="4138613"/>
          <p14:tracePt t="71291" x="2487613" y="4138613"/>
          <p14:tracePt t="71298" x="2454275" y="4121150"/>
          <p14:tracePt t="71307" x="2446338" y="4121150"/>
          <p14:tracePt t="71315" x="2430463" y="4121150"/>
          <p14:tracePt t="71324" x="2405063" y="4121150"/>
          <p14:tracePt t="71331" x="2371725" y="4105275"/>
          <p14:tracePt t="71340" x="2363788" y="4105275"/>
          <p14:tracePt t="71347" x="2330450" y="4105275"/>
          <p14:tracePt t="71355" x="2322513" y="4105275"/>
          <p14:tracePt t="71363" x="2289175" y="4105275"/>
          <p14:tracePt t="71371" x="2263775" y="4097338"/>
          <p14:tracePt t="71379" x="2230438" y="4097338"/>
          <p14:tracePt t="71387" x="2206625" y="4097338"/>
          <p14:tracePt t="71395" x="2181225" y="4097338"/>
          <p14:tracePt t="71403" x="2139950" y="4097338"/>
          <p14:tracePt t="71411" x="2106613" y="4079875"/>
          <p14:tracePt t="71419" x="2081213" y="4079875"/>
          <p14:tracePt t="71428" x="2039938" y="4064000"/>
          <p14:tracePt t="71436" x="2024063" y="4046538"/>
          <p14:tracePt t="71444" x="1998663" y="4038600"/>
          <p14:tracePt t="71452" x="1982788" y="4021138"/>
          <p14:tracePt t="71460" x="1965325" y="4005263"/>
          <p14:tracePt t="71468" x="1965325" y="3997325"/>
          <p14:tracePt t="71476" x="1957388" y="3979863"/>
          <p14:tracePt t="71484" x="1941513" y="3963988"/>
          <p14:tracePt t="71492" x="1941513" y="3938588"/>
          <p14:tracePt t="71501" x="1941513" y="3922713"/>
          <p14:tracePt t="71508" x="1941513" y="3914775"/>
          <p14:tracePt t="71516" x="1941513" y="3881438"/>
          <p14:tracePt t="71525" x="1941513" y="3871913"/>
          <p14:tracePt t="71533" x="1941513" y="3856038"/>
          <p14:tracePt t="71541" x="1941513" y="3830638"/>
          <p14:tracePt t="71549" x="1941513" y="3814763"/>
          <p14:tracePt t="71558" x="1941513" y="3797300"/>
          <p14:tracePt t="71574" x="1941513" y="3781425"/>
          <p14:tracePt t="71581" x="1941513" y="3773488"/>
          <p14:tracePt t="71597" x="1957388" y="3756025"/>
          <p14:tracePt t="71629" x="1965325" y="3756025"/>
          <p14:tracePt t="71645" x="1965325" y="3740150"/>
          <p14:tracePt t="71654" x="1982788" y="3740150"/>
          <p14:tracePt t="71670" x="1998663" y="3740150"/>
          <p14:tracePt t="71678" x="2006600" y="3740150"/>
          <p14:tracePt t="71686" x="2039938" y="3740150"/>
          <p14:tracePt t="71694" x="2081213" y="3740150"/>
          <p14:tracePt t="71702" x="2147888" y="3740150"/>
          <p14:tracePt t="71710" x="2206625" y="3740150"/>
          <p14:tracePt t="71718" x="2230438" y="3740150"/>
          <p14:tracePt t="71726" x="2363788" y="3740150"/>
          <p14:tracePt t="71734" x="2413000" y="3740150"/>
          <p14:tracePt t="71743" x="2487613" y="3740150"/>
          <p14:tracePt t="71751" x="2538413" y="3740150"/>
          <p14:tracePt t="71759" x="2613025" y="3740150"/>
          <p14:tracePt t="71767" x="2654300" y="3740150"/>
          <p14:tracePt t="71775" x="2695575" y="3740150"/>
          <p14:tracePt t="71783" x="2736850" y="3740150"/>
          <p14:tracePt t="71791" x="2762250" y="3756025"/>
          <p14:tracePt t="71799" x="2795588" y="3773488"/>
          <p14:tracePt t="71808" x="2819400" y="3781425"/>
          <p14:tracePt t="71815" x="2852738" y="3814763"/>
          <p14:tracePt t="71825" x="2878138" y="3840163"/>
          <p14:tracePt t="71831" x="2894013" y="3871913"/>
          <p14:tracePt t="71841" x="2935288" y="3914775"/>
          <p14:tracePt t="71847" x="2960688" y="3956050"/>
          <p14:tracePt t="71857" x="2978150" y="3997325"/>
          <p14:tracePt t="71864" x="2986088" y="4005263"/>
          <p14:tracePt t="71872" x="3001963" y="4046538"/>
          <p14:tracePt t="71880" x="3019425" y="4079875"/>
          <p14:tracePt t="71888" x="3019425" y="4105275"/>
          <p14:tracePt t="71896" x="3027363" y="4138613"/>
          <p14:tracePt t="71904" x="3027363" y="4146550"/>
          <p14:tracePt t="71912" x="3043238" y="4179888"/>
          <p14:tracePt t="71920" x="3043238" y="4187825"/>
          <p14:tracePt t="71928" x="3043238" y="4203700"/>
          <p14:tracePt t="71936" x="3043238" y="4229100"/>
          <p14:tracePt t="71944" x="3043238" y="4246563"/>
          <p14:tracePt t="71952" x="3043238" y="4262438"/>
          <p14:tracePt t="71969" x="3027363" y="4270375"/>
          <p14:tracePt t="71977" x="3027363" y="4287838"/>
          <p14:tracePt t="71985" x="3019425" y="4287838"/>
          <p14:tracePt t="71993" x="3001963" y="4303713"/>
          <p14:tracePt t="72001" x="2986088" y="4311650"/>
          <p14:tracePt t="72017" x="2978150" y="4329113"/>
          <p14:tracePt t="72025" x="2944813" y="4344988"/>
          <p14:tracePt t="72033" x="2903538" y="4362450"/>
          <p14:tracePt t="72041" x="2894013" y="4362450"/>
          <p14:tracePt t="72049" x="2819400" y="4403725"/>
          <p14:tracePt t="72058" x="2795588" y="4403725"/>
          <p14:tracePt t="72065" x="2736850" y="4427538"/>
          <p14:tracePt t="72074" x="2695575" y="4445000"/>
          <p14:tracePt t="72082" x="2636838" y="4452938"/>
          <p14:tracePt t="72091" x="2587625" y="4470400"/>
          <p14:tracePt t="72098" x="2528888" y="4486275"/>
          <p14:tracePt t="72107" x="2471738" y="4494213"/>
          <p14:tracePt t="72114" x="2430463" y="4494213"/>
          <p14:tracePt t="72122" x="2371725" y="4494213"/>
          <p14:tracePt t="72130" x="2330450" y="4494213"/>
          <p14:tracePt t="72138" x="2273300" y="4494213"/>
          <p14:tracePt t="72146" x="2247900" y="4494213"/>
          <p14:tracePt t="72154" x="2206625" y="4494213"/>
          <p14:tracePt t="72162" x="2181225" y="4494213"/>
          <p14:tracePt t="72170" x="2139950" y="4470400"/>
          <p14:tracePt t="72179" x="2098675" y="4445000"/>
          <p14:tracePt t="72187" x="2065338" y="4427538"/>
          <p14:tracePt t="72195" x="2057400" y="4403725"/>
          <p14:tracePt t="72203" x="2006600" y="4370388"/>
          <p14:tracePt t="72211" x="1982788" y="4344988"/>
          <p14:tracePt t="72219" x="1941513" y="4303713"/>
          <p14:tracePt t="72227" x="1916113" y="4270375"/>
          <p14:tracePt t="72235" x="1882775" y="4246563"/>
          <p14:tracePt t="72243" x="1874838" y="4203700"/>
          <p14:tracePt t="72251" x="1841500" y="4179888"/>
          <p14:tracePt t="72259" x="1833563" y="4162425"/>
          <p14:tracePt t="72267" x="1816100" y="4121150"/>
          <p14:tracePt t="72275" x="1800225" y="4097338"/>
          <p14:tracePt t="72283" x="1774825" y="4064000"/>
          <p14:tracePt t="72292" x="1774825" y="4021138"/>
          <p14:tracePt t="72300" x="1758950" y="3997325"/>
          <p14:tracePt t="72308" x="1758950" y="3956050"/>
          <p14:tracePt t="72316" x="1741488" y="3938588"/>
          <p14:tracePt t="72324" x="1741488" y="3897313"/>
          <p14:tracePt t="72332" x="1741488" y="3871913"/>
          <p14:tracePt t="72341" x="1741488" y="3840163"/>
          <p14:tracePt t="72348" x="1741488" y="3830638"/>
          <p14:tracePt t="72358" x="1741488" y="3797300"/>
          <p14:tracePt t="72364" x="1741488" y="3781425"/>
          <p14:tracePt t="72374" x="1741488" y="3773488"/>
          <p14:tracePt t="72380" x="1741488" y="3740150"/>
          <p14:tracePt t="72397" x="1758950" y="3732213"/>
          <p14:tracePt t="72407" x="1774825" y="3714750"/>
          <p14:tracePt t="72413" x="1790700" y="3698875"/>
          <p14:tracePt t="72424" x="1816100" y="3690938"/>
          <p14:tracePt t="72437" x="1841500" y="3673475"/>
          <p14:tracePt t="72445" x="1898650" y="3648075"/>
          <p14:tracePt t="72453" x="1916113" y="3632200"/>
          <p14:tracePt t="72461" x="1965325" y="3606800"/>
          <p14:tracePt t="72469" x="2065338" y="3565525"/>
          <p14:tracePt t="72477" x="2122488" y="3549650"/>
          <p14:tracePt t="72485" x="2189163" y="3508375"/>
          <p14:tracePt t="72494" x="2263775" y="3490913"/>
          <p14:tracePt t="72501" x="2305050" y="3490913"/>
          <p14:tracePt t="72509" x="2371725" y="3475038"/>
          <p14:tracePt t="72518" x="2446338" y="3467100"/>
          <p14:tracePt t="72526" x="2497138" y="3449638"/>
          <p14:tracePt t="72534" x="2554288" y="3449638"/>
          <p14:tracePt t="72542" x="2613025" y="3449638"/>
          <p14:tracePt t="72550" x="2654300" y="3449638"/>
          <p14:tracePt t="72558" x="2695575" y="3449638"/>
          <p14:tracePt t="72566" x="2720975" y="3449638"/>
          <p14:tracePt t="72574" x="2762250" y="3475038"/>
          <p14:tracePt t="72582" x="2795588" y="3508375"/>
          <p14:tracePt t="72593" x="2819400" y="3516313"/>
          <p14:tracePt t="72599" x="2852738" y="3549650"/>
          <p14:tracePt t="72608" x="2860675" y="3590925"/>
          <p14:tracePt t="72614" x="2878138" y="3632200"/>
          <p14:tracePt t="72625" x="2903538" y="3657600"/>
          <p14:tracePt t="72631" x="2919413" y="3690938"/>
          <p14:tracePt t="72641" x="2919413" y="3714750"/>
          <p14:tracePt t="72647" x="2944813" y="3740150"/>
          <p14:tracePt t="72658" x="2944813" y="3773488"/>
          <p14:tracePt t="72663" x="2960688" y="3781425"/>
          <p14:tracePt t="72674" x="2960688" y="3814763"/>
          <p14:tracePt t="72679" x="2960688" y="3830638"/>
          <p14:tracePt t="72691" x="2978150" y="3856038"/>
          <p14:tracePt t="72695" x="2978150" y="3881438"/>
          <p14:tracePt t="72707" x="2978150" y="3897313"/>
          <p14:tracePt t="72711" x="2978150" y="3922713"/>
          <p14:tracePt t="72724" x="2978150" y="3956050"/>
          <p14:tracePt t="72728" x="2978150" y="3979863"/>
          <p14:tracePt t="72741" x="2978150" y="4005263"/>
          <p14:tracePt t="72744" x="2978150" y="4038600"/>
          <p14:tracePt t="72758" x="2978150" y="4064000"/>
          <p14:tracePt t="72760" x="2978150" y="4079875"/>
          <p14:tracePt t="72774" x="2978150" y="4105275"/>
          <p14:tracePt t="72777" x="2978150" y="4121150"/>
          <p14:tracePt t="72791" x="2978150" y="4138613"/>
          <p14:tracePt t="72792" x="2960688" y="4146550"/>
          <p14:tracePt t="72800" x="2944813" y="4162425"/>
          <p14:tracePt t="72808" x="2944813" y="4179888"/>
          <p14:tracePt t="72816" x="2935288" y="4187825"/>
          <p14:tracePt t="72825" x="2903538" y="4187825"/>
          <p14:tracePt t="72832" x="2894013" y="4203700"/>
          <p14:tracePt t="72841" x="2860675" y="4203700"/>
          <p14:tracePt t="72848" x="2819400" y="4229100"/>
          <p14:tracePt t="72858" x="2795588" y="4229100"/>
          <p14:tracePt t="72865" x="2754313" y="4246563"/>
          <p14:tracePt t="72874" x="2695575" y="4262438"/>
          <p14:tracePt t="72881" x="2670175" y="4262438"/>
          <p14:tracePt t="72891" x="2628900" y="4270375"/>
          <p14:tracePt t="72897" x="2587625" y="4287838"/>
          <p14:tracePt t="72908" x="2538413" y="4287838"/>
          <p14:tracePt t="72913" x="2487613" y="4287838"/>
          <p14:tracePt t="72925" x="2454275" y="4287838"/>
          <p14:tracePt t="72929" x="2405063" y="4287838"/>
          <p14:tracePt t="72941" x="2363788" y="4287838"/>
          <p14:tracePt t="72945" x="2305050" y="4287838"/>
          <p14:tracePt t="72958" x="2273300" y="4287838"/>
          <p14:tracePt t="72962" x="2222500" y="4287838"/>
          <p14:tracePt t="72974" x="2181225" y="4287838"/>
          <p14:tracePt t="72978" x="2139950" y="4270375"/>
          <p14:tracePt t="72991" x="2081213" y="4246563"/>
          <p14:tracePt t="72994" x="2039938" y="4229100"/>
          <p14:tracePt t="73007" x="1998663" y="4203700"/>
          <p14:tracePt t="73011" x="1957388" y="4179888"/>
          <p14:tracePt t="73025" x="1941513" y="4146550"/>
          <p14:tracePt t="73027" x="1916113" y="4138613"/>
          <p14:tracePt t="73042" x="1882775" y="4105275"/>
          <p14:tracePt t="73042" x="1874838" y="4079875"/>
          <p14:tracePt t="73051" x="1857375" y="4046538"/>
          <p14:tracePt t="73059" x="1857375" y="4038600"/>
          <p14:tracePt t="73067" x="1857375" y="4005263"/>
          <p14:tracePt t="73075" x="1857375" y="3997325"/>
          <p14:tracePt t="73083" x="1857375" y="3963988"/>
          <p14:tracePt t="73091" x="1857375" y="3938588"/>
          <p14:tracePt t="73099" x="1857375" y="3922713"/>
          <p14:tracePt t="73108" x="1857375" y="3914775"/>
          <p14:tracePt t="73115" x="1857375" y="3881438"/>
          <p14:tracePt t="73125" x="1857375" y="3871913"/>
          <p14:tracePt t="73132" x="1874838" y="3871913"/>
          <p14:tracePt t="73141" x="1882775" y="3856038"/>
          <p14:tracePt t="73147" x="1898650" y="3840163"/>
          <p14:tracePt t="73158" x="1916113" y="3830638"/>
          <p14:tracePt t="73164" x="1957388" y="3781425"/>
          <p14:tracePt t="73174" x="1965325" y="3773488"/>
          <p14:tracePt t="73180" x="2006600" y="3740150"/>
          <p14:tracePt t="73191" x="2057400" y="3698875"/>
          <p14:tracePt t="73196" x="2098675" y="3673475"/>
          <p14:tracePt t="73207" x="2139950" y="3648075"/>
          <p14:tracePt t="73212" x="2181225" y="3632200"/>
          <p14:tracePt t="73224" x="2206625" y="3606800"/>
          <p14:tracePt t="73228" x="2230438" y="3573463"/>
          <p14:tracePt t="73241" x="2263775" y="3565525"/>
          <p14:tracePt t="73244" x="2273300" y="3549650"/>
          <p14:tracePt t="73258" x="2305050" y="3549650"/>
          <p14:tracePt t="73261" x="2330450" y="3549650"/>
          <p14:tracePt t="73274" x="2347913" y="3532188"/>
          <p14:tracePt t="73277" x="2371725" y="3532188"/>
          <p14:tracePt t="73291" x="2389188" y="3532188"/>
          <p14:tracePt t="73293" x="2405063" y="3532188"/>
          <p14:tracePt t="73307" x="2430463" y="3532188"/>
          <p14:tracePt t="73310" x="2446338" y="3532188"/>
          <p14:tracePt t="73325" x="2454275" y="3532188"/>
          <p14:tracePt t="73326" x="2471738" y="3565525"/>
          <p14:tracePt t="73333" x="2487613" y="3573463"/>
          <p14:tracePt t="73341" x="2497138" y="3590925"/>
          <p14:tracePt t="73349" x="2513013" y="3616325"/>
          <p14:tracePt t="73358" x="2513013" y="3657600"/>
          <p14:tracePt t="73365" x="2528888" y="3673475"/>
          <p14:tracePt t="73374" x="2538413" y="3714750"/>
          <p14:tracePt t="73382" x="2554288" y="3773488"/>
          <p14:tracePt t="73391" x="2571750" y="3797300"/>
          <p14:tracePt t="73398" x="2571750" y="3840163"/>
          <p14:tracePt t="73408" x="2587625" y="3856038"/>
          <p14:tracePt t="73414" x="2587625" y="3897313"/>
          <p14:tracePt t="73424" x="2587625" y="3914775"/>
          <p14:tracePt t="73430" x="2587625" y="3938588"/>
          <p14:tracePt t="73441" x="2587625" y="3963988"/>
          <p14:tracePt t="73446" x="2587625" y="3979863"/>
          <p14:tracePt t="73462" x="2587625" y="3997325"/>
          <p14:tracePt t="73474" x="2571750" y="4005263"/>
          <p14:tracePt t="73486" x="2538413" y="4021138"/>
          <p14:tracePt t="73495" x="2513013" y="4038600"/>
          <p14:tracePt t="73503" x="2487613" y="4038600"/>
          <p14:tracePt t="73511" x="2430463" y="4046538"/>
          <p14:tracePt t="73519" x="2371725" y="4064000"/>
          <p14:tracePt t="73527" x="2347913" y="4064000"/>
          <p14:tracePt t="73535" x="2289175" y="4079875"/>
          <p14:tracePt t="73543" x="2222500" y="4079875"/>
          <p14:tracePt t="73551" x="2165350" y="4079875"/>
          <p14:tracePt t="73559" x="2106613" y="4079875"/>
          <p14:tracePt t="73567" x="2057400" y="4079875"/>
          <p14:tracePt t="73575" x="1998663" y="4079875"/>
          <p14:tracePt t="73583" x="1982788" y="4079875"/>
          <p14:tracePt t="73594" x="1957388" y="4079875"/>
          <p14:tracePt t="73600" x="1941513" y="4079875"/>
          <p14:tracePt t="73608" x="1924050" y="4079875"/>
          <p14:tracePt t="73616" x="1916113" y="4079875"/>
          <p14:tracePt t="73625" x="1916113" y="4064000"/>
          <p14:tracePt t="73632" x="1898650" y="4046538"/>
          <p14:tracePt t="73641" x="1898650" y="4021138"/>
          <p14:tracePt t="73657" x="1898650" y="3997325"/>
          <p14:tracePt t="73664" x="1898650" y="3979863"/>
          <p14:tracePt t="73673" x="1898650" y="3956050"/>
          <p14:tracePt t="73688" x="1898650" y="3938588"/>
          <p14:tracePt t="73697" x="1898650" y="3922713"/>
          <p14:tracePt t="73705" x="1898650" y="3914775"/>
          <p14:tracePt t="73720" x="1916113" y="3897313"/>
          <p14:tracePt t="73745" x="1924050" y="3881438"/>
          <p14:tracePt t="73769" x="1941513" y="3881438"/>
          <p14:tracePt t="73825" x="1941513" y="3897313"/>
          <p14:tracePt t="73843" x="1941513" y="3922713"/>
          <p14:tracePt t="73850" x="1941513" y="3938588"/>
          <p14:tracePt t="73858" x="1941513" y="3956050"/>
          <p14:tracePt t="73875" x="1941513" y="4021138"/>
          <p14:tracePt t="73882" x="1941513" y="4038600"/>
          <p14:tracePt t="73892" x="1941513" y="4064000"/>
          <p14:tracePt t="73898" x="1941513" y="4079875"/>
          <p14:tracePt t="73908" x="1941513" y="4105275"/>
          <p14:tracePt t="73914" x="1941513" y="4121150"/>
          <p14:tracePt t="73924" x="1941513" y="4138613"/>
          <p14:tracePt t="73931" x="1941513" y="4146550"/>
          <p14:tracePt t="73963" x="1941513" y="4162425"/>
          <p14:tracePt t="74003" x="1957388" y="4162425"/>
          <p14:tracePt t="74019" x="1965325" y="4146550"/>
          <p14:tracePt t="74027" x="1998663" y="4146550"/>
          <p14:tracePt t="74035" x="2006600" y="4138613"/>
          <p14:tracePt t="74044" x="2057400" y="4121150"/>
          <p14:tracePt t="74052" x="2065338" y="4105275"/>
          <p14:tracePt t="74060" x="2106613" y="4097338"/>
          <p14:tracePt t="74068" x="2122488" y="4097338"/>
          <p14:tracePt t="74076" x="2147888" y="4097338"/>
          <p14:tracePt t="74084" x="2165350" y="4097338"/>
          <p14:tracePt t="74092" x="2181225" y="4097338"/>
          <p14:tracePt t="74116" x="2189163" y="4097338"/>
          <p14:tracePt t="74140" x="2189163" y="4105275"/>
          <p14:tracePt t="74165" x="2189163" y="4121150"/>
          <p14:tracePt t="74174" x="2181225" y="4121150"/>
          <p14:tracePt t="74190" x="2165350" y="4138613"/>
          <p14:tracePt t="74197" x="2147888" y="4138613"/>
          <p14:tracePt t="74205" x="2139950" y="4138613"/>
          <p14:tracePt t="74213" x="2122488" y="4138613"/>
          <p14:tracePt t="74221" x="2098675" y="4146550"/>
          <p14:tracePt t="74229" x="2057400" y="4146550"/>
          <p14:tracePt t="74237" x="1998663" y="4162425"/>
          <p14:tracePt t="74246" x="1965325" y="4179888"/>
          <p14:tracePt t="74253" x="1916113" y="4179888"/>
          <p14:tracePt t="74262" x="1874838" y="4187825"/>
          <p14:tracePt t="74270" x="1833563" y="4203700"/>
          <p14:tracePt t="74278" x="1800225" y="4203700"/>
          <p14:tracePt t="74294" x="1790700" y="4203700"/>
          <p14:tracePt t="74302" x="1774825" y="4203700"/>
          <p14:tracePt t="74358" x="1790700" y="4203700"/>
          <p14:tracePt t="74366" x="1800225" y="4187825"/>
          <p14:tracePt t="74376" x="1816100" y="4187825"/>
          <p14:tracePt t="74382" x="1857375" y="4179888"/>
          <p14:tracePt t="74391" x="1916113" y="4162425"/>
          <p14:tracePt t="74408" x="1998663" y="4138613"/>
          <p14:tracePt t="74415" x="2065338" y="4121150"/>
          <p14:tracePt t="74425" x="2122488" y="4105275"/>
          <p14:tracePt t="74431" x="2181225" y="4105275"/>
          <p14:tracePt t="74441" x="2230438" y="4097338"/>
          <p14:tracePt t="74447" x="2263775" y="4097338"/>
          <p14:tracePt t="74458" x="2305050" y="4097338"/>
          <p14:tracePt t="74464" x="2322513" y="4097338"/>
          <p14:tracePt t="74480" x="2330450" y="4097338"/>
          <p14:tracePt t="74528" x="2330450" y="4105275"/>
          <p14:tracePt t="74552" x="2305050" y="4105275"/>
          <p14:tracePt t="74560" x="2273300" y="4121150"/>
          <p14:tracePt t="74568" x="2263775" y="4121150"/>
          <p14:tracePt t="74576" x="2230438" y="4138613"/>
          <p14:tracePt t="74584" x="2206625" y="4138613"/>
          <p14:tracePt t="74594" x="2189163" y="4138613"/>
          <p14:tracePt t="74601" x="2147888" y="4138613"/>
          <p14:tracePt t="74608" x="2139950" y="4146550"/>
          <p14:tracePt t="74617" x="2106613" y="4146550"/>
          <p14:tracePt t="74625" x="2098675" y="4146550"/>
          <p14:tracePt t="74633" x="2065338" y="4162425"/>
          <p14:tracePt t="74641" x="2024063" y="4162425"/>
          <p14:tracePt t="74649" x="2006600" y="4179888"/>
          <p14:tracePt t="74658" x="1982788" y="4179888"/>
          <p14:tracePt t="74665" x="1965325" y="4187825"/>
          <p14:tracePt t="74674" x="1957388" y="4187825"/>
          <p14:tracePt t="74681" x="1941513" y="4203700"/>
          <p14:tracePt t="74691" x="1924050" y="4221163"/>
          <p14:tracePt t="74707" x="1916113" y="4229100"/>
          <p14:tracePt t="74722" x="1898650" y="4246563"/>
          <p14:tracePt t="74730" x="1898650" y="4262438"/>
          <p14:tracePt t="74746" x="1898650" y="4270375"/>
          <p14:tracePt t="74754" x="1898650" y="4287838"/>
          <p14:tracePt t="74762" x="1882775" y="4287838"/>
          <p14:tracePt t="74770" x="1882775" y="4303713"/>
          <p14:tracePt t="74786" x="1882775" y="4311650"/>
          <p14:tracePt t="74802" x="1882775" y="4329113"/>
          <p14:tracePt t="74843" x="1898650" y="4329113"/>
          <p14:tracePt t="74867" x="1916113" y="4329113"/>
          <p14:tracePt t="74883" x="1924050" y="4329113"/>
          <p14:tracePt t="74891" x="1941513" y="4329113"/>
          <p14:tracePt t="74899" x="1957388" y="4329113"/>
          <p14:tracePt t="74908" x="1965325" y="4329113"/>
          <p14:tracePt t="74915" x="1998663" y="4311650"/>
          <p14:tracePt t="74924" x="2024063" y="4311650"/>
          <p14:tracePt t="74932" x="2039938" y="4303713"/>
          <p14:tracePt t="74941" x="2065338" y="4287838"/>
          <p14:tracePt t="74948" x="2098675" y="4270375"/>
          <p14:tracePt t="74957" x="2106613" y="4270375"/>
          <p14:tracePt t="74964" x="2139950" y="4262438"/>
          <p14:tracePt t="74974" x="2147888" y="4262438"/>
          <p14:tracePt t="74996" x="2165350" y="4262438"/>
          <p14:tracePt t="75085" x="2147888" y="4262438"/>
          <p14:tracePt t="75093" x="2139950" y="4270375"/>
          <p14:tracePt t="75101" x="2139950" y="4287838"/>
          <p14:tracePt t="75109" x="2106613" y="4287838"/>
          <p14:tracePt t="75117" x="2106613" y="4303713"/>
          <p14:tracePt t="75125" x="2098675" y="4303713"/>
          <p14:tracePt t="75134" x="2081213" y="4311650"/>
          <p14:tracePt t="75141" x="2065338" y="4311650"/>
          <p14:tracePt t="75150" x="2065338" y="4329113"/>
          <p14:tracePt t="75158" x="2057400" y="4329113"/>
          <p14:tracePt t="75182" x="2057400" y="4344988"/>
          <p14:tracePt t="75207" x="2057400" y="4362450"/>
          <p14:tracePt t="75287" x="2057400" y="4344988"/>
          <p14:tracePt t="75295" x="2057400" y="4329113"/>
          <p14:tracePt t="75303" x="2065338" y="4311650"/>
          <p14:tracePt t="75311" x="2081213" y="4303713"/>
          <p14:tracePt t="75327" x="2098675" y="4287838"/>
          <p14:tracePt t="75335" x="2106613" y="4270375"/>
          <p14:tracePt t="75343" x="2122488" y="4262438"/>
          <p14:tracePt t="75351" x="2139950" y="4246563"/>
          <p14:tracePt t="75360" x="2147888" y="4229100"/>
          <p14:tracePt t="75368" x="2165350" y="4221163"/>
          <p14:tracePt t="75392" x="2181225" y="4221163"/>
          <p14:tracePt t="75489" x="2181225" y="4229100"/>
          <p14:tracePt t="75553" x="2189163" y="4229100"/>
          <p14:tracePt t="75569" x="2222500" y="4229100"/>
          <p14:tracePt t="75578" x="2247900" y="4229100"/>
          <p14:tracePt t="75585" x="2305050" y="4229100"/>
          <p14:tracePt t="75594" x="2363788" y="4229100"/>
          <p14:tracePt t="75608" x="2389188" y="4229100"/>
          <p14:tracePt t="75610" x="2454275" y="4229100"/>
          <p14:tracePt t="75625" x="2538413" y="4221163"/>
          <p14:tracePt t="75627" x="2654300" y="4187825"/>
          <p14:tracePt t="75641" x="2695575" y="4179888"/>
          <p14:tracePt t="75643" x="2819400" y="4162425"/>
          <p14:tracePt t="75657" x="2852738" y="4162425"/>
          <p14:tracePt t="75658" x="2935288" y="4146550"/>
          <p14:tracePt t="75666" x="3001963" y="4138613"/>
          <p14:tracePt t="75674" x="3027363" y="4138613"/>
          <p14:tracePt t="75683" x="3086100" y="4121150"/>
          <p14:tracePt t="75691" x="3109913" y="4121150"/>
          <p14:tracePt t="75698" x="3127375" y="4121150"/>
          <p14:tracePt t="75708" x="3160713" y="4121150"/>
          <p14:tracePt t="75724" x="3168650" y="4121150"/>
          <p14:tracePt t="75731" x="3168650" y="4105275"/>
          <p14:tracePt t="75740" x="3184525" y="4105275"/>
          <p14:tracePt t="75755" x="3201988" y="4105275"/>
          <p14:tracePt t="75763" x="3209925" y="4105275"/>
          <p14:tracePt t="75771" x="3225800" y="4105275"/>
          <p14:tracePt t="75779" x="3251200" y="4105275"/>
          <p14:tracePt t="75787" x="3284538" y="4105275"/>
          <p14:tracePt t="75795" x="3309938" y="4105275"/>
          <p14:tracePt t="75804" x="3367088" y="4105275"/>
          <p14:tracePt t="75811" x="3408363" y="4105275"/>
          <p14:tracePt t="75820" x="3449638" y="4105275"/>
          <p14:tracePt t="75828" x="3508375" y="4105275"/>
          <p14:tracePt t="75836" x="3557588" y="4121150"/>
          <p14:tracePt t="75844" x="3598863" y="4121150"/>
          <p14:tracePt t="75852" x="3641725" y="4138613"/>
          <p14:tracePt t="75860" x="3690938" y="4138613"/>
          <p14:tracePt t="75868" x="3698875" y="4138613"/>
          <p14:tracePt t="75876" x="3732213" y="4138613"/>
          <p14:tracePt t="75884" x="3740150" y="4146550"/>
          <p14:tracePt t="75900" x="3757613" y="4146550"/>
          <p14:tracePt t="75997" x="3740150" y="4146550"/>
          <p14:tracePt t="76005" x="3732213" y="4146550"/>
          <p14:tracePt t="76013" x="3716338" y="4146550"/>
          <p14:tracePt t="76021" x="3690938" y="4146550"/>
          <p14:tracePt t="76030" x="3657600" y="4146550"/>
          <p14:tracePt t="76038" x="3632200" y="4146550"/>
          <p14:tracePt t="76046" x="3616325" y="4146550"/>
          <p14:tracePt t="76054" x="3598863" y="4146550"/>
          <p14:tracePt t="76062" x="3590925" y="4146550"/>
          <p14:tracePt t="76070" x="3575050" y="4146550"/>
          <p14:tracePt t="76078" x="3557588" y="4146550"/>
          <p14:tracePt t="76264" x="3575050" y="4146550"/>
          <p14:tracePt t="76288" x="3598863" y="4146550"/>
          <p14:tracePt t="76296" x="3632200" y="4146550"/>
          <p14:tracePt t="76304" x="3690938" y="4146550"/>
          <p14:tracePt t="76312" x="3740150" y="4146550"/>
          <p14:tracePt t="76320" x="3814763" y="4146550"/>
          <p14:tracePt t="76328" x="3881438" y="4146550"/>
          <p14:tracePt t="76336" x="3981450" y="4146550"/>
          <p14:tracePt t="76345" x="4105275" y="4146550"/>
          <p14:tracePt t="76353" x="4164013" y="4146550"/>
          <p14:tracePt t="76361" x="4313238" y="4146550"/>
          <p14:tracePt t="76369" x="4429125" y="4146550"/>
          <p14:tracePt t="76377" x="4529138" y="4146550"/>
          <p14:tracePt t="76385" x="4652963" y="4146550"/>
          <p14:tracePt t="76393" x="4752975" y="4146550"/>
          <p14:tracePt t="76401" x="4876800" y="4146550"/>
          <p14:tracePt t="76409" x="4902200" y="4146550"/>
          <p14:tracePt t="76417" x="5000625" y="4146550"/>
          <p14:tracePt t="76425" x="5067300" y="4146550"/>
          <p14:tracePt t="76433" x="5126038" y="4146550"/>
          <p14:tracePt t="76441" x="5167313" y="4162425"/>
          <p14:tracePt t="76449" x="5192713" y="4162425"/>
          <p14:tracePt t="76458" x="5208588" y="4162425"/>
          <p14:tracePt t="76465" x="5224463" y="4162425"/>
          <p14:tracePt t="76481" x="5233988" y="4162425"/>
          <p14:tracePt t="76563" x="5224463" y="4162425"/>
          <p14:tracePt t="76570" x="5208588" y="4162425"/>
          <p14:tracePt t="76587" x="5183188" y="4162425"/>
          <p14:tracePt t="76595" x="5141913" y="4162425"/>
          <p14:tracePt t="76603" x="5126038" y="4162425"/>
          <p14:tracePt t="76611" x="5067300" y="4146550"/>
          <p14:tracePt t="76619" x="5000625" y="4146550"/>
          <p14:tracePt t="76627" x="4959350" y="4138613"/>
          <p14:tracePt t="76635" x="4902200" y="4138613"/>
          <p14:tracePt t="76643" x="4835525" y="4138613"/>
          <p14:tracePt t="76651" x="4760913" y="4138613"/>
          <p14:tracePt t="76659" x="4702175" y="4121150"/>
          <p14:tracePt t="76667" x="4652963" y="4121150"/>
          <p14:tracePt t="76675" x="4611688" y="4121150"/>
          <p14:tracePt t="76684" x="4552950" y="4121150"/>
          <p14:tracePt t="76692" x="4511675" y="4121150"/>
          <p14:tracePt t="76700" x="4495800" y="4121150"/>
          <p14:tracePt t="76708" x="4470400" y="4121150"/>
          <p14:tracePt t="76716" x="4454525" y="4121150"/>
          <p14:tracePt t="76725" x="4437063" y="4121150"/>
          <p14:tracePt t="76748" x="4429125" y="4121150"/>
          <p14:tracePt t="76837" x="4437063" y="4121150"/>
          <p14:tracePt t="76853" x="4454525" y="4121150"/>
          <p14:tracePt t="76861" x="4470400" y="4121150"/>
          <p14:tracePt t="76869" x="4511675" y="4121150"/>
          <p14:tracePt t="76877" x="4570413" y="4146550"/>
          <p14:tracePt t="76885" x="4611688" y="4162425"/>
          <p14:tracePt t="76894" x="4694238" y="4187825"/>
          <p14:tracePt t="76902" x="4794250" y="4229100"/>
          <p14:tracePt t="76910" x="4902200" y="4262438"/>
          <p14:tracePt t="76918" x="5026025" y="4287838"/>
          <p14:tracePt t="76926" x="5149850" y="4329113"/>
          <p14:tracePt t="76934" x="5208588" y="4329113"/>
          <p14:tracePt t="76942" x="5291138" y="4344988"/>
          <p14:tracePt t="76950" x="5391150" y="4362450"/>
          <p14:tracePt t="76958" x="5473700" y="4370388"/>
          <p14:tracePt t="76966" x="5540375" y="4386263"/>
          <p14:tracePt t="76975" x="5614988" y="4403725"/>
          <p14:tracePt t="76982" x="5673725" y="4403725"/>
          <p14:tracePt t="76991" x="5722938" y="4403725"/>
          <p14:tracePt t="76998" x="5764213" y="4403725"/>
          <p14:tracePt t="77008" x="5822950" y="4403725"/>
          <p14:tracePt t="77015" x="5880100" y="4403725"/>
          <p14:tracePt t="77024" x="5905500" y="4403725"/>
          <p14:tracePt t="77031" x="5962650" y="4403725"/>
          <p14:tracePt t="77040" x="6005513" y="4403725"/>
          <p14:tracePt t="77047" x="6021388" y="4411663"/>
          <p14:tracePt t="77055" x="6046788" y="4411663"/>
          <p14:tracePt t="77063" x="6062663" y="4411663"/>
          <p14:tracePt t="77071" x="6070600" y="4411663"/>
          <p14:tracePt t="77095" x="6088063" y="4411663"/>
          <p14:tracePt t="77362" x="6070600" y="4411663"/>
          <p14:tracePt t="77410" x="6062663" y="4411663"/>
          <p14:tracePt t="77426" x="6046788" y="4411663"/>
          <p14:tracePt t="77434" x="6029325" y="4411663"/>
          <p14:tracePt t="77450" x="6005513" y="4411663"/>
          <p14:tracePt t="77458" x="5980113" y="4411663"/>
          <p14:tracePt t="77467" x="5962650" y="4411663"/>
          <p14:tracePt t="77475" x="5921375" y="4411663"/>
          <p14:tracePt t="77483" x="5905500" y="4411663"/>
          <p14:tracePt t="77491" x="5864225" y="4411663"/>
          <p14:tracePt t="77499" x="5822950" y="4411663"/>
          <p14:tracePt t="77508" x="5797550" y="4411663"/>
          <p14:tracePt t="77515" x="5756275" y="4411663"/>
          <p14:tracePt t="77524" x="5722938" y="4411663"/>
          <p14:tracePt t="77531" x="5681663" y="4403725"/>
          <p14:tracePt t="77541" x="5630863" y="4403725"/>
          <p14:tracePt t="77548" x="5532438" y="4403725"/>
          <p14:tracePt t="77557" x="5491163" y="4386263"/>
          <p14:tracePt t="77564" x="5448300" y="4386263"/>
          <p14:tracePt t="77574" x="5373688" y="4370388"/>
          <p14:tracePt t="77580" x="5308600" y="4370388"/>
          <p14:tracePt t="77593" x="5183188" y="4370388"/>
          <p14:tracePt t="77596" x="5084763" y="4370388"/>
          <p14:tracePt t="77604" x="4984750" y="4370388"/>
          <p14:tracePt t="77612" x="4860925" y="4370388"/>
          <p14:tracePt t="77620" x="4702175" y="4370388"/>
          <p14:tracePt t="77628" x="4570413" y="4370388"/>
          <p14:tracePt t="77636" x="4437063" y="4370388"/>
          <p14:tracePt t="77645" x="4387850" y="4370388"/>
          <p14:tracePt t="77652" x="4262438" y="4370388"/>
          <p14:tracePt t="77661" x="4130675" y="4370388"/>
          <p14:tracePt t="77668" x="4064000" y="4370388"/>
          <p14:tracePt t="77677" x="3997325" y="4370388"/>
          <p14:tracePt t="77685" x="3922713" y="4370388"/>
          <p14:tracePt t="77693" x="3865563" y="4370388"/>
          <p14:tracePt t="77701" x="3814763" y="4370388"/>
          <p14:tracePt t="77709" x="3781425" y="4386263"/>
          <p14:tracePt t="77717" x="3732213" y="4386263"/>
          <p14:tracePt t="77725" x="3690938" y="4386263"/>
          <p14:tracePt t="77733" x="3657600" y="4386263"/>
          <p14:tracePt t="77741" x="3598863" y="4386263"/>
          <p14:tracePt t="77749" x="3557588" y="4386263"/>
          <p14:tracePt t="77758" x="3533775" y="4386263"/>
          <p14:tracePt t="77765" x="3492500" y="4386263"/>
          <p14:tracePt t="77775" x="3475038" y="4386263"/>
          <p14:tracePt t="77782" x="3449638" y="4386263"/>
          <p14:tracePt t="77791" x="3425825" y="4386263"/>
          <p14:tracePt t="77807" x="3408363" y="4386263"/>
          <p14:tracePt t="77814" x="3392488" y="4386263"/>
          <p14:tracePt t="77830" x="3375025" y="4386263"/>
          <p14:tracePt t="77838" x="3367088" y="4386263"/>
          <p14:tracePt t="77935" x="3351213" y="4386263"/>
          <p14:tracePt t="77983" x="3351213" y="4370388"/>
          <p14:tracePt t="78024" x="3333750" y="4370388"/>
          <p14:tracePt t="78056" x="3325813" y="4370388"/>
          <p14:tracePt t="78088" x="3309938" y="4370388"/>
          <p14:tracePt t="78113" x="3292475" y="4362450"/>
          <p14:tracePt t="78145" x="3292475" y="4344988"/>
          <p14:tracePt t="78161" x="3284538" y="4344988"/>
          <p14:tracePt t="78177" x="3284538" y="4329113"/>
          <p14:tracePt t="78201" x="3284538" y="4311650"/>
          <p14:tracePt t="78250" x="3284538" y="4303713"/>
          <p14:tracePt t="78419" x="3284538" y="4311650"/>
          <p14:tracePt t="78468" x="3284538" y="4329113"/>
          <p14:tracePt t="78516" x="3292475" y="4329113"/>
          <p14:tracePt t="78532" x="3292475" y="4344988"/>
          <p14:tracePt t="78548" x="3309938" y="4344988"/>
          <p14:tracePt t="78565" x="3325813" y="4362450"/>
          <p14:tracePt t="78574" x="3333750" y="4362450"/>
          <p14:tracePt t="78581" x="3333750" y="4370388"/>
          <p14:tracePt t="78594" x="3367088" y="4370388"/>
          <p14:tracePt t="78597" x="3375025" y="4386263"/>
          <p14:tracePt t="78605" x="3392488" y="4386263"/>
          <p14:tracePt t="78613" x="3408363" y="4403725"/>
          <p14:tracePt t="78621" x="3433763" y="4411663"/>
          <p14:tracePt t="78629" x="3449638" y="4427538"/>
          <p14:tracePt t="78637" x="3467100" y="4445000"/>
          <p14:tracePt t="78645" x="3475038" y="4445000"/>
          <p14:tracePt t="78654" x="3492500" y="4445000"/>
          <p14:tracePt t="78662" x="3492500" y="4452938"/>
          <p14:tracePt t="78670" x="3508375" y="4452938"/>
          <p14:tracePt t="78678" x="3516313" y="4470400"/>
          <p14:tracePt t="78686" x="3533775" y="4470400"/>
          <p14:tracePt t="78702" x="3557588" y="4470400"/>
          <p14:tracePt t="78710" x="3575050" y="4486275"/>
          <p14:tracePt t="78718" x="3590925" y="4486275"/>
          <p14:tracePt t="78726" x="3598863" y="4486275"/>
          <p14:tracePt t="78734" x="3641725" y="4486275"/>
          <p14:tracePt t="78742" x="3657600" y="4486275"/>
          <p14:tracePt t="78750" x="3698875" y="4486275"/>
          <p14:tracePt t="78758" x="3716338" y="4486275"/>
          <p14:tracePt t="78767" x="3773488" y="4486275"/>
          <p14:tracePt t="78775" x="3814763" y="4486275"/>
          <p14:tracePt t="78783" x="3865563" y="4486275"/>
          <p14:tracePt t="78791" x="3906838" y="4486275"/>
          <p14:tracePt t="78799" x="3963988" y="4486275"/>
          <p14:tracePt t="78808" x="4064000" y="4486275"/>
          <p14:tracePt t="78815" x="4105275" y="4486275"/>
          <p14:tracePt t="78824" x="4171950" y="4486275"/>
          <p14:tracePt t="78831" x="4246563" y="4486275"/>
          <p14:tracePt t="78841" x="4313238" y="4486275"/>
          <p14:tracePt t="78847" x="4370388" y="4486275"/>
          <p14:tracePt t="78857" x="4429125" y="4486275"/>
          <p14:tracePt t="78864" x="4486275" y="4486275"/>
          <p14:tracePt t="78872" x="4529138" y="4486275"/>
          <p14:tracePt t="78880" x="4552950" y="4486275"/>
          <p14:tracePt t="78888" x="4578350" y="4470400"/>
          <p14:tracePt t="78896" x="4611688" y="4470400"/>
          <p14:tracePt t="78904" x="4619625" y="4452938"/>
          <p14:tracePt t="78912" x="4635500" y="4452938"/>
          <p14:tracePt t="78936" x="4652963" y="4452938"/>
          <p14:tracePt t="78944" x="4652963" y="4445000"/>
          <p14:tracePt t="78968" x="4652963" y="4427538"/>
          <p14:tracePt t="79025" x="4652963" y="4411663"/>
          <p14:tracePt t="79057" x="4619625" y="4411663"/>
          <p14:tracePt t="79065" x="4594225" y="4411663"/>
          <p14:tracePt t="79075" x="4537075" y="4411663"/>
          <p14:tracePt t="79081" x="4470400" y="4445000"/>
          <p14:tracePt t="79091" x="4370388" y="4470400"/>
          <p14:tracePt t="79098" x="4271963" y="4494213"/>
          <p14:tracePt t="79107" x="4122738" y="4527550"/>
          <p14:tracePt t="79114" x="3997325" y="4568825"/>
          <p14:tracePt t="79122" x="3840163" y="4576763"/>
          <p14:tracePt t="79130" x="3732213" y="4610100"/>
          <p14:tracePt t="79138" x="3575050" y="4627563"/>
          <p14:tracePt t="79146" x="3449638" y="4635500"/>
          <p14:tracePt t="79154" x="3351213" y="4635500"/>
          <p14:tracePt t="79162" x="3225800" y="4635500"/>
          <p14:tracePt t="79170" x="3127375" y="4635500"/>
          <p14:tracePt t="79178" x="3043238" y="4635500"/>
          <p14:tracePt t="79186" x="2986088" y="4635500"/>
          <p14:tracePt t="79195" x="2894013" y="4635500"/>
          <p14:tracePt t="79203" x="2819400" y="4635500"/>
          <p14:tracePt t="79211" x="2736850" y="4627563"/>
          <p14:tracePt t="79219" x="2695575" y="4610100"/>
          <p14:tracePt t="79227" x="2654300" y="4594225"/>
          <p14:tracePt t="79235" x="2613025" y="4568825"/>
          <p14:tracePt t="79243" x="2587625" y="4568825"/>
          <p14:tracePt t="79251" x="2571750" y="4552950"/>
          <p14:tracePt t="79259" x="2554288" y="4535488"/>
          <p14:tracePt t="79267" x="2538413" y="4535488"/>
          <p14:tracePt t="79283" x="2538413" y="4527550"/>
          <p14:tracePt t="79299" x="2528888" y="4527550"/>
          <p14:tracePt t="79453" x="2528888" y="4535488"/>
          <p14:tracePt t="79517" x="2528888" y="4552950"/>
          <p14:tracePt t="79549" x="2538413" y="4552950"/>
          <p14:tracePt t="79582" x="2554288" y="4552950"/>
          <p14:tracePt t="79608" x="2587625" y="4552950"/>
          <p14:tracePt t="79614" x="2613025" y="4552950"/>
          <p14:tracePt t="79624" x="2670175" y="4552950"/>
          <p14:tracePt t="79630" x="2711450" y="4568825"/>
          <p14:tracePt t="79638" x="2778125" y="4576763"/>
          <p14:tracePt t="79647" x="2819400" y="4576763"/>
          <p14:tracePt t="79655" x="2894013" y="4610100"/>
          <p14:tracePt t="79663" x="2960688" y="4635500"/>
          <p14:tracePt t="79671" x="3019425" y="4651375"/>
          <p14:tracePt t="79679" x="3086100" y="4668838"/>
          <p14:tracePt t="79687" x="3127375" y="4676775"/>
          <p14:tracePt t="79695" x="3168650" y="4694238"/>
          <p14:tracePt t="79703" x="3209925" y="4694238"/>
          <p14:tracePt t="79711" x="3243263" y="4710113"/>
          <p14:tracePt t="79719" x="3251200" y="4718050"/>
          <p14:tracePt t="79728" x="3267075" y="4718050"/>
          <p14:tracePt t="79735" x="3284538" y="4718050"/>
          <p14:tracePt t="79751" x="3292475" y="4718050"/>
          <p14:tracePt t="79768" x="3309938" y="4718050"/>
          <p14:tracePt t="79832" x="3325813" y="4735513"/>
          <p14:tracePt t="80074" x="3325813" y="4751388"/>
          <p14:tracePt t="80091" x="3309938" y="4751388"/>
          <p14:tracePt t="80099" x="3309938" y="4759325"/>
          <p14:tracePt t="80115" x="3292475" y="4759325"/>
          <p14:tracePt t="80124" x="3292475" y="4776788"/>
          <p14:tracePt t="80131" x="3284538" y="4776788"/>
          <p14:tracePt t="80140" x="3267075" y="4776788"/>
          <p14:tracePt t="80147" x="3267075" y="4792663"/>
          <p14:tracePt t="80155" x="3251200" y="4792663"/>
          <p14:tracePt t="80163" x="3243263" y="4802188"/>
          <p14:tracePt t="80171" x="3209925" y="4802188"/>
          <p14:tracePt t="80180" x="3201988" y="4802188"/>
          <p14:tracePt t="80188" x="3168650" y="4818063"/>
          <p14:tracePt t="80196" x="3143250" y="4818063"/>
          <p14:tracePt t="80204" x="3101975" y="4818063"/>
          <p14:tracePt t="80212" x="3027363" y="4818063"/>
          <p14:tracePt t="80220" x="2960688" y="4818063"/>
          <p14:tracePt t="80228" x="2878138" y="4818063"/>
          <p14:tracePt t="80236" x="2852738" y="4818063"/>
          <p14:tracePt t="80244" x="2762250" y="4818063"/>
          <p14:tracePt t="80252" x="2695575" y="4818063"/>
          <p14:tracePt t="80260" x="2628900" y="4818063"/>
          <p14:tracePt t="80268" x="2554288" y="4818063"/>
          <p14:tracePt t="80276" x="2497138" y="4818063"/>
          <p14:tracePt t="80284" x="2430463" y="4818063"/>
          <p14:tracePt t="80292" x="2330450" y="4818063"/>
          <p14:tracePt t="80301" x="2263775" y="4818063"/>
          <p14:tracePt t="80308" x="2165350" y="4818063"/>
          <p14:tracePt t="80317" x="2039938" y="4818063"/>
          <p14:tracePt t="80325" x="1941513" y="4818063"/>
          <p14:tracePt t="80333" x="1790700" y="4792663"/>
          <p14:tracePt t="80341" x="1633538" y="4776788"/>
          <p14:tracePt t="80349" x="1525588" y="4759325"/>
          <p14:tracePt t="80358" x="1368425" y="4735513"/>
          <p14:tracePt t="80365" x="1309688" y="4718050"/>
          <p14:tracePt t="80375" x="1211263" y="4710113"/>
          <p14:tracePt t="80381" x="1119188" y="4694238"/>
          <p14:tracePt t="80391" x="1044575" y="4668838"/>
          <p14:tracePt t="80397" x="995363" y="4651375"/>
          <p14:tracePt t="80408" x="977900" y="4635500"/>
          <p14:tracePt t="80414" x="954088" y="4635500"/>
          <p14:tracePt t="80424" x="920750" y="4627563"/>
          <p14:tracePt t="80438" x="903288" y="4610100"/>
          <p14:tracePt t="80454" x="903288" y="4594225"/>
          <p14:tracePt t="80470" x="903288" y="4576763"/>
          <p14:tracePt t="80502" x="903288" y="4568825"/>
          <p14:tracePt t="80608" x="903288" y="4576763"/>
          <p14:tracePt t="80625" x="920750" y="4576763"/>
          <p14:tracePt t="80641" x="920750" y="4594225"/>
          <p14:tracePt t="80648" x="936625" y="4594225"/>
          <p14:tracePt t="80657" x="954088" y="4594225"/>
          <p14:tracePt t="80664" x="954088" y="4610100"/>
          <p14:tracePt t="80672" x="977900" y="4610100"/>
          <p14:tracePt t="80680" x="1003300" y="4627563"/>
          <p14:tracePt t="80688" x="1020763" y="4635500"/>
          <p14:tracePt t="80696" x="1044575" y="4635500"/>
          <p14:tracePt t="80704" x="1077913" y="4668838"/>
          <p14:tracePt t="80713" x="1103313" y="4676775"/>
          <p14:tracePt t="80720" x="1128713" y="4694238"/>
          <p14:tracePt t="80728" x="1160463" y="4710113"/>
          <p14:tracePt t="80737" x="1203325" y="4718050"/>
          <p14:tracePt t="80745" x="1227138" y="4735513"/>
          <p14:tracePt t="80753" x="1260475" y="4751388"/>
          <p14:tracePt t="80761" x="1285875" y="4751388"/>
          <p14:tracePt t="80769" x="1309688" y="4759325"/>
          <p14:tracePt t="80777" x="1352550" y="4759325"/>
          <p14:tracePt t="80785" x="1368425" y="4776788"/>
          <p14:tracePt t="80793" x="1393825" y="4776788"/>
          <p14:tracePt t="80801" x="1409700" y="4792663"/>
          <p14:tracePt t="80809" x="1427163" y="4792663"/>
          <p14:tracePt t="80817" x="1435100" y="4802188"/>
          <p14:tracePt t="80833" x="1450975" y="4802188"/>
          <p14:tracePt t="80850" x="1450975" y="4818063"/>
          <p14:tracePt t="80882" x="1450975" y="4833938"/>
          <p14:tracePt t="80907" x="1435100" y="4833938"/>
          <p14:tracePt t="80914" x="1427163" y="4833938"/>
          <p14:tracePt t="80923" x="1409700" y="4833938"/>
          <p14:tracePt t="80930" x="1393825" y="4833938"/>
          <p14:tracePt t="80938" x="1368425" y="4833938"/>
          <p14:tracePt t="80947" x="1352550" y="4833938"/>
          <p14:tracePt t="80954" x="1327150" y="4818063"/>
          <p14:tracePt t="80963" x="1309688" y="4802188"/>
          <p14:tracePt t="80971" x="1268413" y="4792663"/>
          <p14:tracePt t="80979" x="1244600" y="4759325"/>
          <p14:tracePt t="80987" x="1211263" y="4751388"/>
          <p14:tracePt t="80995" x="1185863" y="4718050"/>
          <p14:tracePt t="81003" x="1169988" y="4694238"/>
          <p14:tracePt t="81011" x="1144588" y="4651375"/>
          <p14:tracePt t="81019" x="1128713" y="4635500"/>
          <p14:tracePt t="81027" x="1128713" y="4610100"/>
          <p14:tracePt t="81035" x="1119188" y="4576763"/>
          <p14:tracePt t="81043" x="1119188" y="4568825"/>
          <p14:tracePt t="81051" x="1119188" y="4535488"/>
          <p14:tracePt t="81059" x="1119188" y="4527550"/>
          <p14:tracePt t="81075" x="1119188" y="4511675"/>
          <p14:tracePt t="81084" x="1119188" y="4494213"/>
          <p14:tracePt t="81108" x="1128713" y="4486275"/>
          <p14:tracePt t="81116" x="1144588" y="4486275"/>
          <p14:tracePt t="81124" x="1160463" y="4486275"/>
          <p14:tracePt t="81132" x="1203325" y="4470400"/>
          <p14:tracePt t="81141" x="1244600" y="4452938"/>
          <p14:tracePt t="81148" x="1301750" y="4445000"/>
          <p14:tracePt t="81157" x="1393825" y="4427538"/>
          <p14:tracePt t="81164" x="1468438" y="4411663"/>
          <p14:tracePt t="81174" x="1566863" y="4403725"/>
          <p14:tracePt t="81181" x="1692275" y="4386263"/>
          <p14:tracePt t="81188" x="1790700" y="4370388"/>
          <p14:tracePt t="81197" x="1882775" y="4362450"/>
          <p14:tracePt t="81205" x="1941513" y="4362450"/>
          <p14:tracePt t="81213" x="2122488" y="4344988"/>
          <p14:tracePt t="81221" x="2222500" y="4344988"/>
          <p14:tracePt t="81229" x="2305050" y="4344988"/>
          <p14:tracePt t="81237" x="2363788" y="4344988"/>
          <p14:tracePt t="81245" x="2454275" y="4344988"/>
          <p14:tracePt t="81253" x="2528888" y="4344988"/>
          <p14:tracePt t="81261" x="2613025" y="4344988"/>
          <p14:tracePt t="81269" x="2679700" y="4344988"/>
          <p14:tracePt t="81278" x="2754313" y="4344988"/>
          <p14:tracePt t="81285" x="2795588" y="4362450"/>
          <p14:tracePt t="81294" x="2836863" y="4386263"/>
          <p14:tracePt t="81302" x="2878138" y="4411663"/>
          <p14:tracePt t="81310" x="2903538" y="4445000"/>
          <p14:tracePt t="81318" x="2935288" y="4470400"/>
          <p14:tracePt t="81326" x="2960688" y="4494213"/>
          <p14:tracePt t="81334" x="2978150" y="4527550"/>
          <p14:tracePt t="81342" x="3001963" y="4552950"/>
          <p14:tracePt t="81350" x="3001963" y="4576763"/>
          <p14:tracePt t="81358" x="3019425" y="4594225"/>
          <p14:tracePt t="81366" x="3019425" y="4627563"/>
          <p14:tracePt t="81374" x="3027363" y="4635500"/>
          <p14:tracePt t="81391" x="3027363" y="4651375"/>
          <p14:tracePt t="81408" x="3027363" y="4668838"/>
          <p14:tracePt t="81424" x="3027363" y="4676775"/>
          <p14:tracePt t="81463" x="3027363" y="4694238"/>
          <p14:tracePt t="81503" x="3019425" y="4694238"/>
          <p14:tracePt t="81511" x="3001963" y="4694238"/>
          <p14:tracePt t="81528" x="2986088" y="4694238"/>
          <p14:tracePt t="81536" x="2978150" y="4694238"/>
          <p14:tracePt t="81544" x="2960688" y="4710113"/>
          <p14:tracePt t="81552" x="2935288" y="4710113"/>
          <p14:tracePt t="81560" x="2903538" y="4710113"/>
          <p14:tracePt t="81568" x="2819400" y="4710113"/>
          <p14:tracePt t="81576" x="2778125" y="4710113"/>
          <p14:tracePt t="81584" x="2679700" y="4710113"/>
          <p14:tracePt t="81594" x="2613025" y="4710113"/>
          <p14:tracePt t="81600" x="2513013" y="4718050"/>
          <p14:tracePt t="81608" x="2471738" y="4718050"/>
          <p14:tracePt t="81616" x="2371725" y="4718050"/>
          <p14:tracePt t="81625" x="2305050" y="4718050"/>
          <p14:tracePt t="81633" x="2206625" y="4718050"/>
          <p14:tracePt t="81641" x="2139950" y="4718050"/>
          <p14:tracePt t="81649" x="2006600" y="4718050"/>
          <p14:tracePt t="81658" x="1941513" y="4718050"/>
          <p14:tracePt t="81665" x="1874838" y="4718050"/>
          <p14:tracePt t="81674" x="1774825" y="4718050"/>
          <p14:tracePt t="81681" x="1733550" y="4718050"/>
          <p14:tracePt t="81691" x="1658938" y="4718050"/>
          <p14:tracePt t="81697" x="1592263" y="4718050"/>
          <p14:tracePt t="81705" x="1535113" y="4694238"/>
          <p14:tracePt t="81714" x="1476375" y="4676775"/>
          <p14:tracePt t="81721" x="1450975" y="4676775"/>
          <p14:tracePt t="81730" x="1427163" y="4668838"/>
          <p14:tracePt t="81738" x="1409700" y="4651375"/>
          <p14:tracePt t="81746" x="1393825" y="4651375"/>
          <p14:tracePt t="81754" x="1393825" y="4635500"/>
          <p14:tracePt t="81778" x="1393825" y="4627563"/>
          <p14:tracePt t="81818" x="1409700" y="4610100"/>
          <p14:tracePt t="81826" x="1427163" y="4610100"/>
          <p14:tracePt t="81835" x="1468438" y="4594225"/>
          <p14:tracePt t="81843" x="1492250" y="4576763"/>
          <p14:tracePt t="81850" x="1566863" y="4568825"/>
          <p14:tracePt t="81859" x="1658938" y="4535488"/>
          <p14:tracePt t="81867" x="1758950" y="4511675"/>
          <p14:tracePt t="81875" x="1882775" y="4486275"/>
          <p14:tracePt t="81883" x="2039938" y="4427538"/>
          <p14:tracePt t="81891" x="2189163" y="4403725"/>
          <p14:tracePt t="81899" x="2347913" y="4362450"/>
          <p14:tracePt t="81908" x="2487613" y="4344988"/>
          <p14:tracePt t="81915" x="2636838" y="4329113"/>
          <p14:tracePt t="81924" x="2795588" y="4303713"/>
          <p14:tracePt t="81931" x="2852738" y="4303713"/>
          <p14:tracePt t="81941" x="2978150" y="4303713"/>
          <p14:tracePt t="81947" x="3068638" y="4303713"/>
          <p14:tracePt t="81957" x="3143250" y="4303713"/>
          <p14:tracePt t="81964" x="3209925" y="4303713"/>
          <p14:tracePt t="81972" x="3284538" y="4303713"/>
          <p14:tracePt t="81980" x="3333750" y="4303713"/>
          <p14:tracePt t="81988" x="3392488" y="4303713"/>
          <p14:tracePt t="81996" x="3449638" y="4303713"/>
          <p14:tracePt t="82004" x="3516313" y="4362450"/>
          <p14:tracePt t="82012" x="3549650" y="4370388"/>
          <p14:tracePt t="82020" x="3598863" y="4411663"/>
          <p14:tracePt t="82028" x="3641725" y="4445000"/>
          <p14:tracePt t="82036" x="3690938" y="4470400"/>
          <p14:tracePt t="82044" x="3732213" y="4511675"/>
          <p14:tracePt t="82053" x="3773488" y="4527550"/>
          <p14:tracePt t="82060" x="3781425" y="4535488"/>
          <p14:tracePt t="82069" x="3814763" y="4552950"/>
          <p14:tracePt t="82077" x="3822700" y="4568825"/>
          <p14:tracePt t="82093" x="3840163" y="4576763"/>
          <p14:tracePt t="82101" x="3856038" y="4576763"/>
          <p14:tracePt t="82133" x="3865563" y="4594225"/>
          <p14:tracePt t="82214" x="3865563" y="4610100"/>
          <p14:tracePt t="82238" x="3865563" y="4627563"/>
          <p14:tracePt t="82262" x="3856038" y="4627563"/>
          <p14:tracePt t="82270" x="3856038" y="4635500"/>
          <p14:tracePt t="82278" x="3840163" y="4635500"/>
          <p14:tracePt t="82294" x="3822700" y="4651375"/>
          <p14:tracePt t="82303" x="3814763" y="4668838"/>
          <p14:tracePt t="82311" x="3798888" y="4676775"/>
          <p14:tracePt t="82327" x="3781425" y="4694238"/>
          <p14:tracePt t="82335" x="3773488" y="4710113"/>
          <p14:tracePt t="82343" x="3740150" y="4718050"/>
          <p14:tracePt t="82351" x="3732213" y="4735513"/>
          <p14:tracePt t="82359" x="3698875" y="4751388"/>
          <p14:tracePt t="82367" x="3673475" y="4759325"/>
          <p14:tracePt t="82375" x="3657600" y="4776788"/>
          <p14:tracePt t="82383" x="3616325" y="4802188"/>
          <p14:tracePt t="82392" x="3598863" y="4802188"/>
          <p14:tracePt t="82400" x="3575050" y="4818063"/>
          <p14:tracePt t="82408" x="3557588" y="4818063"/>
          <p14:tracePt t="82416" x="3549650" y="4833938"/>
          <p14:tracePt t="82424" x="3533775" y="4833938"/>
          <p14:tracePt t="82432" x="3516313" y="4833938"/>
          <p14:tracePt t="82488" x="3516313" y="4818063"/>
          <p14:tracePt t="82505" x="3516313" y="4802188"/>
          <p14:tracePt t="82529" x="3533775" y="4792663"/>
          <p14:tracePt t="82545" x="3549650" y="4792663"/>
          <p14:tracePt t="82553" x="3557588" y="4792663"/>
          <p14:tracePt t="82561" x="3590925" y="4776788"/>
          <p14:tracePt t="82569" x="3641725" y="4776788"/>
          <p14:tracePt t="82577" x="3698875" y="4776788"/>
          <p14:tracePt t="82585" x="3773488" y="4759325"/>
          <p14:tracePt t="82594" x="3865563" y="4759325"/>
          <p14:tracePt t="82601" x="3963988" y="4759325"/>
          <p14:tracePt t="82610" x="3997325" y="4759325"/>
          <p14:tracePt t="82618" x="4089400" y="4759325"/>
          <p14:tracePt t="82626" x="4171950" y="4759325"/>
          <p14:tracePt t="82634" x="4246563" y="4759325"/>
          <p14:tracePt t="82642" x="4313238" y="4759325"/>
          <p14:tracePt t="82650" x="4387850" y="4759325"/>
          <p14:tracePt t="82658" x="4437063" y="4759325"/>
          <p14:tracePt t="82666" x="4495800" y="4759325"/>
          <p14:tracePt t="82674" x="4552950" y="4759325"/>
          <p14:tracePt t="82682" x="4578350" y="4759325"/>
          <p14:tracePt t="82691" x="4619625" y="4759325"/>
          <p14:tracePt t="82698" x="4652963" y="4776788"/>
          <p14:tracePt t="82708" x="4694238" y="4776788"/>
          <p14:tracePt t="82714" x="4702175" y="4776788"/>
          <p14:tracePt t="82724" x="4735513" y="4776788"/>
          <p14:tracePt t="82731" x="4752975" y="4776788"/>
          <p14:tracePt t="82738" x="4760913" y="4776788"/>
          <p14:tracePt t="82747" x="4776788" y="4792663"/>
          <p14:tracePt t="82779" x="4794250" y="4792663"/>
          <p14:tracePt t="82852" x="4802188" y="4792663"/>
          <p14:tracePt t="82884" x="4818063" y="4792663"/>
          <p14:tracePt t="82892" x="4835525" y="4792663"/>
          <p14:tracePt t="82908" x="4843463" y="4792663"/>
          <p14:tracePt t="82916" x="4876800" y="4792663"/>
          <p14:tracePt t="82925" x="4884738" y="4792663"/>
          <p14:tracePt t="82932" x="4902200" y="4792663"/>
          <p14:tracePt t="82941" x="4918075" y="4792663"/>
          <p14:tracePt t="82948" x="4943475" y="4792663"/>
          <p14:tracePt t="82958" x="4959350" y="4792663"/>
          <p14:tracePt t="82965" x="4984750" y="4792663"/>
          <p14:tracePt t="82974" x="5018088" y="4792663"/>
          <p14:tracePt t="82981" x="5026025" y="4792663"/>
          <p14:tracePt t="82991" x="5041900" y="4792663"/>
          <p14:tracePt t="83004" x="5059363" y="4792663"/>
          <p14:tracePt t="83007" x="5067300" y="4792663"/>
          <p14:tracePt t="83013" x="5084763" y="4792663"/>
          <p14:tracePt t="83024" x="5100638" y="4792663"/>
          <p14:tracePt t="83053" x="5108575" y="4792663"/>
          <p14:tracePt t="83094" x="5126038" y="4792663"/>
          <p14:tracePt t="83175" x="5108575" y="4792663"/>
          <p14:tracePt t="83191" x="5100638" y="4792663"/>
          <p14:tracePt t="83199" x="5067300" y="4792663"/>
          <p14:tracePt t="83208" x="5026025" y="4792663"/>
          <p14:tracePt t="83215" x="5000625" y="4792663"/>
          <p14:tracePt t="83224" x="4959350" y="4792663"/>
          <p14:tracePt t="83231" x="4926013" y="4792663"/>
          <p14:tracePt t="83241" x="4884738" y="4792663"/>
          <p14:tracePt t="83247" x="4835525" y="4759325"/>
          <p14:tracePt t="83257" x="4802188" y="4751388"/>
          <p14:tracePt t="83264" x="4760913" y="4751388"/>
          <p14:tracePt t="83271" x="4735513" y="4735513"/>
          <p14:tracePt t="83280" x="4719638" y="4718050"/>
          <p14:tracePt t="83288" x="4702175" y="4718050"/>
          <p14:tracePt t="83296" x="4694238" y="4710113"/>
          <p14:tracePt t="83328" x="4678363" y="4710113"/>
          <p14:tracePt t="83352" x="4678363" y="4694238"/>
          <p14:tracePt t="83417" x="4694238" y="4694238"/>
          <p14:tracePt t="83425" x="4702175" y="4694238"/>
          <p14:tracePt t="83433" x="4735513" y="4694238"/>
          <p14:tracePt t="83441" x="4752975" y="4694238"/>
          <p14:tracePt t="83458" x="4818063" y="4718050"/>
          <p14:tracePt t="83465" x="4843463" y="4735513"/>
          <p14:tracePt t="83475" x="4884738" y="4751388"/>
          <p14:tracePt t="83482" x="4918075" y="4759325"/>
          <p14:tracePt t="83491" x="4959350" y="4776788"/>
          <p14:tracePt t="83498" x="5000625" y="4776788"/>
          <p14:tracePt t="83508" x="5041900" y="4792663"/>
          <p14:tracePt t="83514" x="5084763" y="4802188"/>
          <p14:tracePt t="83524" x="5108575" y="4802188"/>
          <p14:tracePt t="83530" x="5149850" y="4818063"/>
          <p14:tracePt t="83541" x="5192713" y="4833938"/>
          <p14:tracePt t="83546" x="5208588" y="4833938"/>
          <p14:tracePt t="83558" x="5233988" y="4843463"/>
          <p14:tracePt t="83562" x="5249863" y="4843463"/>
          <p14:tracePt t="83578" x="5267325" y="4843463"/>
          <p14:tracePt t="83602" x="5275263" y="4843463"/>
          <p14:tracePt t="83635" x="5291138" y="4843463"/>
          <p14:tracePt t="83667" x="5291138" y="4833938"/>
          <p14:tracePt t="83885" x="5275263" y="4833938"/>
          <p14:tracePt t="83893" x="5267325" y="4833938"/>
          <p14:tracePt t="83901" x="5233988" y="4833938"/>
          <p14:tracePt t="83909" x="5224463" y="4818063"/>
          <p14:tracePt t="83917" x="5183188" y="4802188"/>
          <p14:tracePt t="83926" x="5141913" y="4776788"/>
          <p14:tracePt t="83934" x="5108575" y="4759325"/>
          <p14:tracePt t="83942" x="5041900" y="4710113"/>
          <p14:tracePt t="83950" x="5000625" y="4668838"/>
          <p14:tracePt t="83958" x="4959350" y="4610100"/>
          <p14:tracePt t="83966" x="4918075" y="4511675"/>
          <p14:tracePt t="83974" x="4876800" y="4411663"/>
          <p14:tracePt t="83982" x="4818063" y="4262438"/>
          <p14:tracePt t="83991" x="4794250" y="4105275"/>
          <p14:tracePt t="83998" x="4752975" y="3963988"/>
          <p14:tracePt t="84008" x="4735513" y="3871913"/>
          <p14:tracePt t="84014" x="4735513" y="3740150"/>
          <p14:tracePt t="84023" x="4719638" y="3616325"/>
          <p14:tracePt t="84030" x="4719638" y="3516313"/>
          <p14:tracePt t="84038" x="4719638" y="3449638"/>
          <p14:tracePt t="84047" x="4719638" y="3390900"/>
          <p14:tracePt t="84055" x="4719638" y="3367088"/>
          <p14:tracePt t="84063" x="4719638" y="3341688"/>
          <p14:tracePt t="84071" x="4719638" y="3325813"/>
          <p14:tracePt t="84079" x="4735513" y="3325813"/>
          <p14:tracePt t="84095" x="4735513" y="3308350"/>
          <p14:tracePt t="84103" x="4752975" y="3308350"/>
          <p14:tracePt t="84248" x="4735513" y="3292475"/>
          <p14:tracePt t="84258" x="4694238" y="3251200"/>
          <p14:tracePt t="84265" x="4652963" y="3209925"/>
          <p14:tracePt t="84274" x="4578350" y="3143250"/>
          <p14:tracePt t="84281" x="4511675" y="3076575"/>
          <p14:tracePt t="84290" x="4429125" y="2986088"/>
          <p14:tracePt t="84297" x="4346575" y="2919413"/>
          <p14:tracePt t="84305" x="4305300" y="2878138"/>
          <p14:tracePt t="84313" x="4229100" y="2811463"/>
          <p14:tracePt t="84321" x="4171950" y="2752725"/>
          <p14:tracePt t="84329" x="4130675" y="2711450"/>
          <p14:tracePt t="84337" x="4089400" y="2636838"/>
          <p14:tracePt t="84345" x="4048125" y="2595563"/>
          <p14:tracePt t="84353" x="4022725" y="2554288"/>
          <p14:tracePt t="84361" x="3997325" y="2513013"/>
          <p14:tracePt t="84369" x="3963988" y="2487613"/>
          <p14:tracePt t="84378" x="3956050" y="2446338"/>
          <p14:tracePt t="84386" x="3922713" y="2346325"/>
          <p14:tracePt t="84394" x="3906838" y="2289175"/>
          <p14:tracePt t="84402" x="3881438" y="2263775"/>
          <p14:tracePt t="84410" x="3881438" y="2222500"/>
          <p14:tracePt t="84418" x="3856038" y="2163763"/>
          <p14:tracePt t="84426" x="3856038" y="2139950"/>
          <p14:tracePt t="84434" x="3840163" y="2098675"/>
          <p14:tracePt t="84442" x="3822700" y="2081213"/>
          <p14:tracePt t="84450" x="3822700" y="2065338"/>
          <p14:tracePt t="84458" x="3822700" y="2055813"/>
          <p14:tracePt t="84466" x="3822700" y="2039938"/>
          <p14:tracePt t="84483" x="3822700" y="2024063"/>
          <p14:tracePt t="84588" x="3881438" y="2024063"/>
          <p14:tracePt t="84596" x="3940175" y="2024063"/>
          <p14:tracePt t="84604" x="4005263" y="2024063"/>
          <p14:tracePt t="84612" x="4105275" y="2024063"/>
          <p14:tracePt t="84620" x="4205288" y="2024063"/>
          <p14:tracePt t="84628" x="4246563" y="2024063"/>
          <p14:tracePt t="84636" x="4329113" y="2024063"/>
          <p14:tracePt t="84644" x="4395788" y="2024063"/>
          <p14:tracePt t="84652" x="4470400" y="2039938"/>
          <p14:tracePt t="84660" x="4529138" y="2055813"/>
          <p14:tracePt t="84668" x="4578350" y="2065338"/>
          <p14:tracePt t="84676" x="4611688" y="2098675"/>
          <p14:tracePt t="84684" x="4652963" y="2122488"/>
          <p14:tracePt t="84692" x="4678363" y="2139950"/>
          <p14:tracePt t="84701" x="4719638" y="2163763"/>
          <p14:tracePt t="84709" x="4752975" y="2189163"/>
          <p14:tracePt t="84717" x="4760913" y="2230438"/>
          <p14:tracePt t="84725" x="4794250" y="2263775"/>
          <p14:tracePt t="84733" x="4802188" y="2281238"/>
          <p14:tracePt t="84741" x="4802188" y="2305050"/>
          <p14:tracePt t="84749" x="4818063" y="2322513"/>
          <p14:tracePt t="84758" x="4835525" y="2346325"/>
          <p14:tracePt t="84765" x="4835525" y="2363788"/>
          <p14:tracePt t="84774" x="4835525" y="2371725"/>
          <p14:tracePt t="84781" x="4835525" y="2387600"/>
          <p14:tracePt t="84797" x="4835525" y="2405063"/>
          <p14:tracePt t="84807" x="4835525" y="2413000"/>
          <p14:tracePt t="84838" x="4835525" y="2430463"/>
          <p14:tracePt t="84862" x="4835525" y="2446338"/>
          <p14:tracePt t="84894" x="4835525" y="2454275"/>
          <p14:tracePt t="84943" x="4818063" y="2454275"/>
          <p14:tracePt t="84951" x="4802188" y="2454275"/>
          <p14:tracePt t="84967" x="4794250" y="2471738"/>
          <p14:tracePt t="84975" x="4760913" y="2471738"/>
          <p14:tracePt t="84983" x="4735513" y="2471738"/>
          <p14:tracePt t="84991" x="4702175" y="2471738"/>
          <p14:tracePt t="84999" x="4660900" y="2471738"/>
          <p14:tracePt t="85008" x="4635500" y="2471738"/>
          <p14:tracePt t="85016" x="4578350" y="2471738"/>
          <p14:tracePt t="85024" x="4537075" y="2471738"/>
          <p14:tracePt t="85032" x="4495800" y="2471738"/>
          <p14:tracePt t="85042" x="4437063" y="2471738"/>
          <p14:tracePt t="85048" x="4387850" y="2471738"/>
          <p14:tracePt t="85057" x="4346575" y="2471738"/>
          <p14:tracePt t="85064" x="4305300" y="2471738"/>
          <p14:tracePt t="85072" x="4221163" y="2471738"/>
          <p14:tracePt t="85080" x="4171950" y="2471738"/>
          <p14:tracePt t="85088" x="4079875" y="2454275"/>
          <p14:tracePt t="85096" x="4022725" y="2430463"/>
          <p14:tracePt t="85104" x="3956050" y="2387600"/>
          <p14:tracePt t="85112" x="3922713" y="2363788"/>
          <p14:tracePt t="85120" x="3865563" y="2330450"/>
          <p14:tracePt t="85129" x="3822700" y="2289175"/>
          <p14:tracePt t="85137" x="3781425" y="2247900"/>
          <p14:tracePt t="85145" x="3757613" y="2206625"/>
          <p14:tracePt t="85153" x="3732213" y="2181225"/>
          <p14:tracePt t="85161" x="3716338" y="2163763"/>
          <p14:tracePt t="85169" x="3698875" y="2139950"/>
          <p14:tracePt t="85177" x="3698875" y="2106613"/>
          <p14:tracePt t="85185" x="3690938" y="2098675"/>
          <p14:tracePt t="85193" x="3690938" y="2081213"/>
          <p14:tracePt t="85201" x="3690938" y="2065338"/>
          <p14:tracePt t="85217" x="3690938" y="2055813"/>
          <p14:tracePt t="85249" x="3698875" y="2039938"/>
          <p14:tracePt t="85258" x="3732213" y="2039938"/>
          <p14:tracePt t="85266" x="3781425" y="2039938"/>
          <p14:tracePt t="85274" x="3822700" y="2039938"/>
          <p14:tracePt t="85282" x="3906838" y="2039938"/>
          <p14:tracePt t="85291" x="4005263" y="2039938"/>
          <p14:tracePt t="85298" x="4122738" y="2039938"/>
          <p14:tracePt t="85308" x="4271963" y="2039938"/>
          <p14:tracePt t="85314" x="4395788" y="2039938"/>
          <p14:tracePt t="85323" x="4470400" y="2039938"/>
          <p14:tracePt t="85330" x="4570413" y="2065338"/>
          <p14:tracePt t="85338" x="4660900" y="2098675"/>
          <p14:tracePt t="85347" x="4735513" y="2122488"/>
          <p14:tracePt t="85355" x="4802188" y="2147888"/>
          <p14:tracePt t="85363" x="4860925" y="2181225"/>
          <p14:tracePt t="85371" x="4902200" y="2206625"/>
          <p14:tracePt t="85379" x="4926013" y="2230438"/>
          <p14:tracePt t="85387" x="4959350" y="2263775"/>
          <p14:tracePt t="85395" x="4984750" y="2281238"/>
          <p14:tracePt t="85403" x="4984750" y="2305050"/>
          <p14:tracePt t="85411" x="5000625" y="2322513"/>
          <p14:tracePt t="85419" x="5000625" y="2330450"/>
          <p14:tracePt t="85427" x="5018088" y="2346325"/>
          <p14:tracePt t="85459" x="5018088" y="2363788"/>
          <p14:tracePt t="85516" x="5018088" y="2371725"/>
          <p14:tracePt t="85540" x="5026025" y="2387600"/>
          <p14:tracePt t="85548" x="5059363" y="2413000"/>
          <p14:tracePt t="85558" x="5084763" y="2454275"/>
          <p14:tracePt t="85564" x="5149850" y="2546350"/>
          <p14:tracePt t="85574" x="5224463" y="2611438"/>
          <p14:tracePt t="85581" x="5324475" y="2736850"/>
          <p14:tracePt t="85594" x="5432425" y="2878138"/>
          <p14:tracePt t="85597" x="5532438" y="3001963"/>
          <p14:tracePt t="85605" x="5630863" y="3167063"/>
          <p14:tracePt t="85613" x="5738813" y="3308350"/>
          <p14:tracePt t="85621" x="5822950" y="3475038"/>
          <p14:tracePt t="85629" x="5905500" y="3616325"/>
          <p14:tracePt t="85637" x="5980113" y="3740150"/>
          <p14:tracePt t="85645" x="6029325" y="3856038"/>
          <p14:tracePt t="85653" x="6103938" y="3979863"/>
          <p14:tracePt t="85661" x="6145213" y="4105275"/>
          <p14:tracePt t="85669" x="6186488" y="4229100"/>
          <p14:tracePt t="85677" x="6229350" y="4344988"/>
          <p14:tracePt t="85686" x="6270625" y="4470400"/>
          <p14:tracePt t="85694" x="6294438" y="4594225"/>
          <p14:tracePt t="85702" x="6311900" y="4651375"/>
          <p14:tracePt t="85710" x="6311900" y="4718050"/>
          <p14:tracePt t="85718" x="6327775" y="4792663"/>
          <p14:tracePt t="85726" x="6337300" y="4833938"/>
          <p14:tracePt t="85734" x="6337300" y="4859338"/>
          <p14:tracePt t="85742" x="6337300" y="4892675"/>
          <p14:tracePt t="85758" x="6337300" y="4900613"/>
          <p14:tracePt t="85774" x="6337300" y="4918075"/>
          <p14:tracePt t="85799" x="6353175" y="4918075"/>
          <p14:tracePt t="85831" x="6369050" y="4933950"/>
          <p14:tracePt t="85847" x="6386513" y="4933950"/>
          <p14:tracePt t="85855" x="6394450" y="4941888"/>
          <p14:tracePt t="85863" x="6411913" y="4959350"/>
          <p14:tracePt t="85879" x="6427788" y="4959350"/>
          <p14:tracePt t="85888" x="6435725" y="4975225"/>
          <p14:tracePt t="85895" x="6453188" y="4983163"/>
          <p14:tracePt t="85912" x="6469063" y="4983163"/>
          <p14:tracePt t="85920" x="6469063" y="5000625"/>
          <p14:tracePt t="85928" x="6477000" y="5000625"/>
          <p14:tracePt t="85936" x="6494463" y="5000625"/>
          <p14:tracePt t="85944" x="6494463" y="5016500"/>
          <p14:tracePt t="85968" x="6510338" y="5026025"/>
          <p14:tracePt t="86195" x="6518275" y="5026025"/>
          <p14:tracePt t="86202" x="6561138" y="5026025"/>
          <p14:tracePt t="86210" x="6651625" y="5026025"/>
          <p14:tracePt t="86218" x="6718300" y="5026025"/>
          <p14:tracePt t="86227" x="6842125" y="5041900"/>
          <p14:tracePt t="86235" x="6983413" y="5057775"/>
          <p14:tracePt t="86243" x="7107238" y="5067300"/>
          <p14:tracePt t="86251" x="7232650" y="5083175"/>
          <p14:tracePt t="86259" x="7356475" y="5100638"/>
          <p14:tracePt t="86267" x="7415213" y="5100638"/>
          <p14:tracePt t="86275" x="7531100" y="5108575"/>
          <p14:tracePt t="86283" x="7613650" y="5108575"/>
          <p14:tracePt t="86291" x="7696200" y="5108575"/>
          <p14:tracePt t="86299" x="7754938" y="5108575"/>
          <p14:tracePt t="86307" x="7804150" y="5108575"/>
          <p14:tracePt t="86315" x="7862888" y="5108575"/>
          <p14:tracePt t="86324" x="7886700" y="5108575"/>
          <p14:tracePt t="86331" x="7920038" y="5108575"/>
          <p14:tracePt t="86341" x="7929563" y="5108575"/>
          <p14:tracePt t="86347" x="7945438" y="5108575"/>
          <p14:tracePt t="86364" x="7962900" y="5108575"/>
          <p14:tracePt t="86388" x="7970838" y="5108575"/>
          <p14:tracePt t="86477" x="7986713" y="5108575"/>
          <p14:tracePt t="86541" x="7986713" y="5083175"/>
          <p14:tracePt t="86759" x="8086725" y="5083175"/>
          <p14:tracePt t="86767" x="8186738" y="5067300"/>
          <p14:tracePt t="86776" x="8285163" y="5041900"/>
          <p14:tracePt t="86783" x="8377238" y="5016500"/>
          <p14:tracePt t="86791" x="8451850" y="5000625"/>
          <p14:tracePt t="86800" x="8518525" y="4975225"/>
          <p14:tracePt t="86808" x="8593138" y="4959350"/>
          <p14:tracePt t="86816" x="8742363" y="4918075"/>
          <p14:tracePt t="86825" x="8799513" y="4900613"/>
          <p14:tracePt t="86832" x="8924925" y="4876800"/>
          <p14:tracePt t="86841" x="9023350" y="4833938"/>
          <p14:tracePt t="86848" x="9105900" y="4818063"/>
          <p14:tracePt t="86858" x="9190038" y="4802188"/>
          <p14:tracePt t="86864" x="9231313" y="4776788"/>
          <p14:tracePt t="86874" x="9288463" y="4759325"/>
          <p14:tracePt t="86881" x="9331325" y="4735513"/>
          <p14:tracePt t="86889" x="9339263" y="4718050"/>
          <p14:tracePt t="86897" x="9355138" y="4710113"/>
          <p14:tracePt t="86905" x="9372600" y="4710113"/>
          <p14:tracePt t="86913" x="9388475" y="4694238"/>
          <p14:tracePt t="86921" x="9388475" y="4676775"/>
          <p14:tracePt t="86929" x="9396413" y="4668838"/>
          <p14:tracePt t="86945" x="9413875" y="4635500"/>
          <p14:tracePt t="86953" x="9413875" y="4627563"/>
          <p14:tracePt t="86961" x="9429750" y="4610100"/>
          <p14:tracePt t="86969" x="9429750" y="4576763"/>
          <p14:tracePt t="86977" x="9437688" y="4535488"/>
          <p14:tracePt t="86985" x="9437688" y="4527550"/>
          <p14:tracePt t="86993" x="9437688" y="4486275"/>
          <p14:tracePt t="87002" x="9437688" y="4470400"/>
          <p14:tracePt t="87009" x="9455150" y="4427538"/>
          <p14:tracePt t="87018" x="9455150" y="4386263"/>
          <p14:tracePt t="87026" x="9455150" y="4370388"/>
          <p14:tracePt t="87034" x="9455150" y="4329113"/>
          <p14:tracePt t="87042" x="9455150" y="4303713"/>
          <p14:tracePt t="87050" x="9455150" y="4270375"/>
          <p14:tracePt t="87058" x="9455150" y="4246563"/>
          <p14:tracePt t="87066" x="9455150" y="4229100"/>
          <p14:tracePt t="87074" x="9455150" y="4203700"/>
          <p14:tracePt t="87082" x="9455150" y="4187825"/>
          <p14:tracePt t="87106" x="9455150" y="4179888"/>
          <p14:tracePt t="87187" x="9455150" y="4187825"/>
          <p14:tracePt t="87195" x="9455150" y="4203700"/>
          <p14:tracePt t="87203" x="9471025" y="4229100"/>
          <p14:tracePt t="87211" x="9471025" y="4270375"/>
          <p14:tracePt t="87219" x="9471025" y="4287838"/>
          <p14:tracePt t="87227" x="9471025" y="4329113"/>
          <p14:tracePt t="87236" x="9480550" y="4362450"/>
          <p14:tracePt t="87244" x="9480550" y="4403725"/>
          <p14:tracePt t="87252" x="9480550" y="4452938"/>
          <p14:tracePt t="87260" x="9496425" y="4511675"/>
          <p14:tracePt t="87268" x="9496425" y="4552950"/>
          <p14:tracePt t="87276" x="9496425" y="4594225"/>
          <p14:tracePt t="87284" x="9496425" y="4651375"/>
          <p14:tracePt t="87292" x="9496425" y="4676775"/>
          <p14:tracePt t="87300" x="9496425" y="4710113"/>
          <p14:tracePt t="87308" x="9512300" y="4718050"/>
          <p14:tracePt t="87316" x="9512300" y="4735513"/>
          <p14:tracePt t="87325" x="9512300" y="4751388"/>
          <p14:tracePt t="87341" x="9512300" y="4759325"/>
          <p14:tracePt t="87365" x="9512300" y="4776788"/>
          <p14:tracePt t="87389" x="9521825" y="4776788"/>
          <p14:tracePt t="87397" x="9521825" y="4792663"/>
          <p14:tracePt t="87413" x="9521825" y="4802188"/>
          <p14:tracePt t="87421" x="9537700" y="4818063"/>
          <p14:tracePt t="87453" x="9537700" y="4833938"/>
          <p14:tracePt t="87470" x="9555163" y="4843463"/>
          <p14:tracePt t="87486" x="9555163" y="4859338"/>
          <p14:tracePt t="87494" x="9555163" y="4892675"/>
          <p14:tracePt t="87502" x="9555163" y="4918075"/>
          <p14:tracePt t="87510" x="9555163" y="4975225"/>
          <p14:tracePt t="87518" x="9563100" y="5026025"/>
          <p14:tracePt t="87526" x="9563100" y="5124450"/>
          <p14:tracePt t="87534" x="9563100" y="5224463"/>
          <p14:tracePt t="87542" x="9563100" y="5265738"/>
          <p14:tracePt t="87551" x="9563100" y="5365750"/>
          <p14:tracePt t="87559" x="9563100" y="5464175"/>
          <p14:tracePt t="87567" x="9563100" y="5556250"/>
          <p14:tracePt t="87575" x="9563100" y="5630863"/>
          <p14:tracePt t="87583" x="9563100" y="5688013"/>
          <p14:tracePt t="87594" x="9563100" y="5730875"/>
          <p14:tracePt t="87599" x="9563100" y="5754688"/>
          <p14:tracePt t="87608" x="9563100" y="5772150"/>
          <p14:tracePt t="87615" x="9563100" y="5780088"/>
          <p14:tracePt t="87639" x="9563100" y="5795963"/>
          <p14:tracePt t="87970" x="9563100" y="5813425"/>
          <p14:tracePt t="88083" x="9563100" y="5821363"/>
          <p14:tracePt t="90943" x="9578975" y="5772150"/>
          <p14:tracePt t="90949" x="9620250" y="5697538"/>
          <p14:tracePt t="90960" x="9678988" y="5613400"/>
          <p14:tracePt t="90961" x="9761538" y="5473700"/>
          <p14:tracePt t="90969" x="9828213" y="5291138"/>
          <p14:tracePt t="90977" x="9928225" y="5124450"/>
          <p14:tracePt t="90985" x="10002838" y="4975225"/>
          <p14:tracePt t="90992" x="10069513" y="4818063"/>
          <p14:tracePt t="91000" x="10069513" y="4751388"/>
          <p14:tracePt t="91008" x="10093325" y="4651375"/>
          <p14:tracePt t="91016" x="10126663" y="4576763"/>
          <p14:tracePt t="91025" x="10134600" y="4527550"/>
          <p14:tracePt t="91032" x="10134600" y="4486275"/>
          <p14:tracePt t="91041" x="10134600" y="4452938"/>
          <p14:tracePt t="91049" x="10134600" y="4445000"/>
          <p14:tracePt t="91058" x="10134600" y="4427538"/>
          <p14:tracePt t="91081" x="10134600" y="4411663"/>
          <p14:tracePt t="91113" x="10126663" y="4411663"/>
          <p14:tracePt t="91129" x="10110788" y="4411663"/>
          <p14:tracePt t="91146" x="10093325" y="4411663"/>
          <p14:tracePt t="91162" x="10085388" y="4411663"/>
          <p14:tracePt t="91170" x="10069513" y="4411663"/>
          <p14:tracePt t="91178" x="10052050" y="4411663"/>
          <p14:tracePt t="91194" x="10044113" y="4411663"/>
          <p14:tracePt t="91202" x="10010775" y="4411663"/>
          <p14:tracePt t="91210" x="10002838" y="4411663"/>
          <p14:tracePt t="91218" x="9985375" y="4411663"/>
          <p14:tracePt t="91234" x="9961563" y="4427538"/>
          <p14:tracePt t="91242" x="9961563" y="4445000"/>
          <p14:tracePt t="91251" x="9944100" y="4452938"/>
          <p14:tracePt t="91259" x="9928225" y="4452938"/>
          <p14:tracePt t="91267" x="9918700" y="4470400"/>
          <p14:tracePt t="91283" x="9918700" y="4486275"/>
          <p14:tracePt t="91291" x="9902825" y="4486275"/>
          <p14:tracePt t="91299" x="9902825" y="4494213"/>
          <p14:tracePt t="91308" x="9902825" y="4511675"/>
          <p14:tracePt t="91315" x="9886950" y="4527550"/>
          <p14:tracePt t="91324" x="9869488" y="4527550"/>
          <p14:tracePt t="91331" x="9861550" y="4535488"/>
          <p14:tracePt t="91341" x="9861550" y="4552950"/>
          <p14:tracePt t="91348" x="9844088" y="4568825"/>
          <p14:tracePt t="91357" x="9828213" y="4576763"/>
          <p14:tracePt t="91364" x="9820275" y="4594225"/>
          <p14:tracePt t="91372" x="9802813" y="4610100"/>
          <p14:tracePt t="91380" x="9786938" y="4627563"/>
          <p14:tracePt t="91388" x="9779000" y="4635500"/>
          <p14:tracePt t="91396" x="9761538" y="4635500"/>
          <p14:tracePt t="91404" x="9745663" y="4651375"/>
          <p14:tracePt t="91412" x="9737725" y="4668838"/>
          <p14:tracePt t="91420" x="9704388" y="4676775"/>
          <p14:tracePt t="91428" x="9694863" y="4694238"/>
          <p14:tracePt t="91436" x="9678988" y="4694238"/>
          <p14:tracePt t="91444" x="9663113" y="4710113"/>
          <p14:tracePt t="91452" x="9637713" y="4718050"/>
          <p14:tracePt t="91460" x="9620250" y="4718050"/>
          <p14:tracePt t="91468" x="9604375" y="4735513"/>
          <p14:tracePt t="91477" x="9596438" y="4735513"/>
          <p14:tracePt t="91485" x="9563100" y="4751388"/>
          <p14:tracePt t="91493" x="9555163" y="4751388"/>
          <p14:tracePt t="91501" x="9521825" y="4751388"/>
          <p14:tracePt t="91509" x="9496425" y="4759325"/>
          <p14:tracePt t="91517" x="9471025" y="4759325"/>
          <p14:tracePt t="91525" x="9429750" y="4776788"/>
          <p14:tracePt t="91533" x="9396413" y="4776788"/>
          <p14:tracePt t="91541" x="9355138" y="4776788"/>
          <p14:tracePt t="91549" x="9339263" y="4776788"/>
          <p14:tracePt t="91558" x="9297988" y="4776788"/>
          <p14:tracePt t="91565" x="9272588" y="4776788"/>
          <p14:tracePt t="91582" x="9256713" y="4776788"/>
          <p14:tracePt t="91594" x="9247188" y="4776788"/>
          <p14:tracePt t="91598" x="9247188" y="4759325"/>
          <p14:tracePt t="91608" x="9247188" y="4751388"/>
          <p14:tracePt t="91614" x="9231313" y="4718050"/>
          <p14:tracePt t="91630" x="9231313" y="4694238"/>
          <p14:tracePt t="91638" x="9213850" y="4668838"/>
          <p14:tracePt t="91646" x="9205913" y="4651375"/>
          <p14:tracePt t="91654" x="9205913" y="4610100"/>
          <p14:tracePt t="91662" x="9205913" y="4594225"/>
          <p14:tracePt t="91670" x="9205913" y="4552950"/>
          <p14:tracePt t="91678" x="9205913" y="4527550"/>
          <p14:tracePt t="91687" x="9205913" y="4494213"/>
          <p14:tracePt t="91695" x="9205913" y="4452938"/>
          <p14:tracePt t="91702" x="9205913" y="4445000"/>
          <p14:tracePt t="91711" x="9205913" y="4403725"/>
          <p14:tracePt t="91719" x="9205913" y="4370388"/>
          <p14:tracePt t="91727" x="9205913" y="4362450"/>
          <p14:tracePt t="91735" x="9205913" y="4329113"/>
          <p14:tracePt t="91743" x="9205913" y="4311650"/>
          <p14:tracePt t="91759" x="9213850" y="4303713"/>
          <p14:tracePt t="91767" x="9213850" y="4287838"/>
          <p14:tracePt t="91783" x="9256713" y="4270375"/>
          <p14:tracePt t="91791" x="9297988" y="4270375"/>
          <p14:tracePt t="91799" x="9339263" y="4246563"/>
          <p14:tracePt t="91808" x="9429750" y="4229100"/>
          <p14:tracePt t="91816" x="9537700" y="4203700"/>
          <p14:tracePt t="91824" x="9694863" y="4187825"/>
          <p14:tracePt t="91832" x="9844088" y="4179888"/>
          <p14:tracePt t="91841" x="10026650" y="4146550"/>
          <p14:tracePt t="91848" x="10185400" y="4146550"/>
          <p14:tracePt t="91857" x="10358438" y="4146550"/>
          <p14:tracePt t="91864" x="10558463" y="4146550"/>
          <p14:tracePt t="91874" x="10741025" y="4146550"/>
          <p14:tracePt t="91880" x="10890250" y="4146550"/>
          <p14:tracePt t="91888" x="11047413" y="4146550"/>
          <p14:tracePt t="91896" x="11155363" y="4187825"/>
          <p14:tracePt t="91904" x="11288713" y="4229100"/>
          <p14:tracePt t="91912" x="11337925" y="4246563"/>
          <p14:tracePt t="91920" x="11412538" y="4287838"/>
          <p14:tracePt t="91928" x="11495088" y="4344988"/>
          <p14:tracePt t="91937" x="11553825" y="4370388"/>
          <p14:tracePt t="91945" x="11595100" y="4411663"/>
          <p14:tracePt t="91953" x="11636375" y="4452938"/>
          <p14:tracePt t="91961" x="11661775" y="4470400"/>
          <p14:tracePt t="91969" x="11685588" y="4494213"/>
          <p14:tracePt t="91977" x="11703050" y="4527550"/>
          <p14:tracePt t="91985" x="11726863" y="4552950"/>
          <p14:tracePt t="91993" x="11726863" y="4568825"/>
          <p14:tracePt t="92001" x="11760200" y="4576763"/>
          <p14:tracePt t="92009" x="11769725" y="4610100"/>
          <p14:tracePt t="92017" x="11769725" y="4627563"/>
          <p14:tracePt t="92025" x="11785600" y="4635500"/>
          <p14:tracePt t="92033" x="11801475" y="4668838"/>
          <p14:tracePt t="92041" x="11801475" y="4676775"/>
          <p14:tracePt t="92050" x="11818938" y="4694238"/>
          <p14:tracePt t="92058" x="11818938" y="4710113"/>
          <p14:tracePt t="92066" x="11826875" y="4718050"/>
          <p14:tracePt t="92075" x="11826875" y="4735513"/>
          <p14:tracePt t="92082" x="11826875" y="4751388"/>
          <p14:tracePt t="92091" x="11826875" y="4759325"/>
          <p14:tracePt t="92098" x="11826875" y="4776788"/>
          <p14:tracePt t="92108" x="11826875" y="4792663"/>
          <p14:tracePt t="92114" x="11826875" y="4818063"/>
          <p14:tracePt t="92124" x="11826875" y="4833938"/>
          <p14:tracePt t="92131" x="11801475" y="4876800"/>
          <p14:tracePt t="92141" x="11760200" y="4918075"/>
          <p14:tracePt t="92147" x="11726863" y="4941888"/>
          <p14:tracePt t="92158" x="11677650" y="4975225"/>
          <p14:tracePt t="92163" x="11620500" y="5000625"/>
          <p14:tracePt t="92174" x="11561763" y="5026025"/>
          <p14:tracePt t="92179" x="11461750" y="5067300"/>
          <p14:tracePt t="92191" x="11395075" y="5100638"/>
          <p14:tracePt t="92195" x="11296650" y="5108575"/>
          <p14:tracePt t="92208" x="11196638" y="5141913"/>
          <p14:tracePt t="92211" x="11088688" y="5157788"/>
          <p14:tracePt t="92224" x="10964863" y="5165725"/>
          <p14:tracePt t="92227" x="10864850" y="5183188"/>
          <p14:tracePt t="92241" x="10741025" y="5183188"/>
          <p14:tracePt t="92243" x="10615613" y="5183188"/>
          <p14:tracePt t="92257" x="10499725" y="5183188"/>
          <p14:tracePt t="92260" x="10375900" y="5183188"/>
          <p14:tracePt t="92274" x="10317163" y="5183188"/>
          <p14:tracePt t="92276" x="10226675" y="5183188"/>
          <p14:tracePt t="92291" x="10152063" y="5183188"/>
          <p14:tracePt t="92293" x="10085388" y="5183188"/>
          <p14:tracePt t="92308" x="10010775" y="5165725"/>
          <p14:tracePt t="92309" x="9961563" y="5157788"/>
          <p14:tracePt t="92316" x="9918700" y="5141913"/>
          <p14:tracePt t="92324" x="9861550" y="5124450"/>
          <p14:tracePt t="92332" x="9844088" y="5124450"/>
          <p14:tracePt t="92341" x="9802813" y="5100638"/>
          <p14:tracePt t="92348" x="9786938" y="5100638"/>
          <p14:tracePt t="92358" x="9779000" y="5100638"/>
          <p14:tracePt t="92365" x="9745663" y="5083175"/>
          <p14:tracePt t="92375" x="9737725" y="5067300"/>
          <p14:tracePt t="92390" x="9720263" y="5057775"/>
          <p14:tracePt t="92405" x="9704388" y="5057775"/>
          <p14:tracePt t="92413" x="9704388" y="5041900"/>
          <p14:tracePt t="92421" x="9694863" y="5041900"/>
          <p14:tracePt t="92445" x="9694863" y="5026025"/>
          <p14:tracePt t="92567" x="9704388" y="5026025"/>
          <p14:tracePt t="92615" x="9720263" y="5026025"/>
          <p14:tracePt t="92655" x="9737725" y="5026025"/>
          <p14:tracePt t="92680" x="9745663" y="5026025"/>
          <p14:tracePt t="92687" x="9761538" y="5026025"/>
          <p14:tracePt t="92696" x="9786938" y="5026025"/>
          <p14:tracePt t="92704" x="9820275" y="5026025"/>
          <p14:tracePt t="92712" x="9861550" y="5026025"/>
          <p14:tracePt t="92720" x="9886950" y="5026025"/>
          <p14:tracePt t="92728" x="9928225" y="5026025"/>
          <p14:tracePt t="92736" x="9985375" y="5026025"/>
          <p14:tracePt t="92744" x="10010775" y="5026025"/>
          <p14:tracePt t="92752" x="10052050" y="5026025"/>
          <p14:tracePt t="92760" x="10085388" y="5026025"/>
          <p14:tracePt t="92768" x="10110788" y="5026025"/>
          <p14:tracePt t="92776" x="10134600" y="5026025"/>
          <p14:tracePt t="92784" x="10152063" y="5026025"/>
          <p14:tracePt t="92800" x="10167938" y="5026025"/>
          <p14:tracePt t="92808" x="10185400" y="5026025"/>
          <p14:tracePt t="92825" x="10193338" y="5026025"/>
          <p14:tracePt t="92833" x="10209213" y="5026025"/>
          <p14:tracePt t="92881" x="10226675" y="5026025"/>
          <p14:tracePt t="92914" x="10234613" y="5026025"/>
          <p14:tracePt t="92937" x="10234613" y="5016500"/>
          <p14:tracePt t="92946" x="10250488" y="5016500"/>
          <p14:tracePt t="92954" x="10250488" y="5000625"/>
          <p14:tracePt t="92962" x="10267950" y="5000625"/>
          <p14:tracePt t="92970" x="10267950" y="4983163"/>
          <p14:tracePt t="92978" x="10275888" y="4983163"/>
          <p14:tracePt t="92986" x="10293350" y="4983163"/>
          <p14:tracePt t="92994" x="10309225" y="4975225"/>
          <p14:tracePt t="93002" x="10334625" y="4975225"/>
          <p14:tracePt t="93010" x="10350500" y="4959350"/>
          <p14:tracePt t="93018" x="10433050" y="4933950"/>
          <p14:tracePt t="93027" x="10450513" y="4933950"/>
          <p14:tracePt t="93035" x="10517188" y="4918075"/>
          <p14:tracePt t="93043" x="10574338" y="4918075"/>
          <p14:tracePt t="93051" x="10641013" y="4900613"/>
          <p14:tracePt t="93059" x="10699750" y="4900613"/>
          <p14:tracePt t="93067" x="10764838" y="4892675"/>
          <p14:tracePt t="93075" x="10823575" y="4892675"/>
          <p14:tracePt t="93083" x="10882313" y="4876800"/>
          <p14:tracePt t="93091" x="10906125" y="4876800"/>
          <p14:tracePt t="93099" x="10947400" y="4876800"/>
          <p14:tracePt t="93108" x="10988675" y="4876800"/>
          <p14:tracePt t="93116" x="11022013" y="4876800"/>
          <p14:tracePt t="93125" x="11047413" y="4876800"/>
          <p14:tracePt t="93131" x="11063288" y="4876800"/>
          <p14:tracePt t="93148" x="11072813" y="4876800"/>
          <p14:tracePt t="93204" x="11022013" y="4876800"/>
          <p14:tracePt t="93212" x="10882313" y="4876800"/>
          <p14:tracePt t="93220" x="10358438" y="4933950"/>
          <p14:tracePt t="93228" x="9745663" y="5100638"/>
          <p14:tracePt t="93237" x="8758238" y="5332413"/>
          <p14:tracePt t="93245" x="7597775" y="5613400"/>
          <p14:tracePt t="93253" x="6353175" y="5937250"/>
          <p14:tracePt t="93261" x="4926013" y="6227763"/>
          <p14:tracePt t="93269" x="3590925" y="6467475"/>
          <p14:tracePt t="93277" x="3027363" y="6526213"/>
          <p14:tracePt t="93285" x="1874838" y="6700838"/>
          <p14:tracePt t="93293" x="879475" y="6791325"/>
          <p14:tracePt t="93301" x="588963" y="6816725"/>
          <p14:tracePt t="93553" x="488950" y="6103938"/>
          <p14:tracePt t="93561" x="895350" y="5995988"/>
          <p14:tracePt t="93568" x="1119188" y="5962650"/>
          <p14:tracePt t="93577" x="1450975" y="5880100"/>
          <p14:tracePt t="93584" x="1758950" y="5813425"/>
          <p14:tracePt t="93596" x="2024063" y="5772150"/>
          <p14:tracePt t="93602" x="2230438" y="5713413"/>
          <p14:tracePt t="93609" x="2430463" y="5672138"/>
          <p14:tracePt t="93616" x="2471738" y="5656263"/>
          <p14:tracePt t="93627" x="2595563" y="5638800"/>
          <p14:tracePt t="93632" x="2720975" y="5613400"/>
          <p14:tracePt t="93642" x="2795588" y="5597525"/>
          <p14:tracePt t="93648" x="2852738" y="5597525"/>
          <p14:tracePt t="93659" x="2894013" y="5589588"/>
          <p14:tracePt t="93664" x="2919413" y="5572125"/>
          <p14:tracePt t="93674" x="2944813" y="5572125"/>
          <p14:tracePt t="93680" x="2960688" y="5572125"/>
          <p14:tracePt t="93691" x="2960688" y="5556250"/>
          <p14:tracePt t="93697" x="2978150" y="5556250"/>
          <p14:tracePt t="93708" x="2986088" y="5556250"/>
          <p14:tracePt t="93721" x="2986088" y="5548313"/>
          <p14:tracePt t="93785" x="2986088" y="5530850"/>
          <p14:tracePt t="93826" x="2986088" y="5514975"/>
          <p14:tracePt t="93931" x="2986088" y="5507038"/>
          <p14:tracePt t="93971" x="2986088" y="5489575"/>
          <p14:tracePt t="94003" x="2978150" y="5473700"/>
          <p14:tracePt t="94028" x="2978150" y="5464175"/>
          <p14:tracePt t="94036" x="2960688" y="5464175"/>
          <p14:tracePt t="94044" x="2944813" y="5464175"/>
          <p14:tracePt t="94052" x="2944813" y="5448300"/>
          <p14:tracePt t="94060" x="2935288" y="5448300"/>
          <p14:tracePt t="94068" x="2919413" y="5432425"/>
          <p14:tracePt t="94084" x="2903538" y="5432425"/>
          <p14:tracePt t="94092" x="2894013" y="5432425"/>
          <p14:tracePt t="94100" x="2860675" y="5422900"/>
          <p14:tracePt t="94108" x="2852738" y="5422900"/>
          <p14:tracePt t="94116" x="2819400" y="5407025"/>
          <p14:tracePt t="94124" x="2795588" y="5389563"/>
          <p14:tracePt t="94133" x="2778125" y="5389563"/>
          <p14:tracePt t="94141" x="2754313" y="5373688"/>
          <p14:tracePt t="94149" x="2736850" y="5373688"/>
          <p14:tracePt t="94158" x="2711450" y="5365750"/>
          <p14:tracePt t="94165" x="2679700" y="5365750"/>
          <p14:tracePt t="94174" x="2679700" y="5348288"/>
          <p14:tracePt t="94181" x="2670175" y="5348288"/>
          <p14:tracePt t="94191" x="2654300" y="5348288"/>
          <p14:tracePt t="94197" x="2654300" y="5332413"/>
          <p14:tracePt t="94207" x="2636838" y="5332413"/>
          <p14:tracePt t="94221" x="2628900" y="5324475"/>
          <p14:tracePt t="94254" x="2613025" y="5324475"/>
          <p14:tracePt t="94262" x="2613025" y="5307013"/>
          <p14:tracePt t="94415" x="2628900" y="5307013"/>
          <p14:tracePt t="94440" x="2636838" y="5307013"/>
          <p14:tracePt t="94463" x="2654300" y="5307013"/>
          <p14:tracePt t="94487" x="2670175" y="5307013"/>
          <p14:tracePt t="94520" x="2679700" y="5307013"/>
          <p14:tracePt t="94552" x="2695575" y="5307013"/>
          <p14:tracePt t="94576" x="2711450" y="5307013"/>
          <p14:tracePt t="94617" x="2720975" y="5307013"/>
          <p14:tracePt t="94649" x="2736850" y="5307013"/>
          <p14:tracePt t="94698" x="2754313" y="5307013"/>
          <p14:tracePt t="94730" x="2762250" y="5307013"/>
          <p14:tracePt t="94746" x="2778125" y="5307013"/>
          <p14:tracePt t="94754" x="2795588" y="5307013"/>
          <p14:tracePt t="94762" x="2803525" y="5291138"/>
          <p14:tracePt t="94770" x="2819400" y="5291138"/>
          <p14:tracePt t="94778" x="2836863" y="5291138"/>
          <p14:tracePt t="94787" x="2852738" y="5291138"/>
          <p14:tracePt t="94795" x="2860675" y="5291138"/>
          <p14:tracePt t="94803" x="2878138" y="5291138"/>
          <p14:tracePt t="94819" x="2894013" y="5291138"/>
          <p14:tracePt t="94843" x="2903538" y="5291138"/>
          <p14:tracePt t="94883" x="2919413" y="5291138"/>
          <p14:tracePt t="95392" x="2878138" y="5291138"/>
          <p14:tracePt t="95400" x="2852738" y="5291138"/>
          <p14:tracePt t="95408" x="2836863" y="5291138"/>
          <p14:tracePt t="95416" x="2795588" y="5291138"/>
          <p14:tracePt t="95425" x="2778125" y="5291138"/>
          <p14:tracePt t="95432" x="2736850" y="5281613"/>
          <p14:tracePt t="95441" x="2711450" y="5281613"/>
          <p14:tracePt t="95448" x="2695575" y="5281613"/>
          <p14:tracePt t="95458" x="2670175" y="5265738"/>
          <p14:tracePt t="95465" x="2654300" y="5249863"/>
          <p14:tracePt t="95474" x="2636838" y="5240338"/>
          <p14:tracePt t="95481" x="2628900" y="5240338"/>
          <p14:tracePt t="95491" x="2613025" y="5224463"/>
          <p14:tracePt t="95497" x="2595563" y="5207000"/>
          <p14:tracePt t="95505" x="2595563" y="5199063"/>
          <p14:tracePt t="95513" x="2587625" y="5199063"/>
          <p14:tracePt t="95521" x="2587625" y="5183188"/>
          <p14:tracePt t="95537" x="2587625" y="5165725"/>
          <p14:tracePt t="95610" x="2595563" y="5165725"/>
          <p14:tracePt t="95642" x="2613025" y="5165725"/>
          <p14:tracePt t="95666" x="2628900" y="5165725"/>
          <p14:tracePt t="95675" x="2636838" y="5165725"/>
          <p14:tracePt t="95682" x="2654300" y="5165725"/>
          <p14:tracePt t="95691" x="2670175" y="5165725"/>
          <p14:tracePt t="95698" x="2695575" y="5165725"/>
          <p14:tracePt t="95715" x="2720975" y="5165725"/>
          <p14:tracePt t="95724" x="2762250" y="5165725"/>
          <p14:tracePt t="95731" x="2778125" y="5165725"/>
          <p14:tracePt t="95741" x="2819400" y="5165725"/>
          <p14:tracePt t="95747" x="2878138" y="5165725"/>
          <p14:tracePt t="95757" x="2903538" y="5165725"/>
          <p14:tracePt t="95763" x="2960688" y="5165725"/>
          <p14:tracePt t="95771" x="3019425" y="5165725"/>
          <p14:tracePt t="95779" x="3086100" y="5165725"/>
          <p14:tracePt t="95787" x="3143250" y="5165725"/>
          <p14:tracePt t="95796" x="3209925" y="5165725"/>
          <p14:tracePt t="95804" x="3267075" y="5165725"/>
          <p14:tracePt t="95812" x="3309938" y="5165725"/>
          <p14:tracePt t="95820" x="3392488" y="5165725"/>
          <p14:tracePt t="95828" x="3433763" y="5165725"/>
          <p14:tracePt t="95836" x="3492500" y="5165725"/>
          <p14:tracePt t="95844" x="3549650" y="5165725"/>
          <p14:tracePt t="95852" x="3590925" y="5165725"/>
          <p14:tracePt t="95860" x="3632200" y="5165725"/>
          <p14:tracePt t="95868" x="3657600" y="5165725"/>
          <p14:tracePt t="95876" x="3698875" y="5165725"/>
          <p14:tracePt t="95884" x="3716338" y="5165725"/>
          <p14:tracePt t="95892" x="3732213" y="5165725"/>
          <p14:tracePt t="95900" x="3740150" y="5165725"/>
          <p14:tracePt t="95909" x="3757613" y="5165725"/>
          <p14:tracePt t="95916" x="3773488" y="5165725"/>
          <p14:tracePt t="95941" x="3781425" y="5165725"/>
          <p14:tracePt t="95957" x="3798888" y="5165725"/>
          <p14:tracePt t="96014" x="3814763" y="5165725"/>
          <p14:tracePt t="104160" x="3814763" y="5183188"/>
          <p14:tracePt t="104166" x="3814763" y="5240338"/>
          <p14:tracePt t="104177" x="3814763" y="5281613"/>
          <p14:tracePt t="104181" x="3814763" y="5332413"/>
          <p14:tracePt t="104193" x="3814763" y="5389563"/>
          <p14:tracePt t="104197" x="3814763" y="5464175"/>
          <p14:tracePt t="104209" x="3814763" y="5514975"/>
          <p14:tracePt t="104213" x="3814763" y="5556250"/>
          <p14:tracePt t="104225" x="3814763" y="5589588"/>
          <p14:tracePt t="104229" x="3814763" y="5597525"/>
          <p14:tracePt t="104241" x="3814763" y="5630863"/>
          <p14:tracePt t="104261" x="3798888" y="5638800"/>
          <p14:tracePt t="104286" x="3781425" y="5638800"/>
          <p14:tracePt t="104302" x="3773488" y="5638800"/>
          <p14:tracePt t="104310" x="3773488" y="5656263"/>
          <p14:tracePt t="104318" x="3757613" y="5656263"/>
          <p14:tracePt t="104326" x="3740150" y="5656263"/>
          <p14:tracePt t="104334" x="3732213" y="5656263"/>
          <p14:tracePt t="104342" x="3732213" y="5672138"/>
          <p14:tracePt t="104350" x="3698875" y="5672138"/>
          <p14:tracePt t="104358" x="3673475" y="5688013"/>
          <p14:tracePt t="104366" x="3657600" y="5688013"/>
          <p14:tracePt t="104374" x="3632200" y="5697538"/>
          <p14:tracePt t="104382" x="3598863" y="5713413"/>
          <p14:tracePt t="104391" x="3557588" y="5730875"/>
          <p14:tracePt t="104399" x="3516313" y="5754688"/>
          <p14:tracePt t="104407" x="3475038" y="5772150"/>
          <p14:tracePt t="104415" x="3425825" y="5780088"/>
          <p14:tracePt t="104424" x="3367088" y="5795963"/>
          <p14:tracePt t="104431" x="3267075" y="5837238"/>
          <p14:tracePt t="104440" x="3243263" y="5854700"/>
          <p14:tracePt t="104447" x="3184525" y="5862638"/>
          <p14:tracePt t="104455" x="3109913" y="5895975"/>
          <p14:tracePt t="104463" x="3060700" y="5903913"/>
          <p14:tracePt t="104471" x="3001963" y="5921375"/>
          <p14:tracePt t="104479" x="2944813" y="5937250"/>
          <p14:tracePt t="104487" x="2903538" y="5954713"/>
          <p14:tracePt t="104496" x="2860675" y="5962650"/>
          <p14:tracePt t="104504" x="2819400" y="5962650"/>
          <p14:tracePt t="104511" x="2795588" y="5978525"/>
          <p14:tracePt t="104519" x="2754313" y="5978525"/>
          <p14:tracePt t="104528" x="2736850" y="5978525"/>
          <p14:tracePt t="104536" x="2711450" y="5978525"/>
          <p14:tracePt t="104544" x="2679700" y="5978525"/>
          <p14:tracePt t="104552" x="2670175" y="5978525"/>
          <p14:tracePt t="104560" x="2636838" y="5978525"/>
          <p14:tracePt t="104568" x="2628900" y="5978525"/>
          <p14:tracePt t="104576" x="2595563" y="5978525"/>
          <p14:tracePt t="104584" x="2571750" y="5978525"/>
          <p14:tracePt t="104596" x="2554288" y="5978525"/>
          <p14:tracePt t="104600" x="2513013" y="5978525"/>
          <p14:tracePt t="104608" x="2497138" y="5978525"/>
          <p14:tracePt t="104617" x="2471738" y="5978525"/>
          <p14:tracePt t="104625" x="2446338" y="5978525"/>
          <p14:tracePt t="104633" x="2430463" y="5978525"/>
          <p14:tracePt t="104641" x="2405063" y="5978525"/>
          <p14:tracePt t="104649" x="2389188" y="5978525"/>
          <p14:tracePt t="104658" x="2363788" y="5978525"/>
          <p14:tracePt t="104665" x="2330450" y="5978525"/>
          <p14:tracePt t="104674" x="2322513" y="5978525"/>
          <p14:tracePt t="104681" x="2289175" y="5978525"/>
          <p14:tracePt t="104691" x="2263775" y="5978525"/>
          <p14:tracePt t="104697" x="2222500" y="5978525"/>
          <p14:tracePt t="104707" x="2181225" y="5978525"/>
          <p14:tracePt t="104714" x="2147888" y="5962650"/>
          <p14:tracePt t="104725" x="2098675" y="5962650"/>
          <p14:tracePt t="104729" x="2057400" y="5962650"/>
          <p14:tracePt t="104741" x="2024063" y="5962650"/>
          <p14:tracePt t="104745" x="1965325" y="5962650"/>
          <p14:tracePt t="104757" x="1941513" y="5962650"/>
          <p14:tracePt t="104762" x="1916113" y="5962650"/>
          <p14:tracePt t="104774" x="1874838" y="5954713"/>
          <p14:tracePt t="104778" x="1857375" y="5954713"/>
          <p14:tracePt t="104791" x="1833563" y="5937250"/>
          <p14:tracePt t="104794" x="1816100" y="5937250"/>
          <p14:tracePt t="104807" x="1790700" y="5937250"/>
          <p14:tracePt t="104810" x="1774825" y="5937250"/>
          <p14:tracePt t="104824" x="1758950" y="5937250"/>
          <p14:tracePt t="104827" x="1741488" y="5937250"/>
          <p14:tracePt t="104841" x="1733550" y="5937250"/>
          <p14:tracePt t="104843" x="1716088" y="5937250"/>
          <p14:tracePt t="104858" x="1700213" y="5937250"/>
          <p14:tracePt t="104874" x="1692275" y="5937250"/>
          <p14:tracePt t="104875" x="1658938" y="5937250"/>
          <p14:tracePt t="104883" x="1651000" y="5937250"/>
          <p14:tracePt t="104891" x="1633538" y="5937250"/>
          <p14:tracePt t="104899" x="1609725" y="5937250"/>
          <p14:tracePt t="104907" x="1576388" y="5937250"/>
          <p14:tracePt t="104915" x="1566863" y="5937250"/>
          <p14:tracePt t="104924" x="1535113" y="5937250"/>
          <p14:tracePt t="104932" x="1525588" y="5937250"/>
          <p14:tracePt t="104941" x="1509713" y="5937250"/>
          <p14:tracePt t="104948" x="1476375" y="5937250"/>
          <p14:tracePt t="104958" x="1468438" y="5937250"/>
          <p14:tracePt t="104972" x="1450975" y="5937250"/>
          <p14:tracePt t="104980" x="1435100" y="5937250"/>
          <p14:tracePt t="104988" x="1427163" y="5937250"/>
          <p14:tracePt t="105004" x="1409700" y="5937250"/>
          <p14:tracePt t="105028" x="1393825" y="5937250"/>
          <p14:tracePt t="105085" x="1384300" y="5937250"/>
          <p14:tracePt t="105109" x="1384300" y="5921375"/>
          <p14:tracePt t="105133" x="1368425" y="5921375"/>
          <p14:tracePt t="105157" x="1368425" y="5903913"/>
          <p14:tracePt t="105174" x="1352550" y="5903913"/>
          <p14:tracePt t="105191" x="1352550" y="5895975"/>
          <p14:tracePt t="105207" x="1343025" y="5880100"/>
          <p14:tracePt t="105222" x="1327150" y="5880100"/>
          <p14:tracePt t="105230" x="1327150" y="5862638"/>
          <p14:tracePt t="105254" x="1309688" y="5854700"/>
          <p14:tracePt t="105262" x="1301750" y="5854700"/>
          <p14:tracePt t="105279" x="1301750" y="5837238"/>
          <p14:tracePt t="105286" x="1285875" y="5837238"/>
          <p14:tracePt t="105303" x="1268413" y="5837238"/>
          <p14:tracePt t="105311" x="1268413" y="5821363"/>
          <p14:tracePt t="105319" x="1260475" y="5821363"/>
          <p14:tracePt t="105343" x="1244600" y="5821363"/>
          <p14:tracePt t="105504" x="1260475" y="5821363"/>
          <p14:tracePt t="105529" x="1268413" y="5821363"/>
          <p14:tracePt t="105545" x="1285875" y="5821363"/>
          <p14:tracePt t="105553" x="1301750" y="5837238"/>
          <p14:tracePt t="105569" x="1327150" y="5837238"/>
          <p14:tracePt t="105585" x="1343025" y="5837238"/>
          <p14:tracePt t="105593" x="1352550" y="5837238"/>
          <p14:tracePt t="105601" x="1384300" y="5837238"/>
          <p14:tracePt t="105618" x="1393825" y="5837238"/>
          <p14:tracePt t="105626" x="1409700" y="5854700"/>
          <p14:tracePt t="105634" x="1435100" y="5854700"/>
          <p14:tracePt t="105642" x="1450975" y="5854700"/>
          <p14:tracePt t="105658" x="1468438" y="5854700"/>
          <p14:tracePt t="105666" x="1476375" y="5854700"/>
          <p14:tracePt t="105682" x="1492250" y="5854700"/>
          <p14:tracePt t="105691" x="1509713" y="5854700"/>
          <p14:tracePt t="105707" x="1525588" y="5854700"/>
          <p14:tracePt t="105731" x="1535113" y="5854700"/>
          <p14:tracePt t="105755" x="1550988" y="5854700"/>
          <p14:tracePt t="105803" x="1566863" y="5854700"/>
          <p14:tracePt t="105835" x="1576388" y="5854700"/>
          <p14:tracePt t="105868" x="1592263" y="5854700"/>
          <p14:tracePt t="105892" x="1609725" y="5854700"/>
          <p14:tracePt t="105900" x="1617663" y="5854700"/>
          <p14:tracePt t="105916" x="1633538" y="5854700"/>
          <p14:tracePt t="105924" x="1651000" y="5854700"/>
          <p14:tracePt t="105932" x="1658938" y="5854700"/>
          <p14:tracePt t="105941" x="1674813" y="5854700"/>
          <p14:tracePt t="105949" x="1692275" y="5854700"/>
          <p14:tracePt t="105965" x="1716088" y="5854700"/>
          <p14:tracePt t="105974" x="1733550" y="5854700"/>
          <p14:tracePt t="105981" x="1741488" y="5854700"/>
          <p14:tracePt t="105991" x="1758950" y="5854700"/>
          <p14:tracePt t="106005" x="1790700" y="5854700"/>
          <p14:tracePt t="106013" x="1800225" y="5854700"/>
          <p14:tracePt t="106021" x="1816100" y="5854700"/>
          <p14:tracePt t="106029" x="1833563" y="5854700"/>
          <p14:tracePt t="106037" x="1857375" y="5854700"/>
          <p14:tracePt t="106045" x="1874838" y="5854700"/>
          <p14:tracePt t="106053" x="1882775" y="5854700"/>
          <p14:tracePt t="106062" x="1916113" y="5854700"/>
          <p14:tracePt t="106070" x="1924050" y="5854700"/>
          <p14:tracePt t="106078" x="1941513" y="5854700"/>
          <p14:tracePt t="106086" x="1957388" y="5854700"/>
          <p14:tracePt t="106094" x="1982788" y="5854700"/>
          <p14:tracePt t="106102" x="1998663" y="5854700"/>
          <p14:tracePt t="106110" x="2006600" y="5837238"/>
          <p14:tracePt t="106118" x="2024063" y="5837238"/>
          <p14:tracePt t="106126" x="2039938" y="5837238"/>
          <p14:tracePt t="106134" x="2057400" y="5837238"/>
          <p14:tracePt t="106142" x="2065338" y="5837238"/>
          <p14:tracePt t="106150" x="2081213" y="5837238"/>
          <p14:tracePt t="106158" x="2098675" y="5837238"/>
          <p14:tracePt t="106167" x="2106613" y="5837238"/>
          <p14:tracePt t="106175" x="2122488" y="5821363"/>
          <p14:tracePt t="106191" x="2139950" y="5821363"/>
          <p14:tracePt t="106207" x="2147888" y="5821363"/>
          <p14:tracePt t="106224" x="2165350" y="5821363"/>
          <p14:tracePt t="106240" x="2181225" y="5813425"/>
          <p14:tracePt t="106263" x="2189163" y="5813425"/>
          <p14:tracePt t="106279" x="2206625" y="5813425"/>
          <p14:tracePt t="106304" x="2222500" y="5813425"/>
          <p14:tracePt t="106328" x="2230438" y="5795963"/>
          <p14:tracePt t="106352" x="2247900" y="5795963"/>
          <p14:tracePt t="106376" x="2263775" y="5795963"/>
          <p14:tracePt t="106465" x="2263775" y="5780088"/>
          <p14:tracePt t="106522" x="2247900" y="5780088"/>
          <p14:tracePt t="106530" x="2230438" y="5772150"/>
          <p14:tracePt t="106546" x="2222500" y="5772150"/>
          <p14:tracePt t="106554" x="2206625" y="5772150"/>
          <p14:tracePt t="106667" x="2222500" y="5772150"/>
          <p14:tracePt t="106691" x="2230438" y="5772150"/>
          <p14:tracePt t="106708" x="2247900" y="5772150"/>
          <p14:tracePt t="106724" x="2263775" y="5772150"/>
          <p14:tracePt t="106732" x="2273300" y="5772150"/>
          <p14:tracePt t="106741" x="2289175" y="5772150"/>
          <p14:tracePt t="106748" x="2305050" y="5772150"/>
          <p14:tracePt t="106757" x="2322513" y="5772150"/>
          <p14:tracePt t="106764" x="2347913" y="5772150"/>
          <p14:tracePt t="106773" x="2363788" y="5772150"/>
          <p14:tracePt t="106780" x="2371725" y="5772150"/>
          <p14:tracePt t="106788" x="2405063" y="5772150"/>
          <p14:tracePt t="106796" x="2413000" y="5772150"/>
          <p14:tracePt t="106804" x="2446338" y="5772150"/>
          <p14:tracePt t="106812" x="2454275" y="5772150"/>
          <p14:tracePt t="106821" x="2487613" y="5772150"/>
          <p14:tracePt t="106829" x="2497138" y="5772150"/>
          <p14:tracePt t="106836" x="2513013" y="5772150"/>
          <p14:tracePt t="106845" x="2538413" y="5754688"/>
          <p14:tracePt t="106853" x="2571750" y="5754688"/>
          <p14:tracePt t="106869" x="2587625" y="5754688"/>
          <p14:tracePt t="106877" x="2613025" y="5754688"/>
          <p14:tracePt t="106885" x="2628900" y="5754688"/>
          <p14:tracePt t="106893" x="2636838" y="5738813"/>
          <p14:tracePt t="106909" x="2670175" y="5738813"/>
          <p14:tracePt t="106917" x="2679700" y="5738813"/>
          <p14:tracePt t="106925" x="2695575" y="5738813"/>
          <p14:tracePt t="106933" x="2711450" y="5738813"/>
          <p14:tracePt t="106942" x="2720975" y="5738813"/>
          <p14:tracePt t="106949" x="2736850" y="5738813"/>
          <p14:tracePt t="106958" x="2754313" y="5738813"/>
          <p14:tracePt t="106966" x="2762250" y="5738813"/>
          <p14:tracePt t="106982" x="2778125" y="5738813"/>
          <p14:tracePt t="106991" x="2795588" y="5738813"/>
          <p14:tracePt t="107008" x="2803525" y="5738813"/>
          <p14:tracePt t="107030" x="2819400" y="5738813"/>
          <p14:tracePt t="107063" x="2836863" y="5738813"/>
          <p14:tracePt t="107143" x="2852738" y="5738813"/>
          <p14:tracePt t="107200" x="2860675" y="5738813"/>
          <p14:tracePt t="107337" x="2852738" y="5730875"/>
          <p14:tracePt t="107345" x="2836863" y="5730875"/>
          <p14:tracePt t="107361" x="2819400" y="5730875"/>
          <p14:tracePt t="107369" x="2803525" y="5730875"/>
          <p14:tracePt t="107385" x="2778125" y="5730875"/>
          <p14:tracePt t="107402" x="2762250" y="5713413"/>
          <p14:tracePt t="107410" x="2754313" y="5713413"/>
          <p14:tracePt t="107418" x="2736850" y="5713413"/>
          <p14:tracePt t="107442" x="2720975" y="5713413"/>
          <p14:tracePt t="107523" x="2736850" y="5713413"/>
          <p14:tracePt t="107531" x="2754313" y="5713413"/>
          <p14:tracePt t="107547" x="2762250" y="5713413"/>
          <p14:tracePt t="107555" x="2778125" y="5713413"/>
          <p14:tracePt t="107571" x="2803525" y="5713413"/>
          <p14:tracePt t="107579" x="2819400" y="5713413"/>
          <p14:tracePt t="107587" x="2852738" y="5713413"/>
          <p14:tracePt t="107596" x="2878138" y="5713413"/>
          <p14:tracePt t="107604" x="2903538" y="5713413"/>
          <p14:tracePt t="107612" x="2935288" y="5713413"/>
          <p14:tracePt t="107620" x="2978150" y="5713413"/>
          <p14:tracePt t="107628" x="3001963" y="5730875"/>
          <p14:tracePt t="107636" x="3043238" y="5730875"/>
          <p14:tracePt t="107644" x="3068638" y="5730875"/>
          <p14:tracePt t="107652" x="3086100" y="5730875"/>
          <p14:tracePt t="107660" x="3109913" y="5730875"/>
          <p14:tracePt t="107668" x="3127375" y="5730875"/>
          <p14:tracePt t="107684" x="3143250" y="5730875"/>
          <p14:tracePt t="107692" x="3160713" y="5730875"/>
          <p14:tracePt t="107700" x="3160713" y="5738813"/>
          <p14:tracePt t="107716" x="3168650" y="5738813"/>
          <p14:tracePt t="107813" x="3160713" y="5738813"/>
          <p14:tracePt t="107830" x="3143250" y="5738813"/>
          <p14:tracePt t="107846" x="3127375" y="5738813"/>
          <p14:tracePt t="107854" x="3109913" y="5738813"/>
          <p14:tracePt t="107862" x="3101975" y="5738813"/>
          <p14:tracePt t="107870" x="3086100" y="5730875"/>
          <p14:tracePt t="107886" x="3060700" y="5730875"/>
          <p14:tracePt t="107894" x="3043238" y="5730875"/>
          <p14:tracePt t="107902" x="3027363" y="5713413"/>
          <p14:tracePt t="107910" x="3019425" y="5713413"/>
          <p14:tracePt t="107918" x="3001963" y="5713413"/>
          <p14:tracePt t="107927" x="2978150" y="5713413"/>
          <p14:tracePt t="107934" x="2960688" y="5697538"/>
          <p14:tracePt t="107943" x="2919413" y="5697538"/>
          <p14:tracePt t="107951" x="2894013" y="5697538"/>
          <p14:tracePt t="107959" x="2852738" y="5697538"/>
          <p14:tracePt t="107967" x="2795588" y="5697538"/>
          <p14:tracePt t="107975" x="2736850" y="5697538"/>
          <p14:tracePt t="107983" x="2695575" y="5697538"/>
          <p14:tracePt t="107991" x="2636838" y="5697538"/>
          <p14:tracePt t="107999" x="2587625" y="5688013"/>
          <p14:tracePt t="108008" x="2528888" y="5688013"/>
          <p14:tracePt t="108015" x="2497138" y="5688013"/>
          <p14:tracePt t="108024" x="2454275" y="5688013"/>
          <p14:tracePt t="108031" x="2413000" y="5688013"/>
          <p14:tracePt t="108041" x="2405063" y="5688013"/>
          <p14:tracePt t="108048" x="2371725" y="5688013"/>
          <p14:tracePt t="108057" x="2363788" y="5688013"/>
          <p14:tracePt t="108153" x="2371725" y="5688013"/>
          <p14:tracePt t="108169" x="2389188" y="5688013"/>
          <p14:tracePt t="108177" x="2405063" y="5688013"/>
          <p14:tracePt t="108185" x="2413000" y="5688013"/>
          <p14:tracePt t="108193" x="2446338" y="5688013"/>
          <p14:tracePt t="108209" x="2487613" y="5688013"/>
          <p14:tracePt t="108217" x="2528888" y="5688013"/>
          <p14:tracePt t="108225" x="2554288" y="5688013"/>
          <p14:tracePt t="108233" x="2628900" y="5688013"/>
          <p14:tracePt t="108241" x="2711450" y="5688013"/>
          <p14:tracePt t="108249" x="2754313" y="5688013"/>
          <p14:tracePt t="108258" x="2803525" y="5688013"/>
          <p14:tracePt t="108265" x="2878138" y="5688013"/>
          <p14:tracePt t="108274" x="2960688" y="5688013"/>
          <p14:tracePt t="108282" x="3027363" y="5688013"/>
          <p14:tracePt t="108291" x="3101975" y="5697538"/>
          <p14:tracePt t="108298" x="3160713" y="5697538"/>
          <p14:tracePt t="108307" x="3225800" y="5713413"/>
          <p14:tracePt t="108314" x="3284538" y="5713413"/>
          <p14:tracePt t="108323" x="3333750" y="5713413"/>
          <p14:tracePt t="108330" x="3375025" y="5713413"/>
          <p14:tracePt t="108338" x="3433763" y="5730875"/>
          <p14:tracePt t="108346" x="3475038" y="5730875"/>
          <p14:tracePt t="108354" x="3516313" y="5730875"/>
          <p14:tracePt t="108363" x="3557588" y="5730875"/>
          <p14:tracePt t="108370" x="3598863" y="5730875"/>
          <p14:tracePt t="108378" x="3632200" y="5730875"/>
          <p14:tracePt t="108386" x="3657600" y="5738813"/>
          <p14:tracePt t="108395" x="3673475" y="5738813"/>
          <p14:tracePt t="108403" x="3690938" y="5738813"/>
          <p14:tracePt t="108411" x="3698875" y="5738813"/>
          <p14:tracePt t="108427" x="3716338" y="5738813"/>
          <p14:tracePt t="108451" x="3732213" y="5738813"/>
          <p14:tracePt t="108798" x="3740150" y="5738813"/>
          <p14:tracePt t="108984" x="3757613" y="5738813"/>
          <p14:tracePt t="108992" x="3773488" y="5738813"/>
          <p14:tracePt t="109008" x="3781425" y="5738813"/>
          <p14:tracePt t="109016" x="3798888" y="5738813"/>
          <p14:tracePt t="109025" x="3822700" y="5738813"/>
          <p14:tracePt t="109033" x="3840163" y="5738813"/>
          <p14:tracePt t="109049" x="3856038" y="5738813"/>
          <p14:tracePt t="109058" x="3865563" y="5738813"/>
          <p14:tracePt t="109065" x="3881438" y="5738813"/>
          <p14:tracePt t="109081" x="3898900" y="5738813"/>
          <p14:tracePt t="109097" x="3906838" y="5738813"/>
          <p14:tracePt t="109186" x="3898900" y="5738813"/>
          <p14:tracePt t="109210" x="3881438" y="5738813"/>
          <p14:tracePt t="109226" x="3865563" y="5738813"/>
          <p14:tracePt t="109242" x="3856038" y="5738813"/>
          <p14:tracePt t="109266" x="3840163" y="5738813"/>
          <p14:tracePt t="109283" x="3822700" y="5738813"/>
          <p14:tracePt t="109291" x="3822700" y="5730875"/>
          <p14:tracePt t="109299" x="3814763" y="5730875"/>
          <p14:tracePt t="109323" x="3798888" y="5713413"/>
          <p14:tracePt t="109340" x="3781425" y="5713413"/>
          <p14:tracePt t="109363" x="3773488" y="5697538"/>
          <p14:tracePt t="109371" x="3757613" y="5697538"/>
          <p14:tracePt t="109388" x="3740150" y="5688013"/>
          <p14:tracePt t="109396" x="3732213" y="5688013"/>
          <p14:tracePt t="109412" x="3716338" y="5672138"/>
          <p14:tracePt t="109420" x="3698875" y="5672138"/>
          <p14:tracePt t="109428" x="3690938" y="5656263"/>
          <p14:tracePt t="109436" x="3673475" y="5656263"/>
          <p14:tracePt t="109444" x="3657600" y="5656263"/>
          <p14:tracePt t="109453" x="3641725" y="5638800"/>
          <p14:tracePt t="109460" x="3632200" y="5638800"/>
          <p14:tracePt t="109468" x="3616325" y="5630863"/>
          <p14:tracePt t="109476" x="3598863" y="5630863"/>
          <p14:tracePt t="109484" x="3590925" y="5613400"/>
          <p14:tracePt t="109493" x="3575050" y="5597525"/>
          <p14:tracePt t="109501" x="3557588" y="5589588"/>
          <p14:tracePt t="109509" x="3533775" y="5572125"/>
          <p14:tracePt t="109517" x="3533775" y="5556250"/>
          <p14:tracePt t="109525" x="3508375" y="5548313"/>
          <p14:tracePt t="109533" x="3492500" y="5548313"/>
          <p14:tracePt t="109541" x="3475038" y="5530850"/>
          <p14:tracePt t="109549" x="3467100" y="5514975"/>
          <p14:tracePt t="109558" x="3467100" y="5507038"/>
          <p14:tracePt t="109565" x="3449638" y="5507038"/>
          <p14:tracePt t="109574" x="3449638" y="5489575"/>
          <p14:tracePt t="109598" x="3449638" y="5473700"/>
          <p14:tracePt t="109622" x="3449638" y="5464175"/>
          <p14:tracePt t="109662" x="3467100" y="5464175"/>
          <p14:tracePt t="109678" x="3475038" y="5464175"/>
          <p14:tracePt t="109686" x="3492500" y="5464175"/>
          <p14:tracePt t="109702" x="3508375" y="5464175"/>
          <p14:tracePt t="109718" x="3516313" y="5464175"/>
          <p14:tracePt t="109727" x="3533775" y="5464175"/>
          <p14:tracePt t="109735" x="3549650" y="5464175"/>
          <p14:tracePt t="109743" x="3557588" y="5464175"/>
          <p14:tracePt t="109751" x="3575050" y="5464175"/>
          <p14:tracePt t="109767" x="3590925" y="5464175"/>
          <p14:tracePt t="109775" x="3598863" y="5464175"/>
          <p14:tracePt t="109783" x="3616325" y="5464175"/>
          <p14:tracePt t="109791" x="3632200" y="5464175"/>
          <p14:tracePt t="109799" x="3641725" y="5464175"/>
          <p14:tracePt t="109816" x="3657600" y="5464175"/>
          <p14:tracePt t="109824" x="3673475" y="5464175"/>
          <p14:tracePt t="109832" x="3673475" y="5473700"/>
          <p14:tracePt t="109841" x="3690938" y="5473700"/>
          <p14:tracePt t="109848" x="3698875" y="5473700"/>
          <p14:tracePt t="109857" x="3716338" y="5489575"/>
          <p14:tracePt t="109864" x="3732213" y="5489575"/>
          <p14:tracePt t="109873" x="3740150" y="5507038"/>
          <p14:tracePt t="109888" x="3757613" y="5507038"/>
          <p14:tracePt t="109896" x="3773488" y="5514975"/>
          <p14:tracePt t="109912" x="3773488" y="5530850"/>
          <p14:tracePt t="109920" x="3781425" y="5530850"/>
          <p14:tracePt t="109929" x="3781425" y="5548313"/>
          <p14:tracePt t="109937" x="3798888" y="5556250"/>
          <p14:tracePt t="109953" x="3814763" y="5572125"/>
          <p14:tracePt t="109961" x="3814763" y="5589588"/>
          <p14:tracePt t="109977" x="3822700" y="5597525"/>
          <p14:tracePt t="109985" x="3822700" y="5613400"/>
          <p14:tracePt t="109993" x="3840163" y="5613400"/>
          <p14:tracePt t="110001" x="3840163" y="5630863"/>
          <p14:tracePt t="110017" x="3840163" y="5638800"/>
          <p14:tracePt t="110033" x="3856038" y="5656263"/>
          <p14:tracePt t="110049" x="3856038" y="5672138"/>
          <p14:tracePt t="110058" x="3856038" y="5688013"/>
          <p14:tracePt t="110066" x="3856038" y="5697538"/>
          <p14:tracePt t="110082" x="3856038" y="5713413"/>
          <p14:tracePt t="110091" x="3856038" y="5730875"/>
          <p14:tracePt t="110098" x="3865563" y="5730875"/>
          <p14:tracePt t="110108" x="3865563" y="5738813"/>
          <p14:tracePt t="110123" x="3865563" y="5754688"/>
          <p14:tracePt t="110155" x="3865563" y="5772150"/>
          <p14:tracePt t="110203" x="3865563" y="5780088"/>
          <p14:tracePt t="110300" x="3881438" y="5780088"/>
          <p14:tracePt t="110309" x="3898900" y="5780088"/>
          <p14:tracePt t="110316" x="3906838" y="5780088"/>
          <p14:tracePt t="110325" x="3940175" y="5780088"/>
          <p14:tracePt t="110332" x="3956050" y="5780088"/>
          <p14:tracePt t="110341" x="3997325" y="5780088"/>
          <p14:tracePt t="110348" x="4038600" y="5780088"/>
          <p14:tracePt t="110358" x="4064000" y="5780088"/>
          <p14:tracePt t="110365" x="4105275" y="5780088"/>
          <p14:tracePt t="110374" x="4130675" y="5780088"/>
          <p14:tracePt t="110380" x="4171950" y="5780088"/>
          <p14:tracePt t="110389" x="4187825" y="5780088"/>
          <p14:tracePt t="110397" x="4229100" y="5780088"/>
          <p14:tracePt t="110405" x="4262438" y="5780088"/>
          <p14:tracePt t="110413" x="4287838" y="5780088"/>
          <p14:tracePt t="110421" x="4313238" y="5780088"/>
          <p14:tracePt t="110429" x="4329113" y="5780088"/>
          <p14:tracePt t="110437" x="4354513" y="5780088"/>
          <p14:tracePt t="110445" x="4370388" y="5780088"/>
          <p14:tracePt t="110453" x="4387850" y="5780088"/>
          <p14:tracePt t="110461" x="4395788" y="5780088"/>
          <p14:tracePt t="110469" x="4411663" y="5780088"/>
          <p14:tracePt t="110485" x="4429125" y="5780088"/>
          <p14:tracePt t="110494" x="4437063" y="5780088"/>
          <p14:tracePt t="110510" x="4454525" y="5780088"/>
          <p14:tracePt t="110534" x="4470400" y="5780088"/>
          <p14:tracePt t="110542" x="4470400" y="5772150"/>
          <p14:tracePt t="110558" x="4486275" y="5772150"/>
          <p14:tracePt t="110663" x="4470400" y="5772150"/>
          <p14:tracePt t="110703" x="4454525" y="5772150"/>
          <p14:tracePt t="110760" x="4437063" y="5772150"/>
          <p14:tracePt t="110825" x="4429125" y="5772150"/>
          <p14:tracePt t="110889" x="4411663" y="5772150"/>
          <p14:tracePt t="110978" x="4395788" y="5772150"/>
          <p14:tracePt t="111042" x="4387850" y="5772150"/>
          <p14:tracePt t="111075" x="4370388" y="5772150"/>
          <p14:tracePt t="111140" x="4354513" y="5772150"/>
          <p14:tracePt t="111228" x="4346575" y="5772150"/>
          <p14:tracePt t="111406" x="4354513" y="5772150"/>
          <p14:tracePt t="111430" x="4370388" y="5772150"/>
          <p14:tracePt t="111454" x="4387850" y="5772150"/>
          <p14:tracePt t="111470" x="4395788" y="5772150"/>
          <p14:tracePt t="111479" x="4395788" y="5754688"/>
          <p14:tracePt t="111487" x="4411663" y="5754688"/>
          <p14:tracePt t="111511" x="4429125" y="5738813"/>
          <p14:tracePt t="111519" x="4437063" y="5738813"/>
          <p14:tracePt t="111543" x="4454525" y="5738813"/>
          <p14:tracePt t="111575" x="4470400" y="5738813"/>
          <p14:tracePt t="111594" x="4470400" y="5730875"/>
          <p14:tracePt t="111834" x="4486275" y="5730875"/>
          <p14:tracePt t="111842" x="4495800" y="5730875"/>
          <p14:tracePt t="111850" x="4511675" y="5713413"/>
          <p14:tracePt t="111858" x="4537075" y="5713413"/>
          <p14:tracePt t="111866" x="4570413" y="5697538"/>
          <p14:tracePt t="111874" x="4594225" y="5697538"/>
          <p14:tracePt t="111882" x="4619625" y="5697538"/>
          <p14:tracePt t="111891" x="4652963" y="5688013"/>
          <p14:tracePt t="111898" x="4694238" y="5688013"/>
          <p14:tracePt t="111907" x="4719638" y="5688013"/>
          <p14:tracePt t="111915" x="4752975" y="5688013"/>
          <p14:tracePt t="111924" x="4794250" y="5672138"/>
          <p14:tracePt t="111931" x="4802188" y="5672138"/>
          <p14:tracePt t="111940" x="4843463" y="5656263"/>
          <p14:tracePt t="111947" x="4860925" y="5656263"/>
          <p14:tracePt t="111955" x="4876800" y="5656263"/>
          <p14:tracePt t="111963" x="4902200" y="5656263"/>
          <p14:tracePt t="111971" x="4918075" y="5638800"/>
          <p14:tracePt t="111979" x="4943475" y="5638800"/>
          <p14:tracePt t="111987" x="4959350" y="5638800"/>
          <p14:tracePt t="111995" x="4967288" y="5638800"/>
          <p14:tracePt t="112003" x="4984750" y="5638800"/>
          <p14:tracePt t="112011" x="5018088" y="5630863"/>
          <p14:tracePt t="112019" x="5026025" y="5630863"/>
          <p14:tracePt t="112028" x="5041900" y="5630863"/>
          <p14:tracePt t="112036" x="5059363" y="5630863"/>
          <p14:tracePt t="112044" x="5084763" y="5630863"/>
          <p14:tracePt t="112052" x="5100638" y="5630863"/>
          <p14:tracePt t="112060" x="5100638" y="5613400"/>
          <p14:tracePt t="112068" x="5108575" y="5613400"/>
          <p14:tracePt t="112076" x="5126038" y="5613400"/>
          <p14:tracePt t="112092" x="5141913" y="5613400"/>
          <p14:tracePt t="112100" x="5149850" y="5613400"/>
          <p14:tracePt t="112149" x="5167313" y="5613400"/>
          <p14:tracePt t="112472" x="5183188" y="5613400"/>
          <p14:tracePt t="112480" x="5208588" y="5613400"/>
          <p14:tracePt t="112488" x="5224463" y="5613400"/>
          <p14:tracePt t="112496" x="5233988" y="5613400"/>
          <p14:tracePt t="112504" x="5267325" y="5613400"/>
          <p14:tracePt t="112512" x="5275263" y="5613400"/>
          <p14:tracePt t="112520" x="5308600" y="5613400"/>
          <p14:tracePt t="112528" x="5324475" y="5613400"/>
          <p14:tracePt t="112536" x="5332413" y="5613400"/>
          <p14:tracePt t="112560" x="5349875" y="5630863"/>
          <p14:tracePt t="112585" x="5365750" y="5630863"/>
          <p14:tracePt t="112714" x="5373688" y="5630863"/>
          <p14:tracePt t="112730" x="5391150" y="5630863"/>
          <p14:tracePt t="112738" x="5407025" y="5630863"/>
          <p14:tracePt t="112754" x="5416550" y="5630863"/>
          <p14:tracePt t="112762" x="5448300" y="5630863"/>
          <p14:tracePt t="112770" x="5457825" y="5630863"/>
          <p14:tracePt t="112778" x="5473700" y="5630863"/>
          <p14:tracePt t="112786" x="5491163" y="5630863"/>
          <p14:tracePt t="112795" x="5499100" y="5630863"/>
          <p14:tracePt t="112811" x="5514975" y="5630863"/>
          <p14:tracePt t="112819" x="5532438" y="5630863"/>
          <p14:tracePt t="112851" x="5540375" y="5630863"/>
          <p14:tracePt t="112875" x="5556250" y="5630863"/>
          <p14:tracePt t="112899" x="5573713" y="5630863"/>
          <p14:tracePt t="112924" x="5589588" y="5630863"/>
          <p14:tracePt t="112956" x="5599113" y="5630863"/>
          <p14:tracePt t="112981" x="5614988" y="5630863"/>
          <p14:tracePt t="113036" x="5630863" y="5630863"/>
          <p14:tracePt t="113069" x="5640388" y="5630863"/>
          <p14:tracePt t="113093" x="5656263" y="5630863"/>
          <p14:tracePt t="113109" x="5673725" y="5630863"/>
          <p14:tracePt t="113117" x="5681663" y="5630863"/>
          <p14:tracePt t="113125" x="5715000" y="5630863"/>
          <p14:tracePt t="113142" x="5722938" y="5630863"/>
          <p14:tracePt t="113150" x="5738813" y="5630863"/>
          <p14:tracePt t="113166" x="5756275" y="5630863"/>
          <p14:tracePt t="113174" x="5764213" y="5630863"/>
          <p14:tracePt t="113191" x="5780088" y="5630863"/>
          <p14:tracePt t="113198" x="5797550" y="5630863"/>
          <p14:tracePt t="113214" x="5805488" y="5630863"/>
          <p14:tracePt t="113230" x="5822950" y="5630863"/>
          <p14:tracePt t="113247" x="5838825" y="5630863"/>
          <p14:tracePt t="113287" x="5854700" y="5630863"/>
          <p14:tracePt t="113351" x="5864225" y="5630863"/>
          <p14:tracePt t="113416" x="5864225" y="5638800"/>
          <p14:tracePt t="113425" x="5880100" y="5638800"/>
          <p14:tracePt t="113448" x="5897563" y="5638800"/>
          <p14:tracePt t="113465" x="5897563" y="5656263"/>
          <p14:tracePt t="113481" x="5905500" y="5656263"/>
          <p14:tracePt t="113505" x="5921375" y="5656263"/>
          <p14:tracePt t="113521" x="5921375" y="5672138"/>
          <p14:tracePt t="113545" x="5938838" y="5672138"/>
          <p14:tracePt t="113554" x="5946775" y="5672138"/>
          <p14:tracePt t="113561" x="5962650" y="5672138"/>
          <p14:tracePt t="113569" x="5980113" y="5672138"/>
          <p14:tracePt t="113578" x="5988050" y="5672138"/>
          <p14:tracePt t="113594" x="6005513" y="5672138"/>
          <p14:tracePt t="113602" x="6021388" y="5672138"/>
          <p14:tracePt t="113610" x="6029325" y="5672138"/>
          <p14:tracePt t="113618" x="6046788" y="5672138"/>
          <p14:tracePt t="113626" x="6062663" y="5672138"/>
          <p14:tracePt t="113634" x="6070600" y="5672138"/>
          <p14:tracePt t="113642" x="6088063" y="5672138"/>
          <p14:tracePt t="113650" x="6103938" y="5672138"/>
          <p14:tracePt t="113658" x="6121400" y="5672138"/>
          <p14:tracePt t="113667" x="6129338" y="5672138"/>
          <p14:tracePt t="113682" x="6145213" y="5672138"/>
          <p14:tracePt t="113691" x="6162675" y="5688013"/>
          <p14:tracePt t="113715" x="6170613" y="5688013"/>
          <p14:tracePt t="113828" x="6170613" y="5697538"/>
          <p14:tracePt t="113852" x="6170613" y="5713413"/>
          <p14:tracePt t="113868" x="6162675" y="5713413"/>
          <p14:tracePt t="113876" x="6145213" y="5730875"/>
          <p14:tracePt t="113884" x="6129338" y="5738813"/>
          <p14:tracePt t="113892" x="6103938" y="5754688"/>
          <p14:tracePt t="113900" x="6029325" y="5780088"/>
          <p14:tracePt t="113908" x="5946775" y="5795963"/>
          <p14:tracePt t="113917" x="5805488" y="5795963"/>
          <p14:tracePt t="113925" x="5614988" y="5754688"/>
          <p14:tracePt t="113933" x="5365750" y="5572125"/>
          <p14:tracePt t="113941" x="5026025" y="5265738"/>
          <p14:tracePt t="113949" x="4660900" y="4876800"/>
          <p14:tracePt t="113958" x="4529138" y="4694238"/>
          <p14:tracePt t="113965" x="4429125" y="4576763"/>
          <p14:tracePt t="113974" x="4262438" y="4362450"/>
          <p14:tracePt t="113981" x="4146550" y="4221163"/>
          <p14:tracePt t="113991" x="4064000" y="4105275"/>
          <p14:tracePt t="113998" x="4038600" y="4046538"/>
          <p14:tracePt t="114007" x="4022725" y="4021138"/>
          <p14:tracePt t="114014" x="4005263" y="3997325"/>
          <p14:tracePt t="114022" x="4005263" y="3979863"/>
          <p14:tracePt t="114046" x="4005263" y="3963988"/>
          <p14:tracePt t="114070" x="4038600" y="3956050"/>
          <p14:tracePt t="114078" x="4048125" y="3938588"/>
          <p14:tracePt t="114086" x="4089400" y="3922713"/>
          <p14:tracePt t="114094" x="4105275" y="3922713"/>
          <p14:tracePt t="114102" x="4146550" y="3914775"/>
          <p14:tracePt t="114111" x="4187825" y="3897313"/>
          <p14:tracePt t="114119" x="4221163" y="3881438"/>
          <p14:tracePt t="114127" x="4262438" y="3881438"/>
          <p14:tracePt t="114135" x="4287838" y="3871913"/>
          <p14:tracePt t="114143" x="4329113" y="3871913"/>
          <p14:tracePt t="114151" x="4370388" y="3856038"/>
          <p14:tracePt t="114159" x="4395788" y="3856038"/>
          <p14:tracePt t="114167" x="4429125" y="3856038"/>
          <p14:tracePt t="114175" x="4454525" y="3856038"/>
          <p14:tracePt t="114183" x="4511675" y="3856038"/>
          <p14:tracePt t="114191" x="4552950" y="3856038"/>
          <p14:tracePt t="114199" x="4570413" y="3856038"/>
          <p14:tracePt t="114208" x="4611688" y="3856038"/>
          <p14:tracePt t="114215" x="4619625" y="3856038"/>
          <p14:tracePt t="114224" x="4660900" y="3856038"/>
          <p14:tracePt t="114231" x="4694238" y="3856038"/>
          <p14:tracePt t="114241" x="4719638" y="3871913"/>
          <p14:tracePt t="114248" x="4752975" y="3871913"/>
          <p14:tracePt t="114257" x="4760913" y="3881438"/>
          <p14:tracePt t="114264" x="4794250" y="3897313"/>
          <p14:tracePt t="114275" x="4818063" y="3914775"/>
          <p14:tracePt t="114280" x="4835525" y="3914775"/>
          <p14:tracePt t="114291" x="4860925" y="3938588"/>
          <p14:tracePt t="114296" x="4876800" y="3956050"/>
          <p14:tracePt t="114308" x="4902200" y="3963988"/>
          <p14:tracePt t="114312" x="4902200" y="3979863"/>
          <p14:tracePt t="114324" x="4926013" y="3997325"/>
          <p14:tracePt t="114328" x="4943475" y="4005263"/>
          <p14:tracePt t="114341" x="4959350" y="4021138"/>
          <p14:tracePt t="114345" x="4984750" y="4046538"/>
          <p14:tracePt t="114358" x="5000625" y="4064000"/>
          <p14:tracePt t="114360" x="5041900" y="4105275"/>
          <p14:tracePt t="114374" x="5084763" y="4146550"/>
          <p14:tracePt t="114377" x="5126038" y="4203700"/>
          <p14:tracePt t="114391" x="5192713" y="4270375"/>
          <p14:tracePt t="114393" x="5267325" y="4362450"/>
          <p14:tracePt t="114407" x="5332413" y="4452938"/>
          <p14:tracePt t="114410" x="5448300" y="4576763"/>
          <p14:tracePt t="114424" x="5556250" y="4751388"/>
          <p14:tracePt t="114426" x="5697538" y="4933950"/>
          <p14:tracePt t="114441" x="5805488" y="5100638"/>
          <p14:tracePt t="114442" x="5921375" y="5240338"/>
          <p14:tracePt t="114449" x="6021388" y="5407025"/>
          <p14:tracePt t="114458" x="6129338" y="5530850"/>
          <p14:tracePt t="114466" x="6162675" y="5572125"/>
          <p14:tracePt t="114474" x="6229350" y="5656263"/>
          <p14:tracePt t="114482" x="6286500" y="5738813"/>
          <p14:tracePt t="114491" x="6311900" y="5813425"/>
          <p14:tracePt t="114498" x="6353175" y="5854700"/>
          <p14:tracePt t="114507" x="6369050" y="5895975"/>
          <p14:tracePt t="114514" x="6386513" y="5921375"/>
          <p14:tracePt t="114524" x="6394450" y="5937250"/>
          <p14:tracePt t="114530" x="6394450" y="5962650"/>
          <p14:tracePt t="114541" x="6411913" y="5978525"/>
          <p14:tracePt t="114554" x="6427788" y="5995988"/>
          <p14:tracePt t="114562" x="6427788" y="6003925"/>
          <p14:tracePt t="114578" x="6427788" y="6019800"/>
          <p14:tracePt t="114603" x="6427788" y="6037263"/>
          <p14:tracePt t="114724" x="6411913" y="6037263"/>
          <p14:tracePt t="114748" x="6394450" y="6037263"/>
          <p14:tracePt t="114764" x="6386513" y="6037263"/>
          <p14:tracePt t="114774" x="6369050" y="6037263"/>
          <p14:tracePt t="114790" x="6353175" y="6037263"/>
          <p14:tracePt t="114797" x="6337300" y="6037263"/>
          <p14:tracePt t="114805" x="6327775" y="6037263"/>
          <p14:tracePt t="114813" x="6311900" y="6037263"/>
          <p14:tracePt t="114821" x="6294438" y="6037263"/>
          <p14:tracePt t="114829" x="6294438" y="6019800"/>
          <p14:tracePt t="114837" x="6286500" y="6019800"/>
          <p14:tracePt t="114845" x="6270625" y="6003925"/>
          <p14:tracePt t="114861" x="6253163" y="6003925"/>
          <p14:tracePt t="114869" x="6245225" y="5995988"/>
          <p14:tracePt t="114886" x="6229350" y="5995988"/>
          <p14:tracePt t="114910" x="6211888" y="5978525"/>
          <p14:tracePt t="114918" x="6203950" y="5978525"/>
          <p14:tracePt t="114934" x="6170613" y="5954713"/>
          <p14:tracePt t="114942" x="6145213" y="5937250"/>
          <p14:tracePt t="114950" x="6129338" y="5921375"/>
          <p14:tracePt t="114958" x="6103938" y="5895975"/>
          <p14:tracePt t="114966" x="6070600" y="5862638"/>
          <p14:tracePt t="114974" x="6046788" y="5837238"/>
          <p14:tracePt t="114982" x="6046788" y="5821363"/>
          <p14:tracePt t="114990" x="6029325" y="5813425"/>
          <p14:tracePt t="114998" x="6021388" y="5813425"/>
          <p14:tracePt t="115014" x="6021388" y="5795963"/>
          <p14:tracePt t="115031" x="6005513" y="5795963"/>
          <p14:tracePt t="115055" x="6005513" y="5780088"/>
          <p14:tracePt t="115071" x="6005513" y="5772150"/>
          <p14:tracePt t="115079" x="6005513" y="5754688"/>
          <p14:tracePt t="115087" x="6005513" y="5738813"/>
          <p14:tracePt t="115095" x="6005513" y="5713413"/>
          <p14:tracePt t="115103" x="6005513" y="5697538"/>
          <p14:tracePt t="115112" x="6005513" y="5688013"/>
          <p14:tracePt t="115120" x="6005513" y="5672138"/>
          <p14:tracePt t="115128" x="6005513" y="5656263"/>
          <p14:tracePt t="115136" x="6005513" y="5638800"/>
          <p14:tracePt t="115144" x="6005513" y="5630863"/>
          <p14:tracePt t="115160" x="6005513" y="5613400"/>
          <p14:tracePt t="115168" x="6021388" y="5613400"/>
          <p14:tracePt t="115184" x="6021388" y="5597525"/>
          <p14:tracePt t="115192" x="6029325" y="5589588"/>
          <p14:tracePt t="115200" x="6046788" y="5589588"/>
          <p14:tracePt t="115216" x="6062663" y="5572125"/>
          <p14:tracePt t="115225" x="6070600" y="5572125"/>
          <p14:tracePt t="115233" x="6070600" y="5556250"/>
          <p14:tracePt t="115241" x="6088063" y="5556250"/>
          <p14:tracePt t="115249" x="6103938" y="5556250"/>
          <p14:tracePt t="115265" x="6121400" y="5556250"/>
          <p14:tracePt t="115274" x="6129338" y="5556250"/>
          <p14:tracePt t="115291" x="6145213" y="5556250"/>
          <p14:tracePt t="115297" x="6162675" y="5556250"/>
          <p14:tracePt t="115329" x="6170613" y="5556250"/>
          <p14:tracePt t="115337" x="6186488" y="5556250"/>
          <p14:tracePt t="116594" x="6203950" y="5556250"/>
          <p14:tracePt t="116603" x="6551613" y="5556250"/>
          <p14:tracePt t="116609" x="6900863" y="5556250"/>
          <p14:tracePt t="116613" x="7150100" y="5556250"/>
          <p14:tracePt t="116625" x="7348538" y="5556250"/>
          <p14:tracePt t="116629" x="7497763" y="5556250"/>
          <p14:tracePt t="116641" x="7613650" y="5589588"/>
          <p14:tracePt t="116645" x="7696200" y="5613400"/>
          <p14:tracePt t="116657" x="7737475" y="5638800"/>
          <p14:tracePt t="116662" x="7796213" y="5656263"/>
          <p14:tracePt t="116674" x="7821613" y="5672138"/>
          <p14:tracePt t="116678" x="7886700" y="5713413"/>
          <p14:tracePt t="116691" x="7945438" y="5738813"/>
          <p14:tracePt t="116694" x="7986713" y="5772150"/>
          <p14:tracePt t="116708" x="8004175" y="5780088"/>
          <p14:tracePt t="116711" x="8020050" y="5795963"/>
          <p14:tracePt t="116724" x="8045450" y="5813425"/>
          <p14:tracePt t="116726" x="8061325" y="5821363"/>
          <p14:tracePt t="116743" x="8069263" y="5821363"/>
          <p14:tracePt t="116757" x="8086725" y="5837238"/>
          <p14:tracePt t="116759" x="8102600" y="5837238"/>
          <p14:tracePt t="116774" x="8112125" y="5854700"/>
          <p14:tracePt t="116775" x="8128000" y="5854700"/>
          <p14:tracePt t="116791" x="8143875" y="5854700"/>
          <p14:tracePt t="116799" x="8153400" y="5854700"/>
          <p14:tracePt t="116815" x="8169275" y="5854700"/>
          <p14:tracePt t="116824" x="8186738" y="5854700"/>
          <p14:tracePt t="116840" x="8194675" y="5854700"/>
          <p14:tracePt t="116856" x="8210550" y="5854700"/>
          <p14:tracePt t="116872" x="8228013" y="5854700"/>
          <p14:tracePt t="116887" x="8228013" y="5862638"/>
          <p14:tracePt t="116928" x="8194675" y="5862638"/>
          <p14:tracePt t="116936" x="8169275" y="5862638"/>
          <p14:tracePt t="116944" x="8112125" y="5862638"/>
          <p14:tracePt t="116952" x="8045450" y="5862638"/>
          <p14:tracePt t="116960" x="7945438" y="5862638"/>
          <p14:tracePt t="116968" x="7845425" y="5862638"/>
          <p14:tracePt t="116977" x="7721600" y="5862638"/>
          <p14:tracePt t="116984" x="7680325" y="5862638"/>
          <p14:tracePt t="116993" x="7580313" y="5862638"/>
          <p14:tracePt t="117001" x="7497763" y="5862638"/>
          <p14:tracePt t="117009" x="7431088" y="5862638"/>
          <p14:tracePt t="117017" x="7373938" y="5862638"/>
          <p14:tracePt t="117025" x="7348538" y="5862638"/>
          <p14:tracePt t="117033" x="7307263" y="5854700"/>
          <p14:tracePt t="117041" x="7289800" y="5854700"/>
          <p14:tracePt t="117049" x="7273925" y="5854700"/>
          <p14:tracePt t="117058" x="7273925" y="5837238"/>
          <p14:tracePt t="117065" x="7265988" y="5837238"/>
          <p14:tracePt t="117074" x="7248525" y="5837238"/>
          <p14:tracePt t="117106" x="7248525" y="5821363"/>
          <p14:tracePt t="117170" x="7232650" y="5821363"/>
          <p14:tracePt t="117194" x="7224713" y="5821363"/>
          <p14:tracePt t="117202" x="7224713" y="5813425"/>
          <p14:tracePt t="117211" x="7207250" y="5813425"/>
          <p14:tracePt t="117235" x="7191375" y="5813425"/>
          <p14:tracePt t="117243" x="7191375" y="5795963"/>
          <p14:tracePt t="117251" x="7173913" y="5795963"/>
          <p14:tracePt t="117259" x="7150100" y="5780088"/>
          <p14:tracePt t="117267" x="7132638" y="5780088"/>
          <p14:tracePt t="117275" x="7124700" y="5772150"/>
          <p14:tracePt t="117283" x="7091363" y="5772150"/>
          <p14:tracePt t="117291" x="7065963" y="5754688"/>
          <p14:tracePt t="117299" x="7042150" y="5754688"/>
          <p14:tracePt t="117308" x="7008813" y="5754688"/>
          <p14:tracePt t="117315" x="6999288" y="5738813"/>
          <p14:tracePt t="117324" x="6967538" y="5738813"/>
          <p14:tracePt t="117332" x="6958013" y="5738813"/>
          <p14:tracePt t="117341" x="6942138" y="5730875"/>
          <p14:tracePt t="117348" x="6924675" y="5730875"/>
          <p14:tracePt t="117358" x="6916738" y="5730875"/>
          <p14:tracePt t="117364" x="6900863" y="5730875"/>
          <p14:tracePt t="117374" x="6883400" y="5730875"/>
          <p14:tracePt t="117388" x="6867525" y="5713413"/>
          <p14:tracePt t="117412" x="6859588" y="5713413"/>
          <p14:tracePt t="117517" x="6867525" y="5713413"/>
          <p14:tracePt t="117550" x="6900863" y="5713413"/>
          <p14:tracePt t="117558" x="6916738" y="5713413"/>
          <p14:tracePt t="117566" x="6924675" y="5730875"/>
          <p14:tracePt t="117575" x="6942138" y="5738813"/>
          <p14:tracePt t="117582" x="6942138" y="5754688"/>
          <p14:tracePt t="117594" x="6958013" y="5772150"/>
          <p14:tracePt t="117614" x="6967538" y="5780088"/>
          <p14:tracePt t="117624" x="6967538" y="5795963"/>
          <p14:tracePt t="117687" x="6958013" y="5795963"/>
          <p14:tracePt t="117695" x="6924675" y="5795963"/>
          <p14:tracePt t="117703" x="6916738" y="5795963"/>
          <p14:tracePt t="117711" x="6900863" y="5795963"/>
          <p14:tracePt t="117719" x="6867525" y="5795963"/>
          <p14:tracePt t="117741" x="6842125" y="5795963"/>
          <p14:tracePt t="117744" x="6826250" y="5780088"/>
          <p14:tracePt t="117758" x="6818313" y="5780088"/>
          <p14:tracePt t="117760" x="6800850" y="5780088"/>
          <p14:tracePt t="117776" x="6784975" y="5780088"/>
          <p14:tracePt t="117865" x="6784975" y="5772150"/>
          <p14:tracePt t="117881" x="6826250" y="5772150"/>
          <p14:tracePt t="117889" x="6859588" y="5772150"/>
          <p14:tracePt t="117897" x="6916738" y="5772150"/>
          <p14:tracePt t="117908" x="6967538" y="5772150"/>
          <p14:tracePt t="117913" x="6999288" y="5772150"/>
          <p14:tracePt t="117924" x="7083425" y="5772150"/>
          <p14:tracePt t="117929" x="7150100" y="5772150"/>
          <p14:tracePt t="117941" x="7224713" y="5772150"/>
          <p14:tracePt t="117945" x="7273925" y="5772150"/>
          <p14:tracePt t="117958" x="7307263" y="5772150"/>
          <p14:tracePt t="117961" x="7348538" y="5772150"/>
          <p14:tracePt t="117974" x="7356475" y="5772150"/>
          <p14:tracePt t="117978" x="7373938" y="5772150"/>
          <p14:tracePt t="117991" x="7389813" y="5772150"/>
          <p14:tracePt t="117994" x="7397750" y="5772150"/>
          <p14:tracePt t="118024" x="7415213" y="5772150"/>
          <p14:tracePt t="118057" x="7431088" y="5772150"/>
          <p14:tracePt t="118060" x="7431088" y="5754688"/>
          <p14:tracePt t="118075" x="7439025" y="5754688"/>
          <p14:tracePt t="118115" x="7456488" y="5754688"/>
          <p14:tracePt t="118204" x="7439025" y="5754688"/>
          <p14:tracePt t="118212" x="7431088" y="5754688"/>
          <p14:tracePt t="118220" x="7397750" y="5754688"/>
          <p14:tracePt t="118228" x="7356475" y="5754688"/>
          <p14:tracePt t="118236" x="7348538" y="5754688"/>
          <p14:tracePt t="118244" x="7307263" y="5754688"/>
          <p14:tracePt t="118252" x="7248525" y="5754688"/>
          <p14:tracePt t="118260" x="7232650" y="5754688"/>
          <p14:tracePt t="118268" x="7191375" y="5738813"/>
          <p14:tracePt t="118276" x="7165975" y="5738813"/>
          <p14:tracePt t="118284" x="7132638" y="5730875"/>
          <p14:tracePt t="118292" x="7124700" y="5730875"/>
          <p14:tracePt t="118300" x="7107238" y="5730875"/>
          <p14:tracePt t="118309" x="7107238" y="5713413"/>
          <p14:tracePt t="118325" x="7091363" y="5713413"/>
          <p14:tracePt t="118430" x="7107238" y="5713413"/>
          <p14:tracePt t="118535" x="7091363" y="5713413"/>
          <p14:tracePt t="118559" x="7083425" y="5713413"/>
          <p14:tracePt t="118567" x="7065963" y="5713413"/>
          <p14:tracePt t="118575" x="7050088" y="5713413"/>
          <p14:tracePt t="118583" x="7042150" y="5713413"/>
          <p14:tracePt t="118594" x="7024688" y="5713413"/>
          <p14:tracePt t="118599" x="7008813" y="5713413"/>
          <p14:tracePt t="118608" x="6999288" y="5713413"/>
          <p14:tracePt t="118615" x="6983413" y="5713413"/>
          <p14:tracePt t="118625" x="6967538" y="5697538"/>
          <p14:tracePt t="118632" x="6958013" y="5697538"/>
          <p14:tracePt t="118641" x="6942138" y="5688013"/>
          <p14:tracePt t="118648" x="6916738" y="5688013"/>
          <p14:tracePt t="118658" x="6916738" y="5672138"/>
          <p14:tracePt t="118664" x="6900863" y="5672138"/>
          <p14:tracePt t="118673" x="6883400" y="5672138"/>
          <p14:tracePt t="118680" x="6867525" y="5656263"/>
          <p14:tracePt t="118696" x="6859588" y="5638800"/>
          <p14:tracePt t="118712" x="6842125" y="5638800"/>
          <p14:tracePt t="118720" x="6842125" y="5630863"/>
          <p14:tracePt t="118729" x="6826250" y="5613400"/>
          <p14:tracePt t="118737" x="6826250" y="5597525"/>
          <p14:tracePt t="118745" x="6826250" y="5589588"/>
          <p14:tracePt t="118753" x="6818313" y="5572125"/>
          <p14:tracePt t="118761" x="6818313" y="5556250"/>
          <p14:tracePt t="118769" x="6818313" y="5548313"/>
          <p14:tracePt t="118777" x="6800850" y="5514975"/>
          <p14:tracePt t="118785" x="6800850" y="5507038"/>
          <p14:tracePt t="118801" x="6800850" y="5489575"/>
          <p14:tracePt t="118809" x="6800850" y="5473700"/>
          <p14:tracePt t="118817" x="6800850" y="5464175"/>
          <p14:tracePt t="118825" x="6800850" y="5448300"/>
          <p14:tracePt t="118850" x="6800850" y="5432425"/>
          <p14:tracePt t="118858" x="6818313" y="5422900"/>
          <p14:tracePt t="118866" x="6826250" y="5422900"/>
          <p14:tracePt t="118874" x="6842125" y="5407025"/>
          <p14:tracePt t="118882" x="6867525" y="5389563"/>
          <p14:tracePt t="118891" x="6883400" y="5389563"/>
          <p14:tracePt t="118898" x="6916738" y="5373688"/>
          <p14:tracePt t="118908" x="6958013" y="5365750"/>
          <p14:tracePt t="118914" x="6983413" y="5348288"/>
          <p14:tracePt t="118924" x="7024688" y="5348288"/>
          <p14:tracePt t="118930" x="7050088" y="5332413"/>
          <p14:tracePt t="118938" x="7091363" y="5324475"/>
          <p14:tracePt t="118947" x="7150100" y="5324475"/>
          <p14:tracePt t="118955" x="7173913" y="5324475"/>
          <p14:tracePt t="118963" x="7224713" y="5324475"/>
          <p14:tracePt t="118971" x="7248525" y="5324475"/>
          <p14:tracePt t="118979" x="7273925" y="5324475"/>
          <p14:tracePt t="118987" x="7307263" y="5324475"/>
          <p14:tracePt t="118995" x="7315200" y="5324475"/>
          <p14:tracePt t="119003" x="7356475" y="5324475"/>
          <p14:tracePt t="119011" x="7373938" y="5324475"/>
          <p14:tracePt t="119019" x="7415213" y="5324475"/>
          <p14:tracePt t="119027" x="7439025" y="5324475"/>
          <p14:tracePt t="119035" x="7456488" y="5324475"/>
          <p14:tracePt t="119043" x="7489825" y="5324475"/>
          <p14:tracePt t="119051" x="7497763" y="5324475"/>
          <p14:tracePt t="119059" x="7513638" y="5324475"/>
          <p14:tracePt t="119075" x="7531100" y="5332413"/>
          <p14:tracePt t="119084" x="7531100" y="5348288"/>
          <p14:tracePt t="119092" x="7539038" y="5348288"/>
          <p14:tracePt t="119100" x="7539038" y="5365750"/>
          <p14:tracePt t="119108" x="7539038" y="5373688"/>
          <p14:tracePt t="119124" x="7539038" y="5389563"/>
          <p14:tracePt t="119132" x="7539038" y="5407025"/>
          <p14:tracePt t="119148" x="7539038" y="5422900"/>
          <p14:tracePt t="119164" x="7539038" y="5432425"/>
          <p14:tracePt t="119181" x="7539038" y="5448300"/>
          <p14:tracePt t="119190" x="7539038" y="5464175"/>
          <p14:tracePt t="119205" x="7539038" y="5473700"/>
          <p14:tracePt t="119221" x="7539038" y="5489575"/>
          <p14:tracePt t="119237" x="7539038" y="5507038"/>
          <p14:tracePt t="119261" x="7539038" y="5514975"/>
          <p14:tracePt t="119269" x="7539038" y="5530850"/>
          <p14:tracePt t="119302" x="7539038" y="5548313"/>
          <p14:tracePt t="119310" x="7531100" y="5548313"/>
          <p14:tracePt t="119326" x="7531100" y="5556250"/>
          <p14:tracePt t="119342" x="7513638" y="5556250"/>
          <p14:tracePt t="119350" x="7513638" y="5572125"/>
          <p14:tracePt t="119391" x="7497763" y="5572125"/>
          <p14:tracePt t="119504" x="7497763" y="5589588"/>
          <p14:tracePt t="119560" x="7489825" y="5589588"/>
          <p14:tracePt t="119568" x="7489825" y="5597525"/>
          <p14:tracePt t="119594" x="7472363" y="5613400"/>
          <p14:tracePt t="119608" x="7456488" y="5613400"/>
          <p14:tracePt t="119625" x="7439025" y="5630863"/>
          <p14:tracePt t="119632" x="7431088" y="5630863"/>
          <p14:tracePt t="119641" x="7415213" y="5630863"/>
          <p14:tracePt t="119649" x="7397750" y="5638800"/>
          <p14:tracePt t="119658" x="7389813" y="5638800"/>
          <p14:tracePt t="119665" x="7356475" y="5638800"/>
          <p14:tracePt t="119674" x="7356475" y="5656263"/>
          <p14:tracePt t="119681" x="7348538" y="5656263"/>
          <p14:tracePt t="119691" x="7315200" y="5656263"/>
          <p14:tracePt t="119697" x="7307263" y="5656263"/>
          <p14:tracePt t="119705" x="7289800" y="5672138"/>
          <p14:tracePt t="119721" x="7273925" y="5672138"/>
          <p14:tracePt t="119730" x="7248525" y="5672138"/>
          <p14:tracePt t="119738" x="7232650" y="5672138"/>
          <p14:tracePt t="119746" x="7224713" y="5688013"/>
          <p14:tracePt t="119754" x="7207250" y="5688013"/>
          <p14:tracePt t="119762" x="7173913" y="5688013"/>
          <p14:tracePt t="119770" x="7165975" y="5697538"/>
          <p14:tracePt t="119778" x="7132638" y="5697538"/>
          <p14:tracePt t="119786" x="7107238" y="5713413"/>
          <p14:tracePt t="119794" x="7091363" y="5713413"/>
          <p14:tracePt t="119802" x="7083425" y="5713413"/>
          <p14:tracePt t="119810" x="7065963" y="5713413"/>
          <p14:tracePt t="119818" x="7050088" y="5713413"/>
          <p14:tracePt t="119826" x="7042150" y="5713413"/>
          <p14:tracePt t="119842" x="7024688" y="5713413"/>
          <p14:tracePt t="119867" x="7008813" y="5713413"/>
          <p14:tracePt t="119923" x="7008813" y="5697538"/>
          <p14:tracePt t="119964" x="7024688" y="5697538"/>
          <p14:tracePt t="119980" x="7024688" y="5688013"/>
          <p14:tracePt t="119996" x="7042150" y="5688013"/>
          <p14:tracePt t="120028" x="7050088" y="5688013"/>
          <p14:tracePt t="120036" x="7065963" y="5688013"/>
          <p14:tracePt t="120052" x="7091363" y="5688013"/>
          <p14:tracePt t="120060" x="7107238" y="5688013"/>
          <p14:tracePt t="120069" x="7124700" y="5688013"/>
          <p14:tracePt t="120077" x="7132638" y="5688013"/>
          <p14:tracePt t="120093" x="7150100" y="5688013"/>
          <p14:tracePt t="120101" x="7165975" y="5688013"/>
          <p14:tracePt t="120133" x="7173913" y="5688013"/>
          <p14:tracePt t="120440" x="7165975" y="5688013"/>
          <p14:tracePt t="120448" x="7132638" y="5688013"/>
          <p14:tracePt t="120458" x="7107238" y="5688013"/>
          <p14:tracePt t="120464" x="7083425" y="5688013"/>
          <p14:tracePt t="120474" x="7042150" y="5688013"/>
          <p14:tracePt t="120480" x="7024688" y="5688013"/>
          <p14:tracePt t="120488" x="6983413" y="5688013"/>
          <p14:tracePt t="120497" x="6942138" y="5688013"/>
          <p14:tracePt t="120504" x="6924675" y="5688013"/>
          <p14:tracePt t="120513" x="6900863" y="5688013"/>
          <p14:tracePt t="120521" x="6883400" y="5688013"/>
          <p14:tracePt t="120529" x="6859588" y="5672138"/>
          <p14:tracePt t="120537" x="6842125" y="5672138"/>
          <p14:tracePt t="120545" x="6826250" y="5656263"/>
          <p14:tracePt t="120553" x="6818313" y="5638800"/>
          <p14:tracePt t="120569" x="6800850" y="5630863"/>
          <p14:tracePt t="120577" x="6800850" y="5613400"/>
          <p14:tracePt t="120585" x="6784975" y="5597525"/>
          <p14:tracePt t="120594" x="6784975" y="5589588"/>
          <p14:tracePt t="120602" x="6775450" y="5589588"/>
          <p14:tracePt t="120609" x="6775450" y="5572125"/>
          <p14:tracePt t="120618" x="6775450" y="5548313"/>
          <p14:tracePt t="120626" x="6775450" y="5530850"/>
          <p14:tracePt t="120642" x="6775450" y="5514975"/>
          <p14:tracePt t="120650" x="6775450" y="5507038"/>
          <p14:tracePt t="120658" x="6759575" y="5489575"/>
          <p14:tracePt t="120666" x="6759575" y="5473700"/>
          <p14:tracePt t="120674" x="6759575" y="5464175"/>
          <p14:tracePt t="120682" x="6759575" y="5448300"/>
          <p14:tracePt t="120698" x="6759575" y="5432425"/>
          <p14:tracePt t="120715" x="6759575" y="5422900"/>
          <p14:tracePt t="120739" x="6759575" y="5407025"/>
          <p14:tracePt t="120763" x="6775450" y="5407025"/>
          <p14:tracePt t="120771" x="6784975" y="5407025"/>
          <p14:tracePt t="120787" x="6818313" y="5407025"/>
          <p14:tracePt t="120795" x="6842125" y="5389563"/>
          <p14:tracePt t="120803" x="6859588" y="5389563"/>
          <p14:tracePt t="120811" x="6900863" y="5389563"/>
          <p14:tracePt t="120819" x="6916738" y="5389563"/>
          <p14:tracePt t="120827" x="6958013" y="5389563"/>
          <p14:tracePt t="120836" x="6983413" y="5389563"/>
          <p14:tracePt t="120844" x="6999288" y="5389563"/>
          <p14:tracePt t="120852" x="7024688" y="5389563"/>
          <p14:tracePt t="120860" x="7042150" y="5407025"/>
          <p14:tracePt t="120868" x="7065963" y="5422900"/>
          <p14:tracePt t="120876" x="7083425" y="5422900"/>
          <p14:tracePt t="120884" x="7091363" y="5448300"/>
          <p14:tracePt t="120892" x="7107238" y="5464175"/>
          <p14:tracePt t="120900" x="7107238" y="5473700"/>
          <p14:tracePt t="120908" x="7124700" y="5507038"/>
          <p14:tracePt t="120916" x="7124700" y="5514975"/>
          <p14:tracePt t="120925" x="7132638" y="5530850"/>
          <p14:tracePt t="120932" x="7132638" y="5556250"/>
          <p14:tracePt t="120941" x="7150100" y="5572125"/>
          <p14:tracePt t="120949" x="7150100" y="5589588"/>
          <p14:tracePt t="120958" x="7150100" y="5597525"/>
          <p14:tracePt t="120974" x="7150100" y="5613400"/>
          <p14:tracePt t="120981" x="7150100" y="5630863"/>
          <p14:tracePt t="120997" x="7150100" y="5638800"/>
          <p14:tracePt t="121013" x="7150100" y="5656263"/>
          <p14:tracePt t="121037" x="7132638" y="5672138"/>
          <p14:tracePt t="121046" x="7124700" y="5688013"/>
          <p14:tracePt t="121054" x="7107238" y="5697538"/>
          <p14:tracePt t="121062" x="7050088" y="5738813"/>
          <p14:tracePt t="121070" x="7008813" y="5754688"/>
          <p14:tracePt t="121078" x="6942138" y="5780088"/>
          <p14:tracePt t="121086" x="6916738" y="5795963"/>
          <p14:tracePt t="121094" x="6826250" y="5821363"/>
          <p14:tracePt t="121102" x="6784975" y="5837238"/>
          <p14:tracePt t="121110" x="6734175" y="5854700"/>
          <p14:tracePt t="121118" x="6677025" y="5862638"/>
          <p14:tracePt t="121126" x="6651625" y="5862638"/>
          <p14:tracePt t="121134" x="6618288" y="5862638"/>
          <p14:tracePt t="121142" x="6577013" y="5862638"/>
          <p14:tracePt t="121150" x="6561138" y="5862638"/>
          <p14:tracePt t="121158" x="6551613" y="5862638"/>
          <p14:tracePt t="121167" x="6535738" y="5854700"/>
          <p14:tracePt t="121175" x="6535738" y="5837238"/>
          <p14:tracePt t="121183" x="6518275" y="5821363"/>
          <p14:tracePt t="121191" x="6518275" y="5813425"/>
          <p14:tracePt t="121199" x="6518275" y="5795963"/>
          <p14:tracePt t="121208" x="6518275" y="5772150"/>
          <p14:tracePt t="121215" x="6518275" y="5754688"/>
          <p14:tracePt t="121224" x="6518275" y="5738813"/>
          <p14:tracePt t="121231" x="6518275" y="5730875"/>
          <p14:tracePt t="121241" x="6518275" y="5697538"/>
          <p14:tracePt t="121247" x="6518275" y="5688013"/>
          <p14:tracePt t="121257" x="6518275" y="5672138"/>
          <p14:tracePt t="121264" x="6518275" y="5638800"/>
          <p14:tracePt t="121274" x="6518275" y="5630863"/>
          <p14:tracePt t="121280" x="6535738" y="5613400"/>
          <p14:tracePt t="121291" x="6551613" y="5597525"/>
          <p14:tracePt t="121296" x="6551613" y="5589588"/>
          <p14:tracePt t="121307" x="6561138" y="5572125"/>
          <p14:tracePt t="121312" x="6577013" y="5556250"/>
          <p14:tracePt t="121324" x="6602413" y="5548313"/>
          <p14:tracePt t="121328" x="6618288" y="5548313"/>
          <p14:tracePt t="121341" x="6635750" y="5530850"/>
          <p14:tracePt t="121344" x="6659563" y="5514975"/>
          <p14:tracePt t="121357" x="6677025" y="5514975"/>
          <p14:tracePt t="121360" x="6692900" y="5514975"/>
          <p14:tracePt t="121374" x="6718300" y="5514975"/>
          <p14:tracePt t="121377" x="6734175" y="5514975"/>
          <p14:tracePt t="121391" x="6759575" y="5514975"/>
          <p14:tracePt t="121394" x="6784975" y="5514975"/>
          <p14:tracePt t="121408" x="6800850" y="5514975"/>
          <p14:tracePt t="121410" x="6826250" y="5514975"/>
          <p14:tracePt t="121424" x="6842125" y="5514975"/>
          <p14:tracePt t="121425" x="6867525" y="5514975"/>
          <p14:tracePt t="121433" x="6900863" y="5514975"/>
          <p14:tracePt t="121441" x="6916738" y="5514975"/>
          <p14:tracePt t="121449" x="6942138" y="5514975"/>
          <p14:tracePt t="121458" x="6958013" y="5530850"/>
          <p14:tracePt t="121466" x="6967538" y="5548313"/>
          <p14:tracePt t="121474" x="6983413" y="5572125"/>
          <p14:tracePt t="121481" x="6999288" y="5589588"/>
          <p14:tracePt t="121491" x="7008813" y="5597525"/>
          <p14:tracePt t="121498" x="7008813" y="5613400"/>
          <p14:tracePt t="121508" x="7024688" y="5638800"/>
          <p14:tracePt t="121514" x="7024688" y="5656263"/>
          <p14:tracePt t="121524" x="7042150" y="5672138"/>
          <p14:tracePt t="121546" x="7050088" y="5672138"/>
          <p14:tracePt t="121554" x="7050088" y="5688013"/>
          <p14:tracePt t="121619" x="7065963" y="5688013"/>
          <p14:tracePt t="121683" x="7083425" y="5672138"/>
          <p14:tracePt t="121699" x="7083425" y="5656263"/>
          <p14:tracePt t="121708" x="7091363" y="5638800"/>
          <p14:tracePt t="121725" x="7091363" y="5630863"/>
          <p14:tracePt t="121732" x="7091363" y="5613400"/>
          <p14:tracePt t="121756" x="7091363" y="5597525"/>
          <p14:tracePt t="121788" x="7050088" y="5597525"/>
          <p14:tracePt t="121797" x="6983413" y="5597525"/>
          <p14:tracePt t="121804" x="6800850" y="5597525"/>
          <p14:tracePt t="121812" x="6577013" y="5597525"/>
          <p14:tracePt t="121820" x="6427788" y="5597525"/>
          <p14:tracePt t="121829" x="6170613" y="5597525"/>
          <p14:tracePt t="121837" x="5905500" y="5638800"/>
          <p14:tracePt t="121845" x="5599113" y="5672138"/>
          <p14:tracePt t="121853" x="5308600" y="5713413"/>
          <p14:tracePt t="121861" x="5000625" y="5738813"/>
          <p14:tracePt t="121869" x="4776788" y="5754688"/>
          <p14:tracePt t="121877" x="4694238" y="5772150"/>
          <p14:tracePt t="121885" x="4495800" y="5795963"/>
          <p14:tracePt t="121893" x="4387850" y="5813425"/>
          <p14:tracePt t="121901" x="4287838" y="5821363"/>
          <p14:tracePt t="121909" x="4205288" y="5821363"/>
          <p14:tracePt t="121917" x="4164013" y="5821363"/>
          <p14:tracePt t="121926" x="4122738" y="5821363"/>
          <p14:tracePt t="121934" x="4089400" y="5821363"/>
          <p14:tracePt t="121949" x="4079875" y="5821363"/>
          <p14:tracePt t="122152" x="4022725" y="5821363"/>
          <p14:tracePt t="122160" x="3981450" y="5821363"/>
          <p14:tracePt t="122168" x="3881438" y="5821363"/>
          <p14:tracePt t="122176" x="3781425" y="5837238"/>
          <p14:tracePt t="122184" x="3657600" y="5854700"/>
          <p14:tracePt t="122192" x="3598863" y="5854700"/>
          <p14:tracePt t="122200" x="3508375" y="5862638"/>
          <p14:tracePt t="122208" x="3425825" y="5862638"/>
          <p14:tracePt t="122216" x="3333750" y="5862638"/>
          <p14:tracePt t="122224" x="3292475" y="5862638"/>
          <p14:tracePt t="122232" x="3251200" y="5862638"/>
          <p14:tracePt t="122241" x="3225800" y="5862638"/>
          <p14:tracePt t="122248" x="3209925" y="5862638"/>
          <p14:tracePt t="122273" x="3209925" y="5854700"/>
          <p14:tracePt t="122321" x="3209925" y="5837238"/>
          <p14:tracePt t="122329" x="3225800" y="5837238"/>
          <p14:tracePt t="122337" x="3243263" y="5837238"/>
          <p14:tracePt t="122353" x="3267075" y="5837238"/>
          <p14:tracePt t="122361" x="3292475" y="5837238"/>
          <p14:tracePt t="122370" x="3325813" y="5837238"/>
          <p14:tracePt t="122378" x="3351213" y="5837238"/>
          <p14:tracePt t="122386" x="3367088" y="5837238"/>
          <p14:tracePt t="122394" x="3408363" y="5837238"/>
          <p14:tracePt t="122402" x="3433763" y="5837238"/>
          <p14:tracePt t="122410" x="3449638" y="5837238"/>
          <p14:tracePt t="122418" x="3467100" y="5837238"/>
          <p14:tracePt t="122426" x="3492500" y="5837238"/>
          <p14:tracePt t="122434" x="3508375" y="5821363"/>
          <p14:tracePt t="122442" x="3533775" y="5813425"/>
          <p14:tracePt t="122450" x="3549650" y="5795963"/>
          <p14:tracePt t="122458" x="3575050" y="5795963"/>
          <p14:tracePt t="122466" x="3598863" y="5780088"/>
          <p14:tracePt t="122474" x="3616325" y="5772150"/>
          <p14:tracePt t="122482" x="3641725" y="5772150"/>
          <p14:tracePt t="122491" x="3641725" y="5754688"/>
          <p14:tracePt t="122499" x="3657600" y="5754688"/>
          <p14:tracePt t="122515" x="3673475" y="5754688"/>
          <p14:tracePt t="122524" x="3673475" y="5738813"/>
          <p14:tracePt t="122547" x="3673475" y="5730875"/>
          <p14:tracePt t="122571" x="3673475" y="5713413"/>
          <p14:tracePt t="122579" x="3657600" y="5697538"/>
          <p14:tracePt t="122588" x="3641725" y="5672138"/>
          <p14:tracePt t="122596" x="3632200" y="5656263"/>
          <p14:tracePt t="122604" x="3616325" y="5613400"/>
          <p14:tracePt t="122612" x="3590925" y="5589588"/>
          <p14:tracePt t="122620" x="3575050" y="5572125"/>
          <p14:tracePt t="122628" x="3557588" y="5548313"/>
          <p14:tracePt t="122636" x="3557588" y="5530850"/>
          <p14:tracePt t="122644" x="3549650" y="5507038"/>
          <p14:tracePt t="122652" x="3533775" y="5473700"/>
          <p14:tracePt t="122668" x="3533775" y="5464175"/>
          <p14:tracePt t="122676" x="3533775" y="5448300"/>
          <p14:tracePt t="122693" x="3533775" y="5432425"/>
          <p14:tracePt t="122701" x="3533775" y="5422900"/>
          <p14:tracePt t="122725" x="3533775" y="5407025"/>
          <p14:tracePt t="122749" x="3549650" y="5389563"/>
          <p14:tracePt t="122758" x="3557588" y="5373688"/>
          <p14:tracePt t="122765" x="3575050" y="5373688"/>
          <p14:tracePt t="122774" x="3616325" y="5365750"/>
          <p14:tracePt t="122781" x="3641725" y="5348288"/>
          <p14:tracePt t="122791" x="3690938" y="5348288"/>
          <p14:tracePt t="122797" x="3732213" y="5332413"/>
          <p14:tracePt t="122807" x="3773488" y="5324475"/>
          <p14:tracePt t="122814" x="3822700" y="5324475"/>
          <p14:tracePt t="122822" x="3881438" y="5324475"/>
          <p14:tracePt t="122830" x="3940175" y="5324475"/>
          <p14:tracePt t="122838" x="3963988" y="5324475"/>
          <p14:tracePt t="122846" x="4005263" y="5324475"/>
          <p14:tracePt t="122854" x="4022725" y="5324475"/>
          <p14:tracePt t="122862" x="4038600" y="5324475"/>
          <p14:tracePt t="122870" x="4048125" y="5348288"/>
          <p14:tracePt t="122878" x="4048125" y="5365750"/>
          <p14:tracePt t="122886" x="4064000" y="5373688"/>
          <p14:tracePt t="122895" x="4064000" y="5407025"/>
          <p14:tracePt t="122902" x="4064000" y="5422900"/>
          <p14:tracePt t="122911" x="4064000" y="5448300"/>
          <p14:tracePt t="122919" x="4064000" y="5473700"/>
          <p14:tracePt t="122927" x="4064000" y="5489575"/>
          <p14:tracePt t="122935" x="4064000" y="5507038"/>
          <p14:tracePt t="122943" x="4064000" y="5530850"/>
          <p14:tracePt t="122951" x="4064000" y="5548313"/>
          <p14:tracePt t="122959" x="4064000" y="5556250"/>
          <p14:tracePt t="122967" x="4064000" y="5589588"/>
          <p14:tracePt t="122975" x="4064000" y="5597525"/>
          <p14:tracePt t="122983" x="4064000" y="5630863"/>
          <p14:tracePt t="122991" x="4064000" y="5638800"/>
          <p14:tracePt t="122999" x="4048125" y="5656263"/>
          <p14:tracePt t="123008" x="4038600" y="5672138"/>
          <p14:tracePt t="123016" x="4022725" y="5697538"/>
          <p14:tracePt t="123025" x="4005263" y="5713413"/>
          <p14:tracePt t="123040" x="3981450" y="5730875"/>
          <p14:tracePt t="123048" x="3956050" y="5738813"/>
          <p14:tracePt t="123058" x="3922713" y="5738813"/>
          <p14:tracePt t="123064" x="3881438" y="5754688"/>
          <p14:tracePt t="123073" x="3822700" y="5772150"/>
          <p14:tracePt t="123080" x="3798888" y="5772150"/>
          <p14:tracePt t="123088" x="3757613" y="5780088"/>
          <p14:tracePt t="123096" x="3732213" y="5795963"/>
          <p14:tracePt t="123104" x="3690938" y="5795963"/>
          <p14:tracePt t="123112" x="3657600" y="5795963"/>
          <p14:tracePt t="123129" x="3632200" y="5795963"/>
          <p14:tracePt t="123137" x="3616325" y="5795963"/>
          <p14:tracePt t="123145" x="3598863" y="5795963"/>
          <p14:tracePt t="123153" x="3590925" y="5780088"/>
          <p14:tracePt t="123161" x="3590925" y="5772150"/>
          <p14:tracePt t="123169" x="3575050" y="5754688"/>
          <p14:tracePt t="123177" x="3557588" y="5738813"/>
          <p14:tracePt t="123185" x="3549650" y="5713413"/>
          <p14:tracePt t="123193" x="3533775" y="5697538"/>
          <p14:tracePt t="123201" x="3533775" y="5672138"/>
          <p14:tracePt t="123209" x="3516313" y="5638800"/>
          <p14:tracePt t="123217" x="3508375" y="5613400"/>
          <p14:tracePt t="123225" x="3508375" y="5589588"/>
          <p14:tracePt t="123233" x="3508375" y="5572125"/>
          <p14:tracePt t="123242" x="3508375" y="5548313"/>
          <p14:tracePt t="123249" x="3508375" y="5530850"/>
          <p14:tracePt t="123258" x="3508375" y="5507038"/>
          <p14:tracePt t="123266" x="3508375" y="5489575"/>
          <p14:tracePt t="123274" x="3508375" y="5473700"/>
          <p14:tracePt t="123291" x="3508375" y="5464175"/>
          <p14:tracePt t="123307" x="3516313" y="5448300"/>
          <p14:tracePt t="123324" x="3533775" y="5448300"/>
          <p14:tracePt t="123331" x="3533775" y="5432425"/>
          <p14:tracePt t="123338" x="3557588" y="5432425"/>
          <p14:tracePt t="123347" x="3575050" y="5422900"/>
          <p14:tracePt t="123355" x="3598863" y="5407025"/>
          <p14:tracePt t="123363" x="3641725" y="5407025"/>
          <p14:tracePt t="123371" x="3690938" y="5389563"/>
          <p14:tracePt t="123379" x="3740150" y="5373688"/>
          <p14:tracePt t="123387" x="3798888" y="5365750"/>
          <p14:tracePt t="123395" x="3865563" y="5348288"/>
          <p14:tracePt t="123403" x="3922713" y="5348288"/>
          <p14:tracePt t="123411" x="3997325" y="5348288"/>
          <p14:tracePt t="123419" x="4048125" y="5348288"/>
          <p14:tracePt t="123427" x="4079875" y="5348288"/>
          <p14:tracePt t="123435" x="4130675" y="5348288"/>
          <p14:tracePt t="123444" x="4171950" y="5348288"/>
          <p14:tracePt t="123451" x="4187825" y="5348288"/>
          <p14:tracePt t="123459" x="4229100" y="5348288"/>
          <p14:tracePt t="123467" x="4246563" y="5365750"/>
          <p14:tracePt t="123476" x="4262438" y="5365750"/>
          <p14:tracePt t="123484" x="4271963" y="5373688"/>
          <p14:tracePt t="123492" x="4287838" y="5389563"/>
          <p14:tracePt t="123500" x="4305300" y="5407025"/>
          <p14:tracePt t="123508" x="4305300" y="5422900"/>
          <p14:tracePt t="123516" x="4313238" y="5432425"/>
          <p14:tracePt t="123524" x="4313238" y="5448300"/>
          <p14:tracePt t="123532" x="4329113" y="5473700"/>
          <p14:tracePt t="123541" x="4329113" y="5489575"/>
          <p14:tracePt t="123548" x="4346575" y="5507038"/>
          <p14:tracePt t="123558" x="4346575" y="5530850"/>
          <p14:tracePt t="123565" x="4346575" y="5548313"/>
          <p14:tracePt t="123574" x="4346575" y="5572125"/>
          <p14:tracePt t="123581" x="4346575" y="5613400"/>
          <p14:tracePt t="123593" x="4346575" y="5630863"/>
          <p14:tracePt t="123598" x="4346575" y="5656263"/>
          <p14:tracePt t="123608" x="4346575" y="5672138"/>
          <p14:tracePt t="123613" x="4346575" y="5688013"/>
          <p14:tracePt t="123624" x="4346575" y="5713413"/>
          <p14:tracePt t="123629" x="4346575" y="5730875"/>
          <p14:tracePt t="123641" x="4346575" y="5738813"/>
          <p14:tracePt t="123653" x="4346575" y="5754688"/>
          <p14:tracePt t="123678" x="4346575" y="5772150"/>
          <p14:tracePt t="123694" x="4329113" y="5772150"/>
          <p14:tracePt t="123807" x="4329113" y="5754688"/>
          <p14:tracePt t="123831" x="4329113" y="5738813"/>
          <p14:tracePt t="123855" x="4346575" y="5738813"/>
          <p14:tracePt t="123863" x="4354513" y="5738813"/>
          <p14:tracePt t="123871" x="4395788" y="5738813"/>
          <p14:tracePt t="123879" x="4552950" y="5738813"/>
          <p14:tracePt t="123887" x="4735513" y="5754688"/>
          <p14:tracePt t="123895" x="5041900" y="5854700"/>
          <p14:tracePt t="123904" x="5448300" y="5978525"/>
          <p14:tracePt t="123912" x="5897563" y="6119813"/>
          <p14:tracePt t="123920" x="6453188" y="6286500"/>
          <p14:tracePt t="123928" x="7008813" y="6435725"/>
          <p14:tracePt t="123936" x="7232650" y="6484938"/>
          <p14:tracePt t="123944" x="7680325" y="6592888"/>
          <p14:tracePt t="123952" x="8086725" y="6659563"/>
          <p14:tracePt t="123960" x="8377238" y="6716713"/>
          <p14:tracePt t="123968" x="8459788" y="6716713"/>
          <p14:tracePt t="123976" x="8642350" y="6750050"/>
          <p14:tracePt t="123984" x="8758238" y="6757988"/>
          <p14:tracePt t="123992" x="8840788" y="6775450"/>
          <p14:tracePt t="124000" x="8882063" y="6775450"/>
          <p14:tracePt t="124008" x="8907463" y="6775450"/>
          <p14:tracePt t="124017" x="8924925" y="6775450"/>
          <p14:tracePt t="124033" x="8940800" y="6775450"/>
          <p14:tracePt t="124097" x="8940800" y="6757988"/>
          <p14:tracePt t="124114" x="8940800" y="6750050"/>
          <p14:tracePt t="124122" x="8940800" y="6734175"/>
          <p14:tracePt t="124130" x="8940800" y="6716713"/>
          <p14:tracePt t="124142" x="8924925" y="6692900"/>
          <p14:tracePt t="124146" x="8907463" y="6650038"/>
          <p14:tracePt t="124158" x="8882063" y="6608763"/>
          <p14:tracePt t="124162" x="8866188" y="6575425"/>
          <p14:tracePt t="124174" x="8824913" y="6526213"/>
          <p14:tracePt t="124178" x="8799513" y="6484938"/>
          <p14:tracePt t="124191" x="8758238" y="6426200"/>
          <p14:tracePt t="124194" x="8716963" y="6384925"/>
          <p14:tracePt t="124208" x="8675688" y="6343650"/>
          <p14:tracePt t="124211" x="8601075" y="6286500"/>
          <p14:tracePt t="124224" x="8534400" y="6202363"/>
          <p14:tracePt t="124227" x="8493125" y="6169025"/>
          <p14:tracePt t="124241" x="8451850" y="6127750"/>
          <p14:tracePt t="124244" x="8410575" y="6086475"/>
          <p14:tracePt t="124257" x="8369300" y="6045200"/>
          <p14:tracePt t="124260" x="8326438" y="6019800"/>
          <p14:tracePt t="124274" x="8293100" y="5978525"/>
          <p14:tracePt t="124275" x="8269288" y="5954713"/>
          <p14:tracePt t="124283" x="8251825" y="5921375"/>
          <p14:tracePt t="124291" x="8235950" y="5903913"/>
          <p14:tracePt t="124299" x="8228013" y="5903913"/>
          <p14:tracePt t="124307" x="8228013" y="5895975"/>
          <p14:tracePt t="124315" x="8210550" y="5880100"/>
          <p14:tracePt t="124324" x="8210550" y="5862638"/>
          <p14:tracePt t="124341" x="8194675" y="5854700"/>
          <p14:tracePt t="124357" x="8194675" y="5837238"/>
          <p14:tracePt t="124364" x="8186738" y="5837238"/>
          <p14:tracePt t="124380" x="8169275" y="5837238"/>
          <p14:tracePt t="124388" x="8153400" y="5821363"/>
          <p14:tracePt t="124396" x="8143875" y="5821363"/>
          <p14:tracePt t="124404" x="8128000" y="5821363"/>
          <p14:tracePt t="124412" x="8086725" y="5821363"/>
          <p14:tracePt t="124420" x="8045450" y="5821363"/>
          <p14:tracePt t="124428" x="8020050" y="5821363"/>
          <p14:tracePt t="124436" x="7962900" y="5821363"/>
          <p14:tracePt t="124445" x="7929563" y="5821363"/>
          <p14:tracePt t="124453" x="7886700" y="5821363"/>
          <p14:tracePt t="124461" x="7862888" y="5821363"/>
          <p14:tracePt t="124469" x="7845425" y="5821363"/>
          <p14:tracePt t="124477" x="7837488" y="5821363"/>
          <p14:tracePt t="124485" x="7821613" y="5821363"/>
          <p14:tracePt t="124493" x="7804150" y="5821363"/>
          <p14:tracePt t="124509" x="7796213" y="5821363"/>
          <p14:tracePt t="124525" x="7780338" y="5821363"/>
          <p14:tracePt t="124565" x="7762875" y="5821363"/>
          <p14:tracePt t="124594" x="7754938" y="5821363"/>
          <p14:tracePt t="124614" x="7737475" y="5821363"/>
          <p14:tracePt t="124630" x="7721600" y="5821363"/>
          <p14:tracePt t="124646" x="7705725" y="5821363"/>
          <p14:tracePt t="124662" x="7696200" y="5813425"/>
          <p14:tracePt t="124671" x="7680325" y="5795963"/>
          <p14:tracePt t="124687" x="7662863" y="5772150"/>
          <p14:tracePt t="124695" x="7654925" y="5754688"/>
          <p14:tracePt t="124703" x="7639050" y="5738813"/>
          <p14:tracePt t="124711" x="7621588" y="5713413"/>
          <p14:tracePt t="124719" x="7613650" y="5697538"/>
          <p14:tracePt t="124727" x="7597775" y="5672138"/>
          <p14:tracePt t="124735" x="7580313" y="5638800"/>
          <p14:tracePt t="124743" x="7572375" y="5630863"/>
          <p14:tracePt t="124751" x="7556500" y="5597525"/>
          <p14:tracePt t="124759" x="7539038" y="5589588"/>
          <p14:tracePt t="124767" x="7539038" y="5572125"/>
          <p14:tracePt t="124776" x="7531100" y="5556250"/>
          <p14:tracePt t="124792" x="7531100" y="5548313"/>
          <p14:tracePt t="124800" x="7531100" y="5530850"/>
          <p14:tracePt t="124848" x="7531100" y="5514975"/>
          <p14:tracePt t="124904" x="7531100" y="5507038"/>
          <p14:tracePt t="124913" x="7539038" y="5507038"/>
          <p14:tracePt t="124937" x="7556500" y="5507038"/>
          <p14:tracePt t="124945" x="7556500" y="5489575"/>
          <p14:tracePt t="124953" x="7580313" y="5473700"/>
          <p14:tracePt t="124961" x="7613650" y="5473700"/>
          <p14:tracePt t="124969" x="7639050" y="5464175"/>
          <p14:tracePt t="124977" x="7662863" y="5448300"/>
          <p14:tracePt t="124985" x="7721600" y="5422900"/>
          <p14:tracePt t="124994" x="7754938" y="5422900"/>
          <p14:tracePt t="125002" x="7796213" y="5389563"/>
          <p14:tracePt t="125010" x="7837488" y="5389563"/>
          <p14:tracePt t="125018" x="7886700" y="5373688"/>
          <p14:tracePt t="125026" x="7945438" y="5365750"/>
          <p14:tracePt t="125034" x="8004175" y="5365750"/>
          <p14:tracePt t="125042" x="8069263" y="5365750"/>
          <p14:tracePt t="125050" x="8128000" y="5365750"/>
          <p14:tracePt t="125058" x="8194675" y="5365750"/>
          <p14:tracePt t="125066" x="8251825" y="5365750"/>
          <p14:tracePt t="125074" x="8310563" y="5365750"/>
          <p14:tracePt t="125082" x="8335963" y="5365750"/>
          <p14:tracePt t="125091" x="8377238" y="5365750"/>
          <p14:tracePt t="125098" x="8393113" y="5365750"/>
          <p14:tracePt t="125107" x="8418513" y="5365750"/>
          <p14:tracePt t="125115" x="8434388" y="5365750"/>
          <p14:tracePt t="125124" x="8451850" y="5373688"/>
          <p14:tracePt t="125131" x="8459788" y="5373688"/>
          <p14:tracePt t="125141" x="8475663" y="5373688"/>
          <p14:tracePt t="125147" x="8475663" y="5389563"/>
          <p14:tracePt t="125158" x="8493125" y="5389563"/>
          <p14:tracePt t="125171" x="8493125" y="5407025"/>
          <p14:tracePt t="125179" x="8501063" y="5407025"/>
          <p14:tracePt t="125187" x="8501063" y="5422900"/>
          <p14:tracePt t="125195" x="8518525" y="5422900"/>
          <p14:tracePt t="125204" x="8518525" y="5432425"/>
          <p14:tracePt t="125228" x="8534400" y="5448300"/>
          <p14:tracePt t="125244" x="8534400" y="5464175"/>
          <p14:tracePt t="125252" x="8534400" y="5473700"/>
          <p14:tracePt t="125276" x="8534400" y="5489575"/>
          <p14:tracePt t="125292" x="8534400" y="5507038"/>
          <p14:tracePt t="125308" x="8534400" y="5514975"/>
          <p14:tracePt t="125333" x="8534400" y="5530850"/>
          <p14:tracePt t="125341" x="8534400" y="5548313"/>
          <p14:tracePt t="125357" x="8534400" y="5556250"/>
          <p14:tracePt t="125365" x="8534400" y="5572125"/>
          <p14:tracePt t="125381" x="8518525" y="5589588"/>
          <p14:tracePt t="125390" x="8518525" y="5597525"/>
          <p14:tracePt t="125397" x="8501063" y="5630863"/>
          <p14:tracePt t="125407" x="8501063" y="5638800"/>
          <p14:tracePt t="125414" x="8493125" y="5656263"/>
          <p14:tracePt t="125421" x="8493125" y="5688013"/>
          <p14:tracePt t="125430" x="8475663" y="5697538"/>
          <p14:tracePt t="125437" x="8475663" y="5713413"/>
          <p14:tracePt t="125446" x="8459788" y="5730875"/>
          <p14:tracePt t="125454" x="8459788" y="5738813"/>
          <p14:tracePt t="125462" x="8451850" y="5754688"/>
          <p14:tracePt t="125478" x="8451850" y="5772150"/>
          <p14:tracePt t="125486" x="8434388" y="5780088"/>
          <p14:tracePt t="125494" x="8434388" y="5795963"/>
          <p14:tracePt t="125502" x="8418513" y="5795963"/>
          <p14:tracePt t="125510" x="8418513" y="5813425"/>
          <p14:tracePt t="125527" x="8410575" y="5821363"/>
          <p14:tracePt t="125534" x="8410575" y="5837238"/>
          <p14:tracePt t="125543" x="8393113" y="5837238"/>
          <p14:tracePt t="125550" x="8393113" y="5854700"/>
          <p14:tracePt t="125559" x="8377238" y="5854700"/>
          <p14:tracePt t="125567" x="8369300" y="5862638"/>
          <p14:tracePt t="125575" x="8351838" y="5862638"/>
          <p14:tracePt t="125583" x="8335963" y="5880100"/>
          <p14:tracePt t="125594" x="8326438" y="5880100"/>
          <p14:tracePt t="125599" x="8293100" y="5895975"/>
          <p14:tracePt t="125608" x="8285163" y="5895975"/>
          <p14:tracePt t="125615" x="8251825" y="5903913"/>
          <p14:tracePt t="125624" x="8228013" y="5903913"/>
          <p14:tracePt t="125641" x="8194675" y="5903913"/>
          <p14:tracePt t="125648" x="8169275" y="5903913"/>
          <p14:tracePt t="125657" x="8153400" y="5903913"/>
          <p14:tracePt t="125664" x="8112125" y="5903913"/>
          <p14:tracePt t="125672" x="8102600" y="5903913"/>
          <p14:tracePt t="125680" x="8069263" y="5903913"/>
          <p14:tracePt t="125688" x="8045450" y="5903913"/>
          <p14:tracePt t="125696" x="8020050" y="5903913"/>
          <p14:tracePt t="125704" x="7986713" y="5903913"/>
          <p14:tracePt t="125712" x="7970838" y="5903913"/>
          <p14:tracePt t="125720" x="7945438" y="5903913"/>
          <p14:tracePt t="125728" x="7904163" y="5903913"/>
          <p14:tracePt t="125736" x="7886700" y="5903913"/>
          <p14:tracePt t="125745" x="7845425" y="5903913"/>
          <p14:tracePt t="125752" x="7837488" y="5895975"/>
          <p14:tracePt t="125761" x="7796213" y="5880100"/>
          <p14:tracePt t="125769" x="7754938" y="5862638"/>
          <p14:tracePt t="125777" x="7721600" y="5854700"/>
          <p14:tracePt t="125785" x="7680325" y="5837238"/>
          <p14:tracePt t="125793" x="7654925" y="5813425"/>
          <p14:tracePt t="125801" x="7613650" y="5795963"/>
          <p14:tracePt t="125809" x="7572375" y="5780088"/>
          <p14:tracePt t="125817" x="7531100" y="5754688"/>
          <p14:tracePt t="125825" x="7513638" y="5730875"/>
          <p14:tracePt t="125833" x="7489825" y="5713413"/>
          <p14:tracePt t="125841" x="7456488" y="5688013"/>
          <p14:tracePt t="125849" x="7439025" y="5672138"/>
          <p14:tracePt t="125858" x="7439025" y="5638800"/>
          <p14:tracePt t="125865" x="7431088" y="5630863"/>
          <p14:tracePt t="125874" x="7415213" y="5613400"/>
          <p14:tracePt t="125882" x="7415213" y="5589588"/>
          <p14:tracePt t="125891" x="7415213" y="5572125"/>
          <p14:tracePt t="125898" x="7415213" y="5556250"/>
          <p14:tracePt t="125908" x="7415213" y="5548313"/>
          <p14:tracePt t="125914" x="7415213" y="5514975"/>
          <p14:tracePt t="125924" x="7415213" y="5507038"/>
          <p14:tracePt t="125930" x="7415213" y="5473700"/>
          <p14:tracePt t="125941" x="7415213" y="5448300"/>
          <p14:tracePt t="125954" x="7415213" y="5422900"/>
          <p14:tracePt t="125963" x="7415213" y="5407025"/>
          <p14:tracePt t="125971" x="7415213" y="5389563"/>
          <p14:tracePt t="125979" x="7415213" y="5373688"/>
          <p14:tracePt t="125987" x="7431088" y="5373688"/>
          <p14:tracePt t="125995" x="7431088" y="5365750"/>
          <p14:tracePt t="126003" x="7431088" y="5348288"/>
          <p14:tracePt t="126011" x="7439025" y="5332413"/>
          <p14:tracePt t="126019" x="7456488" y="5324475"/>
          <p14:tracePt t="126027" x="7472363" y="5324475"/>
          <p14:tracePt t="126035" x="7489825" y="5307013"/>
          <p14:tracePt t="126043" x="7497763" y="5291138"/>
          <p14:tracePt t="126051" x="7531100" y="5281613"/>
          <p14:tracePt t="126059" x="7580313" y="5265738"/>
          <p14:tracePt t="126067" x="7621588" y="5249863"/>
          <p14:tracePt t="126076" x="7680325" y="5240338"/>
          <p14:tracePt t="126084" x="7754938" y="5224463"/>
          <p14:tracePt t="126091" x="7796213" y="5207000"/>
          <p14:tracePt t="126100" x="7862888" y="5199063"/>
          <p14:tracePt t="126108" x="7929563" y="5199063"/>
          <p14:tracePt t="126116" x="8020050" y="5183188"/>
          <p14:tracePt t="126124" x="8061325" y="5183188"/>
          <p14:tracePt t="126132" x="8112125" y="5183188"/>
          <p14:tracePt t="126141" x="8169275" y="5183188"/>
          <p14:tracePt t="126148" x="8228013" y="5183188"/>
          <p14:tracePt t="126157" x="8251825" y="5183188"/>
          <p14:tracePt t="126164" x="8293100" y="5183188"/>
          <p14:tracePt t="126175" x="8335963" y="5183188"/>
          <p14:tracePt t="126180" x="8351838" y="5183188"/>
          <p14:tracePt t="126191" x="8377238" y="5183188"/>
          <p14:tracePt t="126196" x="8410575" y="5183188"/>
          <p14:tracePt t="126208" x="8434388" y="5199063"/>
          <p14:tracePt t="126213" x="8459788" y="5207000"/>
          <p14:tracePt t="126224" x="8475663" y="5224463"/>
          <p14:tracePt t="126229" x="8501063" y="5249863"/>
          <p14:tracePt t="126241" x="8534400" y="5265738"/>
          <p14:tracePt t="126245" x="8559800" y="5291138"/>
          <p14:tracePt t="126258" x="8575675" y="5307013"/>
          <p14:tracePt t="126261" x="8593138" y="5332413"/>
          <p14:tracePt t="126274" x="8601075" y="5373688"/>
          <p14:tracePt t="126277" x="8634413" y="5407025"/>
          <p14:tracePt t="126291" x="8642350" y="5432425"/>
          <p14:tracePt t="126294" x="8658225" y="5473700"/>
          <p14:tracePt t="126308" x="8675688" y="5489575"/>
          <p14:tracePt t="126310" x="8675688" y="5514975"/>
          <p14:tracePt t="126324" x="8683625" y="5530850"/>
          <p14:tracePt t="126327" x="8683625" y="5548313"/>
          <p14:tracePt t="126341" x="8699500" y="5556250"/>
          <p14:tracePt t="126343" x="8699500" y="5572125"/>
          <p14:tracePt t="126357" x="8699500" y="5589588"/>
          <p14:tracePt t="126366" x="8699500" y="5597525"/>
          <p14:tracePt t="126382" x="8699500" y="5613400"/>
          <p14:tracePt t="126398" x="8699500" y="5630863"/>
          <p14:tracePt t="126408" x="8699500" y="5638800"/>
          <p14:tracePt t="126424" x="8699500" y="5656263"/>
          <p14:tracePt t="126431" x="8699500" y="5672138"/>
          <p14:tracePt t="126440" x="8683625" y="5672138"/>
          <p14:tracePt t="126447" x="8675688" y="5688013"/>
          <p14:tracePt t="126455" x="8658225" y="5697538"/>
          <p14:tracePt t="126463" x="8642350" y="5697538"/>
          <p14:tracePt t="126471" x="8634413" y="5713413"/>
          <p14:tracePt t="126479" x="8593138" y="5730875"/>
          <p14:tracePt t="126487" x="8575675" y="5730875"/>
          <p14:tracePt t="126495" x="8534400" y="5738813"/>
          <p14:tracePt t="126503" x="8475663" y="5754688"/>
          <p14:tracePt t="126511" x="8434388" y="5772150"/>
          <p14:tracePt t="126519" x="8377238" y="5772150"/>
          <p14:tracePt t="126528" x="8326438" y="5780088"/>
          <p14:tracePt t="126536" x="8285163" y="5780088"/>
          <p14:tracePt t="126544" x="8235950" y="5780088"/>
          <p14:tracePt t="126552" x="8194675" y="5780088"/>
          <p14:tracePt t="126560" x="8169275" y="5780088"/>
          <p14:tracePt t="126568" x="8128000" y="5780088"/>
          <p14:tracePt t="126576" x="8102600" y="5780088"/>
          <p14:tracePt t="126594" x="8086725" y="5780088"/>
          <p14:tracePt t="126600" x="8069263" y="5780088"/>
          <p14:tracePt t="126616" x="8061325" y="5772150"/>
          <p14:tracePt t="126624" x="8045450" y="5772150"/>
          <p14:tracePt t="126641" x="8045450" y="5754688"/>
          <p14:tracePt t="126657" x="8027988" y="5754688"/>
          <p14:tracePt t="126689" x="8020050" y="5754688"/>
          <p14:tracePt t="126697" x="8004175" y="5754688"/>
          <p14:tracePt t="126713" x="7986713" y="5754688"/>
          <p14:tracePt t="126721" x="7970838" y="5754688"/>
          <p14:tracePt t="126729" x="7962900" y="5754688"/>
          <p14:tracePt t="126737" x="7945438" y="5754688"/>
          <p14:tracePt t="126745" x="7920038" y="5754688"/>
          <p14:tracePt t="126754" x="7904163" y="5754688"/>
          <p14:tracePt t="126762" x="7886700" y="5754688"/>
          <p14:tracePt t="126770" x="7862888" y="5754688"/>
          <p14:tracePt t="126778" x="7845425" y="5754688"/>
          <p14:tracePt t="126786" x="7837488" y="5754688"/>
          <p14:tracePt t="126794" x="7821613" y="5754688"/>
          <p14:tracePt t="126802" x="7804150" y="5754688"/>
          <p14:tracePt t="126810" x="7796213" y="5754688"/>
          <p14:tracePt t="126818" x="7796213" y="5738813"/>
          <p14:tracePt t="126826" x="7780338" y="5738813"/>
          <p14:tracePt t="126842" x="7780338" y="5730875"/>
          <p14:tracePt t="126851" x="7762875" y="5730875"/>
          <p14:tracePt t="126859" x="7762875" y="5713413"/>
          <p14:tracePt t="126867" x="7754938" y="5697538"/>
          <p14:tracePt t="126883" x="7754938" y="5688013"/>
          <p14:tracePt t="126899" x="7737475" y="5672138"/>
          <p14:tracePt t="126915" x="7737475" y="5656263"/>
          <p14:tracePt t="126931" x="7721600" y="5656263"/>
          <p14:tracePt t="126947" x="7721600" y="5638800"/>
          <p14:tracePt t="126957" x="7705725" y="5638800"/>
          <p14:tracePt t="126971" x="7696200" y="5630863"/>
          <p14:tracePt t="126980" x="7696200" y="5613400"/>
          <p14:tracePt t="126988" x="7680325" y="5613400"/>
          <p14:tracePt t="126996" x="7662863" y="5597525"/>
          <p14:tracePt t="127012" x="7662863" y="5589588"/>
          <p14:tracePt t="127020" x="7654925" y="5572125"/>
          <p14:tracePt t="127028" x="7639050" y="5556250"/>
          <p14:tracePt t="127036" x="7639050" y="5548313"/>
          <p14:tracePt t="127052" x="7639050" y="5530850"/>
          <p14:tracePt t="127061" x="7621588" y="5514975"/>
          <p14:tracePt t="127077" x="7621588" y="5507038"/>
          <p14:tracePt t="127085" x="7621588" y="5489575"/>
          <p14:tracePt t="127109" x="7613650" y="5473700"/>
          <p14:tracePt t="127125" x="7613650" y="5464175"/>
          <p14:tracePt t="127149" x="7613650" y="5448300"/>
          <p14:tracePt t="127157" x="7597775" y="5448300"/>
          <p14:tracePt t="127165" x="7597775" y="5432425"/>
          <p14:tracePt t="127198" x="7597775" y="5422900"/>
          <p14:tracePt t="127270" x="7613650" y="5422900"/>
          <p14:tracePt t="127295" x="7621588" y="5422900"/>
          <p14:tracePt t="127311" x="7639050" y="5422900"/>
          <p14:tracePt t="127319" x="7654925" y="5422900"/>
          <p14:tracePt t="127327" x="7680325" y="5422900"/>
          <p14:tracePt t="127335" x="7721600" y="5422900"/>
          <p14:tracePt t="127343" x="7796213" y="5422900"/>
          <p14:tracePt t="127351" x="7862888" y="5422900"/>
          <p14:tracePt t="127359" x="7904163" y="5422900"/>
          <p14:tracePt t="127367" x="7945438" y="5422900"/>
          <p14:tracePt t="127375" x="8004175" y="5432425"/>
          <p14:tracePt t="127383" x="8045450" y="5432425"/>
          <p14:tracePt t="127392" x="8069263" y="5448300"/>
          <p14:tracePt t="127399" x="8112125" y="5448300"/>
          <p14:tracePt t="127408" x="8128000" y="5464175"/>
          <p14:tracePt t="127416" x="8143875" y="5464175"/>
          <p14:tracePt t="127424" x="8153400" y="5473700"/>
          <p14:tracePt t="127441" x="8169275" y="5473700"/>
          <p14:tracePt t="127448" x="8169275" y="5489575"/>
          <p14:tracePt t="127464" x="8186738" y="5489575"/>
          <p14:tracePt t="127473" x="8186738" y="5507038"/>
          <p14:tracePt t="127480" x="8186738" y="5514975"/>
          <p14:tracePt t="127488" x="8186738" y="5530850"/>
          <p14:tracePt t="127496" x="8186738" y="5548313"/>
          <p14:tracePt t="127504" x="8186738" y="5556250"/>
          <p14:tracePt t="127513" x="8186738" y="5572125"/>
          <p14:tracePt t="127521" x="8186738" y="5589588"/>
          <p14:tracePt t="127529" x="8186738" y="5597525"/>
          <p14:tracePt t="127537" x="8186738" y="5613400"/>
          <p14:tracePt t="127545" x="8186738" y="5630863"/>
          <p14:tracePt t="127553" x="8186738" y="5638800"/>
          <p14:tracePt t="127561" x="8186738" y="5656263"/>
          <p14:tracePt t="127569" x="8186738" y="5672138"/>
          <p14:tracePt t="127577" x="8186738" y="5688013"/>
          <p14:tracePt t="127594" x="8186738" y="5697538"/>
          <p14:tracePt t="127601" x="8186738" y="5713413"/>
          <p14:tracePt t="127617" x="8186738" y="5730875"/>
          <p14:tracePt t="127626" x="8186738" y="5738813"/>
          <p14:tracePt t="127642" x="8186738" y="5754688"/>
          <p14:tracePt t="127650" x="8186738" y="5772150"/>
          <p14:tracePt t="127658" x="8169275" y="5772150"/>
          <p14:tracePt t="127666" x="8169275" y="5780088"/>
          <p14:tracePt t="127675" x="8153400" y="5795963"/>
          <p14:tracePt t="127691" x="8143875" y="5795963"/>
          <p14:tracePt t="127698" x="8128000" y="5813425"/>
          <p14:tracePt t="127707" x="8112125" y="5813425"/>
          <p14:tracePt t="127714" x="8086725" y="5821363"/>
          <p14:tracePt t="127724" x="8061325" y="5837238"/>
          <p14:tracePt t="127731" x="8045450" y="5837238"/>
          <p14:tracePt t="127738" x="8004175" y="5854700"/>
          <p14:tracePt t="127747" x="7970838" y="5862638"/>
          <p14:tracePt t="127755" x="7945438" y="5862638"/>
          <p14:tracePt t="127763" x="7904163" y="5862638"/>
          <p14:tracePt t="127771" x="7886700" y="5862638"/>
          <p14:tracePt t="127779" x="7862888" y="5862638"/>
          <p14:tracePt t="127787" x="7837488" y="5862638"/>
          <p14:tracePt t="127795" x="7821613" y="5862638"/>
          <p14:tracePt t="127803" x="7796213" y="5862638"/>
          <p14:tracePt t="127811" x="7780338" y="5862638"/>
          <p14:tracePt t="127828" x="7762875" y="5854700"/>
          <p14:tracePt t="127836" x="7754938" y="5854700"/>
          <p14:tracePt t="127843" x="7737475" y="5837238"/>
          <p14:tracePt t="127852" x="7721600" y="5821363"/>
          <p14:tracePt t="127868" x="7705725" y="5813425"/>
          <p14:tracePt t="127876" x="7696200" y="5795963"/>
          <p14:tracePt t="127884" x="7680325" y="5780088"/>
          <p14:tracePt t="127892" x="7662863" y="5772150"/>
          <p14:tracePt t="127908" x="7654925" y="5754688"/>
          <p14:tracePt t="127916" x="7654925" y="5738813"/>
          <p14:tracePt t="127924" x="7639050" y="5730875"/>
          <p14:tracePt t="127932" x="7621588" y="5713413"/>
          <p14:tracePt t="127941" x="7621588" y="5688013"/>
          <p14:tracePt t="127949" x="7613650" y="5688013"/>
          <p14:tracePt t="127957" x="7613650" y="5672138"/>
          <p14:tracePt t="127965" x="7613650" y="5638800"/>
          <p14:tracePt t="127974" x="7613650" y="5630863"/>
          <p14:tracePt t="127981" x="7613650" y="5613400"/>
          <p14:tracePt t="127997" x="7613650" y="5589588"/>
          <p14:tracePt t="128005" x="7613650" y="5572125"/>
          <p14:tracePt t="128013" x="7613650" y="5556250"/>
          <p14:tracePt t="128021" x="7613650" y="5548313"/>
          <p14:tracePt t="128037" x="7613650" y="5530850"/>
          <p14:tracePt t="128045" x="7613650" y="5514975"/>
          <p14:tracePt t="128054" x="7613650" y="5507038"/>
          <p14:tracePt t="128070" x="7621588" y="5489575"/>
          <p14:tracePt t="128094" x="7621588" y="5473700"/>
          <p14:tracePt t="128102" x="7639050" y="5473700"/>
          <p14:tracePt t="128126" x="7654925" y="5473700"/>
          <p14:tracePt t="128158" x="7662863" y="5473700"/>
          <p14:tracePt t="128175" x="7680325" y="5473700"/>
          <p14:tracePt t="128183" x="7696200" y="5473700"/>
          <p14:tracePt t="128191" x="7705725" y="5473700"/>
          <p14:tracePt t="128199" x="7737475" y="5473700"/>
          <p14:tracePt t="128208" x="7754938" y="5473700"/>
          <p14:tracePt t="128215" x="7780338" y="5473700"/>
          <p14:tracePt t="128224" x="7821613" y="5473700"/>
          <p14:tracePt t="128231" x="7845425" y="5473700"/>
          <p14:tracePt t="128241" x="7886700" y="5473700"/>
          <p14:tracePt t="128247" x="7904163" y="5489575"/>
          <p14:tracePt t="128257" x="7945438" y="5507038"/>
          <p14:tracePt t="128264" x="7970838" y="5514975"/>
          <p14:tracePt t="128272" x="8020050" y="5530850"/>
          <p14:tracePt t="128280" x="8061325" y="5548313"/>
          <p14:tracePt t="128288" x="8069263" y="5556250"/>
          <p14:tracePt t="128296" x="8112125" y="5572125"/>
          <p14:tracePt t="128304" x="8128000" y="5589588"/>
          <p14:tracePt t="128312" x="8153400" y="5597525"/>
          <p14:tracePt t="128320" x="8186738" y="5613400"/>
          <p14:tracePt t="128328" x="8194675" y="5630863"/>
          <p14:tracePt t="128336" x="8228013" y="5638800"/>
          <p14:tracePt t="128344" x="8235950" y="5656263"/>
          <p14:tracePt t="128352" x="8251825" y="5672138"/>
          <p14:tracePt t="128360" x="8269288" y="5688013"/>
          <p14:tracePt t="128368" x="8285163" y="5697538"/>
          <p14:tracePt t="128376" x="8285163" y="5713413"/>
          <p14:tracePt t="128385" x="8293100" y="5730875"/>
          <p14:tracePt t="128393" x="8293100" y="5754688"/>
          <p14:tracePt t="128401" x="8310563" y="5772150"/>
          <p14:tracePt t="128409" x="8310563" y="5795963"/>
          <p14:tracePt t="128417" x="8310563" y="5813425"/>
          <p14:tracePt t="128425" x="8310563" y="5821363"/>
          <p14:tracePt t="128433" x="8310563" y="5854700"/>
          <p14:tracePt t="128441" x="8310563" y="5862638"/>
          <p14:tracePt t="128449" x="8310563" y="5880100"/>
          <p14:tracePt t="128465" x="8310563" y="5895975"/>
          <p14:tracePt t="128474" x="8310563" y="5903913"/>
          <p14:tracePt t="128490" x="8310563" y="5921375"/>
          <p14:tracePt t="128507" x="8310563" y="5937250"/>
          <p14:tracePt t="128530" x="8293100" y="5954713"/>
          <p14:tracePt t="128538" x="8285163" y="5954713"/>
          <p14:tracePt t="128546" x="8269288" y="5962650"/>
          <p14:tracePt t="128554" x="8251825" y="5962650"/>
          <p14:tracePt t="128562" x="8228013" y="5962650"/>
          <p14:tracePt t="128570" x="8194675" y="5962650"/>
          <p14:tracePt t="128578" x="8169275" y="5962650"/>
          <p14:tracePt t="128586" x="8128000" y="5962650"/>
          <p14:tracePt t="128596" x="8102600" y="5962650"/>
          <p14:tracePt t="128603" x="8061325" y="5962650"/>
          <p14:tracePt t="128611" x="8004175" y="5962650"/>
          <p14:tracePt t="128618" x="7970838" y="5962650"/>
          <p14:tracePt t="128627" x="7929563" y="5962650"/>
          <p14:tracePt t="128635" x="7878763" y="5954713"/>
          <p14:tracePt t="128643" x="7862888" y="5937250"/>
          <p14:tracePt t="128651" x="7821613" y="5921375"/>
          <p14:tracePt t="128659" x="7796213" y="5895975"/>
          <p14:tracePt t="128667" x="7780338" y="5880100"/>
          <p14:tracePt t="128675" x="7762875" y="5854700"/>
          <p14:tracePt t="128683" x="7754938" y="5821363"/>
          <p14:tracePt t="128691" x="7721600" y="5795963"/>
          <p14:tracePt t="128699" x="7705725" y="5780088"/>
          <p14:tracePt t="128708" x="7696200" y="5754688"/>
          <p14:tracePt t="128715" x="7680325" y="5738813"/>
          <p14:tracePt t="128725" x="7680325" y="5713413"/>
          <p14:tracePt t="128732" x="7662863" y="5688013"/>
          <p14:tracePt t="128741" x="7662863" y="5672138"/>
          <p14:tracePt t="128748" x="7662863" y="5638800"/>
          <p14:tracePt t="128758" x="7654925" y="5630863"/>
          <p14:tracePt t="128774" x="7654925" y="5613400"/>
          <p14:tracePt t="128780" x="7654925" y="5597525"/>
          <p14:tracePt t="128796" x="7654925" y="5589588"/>
          <p14:tracePt t="128804" x="7654925" y="5572125"/>
          <p14:tracePt t="128820" x="7654925" y="5556250"/>
          <p14:tracePt t="128845" x="7654925" y="5548313"/>
          <p14:tracePt t="128853" x="7654925" y="5530850"/>
          <p14:tracePt t="128861" x="7662863" y="5530850"/>
          <p14:tracePt t="128869" x="7662863" y="5514975"/>
          <p14:tracePt t="128885" x="7662863" y="5507038"/>
          <p14:tracePt t="128901" x="7662863" y="5489575"/>
          <p14:tracePt t="128917" x="7680325" y="5473700"/>
          <p14:tracePt t="128926" x="7680325" y="5464175"/>
          <p14:tracePt t="128958" x="7696200" y="5448300"/>
          <p14:tracePt t="128998" x="7705725" y="5448300"/>
          <p14:tracePt t="129038" x="7721600" y="5448300"/>
          <p14:tracePt t="129046" x="7737475" y="5448300"/>
          <p14:tracePt t="129054" x="7762875" y="5448300"/>
          <p14:tracePt t="129063" x="7796213" y="5448300"/>
          <p14:tracePt t="129071" x="7845425" y="5464175"/>
          <p14:tracePt t="129079" x="7886700" y="5464175"/>
          <p14:tracePt t="129087" x="7945438" y="5473700"/>
          <p14:tracePt t="129095" x="7986713" y="5489575"/>
          <p14:tracePt t="129103" x="8027988" y="5489575"/>
          <p14:tracePt t="129111" x="8069263" y="5507038"/>
          <p14:tracePt t="129119" x="8102600" y="5514975"/>
          <p14:tracePt t="129127" x="8128000" y="5530850"/>
          <p14:tracePt t="129135" x="8143875" y="5530850"/>
          <p14:tracePt t="129144" x="8143875" y="5548313"/>
          <p14:tracePt t="129152" x="8153400" y="5556250"/>
          <p14:tracePt t="129159" x="8153400" y="5572125"/>
          <p14:tracePt t="129168" x="8169275" y="5589588"/>
          <p14:tracePt t="129176" x="8169275" y="5597525"/>
          <p14:tracePt t="129184" x="8169275" y="5613400"/>
          <p14:tracePt t="129192" x="8169275" y="5630863"/>
          <p14:tracePt t="129200" x="8169275" y="5638800"/>
          <p14:tracePt t="129208" x="8169275" y="5656263"/>
          <p14:tracePt t="129224" x="8169275" y="5672138"/>
          <p14:tracePt t="129232" x="8169275" y="5688013"/>
          <p14:tracePt t="129241" x="8169275" y="5697538"/>
          <p14:tracePt t="129248" x="8169275" y="5713413"/>
          <p14:tracePt t="129257" x="8169275" y="5730875"/>
          <p14:tracePt t="129265" x="8153400" y="5730875"/>
          <p14:tracePt t="129274" x="8153400" y="5738813"/>
          <p14:tracePt t="129281" x="8143875" y="5754688"/>
          <p14:tracePt t="129290" x="8128000" y="5772150"/>
          <p14:tracePt t="129297" x="8112125" y="5772150"/>
          <p14:tracePt t="129305" x="8112125" y="5780088"/>
          <p14:tracePt t="129313" x="8102600" y="5795963"/>
          <p14:tracePt t="129321" x="8069263" y="5795963"/>
          <p14:tracePt t="129329" x="8061325" y="5813425"/>
          <p14:tracePt t="129337" x="8027988" y="5813425"/>
          <p14:tracePt t="129345" x="7986713" y="5837238"/>
          <p14:tracePt t="129353" x="7962900" y="5837238"/>
          <p14:tracePt t="129362" x="7920038" y="5854700"/>
          <p14:tracePt t="129370" x="7886700" y="5854700"/>
          <p14:tracePt t="129378" x="7845425" y="5862638"/>
          <p14:tracePt t="129386" x="7804150" y="5880100"/>
          <p14:tracePt t="129394" x="7762875" y="5880100"/>
          <p14:tracePt t="129402" x="7721600" y="5880100"/>
          <p14:tracePt t="129410" x="7680325" y="5880100"/>
          <p14:tracePt t="129418" x="7654925" y="5880100"/>
          <p14:tracePt t="129426" x="7613650" y="5880100"/>
          <p14:tracePt t="129434" x="7580313" y="5880100"/>
          <p14:tracePt t="129442" x="7539038" y="5880100"/>
          <p14:tracePt t="129450" x="7531100" y="5862638"/>
          <p14:tracePt t="129458" x="7497763" y="5837238"/>
          <p14:tracePt t="129466" x="7456488" y="5795963"/>
          <p14:tracePt t="129475" x="7439025" y="5780088"/>
          <p14:tracePt t="129482" x="7439025" y="5738813"/>
          <p14:tracePt t="129491" x="7431088" y="5713413"/>
          <p14:tracePt t="129499" x="7415213" y="5672138"/>
          <p14:tracePt t="129508" x="7415213" y="5656263"/>
          <p14:tracePt t="129515" x="7415213" y="5630863"/>
          <p14:tracePt t="129525" x="7415213" y="5597525"/>
          <p14:tracePt t="129531" x="7415213" y="5589588"/>
          <p14:tracePt t="129541" x="7415213" y="5572125"/>
          <p14:tracePt t="129547" x="7415213" y="5556250"/>
          <p14:tracePt t="129557" x="7415213" y="5548313"/>
          <p14:tracePt t="129563" x="7431088" y="5530850"/>
          <p14:tracePt t="129580" x="7439025" y="5514975"/>
          <p14:tracePt t="129588" x="7456488" y="5514975"/>
          <p14:tracePt t="129596" x="7456488" y="5507038"/>
          <p14:tracePt t="129604" x="7472363" y="5507038"/>
          <p14:tracePt t="129612" x="7489825" y="5507038"/>
          <p14:tracePt t="129620" x="7497763" y="5507038"/>
          <p14:tracePt t="129628" x="7497763" y="5489575"/>
          <p14:tracePt t="129636" x="7539038" y="5489575"/>
          <p14:tracePt t="129644" x="7572375" y="5489575"/>
          <p14:tracePt t="129652" x="7597775" y="5489575"/>
          <p14:tracePt t="129660" x="7654925" y="5489575"/>
          <p14:tracePt t="129669" x="7754938" y="5473700"/>
          <p14:tracePt t="129676" x="7804150" y="5473700"/>
          <p14:tracePt t="129685" x="7837488" y="5473700"/>
          <p14:tracePt t="129693" x="7904163" y="5473700"/>
          <p14:tracePt t="129701" x="7986713" y="5473700"/>
          <p14:tracePt t="129709" x="8027988" y="5473700"/>
          <p14:tracePt t="129717" x="8086725" y="5473700"/>
          <p14:tracePt t="129725" x="8128000" y="5473700"/>
          <p14:tracePt t="129733" x="8153400" y="5473700"/>
          <p14:tracePt t="129741" x="8186738" y="5473700"/>
          <p14:tracePt t="129749" x="8194675" y="5473700"/>
          <p14:tracePt t="129758" x="8210550" y="5489575"/>
          <p14:tracePt t="129765" x="8228013" y="5489575"/>
          <p14:tracePt t="129775" x="8235950" y="5507038"/>
          <p14:tracePt t="129781" x="8235950" y="5514975"/>
          <p14:tracePt t="129791" x="8251825" y="5548313"/>
          <p14:tracePt t="129797" x="8251825" y="5556250"/>
          <p14:tracePt t="129808" x="8269288" y="5589588"/>
          <p14:tracePt t="129814" x="8269288" y="5613400"/>
          <p14:tracePt t="129824" x="8285163" y="5638800"/>
          <p14:tracePt t="129830" x="8285163" y="5688013"/>
          <p14:tracePt t="129841" x="8285163" y="5697538"/>
          <p14:tracePt t="129846" x="8285163" y="5738813"/>
          <p14:tracePt t="129857" x="8285163" y="5754688"/>
          <p14:tracePt t="129862" x="8293100" y="5780088"/>
          <p14:tracePt t="129874" x="8293100" y="5795963"/>
          <p14:tracePt t="129878" x="8293100" y="5813425"/>
          <p14:tracePt t="129891" x="8293100" y="5821363"/>
          <p14:tracePt t="129894" x="8293100" y="5837238"/>
          <p14:tracePt t="129908" x="8293100" y="5854700"/>
          <p14:tracePt t="129910" x="8293100" y="5862638"/>
          <p14:tracePt t="129924" x="8293100" y="5880100"/>
          <p14:tracePt t="129941" x="8293100" y="5895975"/>
          <p14:tracePt t="129960" x="8293100" y="5903913"/>
          <p14:tracePt t="129991" x="8293100" y="5921375"/>
          <p14:tracePt t="129999" x="8285163" y="5921375"/>
          <p14:tracePt t="130008" x="8285163" y="5937250"/>
          <p14:tracePt t="130024" x="8269288" y="5937250"/>
          <p14:tracePt t="130041" x="8251825" y="5937250"/>
          <p14:tracePt t="130048" x="8235950" y="5937250"/>
          <p14:tracePt t="130072" x="8228013" y="5937250"/>
          <p14:tracePt t="130112" x="8228013" y="5921375"/>
          <p14:tracePt t="130144" x="8228013" y="5903913"/>
          <p14:tracePt t="130193" x="8228013" y="5895975"/>
          <p14:tracePt t="130209" x="8235950" y="5895975"/>
          <p14:tracePt t="130217" x="8251825" y="5895975"/>
          <p14:tracePt t="130233" x="8269288" y="5895975"/>
          <p14:tracePt t="130250" x="8285163" y="5895975"/>
          <p14:tracePt t="130266" x="8293100" y="5895975"/>
          <p14:tracePt t="130274" x="8310563" y="5880100"/>
          <p14:tracePt t="130291" x="8326438" y="5880100"/>
          <p14:tracePt t="130314" x="8335963" y="5880100"/>
          <p14:tracePt t="130338" x="8351838" y="5862638"/>
          <p14:tracePt t="130395" x="8335963" y="5862638"/>
          <p14:tracePt t="130411" x="8326438" y="5862638"/>
          <p14:tracePt t="130419" x="8310563" y="5862638"/>
          <p14:tracePt t="130427" x="8293100" y="5854700"/>
          <p14:tracePt t="130435" x="8285163" y="5854700"/>
          <p14:tracePt t="130444" x="8269288" y="5854700"/>
          <p14:tracePt t="130451" x="8251825" y="5854700"/>
          <p14:tracePt t="130467" x="8235950" y="5837238"/>
          <p14:tracePt t="130476" x="8228013" y="5821363"/>
          <p14:tracePt t="130484" x="8210550" y="5821363"/>
          <p14:tracePt t="130492" x="8186738" y="5813425"/>
          <p14:tracePt t="130500" x="8186738" y="5795963"/>
          <p14:tracePt t="130508" x="8169275" y="5780088"/>
          <p14:tracePt t="130516" x="8153400" y="5772150"/>
          <p14:tracePt t="130532" x="8143875" y="5754688"/>
          <p14:tracePt t="130541" x="8143875" y="5738813"/>
          <p14:tracePt t="130557" x="8143875" y="5730875"/>
          <p14:tracePt t="130581" x="8143875" y="5713413"/>
          <p14:tracePt t="130613" x="8143875" y="5697538"/>
          <p14:tracePt t="130637" x="8143875" y="5688013"/>
          <p14:tracePt t="130677" x="8143875" y="5672138"/>
          <p14:tracePt t="130702" x="8143875" y="5656263"/>
          <p14:tracePt t="130710" x="8128000" y="5638800"/>
          <p14:tracePt t="130718" x="8112125" y="5638800"/>
          <p14:tracePt t="130726" x="8086725" y="5630863"/>
          <p14:tracePt t="130734" x="8069263" y="5613400"/>
          <p14:tracePt t="130742" x="8045450" y="5589588"/>
          <p14:tracePt t="130750" x="8004175" y="5572125"/>
          <p14:tracePt t="130758" x="7970838" y="5548313"/>
          <p14:tracePt t="130766" x="7945438" y="5530850"/>
          <p14:tracePt t="130774" x="7945438" y="5514975"/>
          <p14:tracePt t="130782" x="7929563" y="5507038"/>
          <p14:tracePt t="130791" x="7920038" y="5489575"/>
          <p14:tracePt t="130807" x="7904163" y="5489575"/>
          <p14:tracePt t="130904" x="7920038" y="5489575"/>
          <p14:tracePt t="130928" x="7929563" y="5489575"/>
          <p14:tracePt t="130944" x="7962900" y="5489575"/>
          <p14:tracePt t="130952" x="8004175" y="5489575"/>
          <p14:tracePt t="130960" x="8020050" y="5507038"/>
          <p14:tracePt t="130968" x="8069263" y="5507038"/>
          <p14:tracePt t="130976" x="8112125" y="5514975"/>
          <p14:tracePt t="130984" x="8153400" y="5530850"/>
          <p14:tracePt t="130992" x="8194675" y="5548313"/>
          <p14:tracePt t="131000" x="8228013" y="5548313"/>
          <p14:tracePt t="131009" x="8251825" y="5556250"/>
          <p14:tracePt t="131017" x="8269288" y="5556250"/>
          <p14:tracePt t="131025" x="8285163" y="5572125"/>
          <p14:tracePt t="131049" x="8293100" y="5572125"/>
          <p14:tracePt t="131058" x="8293100" y="5589588"/>
          <p14:tracePt t="131081" x="8293100" y="5597525"/>
          <p14:tracePt t="131106" x="8293100" y="5613400"/>
          <p14:tracePt t="131121" x="8285163" y="5630863"/>
          <p14:tracePt t="131130" x="8285163" y="5638800"/>
          <p14:tracePt t="131138" x="8269288" y="5638800"/>
          <p14:tracePt t="131146" x="8269288" y="5656263"/>
          <p14:tracePt t="131154" x="8251825" y="5672138"/>
          <p14:tracePt t="131162" x="8235950" y="5688013"/>
          <p14:tracePt t="131170" x="8228013" y="5688013"/>
          <p14:tracePt t="131178" x="8228013" y="5697538"/>
          <p14:tracePt t="131186" x="8210550" y="5697538"/>
          <p14:tracePt t="131194" x="8194675" y="5713413"/>
          <p14:tracePt t="131202" x="8186738" y="5713413"/>
          <p14:tracePt t="131210" x="8169275" y="5730875"/>
          <p14:tracePt t="131218" x="8153400" y="5730875"/>
          <p14:tracePt t="131315" x="8169275" y="5713413"/>
          <p14:tracePt t="131324" x="8186738" y="5713413"/>
          <p14:tracePt t="131331" x="8194675" y="5697538"/>
          <p14:tracePt t="131342" x="8210550" y="5697538"/>
          <p14:tracePt t="131348" x="8235950" y="5688013"/>
          <p14:tracePt t="131357" x="8285163" y="5688013"/>
          <p14:tracePt t="131364" x="8310563" y="5688013"/>
          <p14:tracePt t="131373" x="8335963" y="5688013"/>
          <p14:tracePt t="131380" x="8351838" y="5688013"/>
          <p14:tracePt t="131388" x="8377238" y="5688013"/>
          <p14:tracePt t="131396" x="8393113" y="5688013"/>
          <p14:tracePt t="131404" x="8410575" y="5688013"/>
          <p14:tracePt t="131428" x="8418513" y="5688013"/>
          <p14:tracePt t="131485" x="8418513" y="5697538"/>
          <p14:tracePt t="131517" x="8410575" y="5713413"/>
          <p14:tracePt t="131525" x="8393113" y="5713413"/>
          <p14:tracePt t="131541" x="8377238" y="5713413"/>
          <p14:tracePt t="131550" x="8369300" y="5713413"/>
          <p14:tracePt t="131558" x="8335963" y="5713413"/>
          <p14:tracePt t="131566" x="8326438" y="5713413"/>
          <p14:tracePt t="131582" x="8293100" y="5713413"/>
          <p14:tracePt t="131594" x="8285163" y="5697538"/>
          <p14:tracePt t="131598" x="8251825" y="5672138"/>
          <p14:tracePt t="131608" x="8228013" y="5638800"/>
          <p14:tracePt t="131614" x="8210550" y="5638800"/>
          <p14:tracePt t="131623" x="8186738" y="5597525"/>
          <p14:tracePt t="131630" x="8153400" y="5572125"/>
          <p14:tracePt t="131638" x="8143875" y="5548313"/>
          <p14:tracePt t="131647" x="8128000" y="5507038"/>
          <p14:tracePt t="131655" x="8102600" y="5489575"/>
          <p14:tracePt t="131663" x="8086725" y="5448300"/>
          <p14:tracePt t="131671" x="8069263" y="5407025"/>
          <p14:tracePt t="131679" x="8061325" y="5389563"/>
          <p14:tracePt t="131687" x="8045450" y="5348288"/>
          <p14:tracePt t="131695" x="8045450" y="5332413"/>
          <p14:tracePt t="131703" x="8045450" y="5307013"/>
          <p14:tracePt t="131711" x="8027988" y="5281613"/>
          <p14:tracePt t="131727" x="8027988" y="5265738"/>
          <p14:tracePt t="131735" x="8027988" y="5249863"/>
          <p14:tracePt t="131751" x="8027988" y="5240338"/>
          <p14:tracePt t="131767" x="8027988" y="5224463"/>
          <p14:tracePt t="131784" x="8045450" y="5224463"/>
          <p14:tracePt t="131792" x="8061325" y="5224463"/>
          <p14:tracePt t="131808" x="8086725" y="5224463"/>
          <p14:tracePt t="131816" x="8128000" y="5224463"/>
          <p14:tracePt t="131824" x="8169275" y="5224463"/>
          <p14:tracePt t="131832" x="8210550" y="5224463"/>
          <p14:tracePt t="131841" x="8335963" y="5224463"/>
          <p14:tracePt t="131848" x="8369300" y="5224463"/>
          <p14:tracePt t="131858" x="8451850" y="5224463"/>
          <p14:tracePt t="131864" x="8518525" y="5224463"/>
          <p14:tracePt t="131874" x="8593138" y="5224463"/>
          <p14:tracePt t="131881" x="8658225" y="5224463"/>
          <p14:tracePt t="131888" x="8724900" y="5224463"/>
          <p14:tracePt t="131897" x="8783638" y="5224463"/>
          <p14:tracePt t="131905" x="8840788" y="5240338"/>
          <p14:tracePt t="131913" x="8882063" y="5265738"/>
          <p14:tracePt t="131921" x="8907463" y="5281613"/>
          <p14:tracePt t="131929" x="8948738" y="5291138"/>
          <p14:tracePt t="131937" x="8966200" y="5307013"/>
          <p14:tracePt t="131945" x="8982075" y="5332413"/>
          <p14:tracePt t="131953" x="8990013" y="5348288"/>
          <p14:tracePt t="131961" x="9007475" y="5365750"/>
          <p14:tracePt t="131969" x="9023350" y="5389563"/>
          <p14:tracePt t="131978" x="9023350" y="5407025"/>
          <p14:tracePt t="131986" x="9031288" y="5407025"/>
          <p14:tracePt t="131994" x="9031288" y="5432425"/>
          <p14:tracePt t="132002" x="9031288" y="5448300"/>
          <p14:tracePt t="132010" x="9031288" y="5464175"/>
          <p14:tracePt t="132018" x="9031288" y="5473700"/>
          <p14:tracePt t="132034" x="9031288" y="5489575"/>
          <p14:tracePt t="132042" x="9031288" y="5507038"/>
          <p14:tracePt t="132058" x="9031288" y="5514975"/>
          <p14:tracePt t="132066" x="9031288" y="5530850"/>
          <p14:tracePt t="132075" x="9031288" y="5548313"/>
          <p14:tracePt t="132082" x="9023350" y="5556250"/>
          <p14:tracePt t="132091" x="9007475" y="5572125"/>
          <p14:tracePt t="132099" x="8990013" y="5572125"/>
          <p14:tracePt t="132108" x="8982075" y="5597525"/>
          <p14:tracePt t="132115" x="8966200" y="5613400"/>
          <p14:tracePt t="132124" x="8948738" y="5630863"/>
          <p14:tracePt t="132131" x="8940800" y="5638800"/>
          <p14:tracePt t="132140" x="8907463" y="5656263"/>
          <p14:tracePt t="132147" x="8882063" y="5688013"/>
          <p14:tracePt t="132155" x="8858250" y="5697538"/>
          <p14:tracePt t="132163" x="8824913" y="5730875"/>
          <p14:tracePt t="132171" x="8799513" y="5754688"/>
          <p14:tracePt t="132179" x="8758238" y="5772150"/>
          <p14:tracePt t="132187" x="8724900" y="5795963"/>
          <p14:tracePt t="132196" x="8699500" y="5813425"/>
          <p14:tracePt t="132204" x="8675688" y="5837238"/>
          <p14:tracePt t="132212" x="8634413" y="5862638"/>
          <p14:tracePt t="132220" x="8616950" y="5880100"/>
          <p14:tracePt t="132228" x="8593138" y="5880100"/>
          <p14:tracePt t="132236" x="8559800" y="5895975"/>
          <p14:tracePt t="132252" x="8550275" y="5903913"/>
          <p14:tracePt t="132260" x="8534400" y="5903913"/>
          <p14:tracePt t="132276" x="8518525" y="5903913"/>
          <p14:tracePt t="132308" x="8518525" y="5895975"/>
          <p14:tracePt t="132324" x="8518525" y="5880100"/>
          <p14:tracePt t="132333" x="8518525" y="5862638"/>
          <p14:tracePt t="132341" x="8518525" y="5854700"/>
          <p14:tracePt t="132349" x="8518525" y="5837238"/>
          <p14:tracePt t="132357" x="8518525" y="5821363"/>
          <p14:tracePt t="132365" x="8518525" y="5813425"/>
          <p14:tracePt t="132374" x="8518525" y="5795963"/>
          <p14:tracePt t="132381" x="8518525" y="5780088"/>
          <p14:tracePt t="132391" x="8518525" y="5754688"/>
          <p14:tracePt t="132407" x="8518525" y="5738813"/>
          <p14:tracePt t="132414" x="8518525" y="5713413"/>
          <p14:tracePt t="132422" x="8518525" y="5697538"/>
          <p14:tracePt t="132430" x="8518525" y="5688013"/>
          <p14:tracePt t="132446" x="8518525" y="5672138"/>
          <p14:tracePt t="132454" x="8518525" y="5656263"/>
          <p14:tracePt t="132470" x="8518525" y="5638800"/>
          <p14:tracePt t="132478" x="8518525" y="5630863"/>
          <p14:tracePt t="132494" x="8518525" y="5613400"/>
          <p14:tracePt t="132502" x="8534400" y="5613400"/>
          <p14:tracePt t="132518" x="8534400" y="5597525"/>
          <p14:tracePt t="132526" x="8550275" y="5597525"/>
          <p14:tracePt t="132542" x="8559800" y="5589588"/>
          <p14:tracePt t="132551" x="8575675" y="5589588"/>
          <p14:tracePt t="132559" x="8616950" y="5572125"/>
          <p14:tracePt t="132567" x="8675688" y="5556250"/>
          <p14:tracePt t="132575" x="8742363" y="5530850"/>
          <p14:tracePt t="132583" x="8840788" y="5507038"/>
          <p14:tracePt t="132594" x="8940800" y="5489575"/>
          <p14:tracePt t="132599" x="9048750" y="5464175"/>
          <p14:tracePt t="132608" x="9148763" y="5448300"/>
          <p14:tracePt t="132615" x="9205913" y="5432425"/>
          <p14:tracePt t="132624" x="9297988" y="5422900"/>
          <p14:tracePt t="132631" x="9372600" y="5407025"/>
          <p14:tracePt t="132641" x="9429750" y="5407025"/>
          <p14:tracePt t="132647" x="9480550" y="5389563"/>
          <p14:tracePt t="132657" x="9496425" y="5373688"/>
          <p14:tracePt t="132664" x="9521825" y="5373688"/>
          <p14:tracePt t="132674" x="9537700" y="5373688"/>
          <p14:tracePt t="132680" x="9555163" y="5365750"/>
          <p14:tracePt t="132752" x="9537700" y="5348288"/>
          <p14:tracePt t="132769" x="9521825" y="5332413"/>
          <p14:tracePt t="132777" x="9512300" y="5332413"/>
          <p14:tracePt t="132785" x="9480550" y="5324475"/>
          <p14:tracePt t="132793" x="9471025" y="5307013"/>
          <p14:tracePt t="132801" x="9437688" y="5291138"/>
          <p14:tracePt t="132809" x="9413875" y="5281613"/>
          <p14:tracePt t="132817" x="9372600" y="5240338"/>
          <p14:tracePt t="132825" x="9355138" y="5224463"/>
          <p14:tracePt t="132833" x="9331325" y="5183188"/>
          <p14:tracePt t="132841" x="9297988" y="5157788"/>
          <p14:tracePt t="132849" x="9288463" y="5141913"/>
          <p14:tracePt t="132858" x="9272588" y="5124450"/>
          <p14:tracePt t="132865" x="9256713" y="5108575"/>
          <p14:tracePt t="132874" x="9247188" y="5083175"/>
          <p14:tracePt t="132906" x="9247188" y="5067300"/>
          <p14:tracePt t="132938" x="9256713" y="5067300"/>
          <p14:tracePt t="132962" x="9272588" y="5067300"/>
          <p14:tracePt t="132979" x="9288463" y="5067300"/>
          <p14:tracePt t="132987" x="9288463" y="5057775"/>
          <p14:tracePt t="133003" x="9297988" y="5057775"/>
          <p14:tracePt t="133019" x="9297988" y="5041900"/>
          <p14:tracePt t="133035" x="9297988" y="5026025"/>
          <p14:tracePt t="133043" x="9297988" y="5016500"/>
          <p14:tracePt t="133051" x="9297988" y="5000625"/>
          <p14:tracePt t="133059" x="9297988" y="4983163"/>
          <p14:tracePt t="133067" x="9297988" y="4959350"/>
          <p14:tracePt t="133075" x="9297988" y="4941888"/>
          <p14:tracePt t="133084" x="9297988" y="4900613"/>
          <p14:tracePt t="133092" x="9297988" y="4843463"/>
          <p14:tracePt t="133100" x="9297988" y="4818063"/>
          <p14:tracePt t="133108" x="9297988" y="4759325"/>
          <p14:tracePt t="133116" x="9297988" y="4710113"/>
          <p14:tracePt t="133124" x="9297988" y="4668838"/>
          <p14:tracePt t="133132" x="9297988" y="4635500"/>
          <p14:tracePt t="133141" x="9297988" y="4594225"/>
          <p14:tracePt t="133148" x="9313863" y="4576763"/>
          <p14:tracePt t="133164" x="9313863" y="4568825"/>
          <p14:tracePt t="133174" x="9331325" y="4552950"/>
          <p14:tracePt t="133190" x="9339263" y="4552950"/>
          <p14:tracePt t="133205" x="9355138" y="4552950"/>
          <p14:tracePt t="133213" x="9388475" y="4552950"/>
          <p14:tracePt t="133221" x="9396413" y="4552950"/>
          <p14:tracePt t="133229" x="9429750" y="4552950"/>
          <p14:tracePt t="133237" x="9455150" y="4552950"/>
          <p14:tracePt t="133245" x="9512300" y="4552950"/>
          <p14:tracePt t="133253" x="9563100" y="4552950"/>
          <p14:tracePt t="133261" x="9663113" y="4576763"/>
          <p14:tracePt t="133269" x="9678988" y="4594225"/>
          <p14:tracePt t="133277" x="9761538" y="4627563"/>
          <p14:tracePt t="133286" x="9802813" y="4635500"/>
          <p14:tracePt t="133293" x="9861550" y="4676775"/>
          <p14:tracePt t="133302" x="9918700" y="4694238"/>
          <p14:tracePt t="133310" x="9969500" y="4718050"/>
          <p14:tracePt t="133318" x="10026650" y="4735513"/>
          <p14:tracePt t="133326" x="10044113" y="4751388"/>
          <p14:tracePt t="133334" x="10085388" y="4759325"/>
          <p14:tracePt t="133342" x="10093325" y="4759325"/>
          <p14:tracePt t="133350" x="10110788" y="4776788"/>
          <p14:tracePt t="133358" x="10126663" y="4792663"/>
          <p14:tracePt t="133366" x="10134600" y="4792663"/>
          <p14:tracePt t="133382" x="10152063" y="4792663"/>
          <p14:tracePt t="133391" x="10152063" y="4802188"/>
          <p14:tracePt t="133447" x="10134600" y="4802188"/>
          <p14:tracePt t="133455" x="10110788" y="4802188"/>
          <p14:tracePt t="133463" x="10093325" y="4802188"/>
          <p14:tracePt t="133471" x="10052050" y="4802188"/>
          <p14:tracePt t="133479" x="10010775" y="4802188"/>
          <p14:tracePt t="133487" x="9969500" y="4802188"/>
          <p14:tracePt t="133495" x="9918700" y="4802188"/>
          <p14:tracePt t="133503" x="9886950" y="4802188"/>
          <p14:tracePt t="133512" x="9844088" y="4802188"/>
          <p14:tracePt t="133520" x="9820275" y="4802188"/>
          <p14:tracePt t="133528" x="9802813" y="4802188"/>
          <p14:tracePt t="133536" x="9779000" y="4802188"/>
          <p14:tracePt t="133544" x="9779000" y="4792663"/>
          <p14:tracePt t="133560" x="9779000" y="4776788"/>
          <p14:tracePt t="133568" x="9779000" y="4759325"/>
          <p14:tracePt t="133594" x="9779000" y="4751388"/>
          <p14:tracePt t="133608" x="9786938" y="4751388"/>
          <p14:tracePt t="133616" x="9802813" y="4751388"/>
          <p14:tracePt t="133625" x="9861550" y="4751388"/>
          <p14:tracePt t="133633" x="9928225" y="4751388"/>
          <p14:tracePt t="133641" x="10002838" y="4751388"/>
          <p14:tracePt t="133649" x="10093325" y="4751388"/>
          <p14:tracePt t="133658" x="10167938" y="4751388"/>
          <p14:tracePt t="133665" x="10226675" y="4759325"/>
          <p14:tracePt t="133674" x="10317163" y="4759325"/>
          <p14:tracePt t="133681" x="10391775" y="4792663"/>
          <p14:tracePt t="133691" x="10450513" y="4818063"/>
          <p14:tracePt t="133698" x="10475913" y="4833938"/>
          <p14:tracePt t="133707" x="10517188" y="4843463"/>
          <p14:tracePt t="133713" x="10533063" y="4859338"/>
          <p14:tracePt t="133721" x="10541000" y="4876800"/>
          <p14:tracePt t="133738" x="10541000" y="4892675"/>
          <p14:tracePt t="133762" x="10541000" y="4900613"/>
          <p14:tracePt t="133770" x="10499725" y="4900613"/>
          <p14:tracePt t="133778" x="10375900" y="4933950"/>
          <p14:tracePt t="133786" x="10026650" y="4975225"/>
          <p14:tracePt t="133794" x="9521825" y="5026025"/>
          <p14:tracePt t="133802" x="8824913" y="5141913"/>
          <p14:tracePt t="133810" x="7920038" y="5249863"/>
          <p14:tracePt t="133818" x="7472363" y="5307013"/>
          <p14:tracePt t="133826" x="6651625" y="5422900"/>
          <p14:tracePt t="133835" x="5880100" y="5530850"/>
          <p14:tracePt t="133842" x="5192713" y="5638800"/>
          <p14:tracePt t="133851" x="4967288" y="5672138"/>
          <p14:tracePt t="133859" x="4529138" y="5754688"/>
          <p14:tracePt t="133867" x="4171950" y="5813425"/>
          <p14:tracePt t="133875" x="3865563" y="5880100"/>
          <p14:tracePt t="133883" x="3616325" y="5921375"/>
          <p14:tracePt t="133891" x="3425825" y="5962650"/>
          <p14:tracePt t="133899" x="3243263" y="5995988"/>
          <p14:tracePt t="133908" x="3184525" y="6003925"/>
          <p14:tracePt t="133915" x="3068638" y="6019800"/>
          <p14:tracePt t="133925" x="2986088" y="6037263"/>
          <p14:tracePt t="133931" x="2919413" y="6045200"/>
          <p14:tracePt t="133941" x="2894013" y="6062663"/>
          <p14:tracePt t="133947" x="2878138" y="6062663"/>
          <p14:tracePt t="133958" x="2860675" y="6062663"/>
          <p14:tracePt t="134012" x="2878138" y="6062663"/>
          <p14:tracePt t="134020" x="2935288" y="6062663"/>
          <p14:tracePt t="134028" x="3001963" y="6062663"/>
          <p14:tracePt t="134037" x="3086100" y="6062663"/>
          <p14:tracePt t="134045" x="3109913" y="6062663"/>
          <p14:tracePt t="134052" x="3184525" y="6062663"/>
          <p14:tracePt t="134060" x="3243263" y="6062663"/>
          <p14:tracePt t="134069" x="3284538" y="6062663"/>
          <p14:tracePt t="134077" x="3309938" y="6062663"/>
          <p14:tracePt t="134085" x="3333750" y="6062663"/>
          <p14:tracePt t="134093" x="3351213" y="6062663"/>
          <p14:tracePt t="134109" x="3351213" y="6045200"/>
          <p14:tracePt t="134117" x="3367088" y="6045200"/>
          <p14:tracePt t="134125" x="3367088" y="6037263"/>
          <p14:tracePt t="134133" x="3367088" y="6019800"/>
          <p14:tracePt t="134141" x="3367088" y="6003925"/>
          <p14:tracePt t="134149" x="3367088" y="5995988"/>
          <p14:tracePt t="134158" x="3367088" y="5962650"/>
          <p14:tracePt t="134166" x="3367088" y="5954713"/>
          <p14:tracePt t="134174" x="3367088" y="5921375"/>
          <p14:tracePt t="134182" x="3367088" y="5895975"/>
          <p14:tracePt t="134191" x="3367088" y="5880100"/>
          <p14:tracePt t="134198" x="3367088" y="5862638"/>
          <p14:tracePt t="134207" x="3367088" y="5837238"/>
          <p14:tracePt t="134214" x="3367088" y="5821363"/>
          <p14:tracePt t="134223" x="3367088" y="5813425"/>
          <p14:tracePt t="134230" x="3367088" y="5795963"/>
          <p14:tracePt t="134238" x="3367088" y="5772150"/>
          <p14:tracePt t="134246" x="3367088" y="5754688"/>
          <p14:tracePt t="134254" x="3375025" y="5730875"/>
          <p14:tracePt t="134263" x="3375025" y="5713413"/>
          <p14:tracePt t="134270" x="3392488" y="5688013"/>
          <p14:tracePt t="134279" x="3392488" y="5656263"/>
          <p14:tracePt t="134286" x="3392488" y="5638800"/>
          <p14:tracePt t="134295" x="3392488" y="5613400"/>
          <p14:tracePt t="134303" x="3392488" y="5589588"/>
          <p14:tracePt t="134311" x="3392488" y="5572125"/>
          <p14:tracePt t="134319" x="3392488" y="5548313"/>
          <p14:tracePt t="134327" x="3392488" y="5514975"/>
          <p14:tracePt t="134335" x="3392488" y="5507038"/>
          <p14:tracePt t="134343" x="3408363" y="5473700"/>
          <p14:tracePt t="134351" x="3408363" y="5464175"/>
          <p14:tracePt t="134359" x="3408363" y="5448300"/>
          <p14:tracePt t="134367" x="3408363" y="5432425"/>
          <p14:tracePt t="134375" x="3425825" y="5422900"/>
          <p14:tracePt t="134383" x="3425825" y="5407025"/>
          <p14:tracePt t="134408" x="3425825" y="5389563"/>
          <p14:tracePt t="134424" x="3433763" y="5389563"/>
          <p14:tracePt t="134432" x="3433763" y="5373688"/>
          <p14:tracePt t="134448" x="3449638" y="5365750"/>
          <p14:tracePt t="134458" x="3449638" y="5348288"/>
          <p14:tracePt t="134464" x="3467100" y="5332413"/>
          <p14:tracePt t="134474" x="3467100" y="5324475"/>
          <p14:tracePt t="134480" x="3475038" y="5324475"/>
          <p14:tracePt t="134488" x="3475038" y="5307013"/>
          <p14:tracePt t="134505" x="3492500" y="5291138"/>
          <p14:tracePt t="134537" x="3492500" y="5281613"/>
          <p14:tracePt t="134577" x="3492500" y="5265738"/>
          <p14:tracePt t="134714" x="3492500" y="5249863"/>
          <p14:tracePt t="134803" x="3508375" y="5249863"/>
          <p14:tracePt t="134811" x="3516313" y="5249863"/>
          <p14:tracePt t="134820" x="3533775" y="5249863"/>
          <p14:tracePt t="134828" x="3557588" y="5249863"/>
          <p14:tracePt t="134836" x="3575050" y="5249863"/>
          <p14:tracePt t="134844" x="3616325" y="5249863"/>
          <p14:tracePt t="134852" x="3641725" y="5249863"/>
          <p14:tracePt t="134860" x="3690938" y="5249863"/>
          <p14:tracePt t="134868" x="3732213" y="5249863"/>
          <p14:tracePt t="134876" x="3773488" y="5249863"/>
          <p14:tracePt t="134884" x="3822700" y="5249863"/>
          <p14:tracePt t="134892" x="3881438" y="5249863"/>
          <p14:tracePt t="134900" x="3940175" y="5249863"/>
          <p14:tracePt t="134908" x="3997325" y="5249863"/>
          <p14:tracePt t="134917" x="4038600" y="5249863"/>
          <p14:tracePt t="134925" x="4122738" y="5249863"/>
          <p14:tracePt t="134933" x="4164013" y="5249863"/>
          <p14:tracePt t="134941" x="4205288" y="5249863"/>
          <p14:tracePt t="134949" x="4229100" y="5249863"/>
          <p14:tracePt t="134957" x="4271963" y="5249863"/>
          <p14:tracePt t="134965" x="4305300" y="5249863"/>
          <p14:tracePt t="134975" x="4313238" y="5249863"/>
          <p14:tracePt t="134981" x="4329113" y="5249863"/>
          <p14:tracePt t="134991" x="4346575" y="5249863"/>
          <p14:tracePt t="134997" x="4354513" y="5249863"/>
          <p14:tracePt t="135021" x="4370388" y="5249863"/>
          <p14:tracePt t="135045" x="4387850" y="5249863"/>
          <p14:tracePt t="135094" x="4395788" y="5249863"/>
          <p14:tracePt t="135118" x="4411663" y="5249863"/>
          <p14:tracePt t="135142" x="4429125" y="5249863"/>
          <p14:tracePt t="135158" x="4437063" y="5249863"/>
          <p14:tracePt t="135175" x="4454525" y="5249863"/>
          <p14:tracePt t="135191" x="4470400" y="5240338"/>
          <p14:tracePt t="135199" x="4486275" y="5240338"/>
          <p14:tracePt t="135208" x="4495800" y="5240338"/>
          <p14:tracePt t="135215" x="4511675" y="5240338"/>
          <p14:tracePt t="135224" x="4529138" y="5240338"/>
          <p14:tracePt t="135231" x="4552950" y="5240338"/>
          <p14:tracePt t="135241" x="4570413" y="5240338"/>
          <p14:tracePt t="135248" x="4611688" y="5240338"/>
          <p14:tracePt t="135257" x="4635500" y="5240338"/>
          <p14:tracePt t="135264" x="4660900" y="5240338"/>
          <p14:tracePt t="135273" x="4702175" y="5240338"/>
          <p14:tracePt t="135280" x="4735513" y="5240338"/>
          <p14:tracePt t="135288" x="4776788" y="5240338"/>
          <p14:tracePt t="135296" x="4794250" y="5240338"/>
          <p14:tracePt t="135304" x="4835525" y="5240338"/>
          <p14:tracePt t="135312" x="4860925" y="5240338"/>
          <p14:tracePt t="135320" x="4876800" y="5240338"/>
          <p14:tracePt t="135328" x="4884738" y="5240338"/>
          <p14:tracePt t="135336" x="4902200" y="5240338"/>
          <p14:tracePt t="135345" x="4918075" y="5240338"/>
          <p14:tracePt t="135369" x="4926013" y="5240338"/>
          <p14:tracePt t="135571" x="4943475" y="5240338"/>
          <p14:tracePt t="135579" x="4959350" y="5240338"/>
          <p14:tracePt t="135587" x="4967288" y="5240338"/>
          <p14:tracePt t="135596" x="5000625" y="5240338"/>
          <p14:tracePt t="135603" x="5026025" y="5240338"/>
          <p14:tracePt t="135611" x="5067300" y="5240338"/>
          <p14:tracePt t="135619" x="5100638" y="5240338"/>
          <p14:tracePt t="135627" x="5141913" y="5240338"/>
          <p14:tracePt t="135635" x="5183188" y="5240338"/>
          <p14:tracePt t="135643" x="5192713" y="5240338"/>
          <p14:tracePt t="135651" x="5224463" y="5240338"/>
          <p14:tracePt t="135659" x="5233988" y="5240338"/>
          <p14:tracePt t="135667" x="5267325" y="5240338"/>
          <p14:tracePt t="135675" x="5275263" y="5240338"/>
          <p14:tracePt t="135691" x="5291138" y="5240338"/>
          <p14:tracePt t="135708" x="5308600" y="5240338"/>
          <p14:tracePt t="135829" x="5324475" y="5240338"/>
          <p14:tracePt t="135837" x="5332413" y="5240338"/>
          <p14:tracePt t="135845" x="5349875" y="5240338"/>
          <p14:tracePt t="135853" x="5391150" y="5240338"/>
          <p14:tracePt t="135861" x="5416550" y="5249863"/>
          <p14:tracePt t="135869" x="5457825" y="5249863"/>
          <p14:tracePt t="135877" x="5532438" y="5249863"/>
          <p14:tracePt t="135885" x="5599113" y="5249863"/>
          <p14:tracePt t="135893" x="5673725" y="5249863"/>
          <p14:tracePt t="135902" x="5764213" y="5249863"/>
          <p14:tracePt t="135909" x="5897563" y="5249863"/>
          <p14:tracePt t="135917" x="6021388" y="5249863"/>
          <p14:tracePt t="135926" x="6088063" y="5249863"/>
          <p14:tracePt t="135934" x="6186488" y="5249863"/>
          <p14:tracePt t="135942" x="6286500" y="5249863"/>
          <p14:tracePt t="135950" x="6353175" y="5249863"/>
          <p14:tracePt t="135958" x="6411913" y="5249863"/>
          <p14:tracePt t="135966" x="6469063" y="5249863"/>
          <p14:tracePt t="135974" x="6494463" y="5249863"/>
          <p14:tracePt t="135982" x="6518275" y="5265738"/>
          <p14:tracePt t="135991" x="6535738" y="5265738"/>
          <p14:tracePt t="135998" x="6551613" y="5265738"/>
          <p14:tracePt t="136007" x="6561138" y="5265738"/>
          <p14:tracePt t="136014" x="6577013" y="5265738"/>
          <p14:tracePt t="136024" x="6592888" y="5265738"/>
          <p14:tracePt t="136031" x="6618288" y="5265738"/>
          <p14:tracePt t="136041" x="6651625" y="5281613"/>
          <p14:tracePt t="136047" x="6659563" y="5281613"/>
          <p14:tracePt t="136058" x="6692900" y="5281613"/>
          <p14:tracePt t="136063" x="6718300" y="5281613"/>
          <p14:tracePt t="136074" x="6743700" y="5281613"/>
          <p14:tracePt t="136079" x="6784975" y="5281613"/>
          <p14:tracePt t="136091" x="6800850" y="5281613"/>
          <p14:tracePt t="136095" x="6826250" y="5281613"/>
          <p14:tracePt t="136108" x="6859588" y="5281613"/>
          <p14:tracePt t="136111" x="6867525" y="5281613"/>
          <p14:tracePt t="136124" x="6900863" y="5291138"/>
          <p14:tracePt t="136127" x="6916738" y="5291138"/>
          <p14:tracePt t="136141" x="6924675" y="5291138"/>
          <p14:tracePt t="136144" x="6942138" y="5291138"/>
          <p14:tracePt t="136158" x="6958013" y="5291138"/>
          <p14:tracePt t="136161" x="6967538" y="5291138"/>
          <p14:tracePt t="136174" x="6983413" y="5291138"/>
          <p14:tracePt t="136191" x="6999288" y="5291138"/>
          <p14:tracePt t="136207" x="7008813" y="5291138"/>
          <p14:tracePt t="136216" x="7024688" y="5291138"/>
          <p14:tracePt t="136232" x="7042150" y="5291138"/>
          <p14:tracePt t="136241" x="7050088" y="5291138"/>
          <p14:tracePt t="136258" x="7065963" y="5291138"/>
          <p14:tracePt t="136265" x="7083425" y="5291138"/>
          <p14:tracePt t="136274" x="7091363" y="5307013"/>
          <p14:tracePt t="136281" x="7124700" y="5307013"/>
          <p14:tracePt t="136291" x="7132638" y="5307013"/>
          <p14:tracePt t="136297" x="7165975" y="5307013"/>
          <p14:tracePt t="136305" x="7191375" y="5307013"/>
          <p14:tracePt t="136313" x="7207250" y="5324475"/>
          <p14:tracePt t="136321" x="7248525" y="5324475"/>
          <p14:tracePt t="136329" x="7265988" y="5332413"/>
          <p14:tracePt t="136337" x="7307263" y="5332413"/>
          <p14:tracePt t="136346" x="7315200" y="5348288"/>
          <p14:tracePt t="136353" x="7356475" y="5365750"/>
          <p14:tracePt t="136362" x="7397750" y="5373688"/>
          <p14:tracePt t="136370" x="7415213" y="5389563"/>
          <p14:tracePt t="136378" x="7456488" y="5422900"/>
          <p14:tracePt t="136386" x="7472363" y="5432425"/>
          <p14:tracePt t="136394" x="7513638" y="5448300"/>
          <p14:tracePt t="136402" x="7539038" y="5473700"/>
          <p14:tracePt t="136410" x="7556500" y="5489575"/>
          <p14:tracePt t="136418" x="7580313" y="5514975"/>
          <p14:tracePt t="136426" x="7613650" y="5548313"/>
          <p14:tracePt t="136434" x="7639050" y="5572125"/>
          <p14:tracePt t="136442" x="7654925" y="5589588"/>
          <p14:tracePt t="136450" x="7662863" y="5613400"/>
          <p14:tracePt t="136459" x="7680325" y="5672138"/>
          <p14:tracePt t="136677" x="7696200" y="5672138"/>
          <p14:tracePt t="136685" x="7762875" y="5672138"/>
          <p14:tracePt t="136693" x="7862888" y="5672138"/>
          <p14:tracePt t="136701" x="7962900" y="5672138"/>
          <p14:tracePt t="136709" x="8061325" y="5688013"/>
          <p14:tracePt t="136717" x="8128000" y="5697538"/>
          <p14:tracePt t="136725" x="8194675" y="5697538"/>
          <p14:tracePt t="136733" x="8351838" y="5738813"/>
          <p14:tracePt t="136741" x="8410575" y="5754688"/>
          <p14:tracePt t="136749" x="8501063" y="5772150"/>
          <p14:tracePt t="136758" x="8593138" y="5780088"/>
          <p14:tracePt t="136765" x="8642350" y="5780088"/>
          <p14:tracePt t="136774" x="8683625" y="5795963"/>
          <p14:tracePt t="136782" x="8699500" y="5813425"/>
          <p14:tracePt t="136791" x="8716963" y="5813425"/>
          <p14:tracePt t="136798" x="8724900" y="5813425"/>
          <p14:tracePt t="136814" x="8742363" y="5813425"/>
          <p14:tracePt t="136975" x="8742363" y="5795963"/>
          <p14:tracePt t="137185" x="8742363" y="5813425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62F57-EEC7-8B73-FDDB-C72F0AC0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 REINFORCE Estimations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FBAACBC-5267-E190-D1FA-0D1B5F438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discrete action space </a:t>
                </a:r>
                <a14:m>
                  <m:oMath xmlns:m="http://schemas.openxmlformats.org/officeDocument/2006/math">
                    <m:r>
                      <a:rPr lang="en-US" sz="180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Monte Carlo (MC) sampling 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replacement: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1800" b="0" noProof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 without replacement using the Gumbel-Top-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trick (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priority sampling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180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noProof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800" b="0" i="1" noProof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theorem shows that the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priority sampling estimator is unbiased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result is further used for proving the </a:t>
                </a:r>
                <a:r>
                  <a:rPr lang="en-US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unbiasedness of REINFORCE without Replacement</a:t>
                </a: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FBAACBC-5267-E190-D1FA-0D1B5F438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音訊 14">
            <a:extLst>
              <a:ext uri="{FF2B5EF4-FFF2-40B4-BE49-F238E27FC236}">
                <a16:creationId xmlns:a16="http://schemas.microsoft.com/office/drawing/2014/main" id="{4E8B4C95-542A-F193-9362-F8D9DD18F7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500"/>
    </mc:Choice>
    <mc:Fallback xmlns="">
      <p:transition spd="slow" advTm="11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76" x="8724900" y="5795963"/>
          <p14:tracePt t="784" x="8601075" y="5656263"/>
          <p14:tracePt t="792" x="8393113" y="5422900"/>
          <p14:tracePt t="800" x="8143875" y="5141913"/>
          <p14:tracePt t="808" x="7821613" y="4759325"/>
          <p14:tracePt t="816" x="7497763" y="4370388"/>
          <p14:tracePt t="824" x="7124700" y="3938588"/>
          <p14:tracePt t="832" x="6958013" y="3773488"/>
          <p14:tracePt t="841" x="6651625" y="3433763"/>
          <p14:tracePt t="848" x="6386513" y="3117850"/>
          <p14:tracePt t="858" x="6162675" y="2852738"/>
          <p14:tracePt t="864" x="5980113" y="2595563"/>
          <p14:tracePt t="874" x="5805488" y="2330450"/>
          <p14:tracePt t="880" x="5697538" y="2139950"/>
          <p14:tracePt t="890" x="5573713" y="1939925"/>
          <p14:tracePt t="897" x="5473700" y="1733550"/>
          <p14:tracePt t="905" x="5373688" y="1566863"/>
          <p14:tracePt t="913" x="5324475" y="1450975"/>
          <p14:tracePt t="921" x="5224463" y="1285875"/>
          <p14:tracePt t="929" x="5167313" y="1160463"/>
          <p14:tracePt t="937" x="5126038" y="1103313"/>
          <p14:tracePt t="945" x="5084763" y="1020763"/>
          <p14:tracePt t="953" x="5026025" y="936625"/>
          <p14:tracePt t="961" x="4984750" y="895350"/>
          <p14:tracePt t="969" x="4959350" y="854075"/>
          <p14:tracePt t="978" x="4943475" y="820738"/>
          <p14:tracePt t="986" x="4926013" y="795338"/>
          <p14:tracePt t="994" x="4926013" y="779463"/>
          <p14:tracePt t="1002" x="4918075" y="779463"/>
          <p14:tracePt t="1010" x="4902200" y="779463"/>
          <p14:tracePt t="1018" x="4902200" y="771525"/>
          <p14:tracePt t="1026" x="4884738" y="771525"/>
          <p14:tracePt t="1042" x="4876800" y="771525"/>
          <p14:tracePt t="1058" x="4860925" y="771525"/>
          <p14:tracePt t="1187" x="4860925" y="779463"/>
          <p14:tracePt t="1195" x="4860925" y="795338"/>
          <p14:tracePt t="1211" x="4876800" y="838200"/>
          <p14:tracePt t="1220" x="4926013" y="879475"/>
          <p14:tracePt t="1228" x="5000625" y="962025"/>
          <p14:tracePt t="1236" x="5084763" y="1062038"/>
          <p14:tracePt t="1244" x="5224463" y="1201738"/>
          <p14:tracePt t="1252" x="5349875" y="1350963"/>
          <p14:tracePt t="1260" x="5499100" y="1509713"/>
          <p14:tracePt t="1268" x="5640388" y="1658938"/>
          <p14:tracePt t="1276" x="5681663" y="1716088"/>
          <p14:tracePt t="1284" x="5780088" y="1816100"/>
          <p14:tracePt t="1292" x="5854700" y="1882775"/>
          <p14:tracePt t="1300" x="5880100" y="1924050"/>
          <p14:tracePt t="1308" x="5921375" y="1957388"/>
          <p14:tracePt t="1316" x="5938838" y="1981200"/>
          <p14:tracePt t="1324" x="5946775" y="1998663"/>
          <p14:tracePt t="1332" x="5962650" y="1998663"/>
          <p14:tracePt t="1349" x="5980113" y="2014538"/>
          <p14:tracePt t="1365" x="5988050" y="2014538"/>
          <p14:tracePt t="1381" x="6005513" y="2014538"/>
          <p14:tracePt t="1413" x="6021388" y="2014538"/>
          <p14:tracePt t="1454" x="6046788" y="2014538"/>
          <p14:tracePt t="1462" x="6070600" y="2014538"/>
          <p14:tracePt t="1470" x="6129338" y="2014538"/>
          <p14:tracePt t="1478" x="6203950" y="1998663"/>
          <p14:tracePt t="1486" x="6294438" y="1998663"/>
          <p14:tracePt t="1494" x="6394450" y="1998663"/>
          <p14:tracePt t="1502" x="6518275" y="1998663"/>
          <p14:tracePt t="1510" x="6651625" y="1998663"/>
          <p14:tracePt t="1518" x="6759575" y="1998663"/>
          <p14:tracePt t="1526" x="6883400" y="1998663"/>
          <p14:tracePt t="1535" x="6942138" y="1998663"/>
          <p14:tracePt t="1542" x="7065963" y="1998663"/>
          <p14:tracePt t="1550" x="7132638" y="1998663"/>
          <p14:tracePt t="1559" x="7207250" y="1998663"/>
          <p14:tracePt t="1567" x="7265988" y="1998663"/>
          <p14:tracePt t="1575" x="7315200" y="1998663"/>
          <p14:tracePt t="1583" x="7331075" y="1998663"/>
          <p14:tracePt t="1591" x="7356475" y="1998663"/>
          <p14:tracePt t="1599" x="7389813" y="1998663"/>
          <p14:tracePt t="1608" x="7397750" y="1998663"/>
          <p14:tracePt t="1615" x="7415213" y="1998663"/>
          <p14:tracePt t="1624" x="7431088" y="1998663"/>
          <p14:tracePt t="1631" x="7439025" y="1998663"/>
          <p14:tracePt t="1641" x="7456488" y="1998663"/>
          <p14:tracePt t="1657" x="7472363" y="1998663"/>
          <p14:tracePt t="1664" x="7489825" y="1998663"/>
          <p14:tracePt t="1672" x="7489825" y="2014538"/>
          <p14:tracePt t="1680" x="7497763" y="2014538"/>
          <p14:tracePt t="1688" x="7513638" y="2024063"/>
          <p14:tracePt t="1696" x="7531100" y="2039938"/>
          <p14:tracePt t="1704" x="7539038" y="2055813"/>
          <p14:tracePt t="1712" x="7556500" y="2065338"/>
          <p14:tracePt t="1720" x="7572375" y="2098675"/>
          <p14:tracePt t="1728" x="7580313" y="2106613"/>
          <p14:tracePt t="1736" x="7597775" y="2122488"/>
          <p14:tracePt t="1745" x="7597775" y="2147888"/>
          <p14:tracePt t="1752" x="7613650" y="2163763"/>
          <p14:tracePt t="1768" x="7621588" y="2181225"/>
          <p14:tracePt t="1777" x="7621588" y="2189163"/>
          <p14:tracePt t="1801" x="7621588" y="2206625"/>
          <p14:tracePt t="1825" x="7621588" y="2222500"/>
          <p14:tracePt t="1833" x="7621588" y="2230438"/>
          <p14:tracePt t="1841" x="7621588" y="2247900"/>
          <p14:tracePt t="1849" x="7621588" y="2263775"/>
          <p14:tracePt t="1865" x="7621588" y="2281238"/>
          <p14:tracePt t="2407" x="7621588" y="2305050"/>
          <p14:tracePt t="2414" x="7621588" y="2322513"/>
          <p14:tracePt t="2425" x="7621588" y="2346325"/>
          <p14:tracePt t="2430" x="7621588" y="2371725"/>
          <p14:tracePt t="2441" x="7613650" y="2405063"/>
          <p14:tracePt t="2447" x="7613650" y="2430463"/>
          <p14:tracePt t="2455" x="7597775" y="2454275"/>
          <p14:tracePt t="2463" x="7580313" y="2495550"/>
          <p14:tracePt t="2471" x="7572375" y="2546350"/>
          <p14:tracePt t="2479" x="7572375" y="2554288"/>
          <p14:tracePt t="2487" x="7556500" y="2595563"/>
          <p14:tracePt t="2495" x="7556500" y="2611438"/>
          <p14:tracePt t="2503" x="7539038" y="2654300"/>
          <p14:tracePt t="2511" x="7531100" y="2678113"/>
          <p14:tracePt t="2519" x="7531100" y="2695575"/>
          <p14:tracePt t="2528" x="7531100" y="2711450"/>
          <p14:tracePt t="2536" x="7531100" y="2736850"/>
          <p14:tracePt t="2552" x="7531100" y="2752725"/>
          <p14:tracePt t="2560" x="7531100" y="2760663"/>
          <p14:tracePt t="2576" x="7531100" y="2778125"/>
          <p14:tracePt t="2633" x="7539038" y="2778125"/>
          <p14:tracePt t="2648" x="7539038" y="2760663"/>
          <p14:tracePt t="2657" x="7556500" y="2752725"/>
          <p14:tracePt t="2665" x="7572375" y="2736850"/>
          <p14:tracePt t="2674" x="7580313" y="2719388"/>
          <p14:tracePt t="2681" x="7597775" y="2695575"/>
          <p14:tracePt t="2691" x="7597775" y="2678113"/>
          <p14:tracePt t="2697" x="7613650" y="2654300"/>
          <p14:tracePt t="2706" x="7621588" y="2611438"/>
          <p14:tracePt t="2713" x="7621588" y="2595563"/>
          <p14:tracePt t="2721" x="7639050" y="2587625"/>
          <p14:tracePt t="2729" x="7639050" y="2554288"/>
          <p14:tracePt t="2745" x="7639050" y="2546350"/>
          <p14:tracePt t="2754" x="7639050" y="2528888"/>
          <p14:tracePt t="2778" x="7639050" y="2513013"/>
          <p14:tracePt t="2842" x="7621588" y="2513013"/>
          <p14:tracePt t="2850" x="7597775" y="2528888"/>
          <p14:tracePt t="2858" x="7580313" y="2554288"/>
          <p14:tracePt t="2866" x="7572375" y="2570163"/>
          <p14:tracePt t="2874" x="7556500" y="2587625"/>
          <p14:tracePt t="2891" x="7513638" y="2611438"/>
          <p14:tracePt t="2899" x="7497763" y="2628900"/>
          <p14:tracePt t="2915" x="7497763" y="2636838"/>
          <p14:tracePt t="2964" x="7497763" y="2628900"/>
          <p14:tracePt t="2972" x="7497763" y="2570163"/>
          <p14:tracePt t="2980" x="7497763" y="2513013"/>
          <p14:tracePt t="2987" x="7497763" y="2487613"/>
          <p14:tracePt t="2996" x="7497763" y="2430463"/>
          <p14:tracePt t="3004" x="7513638" y="2371725"/>
          <p14:tracePt t="3012" x="7513638" y="2322513"/>
          <p14:tracePt t="3020" x="7513638" y="2289175"/>
          <p14:tracePt t="3028" x="7513638" y="2263775"/>
          <p14:tracePt t="3036" x="7513638" y="2247900"/>
          <p14:tracePt t="3044" x="7531100" y="2230438"/>
          <p14:tracePt t="3052" x="7531100" y="2222500"/>
          <p14:tracePt t="3125" x="7513638" y="2222500"/>
          <p14:tracePt t="3133" x="7497763" y="2247900"/>
          <p14:tracePt t="3141" x="7472363" y="2281238"/>
          <p14:tracePt t="3149" x="7456488" y="2289175"/>
          <p14:tracePt t="3157" x="7415213" y="2346325"/>
          <p14:tracePt t="3175" x="7373938" y="2387600"/>
          <p14:tracePt t="3181" x="7356475" y="2413000"/>
          <p14:tracePt t="3191" x="7348538" y="2413000"/>
          <p14:tracePt t="3198" x="7348538" y="2430463"/>
          <p14:tracePt t="3207" x="7348538" y="2446338"/>
          <p14:tracePt t="3214" x="7331075" y="2446338"/>
          <p14:tracePt t="3286" x="7331075" y="2430463"/>
          <p14:tracePt t="3294" x="7331075" y="2413000"/>
          <p14:tracePt t="3302" x="7348538" y="2405063"/>
          <p14:tracePt t="3318" x="7356475" y="2387600"/>
          <p14:tracePt t="3327" x="7356475" y="2371725"/>
          <p14:tracePt t="3335" x="7373938" y="2363788"/>
          <p14:tracePt t="3351" x="7389813" y="2346325"/>
          <p14:tracePt t="3367" x="7389813" y="2330450"/>
          <p14:tracePt t="3383" x="7397750" y="2330450"/>
          <p14:tracePt t="11793" x="7348538" y="2330450"/>
          <p14:tracePt t="11798" x="7248525" y="2330450"/>
          <p14:tracePt t="11809" x="7091363" y="2371725"/>
          <p14:tracePt t="11813" x="6942138" y="2430463"/>
          <p14:tracePt t="11826" x="6718300" y="2487613"/>
          <p14:tracePt t="11830" x="6327775" y="2595563"/>
          <p14:tracePt t="11842" x="6170613" y="2628900"/>
          <p14:tracePt t="11846" x="5864225" y="2678113"/>
          <p14:tracePt t="11859" x="5614988" y="2736850"/>
          <p14:tracePt t="11862" x="5349875" y="2778125"/>
          <p14:tracePt t="11875" x="5126038" y="2819400"/>
          <p14:tracePt t="11878" x="4918075" y="2860675"/>
          <p14:tracePt t="11891" x="4860925" y="2878138"/>
          <p14:tracePt t="11894" x="4735513" y="2901950"/>
          <p14:tracePt t="11907" x="4611688" y="2919413"/>
          <p14:tracePt t="11911" x="4537075" y="2943225"/>
          <p14:tracePt t="11925" x="4486275" y="2960688"/>
          <p14:tracePt t="11926" x="4429125" y="2960688"/>
          <p14:tracePt t="11934" x="4411663" y="2976563"/>
          <p14:tracePt t="11942" x="4387850" y="2976563"/>
          <p14:tracePt t="11950" x="4370388" y="2986088"/>
          <p14:tracePt t="11958" x="4354513" y="2986088"/>
          <p14:tracePt t="11966" x="4346575" y="2986088"/>
          <p14:tracePt t="11982" x="4329113" y="2986088"/>
          <p14:tracePt t="11991" x="4313238" y="2986088"/>
          <p14:tracePt t="11998" x="4305300" y="2986088"/>
          <p14:tracePt t="12007" x="4287838" y="2986088"/>
          <p14:tracePt t="12015" x="4271963" y="2986088"/>
          <p14:tracePt t="12024" x="4262438" y="2986088"/>
          <p14:tracePt t="12031" x="4229100" y="2976563"/>
          <p14:tracePt t="12040" x="4221163" y="2960688"/>
          <p14:tracePt t="12047" x="4171950" y="2943225"/>
          <p14:tracePt t="12055" x="4146550" y="2935288"/>
          <p14:tracePt t="12063" x="4130675" y="2935288"/>
          <p14:tracePt t="12071" x="4122738" y="2919413"/>
          <p14:tracePt t="12079" x="4105275" y="2919413"/>
          <p14:tracePt t="12087" x="4089400" y="2919413"/>
          <p14:tracePt t="12095" x="4079875" y="2919413"/>
          <p14:tracePt t="12119" x="4064000" y="2919413"/>
          <p14:tracePt t="12136" x="4048125" y="2919413"/>
          <p14:tracePt t="12144" x="4005263" y="2919413"/>
          <p14:tracePt t="12152" x="3956050" y="2901950"/>
          <p14:tracePt t="12160" x="3814763" y="2901950"/>
          <p14:tracePt t="12168" x="3732213" y="2901950"/>
          <p14:tracePt t="12176" x="3549650" y="2878138"/>
          <p14:tracePt t="12184" x="3367088" y="2860675"/>
          <p14:tracePt t="12192" x="3184525" y="2860675"/>
          <p14:tracePt t="12200" x="2986088" y="2852738"/>
          <p14:tracePt t="12208" x="2778125" y="2819400"/>
          <p14:tracePt t="12216" x="2628900" y="2811463"/>
          <p14:tracePt t="12225" x="2571750" y="2811463"/>
          <p14:tracePt t="12232" x="2446338" y="2811463"/>
          <p14:tracePt t="12241" x="2347913" y="2794000"/>
          <p14:tracePt t="12249" x="2247900" y="2794000"/>
          <p14:tracePt t="12258" x="2181225" y="2794000"/>
          <p14:tracePt t="12265" x="2139950" y="2794000"/>
          <p14:tracePt t="12274" x="2006600" y="2794000"/>
          <p14:tracePt t="12281" x="1982788" y="2794000"/>
          <p14:tracePt t="12291" x="1857375" y="2794000"/>
          <p14:tracePt t="12297" x="1790700" y="2794000"/>
          <p14:tracePt t="12307" x="1692275" y="2794000"/>
          <p14:tracePt t="12313" x="1617663" y="2811463"/>
          <p14:tracePt t="12321" x="1576388" y="2819400"/>
          <p14:tracePt t="12329" x="1509713" y="2836863"/>
          <p14:tracePt t="12338" x="1435100" y="2852738"/>
          <p14:tracePt t="12346" x="1384300" y="2860675"/>
          <p14:tracePt t="12354" x="1327150" y="2878138"/>
          <p14:tracePt t="12362" x="1301750" y="2878138"/>
          <p14:tracePt t="12370" x="1260475" y="2878138"/>
          <p14:tracePt t="12378" x="1244600" y="2894013"/>
          <p14:tracePt t="12386" x="1211263" y="2894013"/>
          <p14:tracePt t="12394" x="1203325" y="2894013"/>
          <p14:tracePt t="12402" x="1185863" y="2894013"/>
          <p14:tracePt t="12410" x="1169988" y="2894013"/>
          <p14:tracePt t="12418" x="1144588" y="2894013"/>
          <p14:tracePt t="12427" x="1128713" y="2894013"/>
          <p14:tracePt t="12442" x="1119188" y="2894013"/>
          <p14:tracePt t="12467" x="1103313" y="2878138"/>
          <p14:tracePt t="12612" x="1119188" y="2878138"/>
          <p14:tracePt t="12620" x="1119188" y="2860675"/>
          <p14:tracePt t="12636" x="1128713" y="2860675"/>
          <p14:tracePt t="12660" x="1144588" y="2860675"/>
          <p14:tracePt t="12677" x="1160463" y="2860675"/>
          <p14:tracePt t="12685" x="1169988" y="2860675"/>
          <p14:tracePt t="12693" x="1203325" y="2860675"/>
          <p14:tracePt t="12701" x="1244600" y="2860675"/>
          <p14:tracePt t="12709" x="1285875" y="2860675"/>
          <p14:tracePt t="12717" x="1327150" y="2860675"/>
          <p14:tracePt t="12725" x="1384300" y="2860675"/>
          <p14:tracePt t="12733" x="1427163" y="2860675"/>
          <p14:tracePt t="12744" x="1476375" y="2860675"/>
          <p14:tracePt t="12749" x="1525588" y="2860675"/>
          <p14:tracePt t="12758" x="1550988" y="2860675"/>
          <p14:tracePt t="12765" x="1592263" y="2878138"/>
          <p14:tracePt t="12774" x="1617663" y="2878138"/>
          <p14:tracePt t="12781" x="1633538" y="2878138"/>
          <p14:tracePt t="12791" x="1651000" y="2878138"/>
          <p14:tracePt t="12798" x="1658938" y="2894013"/>
          <p14:tracePt t="12807" x="1674813" y="2894013"/>
          <p14:tracePt t="12814" x="1692275" y="2894013"/>
          <p14:tracePt t="12823" x="1700213" y="2901950"/>
          <p14:tracePt t="12838" x="1716088" y="2901950"/>
          <p14:tracePt t="12862" x="1733550" y="2901950"/>
          <p14:tracePt t="12886" x="1741488" y="2901950"/>
          <p14:tracePt t="12911" x="1741488" y="2919413"/>
          <p14:tracePt t="12927" x="1758950" y="2919413"/>
          <p14:tracePt t="12951" x="1774825" y="2919413"/>
          <p14:tracePt t="12959" x="1790700" y="2919413"/>
          <p14:tracePt t="12967" x="1800225" y="2919413"/>
          <p14:tracePt t="12975" x="1833563" y="2919413"/>
          <p14:tracePt t="12983" x="1841500" y="2919413"/>
          <p14:tracePt t="12991" x="1874838" y="2919413"/>
          <p14:tracePt t="13000" x="1898650" y="2919413"/>
          <p14:tracePt t="13008" x="1941513" y="2935288"/>
          <p14:tracePt t="13016" x="1982788" y="2943225"/>
          <p14:tracePt t="13024" x="2024063" y="2943225"/>
          <p14:tracePt t="13032" x="2065338" y="2943225"/>
          <p14:tracePt t="13041" x="2122488" y="2960688"/>
          <p14:tracePt t="13048" x="2147888" y="2976563"/>
          <p14:tracePt t="13057" x="2189163" y="2976563"/>
          <p14:tracePt t="13064" x="2230438" y="2976563"/>
          <p14:tracePt t="13074" x="2247900" y="2986088"/>
          <p14:tracePt t="13080" x="2289175" y="2986088"/>
          <p14:tracePt t="13088" x="2305050" y="2986088"/>
          <p14:tracePt t="13104" x="2322513" y="2986088"/>
          <p14:tracePt t="13113" x="2330450" y="2986088"/>
          <p14:tracePt t="13145" x="2347913" y="2986088"/>
          <p14:tracePt t="13234" x="2347913" y="3001963"/>
          <p14:tracePt t="13387" x="2330450" y="3001963"/>
          <p14:tracePt t="13395" x="2322513" y="3001963"/>
          <p14:tracePt t="13411" x="2263775" y="3017838"/>
          <p14:tracePt t="13419" x="2139950" y="3060700"/>
          <p14:tracePt t="13428" x="1982788" y="3117850"/>
          <p14:tracePt t="13435" x="1882775" y="3159125"/>
          <p14:tracePt t="13443" x="1733550" y="3209925"/>
          <p14:tracePt t="13452" x="1692275" y="3209925"/>
          <p14:tracePt t="13460" x="1566863" y="3267075"/>
          <p14:tracePt t="13468" x="1492250" y="3284538"/>
          <p14:tracePt t="13476" x="1435100" y="3292475"/>
          <p14:tracePt t="13484" x="1384300" y="3308350"/>
          <p14:tracePt t="13492" x="1368425" y="3308350"/>
          <p14:tracePt t="13500" x="1352550" y="3325813"/>
          <p14:tracePt t="13508" x="1343025" y="3325813"/>
          <p14:tracePt t="13573" x="1352550" y="3325813"/>
          <p14:tracePt t="13581" x="1352550" y="3308350"/>
          <p14:tracePt t="13592" x="1384300" y="3308350"/>
          <p14:tracePt t="13597" x="1409700" y="3292475"/>
          <p14:tracePt t="13605" x="1468438" y="3284538"/>
          <p14:tracePt t="13624" x="1658938" y="3251200"/>
          <p14:tracePt t="13629" x="1790700" y="3241675"/>
          <p14:tracePt t="13641" x="1941513" y="3209925"/>
          <p14:tracePt t="13645" x="2081213" y="3200400"/>
          <p14:tracePt t="13657" x="2230438" y="3184525"/>
          <p14:tracePt t="13662" x="2389188" y="3184525"/>
          <p14:tracePt t="13674" x="2538413" y="3167063"/>
          <p14:tracePt t="13678" x="2670175" y="3159125"/>
          <p14:tracePt t="13691" x="2736850" y="3159125"/>
          <p14:tracePt t="13694" x="2919413" y="3125788"/>
          <p14:tracePt t="13707" x="2978150" y="3125788"/>
          <p14:tracePt t="13710" x="3068638" y="3125788"/>
          <p14:tracePt t="13724" x="3168650" y="3117850"/>
          <p14:tracePt t="13727" x="3225800" y="3117850"/>
          <p14:tracePt t="13743" x="3292475" y="3117850"/>
          <p14:tracePt t="13747" x="3351213" y="3117850"/>
          <p14:tracePt t="13750" x="3375025" y="3117850"/>
          <p14:tracePt t="13758" x="3425825" y="3117850"/>
          <p14:tracePt t="13766" x="3433763" y="3117850"/>
          <p14:tracePt t="13775" x="3449638" y="3117850"/>
          <p14:tracePt t="13783" x="3467100" y="3117850"/>
          <p14:tracePt t="13791" x="3475038" y="3117850"/>
          <p14:tracePt t="13815" x="3492500" y="3117850"/>
          <p14:tracePt t="13840" x="3508375" y="3117850"/>
          <p14:tracePt t="13863" x="3516313" y="3117850"/>
          <p14:tracePt t="13904" x="3516313" y="3101975"/>
          <p14:tracePt t="13912" x="3533775" y="3101975"/>
          <p14:tracePt t="13944" x="3549650" y="3101975"/>
          <p14:tracePt t="13984" x="3549650" y="3084513"/>
          <p14:tracePt t="13992" x="3557588" y="3084513"/>
          <p14:tracePt t="14017" x="3575050" y="3084513"/>
          <p14:tracePt t="14025" x="3590925" y="3084513"/>
          <p14:tracePt t="14041" x="3616325" y="3076575"/>
          <p14:tracePt t="14049" x="3657600" y="3076575"/>
          <p14:tracePt t="14057" x="3690938" y="3076575"/>
          <p14:tracePt t="14065" x="3716338" y="3076575"/>
          <p14:tracePt t="14074" x="3740150" y="3060700"/>
          <p14:tracePt t="14081" x="3773488" y="3060700"/>
          <p14:tracePt t="14091" x="3781425" y="3060700"/>
          <p14:tracePt t="14097" x="3814763" y="3060700"/>
          <p14:tracePt t="14107" x="3840163" y="3043238"/>
          <p14:tracePt t="14114" x="3856038" y="3043238"/>
          <p14:tracePt t="14130" x="3881438" y="3043238"/>
          <p14:tracePt t="14146" x="3898900" y="3043238"/>
          <p14:tracePt t="14154" x="3906838" y="3043238"/>
          <p14:tracePt t="14170" x="3922713" y="3043238"/>
          <p14:tracePt t="14194" x="3940175" y="3043238"/>
          <p14:tracePt t="14227" x="3956050" y="3043238"/>
          <p14:tracePt t="14243" x="3981450" y="3043238"/>
          <p14:tracePt t="14251" x="3981450" y="3027363"/>
          <p14:tracePt t="14259" x="4005263" y="3027363"/>
          <p14:tracePt t="14267" x="4048125" y="3027363"/>
          <p14:tracePt t="14275" x="4064000" y="3027363"/>
          <p14:tracePt t="14283" x="4105275" y="3027363"/>
          <p14:tracePt t="14291" x="4164013" y="3027363"/>
          <p14:tracePt t="14299" x="4205288" y="3027363"/>
          <p14:tracePt t="14307" x="4246563" y="3027363"/>
          <p14:tracePt t="14315" x="4305300" y="3027363"/>
          <p14:tracePt t="14324" x="4354513" y="3027363"/>
          <p14:tracePt t="14332" x="4387850" y="3027363"/>
          <p14:tracePt t="14340" x="4437063" y="3027363"/>
          <p14:tracePt t="14348" x="4470400" y="3027363"/>
          <p14:tracePt t="14357" x="4511675" y="3027363"/>
          <p14:tracePt t="14364" x="4552950" y="3027363"/>
          <p14:tracePt t="14373" x="4578350" y="3027363"/>
          <p14:tracePt t="14380" x="4619625" y="3017838"/>
          <p14:tracePt t="14388" x="4678363" y="3001963"/>
          <p14:tracePt t="14396" x="4702175" y="3001963"/>
          <p14:tracePt t="14404" x="4760913" y="2986088"/>
          <p14:tracePt t="14412" x="4802188" y="2986088"/>
          <p14:tracePt t="14420" x="4835525" y="2976563"/>
          <p14:tracePt t="14429" x="4876800" y="2976563"/>
          <p14:tracePt t="14436" x="4884738" y="2976563"/>
          <p14:tracePt t="14445" x="4918075" y="2976563"/>
          <p14:tracePt t="14453" x="4926013" y="2960688"/>
          <p14:tracePt t="14469" x="4943475" y="2960688"/>
          <p14:tracePt t="14501" x="4959350" y="2960688"/>
          <p14:tracePt t="14646" x="4943475" y="2960688"/>
          <p14:tracePt t="14654" x="4926013" y="2960688"/>
          <p14:tracePt t="14662" x="4918075" y="2960688"/>
          <p14:tracePt t="14671" x="4884738" y="2960688"/>
          <p14:tracePt t="14679" x="4876800" y="2960688"/>
          <p14:tracePt t="14687" x="4843463" y="2960688"/>
          <p14:tracePt t="14695" x="4818063" y="2960688"/>
          <p14:tracePt t="14703" x="4794250" y="2960688"/>
          <p14:tracePt t="14711" x="4752975" y="2960688"/>
          <p14:tracePt t="14719" x="4719638" y="2960688"/>
          <p14:tracePt t="14727" x="4678363" y="2960688"/>
          <p14:tracePt t="14735" x="4652963" y="2960688"/>
          <p14:tracePt t="14745" x="4619625" y="2943225"/>
          <p14:tracePt t="14751" x="4578350" y="2943225"/>
          <p14:tracePt t="14759" x="4570413" y="2943225"/>
          <p14:tracePt t="14768" x="4529138" y="2943225"/>
          <p14:tracePt t="14776" x="4511675" y="2943225"/>
          <p14:tracePt t="14784" x="4486275" y="2943225"/>
          <p14:tracePt t="14792" x="4454525" y="2943225"/>
          <p14:tracePt t="14800" x="4437063" y="2935288"/>
          <p14:tracePt t="14808" x="4429125" y="2935288"/>
          <p14:tracePt t="14816" x="4395788" y="2935288"/>
          <p14:tracePt t="14832" x="4387850" y="2935288"/>
          <p14:tracePt t="14841" x="4370388" y="2919413"/>
          <p14:tracePt t="14857" x="4354513" y="2919413"/>
          <p14:tracePt t="15083" x="4346575" y="2919413"/>
          <p14:tracePt t="15114" x="4329113" y="2919413"/>
          <p14:tracePt t="15156" x="4329113" y="2901950"/>
          <p14:tracePt t="15300" x="4354513" y="2901950"/>
          <p14:tracePt t="15308" x="4395788" y="2901950"/>
          <p14:tracePt t="15316" x="4454525" y="2901950"/>
          <p14:tracePt t="15325" x="4529138" y="2919413"/>
          <p14:tracePt t="15332" x="4611688" y="2935288"/>
          <p14:tracePt t="15341" x="4694238" y="2943225"/>
          <p14:tracePt t="15349" x="4794250" y="2960688"/>
          <p14:tracePt t="15357" x="4843463" y="2976563"/>
          <p14:tracePt t="15365" x="4943475" y="2986088"/>
          <p14:tracePt t="15374" x="5018088" y="2986088"/>
          <p14:tracePt t="15381" x="5108575" y="3001963"/>
          <p14:tracePt t="15391" x="5183188" y="3017838"/>
          <p14:tracePt t="15397" x="5233988" y="3017838"/>
          <p14:tracePt t="15407" x="5291138" y="3017838"/>
          <p14:tracePt t="15414" x="5324475" y="3017838"/>
          <p14:tracePt t="15421" x="5349875" y="3017838"/>
          <p14:tracePt t="15429" x="5373688" y="3017838"/>
          <p14:tracePt t="15438" x="5373688" y="3027363"/>
          <p14:tracePt t="15446" x="5391150" y="3027363"/>
          <p14:tracePt t="15454" x="5407025" y="3027363"/>
          <p14:tracePt t="15478" x="5416550" y="3027363"/>
          <p14:tracePt t="15518" x="5432425" y="3027363"/>
          <p14:tracePt t="15551" x="5448300" y="3027363"/>
          <p14:tracePt t="15583" x="5448300" y="3017838"/>
          <p14:tracePt t="15623" x="5457825" y="3017838"/>
          <p14:tracePt t="15874" x="5448300" y="3017838"/>
          <p14:tracePt t="16043" x="5432425" y="3017838"/>
          <p14:tracePt t="16059" x="5416550" y="3017838"/>
          <p14:tracePt t="16067" x="5391150" y="3017838"/>
          <p14:tracePt t="16075" x="5373688" y="3017838"/>
          <p14:tracePt t="16083" x="5324475" y="3027363"/>
          <p14:tracePt t="16091" x="5267325" y="3043238"/>
          <p14:tracePt t="16100" x="5208588" y="3060700"/>
          <p14:tracePt t="16108" x="5141913" y="3084513"/>
          <p14:tracePt t="16116" x="5100638" y="3101975"/>
          <p14:tracePt t="16124" x="5026025" y="3101975"/>
          <p14:tracePt t="16132" x="4959350" y="3125788"/>
          <p14:tracePt t="16141" x="4902200" y="3143250"/>
          <p14:tracePt t="16148" x="4843463" y="3159125"/>
          <p14:tracePt t="16157" x="4818063" y="3159125"/>
          <p14:tracePt t="16164" x="4760913" y="3167063"/>
          <p14:tracePt t="16173" x="4735513" y="3184525"/>
          <p14:tracePt t="16180" x="4702175" y="3184525"/>
          <p14:tracePt t="16188" x="4694238" y="3184525"/>
          <p14:tracePt t="16197" x="4660900" y="3184525"/>
          <p14:tracePt t="16213" x="4652963" y="3184525"/>
          <p14:tracePt t="16221" x="4635500" y="3184525"/>
          <p14:tracePt t="16229" x="4619625" y="3184525"/>
          <p14:tracePt t="16237" x="4611688" y="3184525"/>
          <p14:tracePt t="16245" x="4594225" y="3184525"/>
          <p14:tracePt t="16253" x="4578350" y="3184525"/>
          <p14:tracePt t="16269" x="4570413" y="3184525"/>
          <p14:tracePt t="16277" x="4552950" y="3184525"/>
          <p14:tracePt t="16285" x="4529138" y="3184525"/>
          <p14:tracePt t="16293" x="4511675" y="3184525"/>
          <p14:tracePt t="16301" x="4495800" y="3184525"/>
          <p14:tracePt t="16310" x="4470400" y="3184525"/>
          <p14:tracePt t="16318" x="4454525" y="3184525"/>
          <p14:tracePt t="16326" x="4429125" y="3184525"/>
          <p14:tracePt t="16334" x="4395788" y="3184525"/>
          <p14:tracePt t="16342" x="4387850" y="3184525"/>
          <p14:tracePt t="16350" x="4354513" y="3184525"/>
          <p14:tracePt t="16358" x="4346575" y="3184525"/>
          <p14:tracePt t="16366" x="4313238" y="3184525"/>
          <p14:tracePt t="16374" x="4305300" y="3184525"/>
          <p14:tracePt t="16382" x="4287838" y="3184525"/>
          <p14:tracePt t="16398" x="4262438" y="3184525"/>
          <p14:tracePt t="16414" x="4246563" y="3184525"/>
          <p14:tracePt t="16424" x="4229100" y="3184525"/>
          <p14:tracePt t="16430" x="4229100" y="3200400"/>
          <p14:tracePt t="16440" x="4221163" y="3200400"/>
          <p14:tracePt t="16463" x="4205288" y="3200400"/>
          <p14:tracePt t="16471" x="4205288" y="3209925"/>
          <p14:tracePt t="16487" x="4187825" y="3209925"/>
          <p14:tracePt t="16512" x="4187825" y="3225800"/>
          <p14:tracePt t="16519" x="4171950" y="3225800"/>
          <p14:tracePt t="16592" x="4171950" y="3241675"/>
          <p14:tracePt t="16616" x="4187825" y="3241675"/>
          <p14:tracePt t="16624" x="4205288" y="3251200"/>
          <p14:tracePt t="16632" x="4229100" y="3284538"/>
          <p14:tracePt t="16641" x="4271963" y="3308350"/>
          <p14:tracePt t="16648" x="4305300" y="3341688"/>
          <p14:tracePt t="16657" x="4346575" y="3367088"/>
          <p14:tracePt t="16665" x="4387850" y="3390900"/>
          <p14:tracePt t="16674" x="4429125" y="3424238"/>
          <p14:tracePt t="16681" x="4454525" y="3433763"/>
          <p14:tracePt t="16691" x="4470400" y="3449638"/>
          <p14:tracePt t="16697" x="4495800" y="3467100"/>
          <p14:tracePt t="16706" x="4511675" y="3467100"/>
          <p14:tracePt t="16713" x="4511675" y="3475038"/>
          <p14:tracePt t="16721" x="4529138" y="3475038"/>
          <p14:tracePt t="16729" x="4537075" y="3490913"/>
          <p14:tracePt t="16745" x="4552950" y="3490913"/>
          <p14:tracePt t="16770" x="4570413" y="3490913"/>
          <p14:tracePt t="16778" x="4578350" y="3490913"/>
          <p14:tracePt t="16794" x="4594225" y="3490913"/>
          <p14:tracePt t="16802" x="4611688" y="3490913"/>
          <p14:tracePt t="16834" x="4619625" y="3490913"/>
          <p14:tracePt t="16875" x="4619625" y="3508375"/>
          <p14:tracePt t="16923" x="4611688" y="3508375"/>
          <p14:tracePt t="16931" x="4594225" y="3508375"/>
          <p14:tracePt t="16941" x="4578350" y="3516313"/>
          <p14:tracePt t="16947" x="4570413" y="3516313"/>
          <p14:tracePt t="16957" x="4537075" y="3532188"/>
          <p14:tracePt t="16963" x="4529138" y="3532188"/>
          <p14:tracePt t="16971" x="4495800" y="3532188"/>
          <p14:tracePt t="16980" x="4470400" y="3549650"/>
          <p14:tracePt t="16996" x="4437063" y="3549650"/>
          <p14:tracePt t="17004" x="4411663" y="3565525"/>
          <p14:tracePt t="17012" x="4395788" y="3565525"/>
          <p14:tracePt t="17020" x="4387850" y="3565525"/>
          <p14:tracePt t="17028" x="4354513" y="3565525"/>
          <p14:tracePt t="17036" x="4346575" y="3565525"/>
          <p14:tracePt t="17044" x="4313238" y="3565525"/>
          <p14:tracePt t="17053" x="4305300" y="3565525"/>
          <p14:tracePt t="17060" x="4271963" y="3565525"/>
          <p14:tracePt t="17068" x="4246563" y="3565525"/>
          <p14:tracePt t="17076" x="4229100" y="3532188"/>
          <p14:tracePt t="17084" x="4221163" y="3532188"/>
          <p14:tracePt t="17093" x="4187825" y="3516313"/>
          <p14:tracePt t="17101" x="4171950" y="3508375"/>
          <p14:tracePt t="17109" x="4164013" y="3475038"/>
          <p14:tracePt t="17117" x="4164013" y="3467100"/>
          <p14:tracePt t="17125" x="4146550" y="3449638"/>
          <p14:tracePt t="17133" x="4130675" y="3449638"/>
          <p14:tracePt t="17141" x="4122738" y="3424238"/>
          <p14:tracePt t="17149" x="4122738" y="3408363"/>
          <p14:tracePt t="17157" x="4089400" y="3382963"/>
          <p14:tracePt t="17165" x="4089400" y="3349625"/>
          <p14:tracePt t="17174" x="4079875" y="3308350"/>
          <p14:tracePt t="17181" x="4079875" y="3284538"/>
          <p14:tracePt t="17191" x="4064000" y="3251200"/>
          <p14:tracePt t="17197" x="4048125" y="3225800"/>
          <p14:tracePt t="17207" x="4048125" y="3200400"/>
          <p14:tracePt t="17214" x="4048125" y="3167063"/>
          <p14:tracePt t="17224" x="4048125" y="3159125"/>
          <p14:tracePt t="17230" x="4048125" y="3143250"/>
          <p14:tracePt t="17241" x="4048125" y="3117850"/>
          <p14:tracePt t="17254" x="4048125" y="3084513"/>
          <p14:tracePt t="17262" x="4048125" y="3060700"/>
          <p14:tracePt t="17270" x="4048125" y="3043238"/>
          <p14:tracePt t="17286" x="4064000" y="3017838"/>
          <p14:tracePt t="17294" x="4105275" y="3001963"/>
          <p14:tracePt t="17303" x="4130675" y="2976563"/>
          <p14:tracePt t="17310" x="4187825" y="2976563"/>
          <p14:tracePt t="17319" x="4229100" y="2976563"/>
          <p14:tracePt t="17327" x="4305300" y="2976563"/>
          <p14:tracePt t="17335" x="4370388" y="2976563"/>
          <p14:tracePt t="17343" x="4437063" y="2976563"/>
          <p14:tracePt t="17351" x="4511675" y="2976563"/>
          <p14:tracePt t="17359" x="4570413" y="2976563"/>
          <p14:tracePt t="17367" x="4635500" y="2976563"/>
          <p14:tracePt t="17375" x="4694238" y="2976563"/>
          <p14:tracePt t="17383" x="4735513" y="2976563"/>
          <p14:tracePt t="17391" x="4760913" y="2986088"/>
          <p14:tracePt t="17399" x="4794250" y="3001963"/>
          <p14:tracePt t="17407" x="4818063" y="3017838"/>
          <p14:tracePt t="17415" x="4835525" y="3027363"/>
          <p14:tracePt t="17424" x="4843463" y="3060700"/>
          <p14:tracePt t="17432" x="4860925" y="3076575"/>
          <p14:tracePt t="17448" x="4876800" y="3101975"/>
          <p14:tracePt t="17457" x="4884738" y="3143250"/>
          <p14:tracePt t="17464" x="4884738" y="3159125"/>
          <p14:tracePt t="17474" x="4884738" y="3200400"/>
          <p14:tracePt t="17480" x="4884738" y="3209925"/>
          <p14:tracePt t="17491" x="4884738" y="3241675"/>
          <p14:tracePt t="17496" x="4884738" y="3267075"/>
          <p14:tracePt t="17512" x="4884738" y="3284538"/>
          <p14:tracePt t="17524" x="4876800" y="3292475"/>
          <p14:tracePt t="17528" x="4860925" y="3308350"/>
          <p14:tracePt t="17540" x="4843463" y="3325813"/>
          <p14:tracePt t="17545" x="4818063" y="3325813"/>
          <p14:tracePt t="17557" x="4802188" y="3341688"/>
          <p14:tracePt t="17561" x="4776788" y="3341688"/>
          <p14:tracePt t="17574" x="4752975" y="3349625"/>
          <p14:tracePt t="17577" x="4735513" y="3349625"/>
          <p14:tracePt t="17591" x="4694238" y="3367088"/>
          <p14:tracePt t="17594" x="4678363" y="3367088"/>
          <p14:tracePt t="17607" x="4652963" y="3382963"/>
          <p14:tracePt t="17610" x="4611688" y="3390900"/>
          <p14:tracePt t="17624" x="4594225" y="3390900"/>
          <p14:tracePt t="17626" x="4570413" y="3390900"/>
          <p14:tracePt t="17640" x="4552950" y="3390900"/>
          <p14:tracePt t="17642" x="4529138" y="3390900"/>
          <p14:tracePt t="17657" x="4495800" y="3390900"/>
          <p14:tracePt t="17666" x="4470400" y="3390900"/>
          <p14:tracePt t="17674" x="4437063" y="3390900"/>
          <p14:tracePt t="17690" x="4411663" y="3390900"/>
          <p14:tracePt t="17698" x="4395788" y="3390900"/>
          <p14:tracePt t="17707" x="4387850" y="3390900"/>
          <p14:tracePt t="17714" x="4370388" y="3390900"/>
          <p14:tracePt t="17724" x="4346575" y="3390900"/>
          <p14:tracePt t="17731" x="4329113" y="3390900"/>
          <p14:tracePt t="17742" x="4313238" y="3382963"/>
          <p14:tracePt t="17748" x="4305300" y="3382963"/>
          <p14:tracePt t="17755" x="4271963" y="3367088"/>
          <p14:tracePt t="17763" x="4262438" y="3367088"/>
          <p14:tracePt t="17771" x="4246563" y="3349625"/>
          <p14:tracePt t="17779" x="4229100" y="3349625"/>
          <p14:tracePt t="17787" x="4221163" y="3349625"/>
          <p14:tracePt t="17795" x="4205288" y="3341688"/>
          <p14:tracePt t="17803" x="4187825" y="3341688"/>
          <p14:tracePt t="17811" x="4171950" y="3341688"/>
          <p14:tracePt t="17819" x="4164013" y="3341688"/>
          <p14:tracePt t="17827" x="4130675" y="3341688"/>
          <p14:tracePt t="17835" x="4122738" y="3341688"/>
          <p14:tracePt t="17843" x="4089400" y="3341688"/>
          <p14:tracePt t="17852" x="4064000" y="3341688"/>
          <p14:tracePt t="17860" x="4038600" y="3341688"/>
          <p14:tracePt t="17868" x="3997325" y="3341688"/>
          <p14:tracePt t="17876" x="3963988" y="3341688"/>
          <p14:tracePt t="17884" x="3940175" y="3341688"/>
          <p14:tracePt t="17892" x="3906838" y="3341688"/>
          <p14:tracePt t="17900" x="3881438" y="3341688"/>
          <p14:tracePt t="17908" x="3865563" y="3341688"/>
          <p14:tracePt t="17916" x="3856038" y="3341688"/>
          <p14:tracePt t="17924" x="3840163" y="3341688"/>
          <p14:tracePt t="17932" x="3822700" y="3341688"/>
          <p14:tracePt t="17948" x="3814763" y="3349625"/>
          <p14:tracePt t="17957" x="3798888" y="3349625"/>
          <p14:tracePt t="18069" x="3814763" y="3349625"/>
          <p14:tracePt t="18094" x="3822700" y="3349625"/>
          <p14:tracePt t="18126" x="3840163" y="3349625"/>
          <p14:tracePt t="18158" x="3856038" y="3349625"/>
          <p14:tracePt t="18190" x="3865563" y="3349625"/>
          <p14:tracePt t="18215" x="3898900" y="3341688"/>
          <p14:tracePt t="18224" x="3906838" y="3341688"/>
          <p14:tracePt t="18231" x="3956050" y="3341688"/>
          <p14:tracePt t="18241" x="3997325" y="3325813"/>
          <p14:tracePt t="18247" x="4079875" y="3325813"/>
          <p14:tracePt t="18257" x="4105275" y="3325813"/>
          <p14:tracePt t="18263" x="4171950" y="3308350"/>
          <p14:tracePt t="18271" x="4229100" y="3308350"/>
          <p14:tracePt t="18279" x="4287838" y="3292475"/>
          <p14:tracePt t="18288" x="4346575" y="3292475"/>
          <p14:tracePt t="18296" x="4370388" y="3292475"/>
          <p14:tracePt t="18303" x="4395788" y="3292475"/>
          <p14:tracePt t="18312" x="4411663" y="3292475"/>
          <p14:tracePt t="18320" x="4429125" y="3292475"/>
          <p14:tracePt t="18336" x="4437063" y="3292475"/>
          <p14:tracePt t="18392" x="4429125" y="3292475"/>
          <p14:tracePt t="18400" x="4411663" y="3292475"/>
          <p14:tracePt t="18408" x="4354513" y="3292475"/>
          <p14:tracePt t="18417" x="4329113" y="3308350"/>
          <p14:tracePt t="18425" x="4287838" y="3325813"/>
          <p14:tracePt t="18441" x="4187825" y="3349625"/>
          <p14:tracePt t="18449" x="4130675" y="3349625"/>
          <p14:tracePt t="18457" x="4105275" y="3367088"/>
          <p14:tracePt t="18465" x="4079875" y="3382963"/>
          <p14:tracePt t="18474" x="4064000" y="3382963"/>
          <p14:tracePt t="18481" x="4048125" y="3382963"/>
          <p14:tracePt t="18491" x="4038600" y="3382963"/>
          <p14:tracePt t="18497" x="4038600" y="3390900"/>
          <p14:tracePt t="18562" x="4079875" y="3390900"/>
          <p14:tracePt t="18570" x="4105275" y="3390900"/>
          <p14:tracePt t="18578" x="4146550" y="3390900"/>
          <p14:tracePt t="18586" x="4171950" y="3408363"/>
          <p14:tracePt t="18594" x="4221163" y="3408363"/>
          <p14:tracePt t="18602" x="4246563" y="3424238"/>
          <p14:tracePt t="18610" x="4262438" y="3433763"/>
          <p14:tracePt t="18618" x="4271963" y="3433763"/>
          <p14:tracePt t="18626" x="4287838" y="3433763"/>
          <p14:tracePt t="18651" x="4305300" y="3433763"/>
          <p14:tracePt t="18707" x="4287838" y="3433763"/>
          <p14:tracePt t="18715" x="4271963" y="3433763"/>
          <p14:tracePt t="18725" x="4246563" y="3433763"/>
          <p14:tracePt t="18732" x="4229100" y="3433763"/>
          <p14:tracePt t="18743" x="4205288" y="3424238"/>
          <p14:tracePt t="18758" x="4171950" y="3424238"/>
          <p14:tracePt t="18764" x="4146550" y="3408363"/>
          <p14:tracePt t="18774" x="4130675" y="3408363"/>
          <p14:tracePt t="18788" x="4122738" y="3408363"/>
          <p14:tracePt t="18812" x="4105275" y="3408363"/>
          <p14:tracePt t="18893" x="4122738" y="3408363"/>
          <p14:tracePt t="18901" x="4164013" y="3408363"/>
          <p14:tracePt t="18909" x="4205288" y="3408363"/>
          <p14:tracePt t="18917" x="4287838" y="3390900"/>
          <p14:tracePt t="18925" x="4354513" y="3390900"/>
          <p14:tracePt t="18933" x="4387850" y="3382963"/>
          <p14:tracePt t="18941" x="4470400" y="3382963"/>
          <p14:tracePt t="18949" x="4537075" y="3382963"/>
          <p14:tracePt t="18958" x="4594225" y="3367088"/>
          <p14:tracePt t="18965" x="4635500" y="3349625"/>
          <p14:tracePt t="18974" x="4678363" y="3341688"/>
          <p14:tracePt t="18982" x="4702175" y="3341688"/>
          <p14:tracePt t="18991" x="4719638" y="3325813"/>
          <p14:tracePt t="18998" x="4735513" y="3325813"/>
          <p14:tracePt t="19014" x="4752975" y="3325813"/>
          <p14:tracePt t="19046" x="4752975" y="3308350"/>
          <p14:tracePt t="19111" x="4702175" y="3308350"/>
          <p14:tracePt t="19119" x="4678363" y="3308350"/>
          <p14:tracePt t="19127" x="4635500" y="3308350"/>
          <p14:tracePt t="19135" x="4578350" y="3308350"/>
          <p14:tracePt t="19143" x="4537075" y="3308350"/>
          <p14:tracePt t="19158" x="4495800" y="3308350"/>
          <p14:tracePt t="19160" x="4454525" y="3308350"/>
          <p14:tracePt t="19174" x="4429125" y="3308350"/>
          <p14:tracePt t="19176" x="4387850" y="3308350"/>
          <p14:tracePt t="19190" x="4370388" y="3308350"/>
          <p14:tracePt t="19193" x="4354513" y="3308350"/>
          <p14:tracePt t="19207" x="4346575" y="3308350"/>
          <p14:tracePt t="19208" x="4313238" y="3308350"/>
          <p14:tracePt t="19216" x="4305300" y="3308350"/>
          <p14:tracePt t="19232" x="4287838" y="3308350"/>
          <p14:tracePt t="19241" x="4271963" y="3308350"/>
          <p14:tracePt t="19248" x="4262438" y="3308350"/>
          <p14:tracePt t="19257" x="4246563" y="3308350"/>
          <p14:tracePt t="19264" x="4229100" y="3308350"/>
          <p14:tracePt t="19280" x="4221163" y="3308350"/>
          <p14:tracePt t="19290" x="4187825" y="3308350"/>
          <p14:tracePt t="19297" x="4171950" y="3308350"/>
          <p14:tracePt t="19305" x="4164013" y="3308350"/>
          <p14:tracePt t="19313" x="4146550" y="3308350"/>
          <p14:tracePt t="19321" x="4122738" y="3308350"/>
          <p14:tracePt t="19329" x="4105275" y="3308350"/>
          <p14:tracePt t="19337" x="4079875" y="3308350"/>
          <p14:tracePt t="19345" x="4048125" y="3308350"/>
          <p14:tracePt t="19353" x="4038600" y="3308350"/>
          <p14:tracePt t="19361" x="4022725" y="3308350"/>
          <p14:tracePt t="19369" x="4005263" y="3308350"/>
          <p14:tracePt t="19377" x="3997325" y="3308350"/>
          <p14:tracePt t="19385" x="3981450" y="3308350"/>
          <p14:tracePt t="19426" x="3963988" y="3308350"/>
          <p14:tracePt t="19434" x="3963988" y="3292475"/>
          <p14:tracePt t="19466" x="3963988" y="3284538"/>
          <p14:tracePt t="19498" x="3956050" y="3284538"/>
          <p14:tracePt t="19514" x="3940175" y="3284538"/>
          <p14:tracePt t="19524" x="3922713" y="3284538"/>
          <p14:tracePt t="19531" x="3906838" y="3284538"/>
          <p14:tracePt t="19540" x="3898900" y="3284538"/>
          <p14:tracePt t="19547" x="3865563" y="3284538"/>
          <p14:tracePt t="19555" x="3856038" y="3284538"/>
          <p14:tracePt t="19563" x="3840163" y="3284538"/>
          <p14:tracePt t="19571" x="3822700" y="3284538"/>
          <p14:tracePt t="19579" x="3814763" y="3284538"/>
          <p14:tracePt t="19587" x="3798888" y="3284538"/>
          <p14:tracePt t="19595" x="3781425" y="3284538"/>
          <p14:tracePt t="19684" x="3798888" y="3284538"/>
          <p14:tracePt t="19692" x="3865563" y="3284538"/>
          <p14:tracePt t="19700" x="3963988" y="3284538"/>
          <p14:tracePt t="19708" x="4064000" y="3284538"/>
          <p14:tracePt t="19716" x="4122738" y="3292475"/>
          <p14:tracePt t="19725" x="4221163" y="3292475"/>
          <p14:tracePt t="19732" x="4287838" y="3292475"/>
          <p14:tracePt t="19744" x="4354513" y="3292475"/>
          <p14:tracePt t="19748" x="4411663" y="3308350"/>
          <p14:tracePt t="19757" x="4437063" y="3308350"/>
          <p14:tracePt t="19765" x="4470400" y="3325813"/>
          <p14:tracePt t="19774" x="4486275" y="3325813"/>
          <p14:tracePt t="19797" x="4495800" y="3325813"/>
          <p14:tracePt t="19821" x="4495800" y="3341688"/>
          <p14:tracePt t="19838" x="4454525" y="3349625"/>
          <p14:tracePt t="19845" x="4395788" y="3349625"/>
          <p14:tracePt t="19854" x="4354513" y="3367088"/>
          <p14:tracePt t="19862" x="4271963" y="3382963"/>
          <p14:tracePt t="19870" x="4229100" y="3390900"/>
          <p14:tracePt t="19878" x="4146550" y="3408363"/>
          <p14:tracePt t="19886" x="4079875" y="3408363"/>
          <p14:tracePt t="19894" x="4022725" y="3424238"/>
          <p14:tracePt t="19902" x="3981450" y="3433763"/>
          <p14:tracePt t="19910" x="3922713" y="3433763"/>
          <p14:tracePt t="19918" x="3898900" y="3433763"/>
          <p14:tracePt t="19926" x="3881438" y="3433763"/>
          <p14:tracePt t="19934" x="3865563" y="3433763"/>
          <p14:tracePt t="19942" x="3856038" y="3433763"/>
          <p14:tracePt t="19958" x="3840163" y="3433763"/>
          <p14:tracePt t="20007" x="3856038" y="3433763"/>
          <p14:tracePt t="20015" x="3956050" y="3433763"/>
          <p14:tracePt t="20024" x="4079875" y="3433763"/>
          <p14:tracePt t="20031" x="4171950" y="3433763"/>
          <p14:tracePt t="20041" x="4246563" y="3433763"/>
          <p14:tracePt t="20047" x="4346575" y="3433763"/>
          <p14:tracePt t="20057" x="4437063" y="3433763"/>
          <p14:tracePt t="20064" x="4495800" y="3433763"/>
          <p14:tracePt t="20071" x="4570413" y="3433763"/>
          <p14:tracePt t="20080" x="4594225" y="3433763"/>
          <p14:tracePt t="20088" x="4619625" y="3433763"/>
          <p14:tracePt t="20104" x="4635500" y="3433763"/>
          <p14:tracePt t="20160" x="4619625" y="3433763"/>
          <p14:tracePt t="20168" x="4570413" y="3433763"/>
          <p14:tracePt t="20177" x="4495800" y="3433763"/>
          <p14:tracePt t="20185" x="4411663" y="3433763"/>
          <p14:tracePt t="20192" x="4387850" y="3433763"/>
          <p14:tracePt t="20201" x="4313238" y="3449638"/>
          <p14:tracePt t="20209" x="4262438" y="3467100"/>
          <p14:tracePt t="20217" x="4187825" y="3475038"/>
          <p14:tracePt t="20225" x="4146550" y="3490913"/>
          <p14:tracePt t="20233" x="4105275" y="3490913"/>
          <p14:tracePt t="20241" x="4089400" y="3490913"/>
          <p14:tracePt t="20249" x="4079875" y="3490913"/>
          <p14:tracePt t="20257" x="4064000" y="3490913"/>
          <p14:tracePt t="20354" x="4089400" y="3490913"/>
          <p14:tracePt t="20362" x="4122738" y="3490913"/>
          <p14:tracePt t="20370" x="4146550" y="3475038"/>
          <p14:tracePt t="20378" x="4187825" y="3467100"/>
          <p14:tracePt t="20387" x="4221163" y="3449638"/>
          <p14:tracePt t="20394" x="4271963" y="3433763"/>
          <p14:tracePt t="20403" x="4313238" y="3433763"/>
          <p14:tracePt t="20411" x="4346575" y="3424238"/>
          <p14:tracePt t="20419" x="4370388" y="3408363"/>
          <p14:tracePt t="20427" x="4387850" y="3408363"/>
          <p14:tracePt t="20435" x="4411663" y="3408363"/>
          <p14:tracePt t="20443" x="4429125" y="3390900"/>
          <p14:tracePt t="20451" x="4437063" y="3390900"/>
          <p14:tracePt t="20459" x="4454525" y="3390900"/>
          <p14:tracePt t="20491" x="4470400" y="3390900"/>
          <p14:tracePt t="20580" x="4454525" y="3390900"/>
          <p14:tracePt t="20590" x="4437063" y="3408363"/>
          <p14:tracePt t="20596" x="4387850" y="3408363"/>
          <p14:tracePt t="20604" x="4329113" y="3424238"/>
          <p14:tracePt t="20612" x="4262438" y="3449638"/>
          <p14:tracePt t="20620" x="4187825" y="3467100"/>
          <p14:tracePt t="20629" x="4130675" y="3467100"/>
          <p14:tracePt t="20637" x="4064000" y="3475038"/>
          <p14:tracePt t="20645" x="3981450" y="3475038"/>
          <p14:tracePt t="20653" x="3906838" y="3475038"/>
          <p14:tracePt t="20661" x="3856038" y="3475038"/>
          <p14:tracePt t="20669" x="3814763" y="3475038"/>
          <p14:tracePt t="20677" x="3773488" y="3475038"/>
          <p14:tracePt t="20685" x="3757613" y="3475038"/>
          <p14:tracePt t="20693" x="3732213" y="3475038"/>
          <p14:tracePt t="20701" x="3698875" y="3475038"/>
          <p14:tracePt t="20709" x="3690938" y="3475038"/>
          <p14:tracePt t="20717" x="3673475" y="3475038"/>
          <p14:tracePt t="20726" x="3641725" y="3475038"/>
          <p14:tracePt t="20734" x="3632200" y="3475038"/>
          <p14:tracePt t="20746" x="3616325" y="3475038"/>
          <p14:tracePt t="20750" x="3590925" y="3475038"/>
          <p14:tracePt t="20758" x="3575050" y="3475038"/>
          <p14:tracePt t="20766" x="3557588" y="3475038"/>
          <p14:tracePt t="20774" x="3549650" y="3475038"/>
          <p14:tracePt t="20791" x="3533775" y="3475038"/>
          <p14:tracePt t="20798" x="3516313" y="3475038"/>
          <p14:tracePt t="20839" x="3508375" y="3475038"/>
          <p14:tracePt t="20952" x="3516313" y="3475038"/>
          <p14:tracePt t="20967" x="3533775" y="3475038"/>
          <p14:tracePt t="20976" x="3549650" y="3475038"/>
          <p14:tracePt t="20984" x="3557588" y="3475038"/>
          <p14:tracePt t="20992" x="3598863" y="3467100"/>
          <p14:tracePt t="21000" x="3632200" y="3467100"/>
          <p14:tracePt t="21008" x="3657600" y="3467100"/>
          <p14:tracePt t="21016" x="3698875" y="3467100"/>
          <p14:tracePt t="21024" x="3732213" y="3467100"/>
          <p14:tracePt t="21032" x="3773488" y="3467100"/>
          <p14:tracePt t="21040" x="3781425" y="3467100"/>
          <p14:tracePt t="21048" x="3814763" y="3467100"/>
          <p14:tracePt t="21057" x="3822700" y="3467100"/>
          <p14:tracePt t="21064" x="3840163" y="3467100"/>
          <p14:tracePt t="21089" x="3856038" y="3467100"/>
          <p14:tracePt t="21194" x="3840163" y="3467100"/>
          <p14:tracePt t="21202" x="3822700" y="3467100"/>
          <p14:tracePt t="21210" x="3814763" y="3467100"/>
          <p14:tracePt t="21218" x="3781425" y="3467100"/>
          <p14:tracePt t="21226" x="3740150" y="3467100"/>
          <p14:tracePt t="21234" x="3690938" y="3475038"/>
          <p14:tracePt t="21242" x="3632200" y="3475038"/>
          <p14:tracePt t="21250" x="3590925" y="3490913"/>
          <p14:tracePt t="21258" x="3549650" y="3508375"/>
          <p14:tracePt t="21266" x="3492500" y="3516313"/>
          <p14:tracePt t="21274" x="3433763" y="3516313"/>
          <p14:tracePt t="21283" x="3375025" y="3516313"/>
          <p14:tracePt t="21291" x="3351213" y="3532188"/>
          <p14:tracePt t="21299" x="3325813" y="3549650"/>
          <p14:tracePt t="21307" x="3309938" y="3549650"/>
          <p14:tracePt t="21315" x="3292475" y="3549650"/>
          <p14:tracePt t="21324" x="3284538" y="3549650"/>
          <p14:tracePt t="21340" x="3267075" y="3549650"/>
          <p14:tracePt t="21436" x="3284538" y="3549650"/>
          <p14:tracePt t="21444" x="3333750" y="3549650"/>
          <p14:tracePt t="21452" x="3375025" y="3549650"/>
          <p14:tracePt t="21460" x="3392488" y="3549650"/>
          <p14:tracePt t="21468" x="3449638" y="3532188"/>
          <p14:tracePt t="21476" x="3508375" y="3532188"/>
          <p14:tracePt t="21484" x="3557588" y="3532188"/>
          <p14:tracePt t="21492" x="3598863" y="3532188"/>
          <p14:tracePt t="21501" x="3657600" y="3516313"/>
          <p14:tracePt t="21509" x="3716338" y="3516313"/>
          <p14:tracePt t="21517" x="3740150" y="3516313"/>
          <p14:tracePt t="21525" x="3781425" y="3516313"/>
          <p14:tracePt t="21533" x="3822700" y="3516313"/>
          <p14:tracePt t="21541" x="3856038" y="3516313"/>
          <p14:tracePt t="21549" x="3881438" y="3516313"/>
          <p14:tracePt t="21557" x="3898900" y="3516313"/>
          <p14:tracePt t="21565" x="3906838" y="3516313"/>
          <p14:tracePt t="21574" x="3922713" y="3516313"/>
          <p14:tracePt t="21590" x="3940175" y="3516313"/>
          <p14:tracePt t="21597" x="3956050" y="3516313"/>
          <p14:tracePt t="21710" x="3956050" y="3532188"/>
          <p14:tracePt t="21744" x="3940175" y="3549650"/>
          <p14:tracePt t="21751" x="3922713" y="3549650"/>
          <p14:tracePt t="21759" x="3906838" y="3565525"/>
          <p14:tracePt t="21767" x="3898900" y="3565525"/>
          <p14:tracePt t="21775" x="3881438" y="3565525"/>
          <p14:tracePt t="21783" x="3865563" y="3573463"/>
          <p14:tracePt t="21791" x="3865563" y="3590925"/>
          <p14:tracePt t="21799" x="3840163" y="3590925"/>
          <p14:tracePt t="21807" x="3822700" y="3606800"/>
          <p14:tracePt t="21815" x="3814763" y="3616325"/>
          <p14:tracePt t="21824" x="3781425" y="3616325"/>
          <p14:tracePt t="21832" x="3773488" y="3632200"/>
          <p14:tracePt t="21841" x="3757613" y="3632200"/>
          <p14:tracePt t="21848" x="3740150" y="3632200"/>
          <p14:tracePt t="21857" x="3732213" y="3632200"/>
          <p14:tracePt t="21873" x="3716338" y="3632200"/>
          <p14:tracePt t="21961" x="3732213" y="3632200"/>
          <p14:tracePt t="21969" x="3740150" y="3632200"/>
          <p14:tracePt t="21977" x="3781425" y="3616325"/>
          <p14:tracePt t="21985" x="3840163" y="3606800"/>
          <p14:tracePt t="21993" x="3865563" y="3606800"/>
          <p14:tracePt t="22001" x="3906838" y="3606800"/>
          <p14:tracePt t="22009" x="3963988" y="3590925"/>
          <p14:tracePt t="22017" x="3997325" y="3590925"/>
          <p14:tracePt t="22025" x="4038600" y="3573463"/>
          <p14:tracePt t="22033" x="4079875" y="3573463"/>
          <p14:tracePt t="22041" x="4105275" y="3565525"/>
          <p14:tracePt t="22049" x="4146550" y="3549650"/>
          <p14:tracePt t="22058" x="4164013" y="3549650"/>
          <p14:tracePt t="22065" x="4187825" y="3532188"/>
          <p14:tracePt t="22074" x="4205288" y="3532188"/>
          <p14:tracePt t="22082" x="4229100" y="3516313"/>
          <p14:tracePt t="22091" x="4262438" y="3508375"/>
          <p14:tracePt t="22098" x="4271963" y="3508375"/>
          <p14:tracePt t="22114" x="4287838" y="3490913"/>
          <p14:tracePt t="22130" x="4305300" y="3490913"/>
          <p14:tracePt t="22219" x="4287838" y="3490913"/>
          <p14:tracePt t="22227" x="4271963" y="3490913"/>
          <p14:tracePt t="22235" x="4262438" y="3490913"/>
          <p14:tracePt t="22243" x="4229100" y="3490913"/>
          <p14:tracePt t="22251" x="4205288" y="3490913"/>
          <p14:tracePt t="22259" x="4187825" y="3508375"/>
          <p14:tracePt t="22268" x="4164013" y="3508375"/>
          <p14:tracePt t="22275" x="4146550" y="3508375"/>
          <p14:tracePt t="22284" x="4122738" y="3508375"/>
          <p14:tracePt t="22292" x="4105275" y="3516313"/>
          <p14:tracePt t="22300" x="4089400" y="3516313"/>
          <p14:tracePt t="22308" x="4064000" y="3516313"/>
          <p14:tracePt t="22316" x="4038600" y="3516313"/>
          <p14:tracePt t="22332" x="4005263" y="3516313"/>
          <p14:tracePt t="22341" x="3997325" y="3516313"/>
          <p14:tracePt t="22348" x="3981450" y="3516313"/>
          <p14:tracePt t="22357" x="3963988" y="3516313"/>
          <p14:tracePt t="22374" x="3956050" y="3516313"/>
          <p14:tracePt t="22380" x="3940175" y="3516313"/>
          <p14:tracePt t="22397" x="3922713" y="3508375"/>
          <p14:tracePt t="22405" x="3906838" y="3490913"/>
          <p14:tracePt t="22413" x="3881438" y="3475038"/>
          <p14:tracePt t="22421" x="3840163" y="3467100"/>
          <p14:tracePt t="22429" x="3798888" y="3449638"/>
          <p14:tracePt t="22437" x="3740150" y="3408363"/>
          <p14:tracePt t="22445" x="3732213" y="3408363"/>
          <p14:tracePt t="22453" x="3673475" y="3382963"/>
          <p14:tracePt t="22461" x="3632200" y="3349625"/>
          <p14:tracePt t="22469" x="3590925" y="3325813"/>
          <p14:tracePt t="22478" x="3557588" y="3308350"/>
          <p14:tracePt t="22485" x="3533775" y="3292475"/>
          <p14:tracePt t="22494" x="3516313" y="3284538"/>
          <p14:tracePt t="22502" x="3508375" y="3267075"/>
          <p14:tracePt t="22510" x="3492500" y="3251200"/>
          <p14:tracePt t="22518" x="3492500" y="3241675"/>
          <p14:tracePt t="22526" x="3475038" y="3225800"/>
          <p14:tracePt t="22542" x="3475038" y="3209925"/>
          <p14:tracePt t="22558" x="3475038" y="3200400"/>
          <p14:tracePt t="22574" x="3475038" y="3184525"/>
          <p14:tracePt t="22591" x="3516313" y="3159125"/>
          <p14:tracePt t="22598" x="3575050" y="3143250"/>
          <p14:tracePt t="22608" x="3673475" y="3101975"/>
          <p14:tracePt t="22614" x="3798888" y="3076575"/>
          <p14:tracePt t="22624" x="3906838" y="3043238"/>
          <p14:tracePt t="22631" x="4064000" y="3001963"/>
          <p14:tracePt t="22640" x="4221163" y="2976563"/>
          <p14:tracePt t="22647" x="4370388" y="2935288"/>
          <p14:tracePt t="22656" x="4437063" y="2935288"/>
          <p14:tracePt t="22663" x="4570413" y="2919413"/>
          <p14:tracePt t="22671" x="4694238" y="2919413"/>
          <p14:tracePt t="22679" x="4794250" y="2919413"/>
          <p14:tracePt t="22687" x="4884738" y="2919413"/>
          <p14:tracePt t="22696" x="4959350" y="2919413"/>
          <p14:tracePt t="22704" x="5018088" y="2919413"/>
          <p14:tracePt t="22711" x="5041900" y="2919413"/>
          <p14:tracePt t="22719" x="5084763" y="2919413"/>
          <p14:tracePt t="22727" x="5108575" y="2935288"/>
          <p14:tracePt t="22736" x="5126038" y="2943225"/>
          <p14:tracePt t="22746" x="5141913" y="2960688"/>
          <p14:tracePt t="22752" x="5149850" y="2986088"/>
          <p14:tracePt t="22760" x="5167313" y="3001963"/>
          <p14:tracePt t="22768" x="5167313" y="3043238"/>
          <p14:tracePt t="22776" x="5183188" y="3084513"/>
          <p14:tracePt t="22784" x="5192713" y="3101975"/>
          <p14:tracePt t="22792" x="5192713" y="3143250"/>
          <p14:tracePt t="22800" x="5192713" y="3159125"/>
          <p14:tracePt t="22808" x="5192713" y="3167063"/>
          <p14:tracePt t="22816" x="5192713" y="3184525"/>
          <p14:tracePt t="22825" x="5192713" y="3209925"/>
          <p14:tracePt t="22840" x="5192713" y="3225800"/>
          <p14:tracePt t="22848" x="5183188" y="3241675"/>
          <p14:tracePt t="22857" x="5149850" y="3267075"/>
          <p14:tracePt t="22865" x="5100638" y="3284538"/>
          <p14:tracePt t="22874" x="5059363" y="3308350"/>
          <p14:tracePt t="22881" x="4967288" y="3325813"/>
          <p14:tracePt t="22891" x="4884738" y="3341688"/>
          <p14:tracePt t="22897" x="4843463" y="3349625"/>
          <p14:tracePt t="22907" x="4752975" y="3367088"/>
          <p14:tracePt t="22913" x="4678363" y="3382963"/>
          <p14:tracePt t="22921" x="4611688" y="3382963"/>
          <p14:tracePt t="22929" x="4552950" y="3382963"/>
          <p14:tracePt t="22938" x="4495800" y="3382963"/>
          <p14:tracePt t="22946" x="4470400" y="3382963"/>
          <p14:tracePt t="22954" x="4429125" y="3382963"/>
          <p14:tracePt t="22962" x="4395788" y="3382963"/>
          <p14:tracePt t="22970" x="4387850" y="3382963"/>
          <p14:tracePt t="22978" x="4354513" y="3382963"/>
          <p14:tracePt t="22986" x="4346575" y="3367088"/>
          <p14:tracePt t="22994" x="4329113" y="3349625"/>
          <p14:tracePt t="23002" x="4313238" y="3349625"/>
          <p14:tracePt t="23010" x="4313238" y="3341688"/>
          <p14:tracePt t="23018" x="4305300" y="3325813"/>
          <p14:tracePt t="23034" x="4287838" y="3308350"/>
          <p14:tracePt t="23043" x="4287838" y="3292475"/>
          <p14:tracePt t="23059" x="4287838" y="3284538"/>
          <p14:tracePt t="23067" x="4287838" y="3267075"/>
          <p14:tracePt t="23083" x="4287838" y="3251200"/>
          <p14:tracePt t="23091" x="4287838" y="3241675"/>
          <p14:tracePt t="23107" x="4287838" y="3225800"/>
          <p14:tracePt t="23115" x="4287838" y="3209925"/>
          <p14:tracePt t="23140" x="4287838" y="3200400"/>
          <p14:tracePt t="23164" x="4305300" y="3200400"/>
          <p14:tracePt t="23173" x="4305300" y="3184525"/>
          <p14:tracePt t="23180" x="4313238" y="3184525"/>
          <p14:tracePt t="23188" x="4370388" y="3167063"/>
          <p14:tracePt t="23196" x="4411663" y="3167063"/>
          <p14:tracePt t="23204" x="4486275" y="3167063"/>
          <p14:tracePt t="23212" x="4552950" y="3167063"/>
          <p14:tracePt t="23220" x="4594225" y="3167063"/>
          <p14:tracePt t="23228" x="4660900" y="3167063"/>
          <p14:tracePt t="23236" x="4719638" y="3167063"/>
          <p14:tracePt t="23244" x="4760913" y="3167063"/>
          <p14:tracePt t="23252" x="4794250" y="3167063"/>
          <p14:tracePt t="23260" x="4835525" y="3167063"/>
          <p14:tracePt t="23269" x="4835525" y="3184525"/>
          <p14:tracePt t="23277" x="4843463" y="3209925"/>
          <p14:tracePt t="23285" x="4843463" y="3225800"/>
          <p14:tracePt t="23293" x="4860925" y="3225800"/>
          <p14:tracePt t="23301" x="4860925" y="3241675"/>
          <p14:tracePt t="23309" x="4860925" y="3251200"/>
          <p14:tracePt t="23317" x="4860925" y="3267075"/>
          <p14:tracePt t="23325" x="4860925" y="3284538"/>
          <p14:tracePt t="23333" x="4860925" y="3292475"/>
          <p14:tracePt t="23341" x="4843463" y="3292475"/>
          <p14:tracePt t="23349" x="4835525" y="3308350"/>
          <p14:tracePt t="23357" x="4776788" y="3325813"/>
          <p14:tracePt t="23365" x="4719638" y="3349625"/>
          <p14:tracePt t="23374" x="4678363" y="3382963"/>
          <p14:tracePt t="23381" x="4594225" y="3408363"/>
          <p14:tracePt t="23391" x="4529138" y="3433763"/>
          <p14:tracePt t="23398" x="4429125" y="3475038"/>
          <p14:tracePt t="23408" x="4305300" y="3490913"/>
          <p14:tracePt t="23414" x="4221163" y="3516313"/>
          <p14:tracePt t="23424" x="4164013" y="3516313"/>
          <p14:tracePt t="23430" x="4038600" y="3549650"/>
          <p14:tracePt t="23441" x="3963988" y="3549650"/>
          <p14:tracePt t="23446" x="3865563" y="3565525"/>
          <p14:tracePt t="23458" x="3814763" y="3565525"/>
          <p14:tracePt t="23462" x="3757613" y="3565525"/>
          <p14:tracePt t="23474" x="3732213" y="3565525"/>
          <p14:tracePt t="23478" x="3690938" y="3565525"/>
          <p14:tracePt t="23490" x="3673475" y="3565525"/>
          <p14:tracePt t="23495" x="3657600" y="3565525"/>
          <p14:tracePt t="23507" x="3641725" y="3565525"/>
          <p14:tracePt t="23511" x="3632200" y="3565525"/>
          <p14:tracePt t="23535" x="3632200" y="3549650"/>
          <p14:tracePt t="23551" x="3632200" y="3532188"/>
          <p14:tracePt t="23575" x="3632200" y="3516313"/>
          <p14:tracePt t="23599" x="3632200" y="3508375"/>
          <p14:tracePt t="23615" x="3641725" y="3508375"/>
          <p14:tracePt t="23712" x="3641725" y="3516313"/>
          <p14:tracePt t="23721" x="3632200" y="3516313"/>
          <p14:tracePt t="23729" x="3616325" y="3516313"/>
          <p14:tracePt t="23745" x="3598863" y="3532188"/>
          <p14:tracePt t="23769" x="3590925" y="3532188"/>
          <p14:tracePt t="23785" x="3575050" y="3532188"/>
          <p14:tracePt t="23793" x="3557588" y="3532188"/>
          <p14:tracePt t="23809" x="3549650" y="3532188"/>
          <p14:tracePt t="23817" x="3533775" y="3532188"/>
          <p14:tracePt t="23833" x="3516313" y="3532188"/>
          <p14:tracePt t="23906" x="3516313" y="3516313"/>
          <p14:tracePt t="23924" x="3533775" y="3516313"/>
          <p14:tracePt t="23940" x="3549650" y="3508375"/>
          <p14:tracePt t="23947" x="3557588" y="3508375"/>
          <p14:tracePt t="23957" x="3598863" y="3508375"/>
          <p14:tracePt t="23963" x="3641725" y="3490913"/>
          <p14:tracePt t="23971" x="3698875" y="3490913"/>
          <p14:tracePt t="23979" x="3773488" y="3475038"/>
          <p14:tracePt t="23987" x="3814763" y="3475038"/>
          <p14:tracePt t="23995" x="3865563" y="3475038"/>
          <p14:tracePt t="24003" x="3898900" y="3467100"/>
          <p14:tracePt t="24011" x="3956050" y="3449638"/>
          <p14:tracePt t="24019" x="3981450" y="3449638"/>
          <p14:tracePt t="24027" x="3997325" y="3449638"/>
          <p14:tracePt t="24043" x="4005263" y="3449638"/>
          <p14:tracePt t="24108" x="3997325" y="3449638"/>
          <p14:tracePt t="24125" x="3981450" y="3449638"/>
          <p14:tracePt t="24140" x="3963988" y="3449638"/>
          <p14:tracePt t="24148" x="3956050" y="3449638"/>
          <p14:tracePt t="24181" x="3940175" y="3449638"/>
          <p14:tracePt t="24197" x="3940175" y="3433763"/>
          <p14:tracePt t="24286" x="3922713" y="3433763"/>
          <p14:tracePt t="24302" x="3906838" y="3433763"/>
          <p14:tracePt t="24310" x="3898900" y="3433763"/>
          <p14:tracePt t="24318" x="3898900" y="3449638"/>
          <p14:tracePt t="24326" x="3881438" y="3467100"/>
          <p14:tracePt t="24334" x="3865563" y="3475038"/>
          <p14:tracePt t="24342" x="3840163" y="3490913"/>
          <p14:tracePt t="24350" x="3822700" y="3490913"/>
          <p14:tracePt t="24358" x="3822700" y="3508375"/>
          <p14:tracePt t="24366" x="3814763" y="3508375"/>
          <p14:tracePt t="24375" x="3798888" y="3516313"/>
          <p14:tracePt t="24383" x="3781425" y="3516313"/>
          <p14:tracePt t="24391" x="3773488" y="3532188"/>
          <p14:tracePt t="24415" x="3757613" y="3532188"/>
          <p14:tracePt t="24479" x="3757613" y="3516313"/>
          <p14:tracePt t="24504" x="3757613" y="3508375"/>
          <p14:tracePt t="24560" x="3757613" y="3490913"/>
          <p14:tracePt t="24592" x="3757613" y="3475038"/>
          <p14:tracePt t="24625" x="3773488" y="3467100"/>
          <p14:tracePt t="24738" x="3757613" y="3467100"/>
          <p14:tracePt t="24843" x="3757613" y="3449638"/>
          <p14:tracePt t="24859" x="3757613" y="3433763"/>
          <p14:tracePt t="24867" x="3757613" y="3424238"/>
          <p14:tracePt t="24883" x="3773488" y="3408363"/>
          <p14:tracePt t="24891" x="3773488" y="3390900"/>
          <p14:tracePt t="24907" x="3773488" y="3382963"/>
          <p14:tracePt t="24924" x="3781425" y="3382963"/>
          <p14:tracePt t="25004" x="3773488" y="3390900"/>
          <p14:tracePt t="25012" x="3773488" y="3408363"/>
          <p14:tracePt t="25020" x="3757613" y="3408363"/>
          <p14:tracePt t="25028" x="3757613" y="3424238"/>
          <p14:tracePt t="25052" x="3757613" y="3433763"/>
          <p14:tracePt t="25416" x="3757613" y="3449638"/>
          <p14:tracePt t="25480" x="3773488" y="3449638"/>
          <p14:tracePt t="25497" x="3773488" y="3433763"/>
          <p14:tracePt t="25505" x="3798888" y="3433763"/>
          <p14:tracePt t="25513" x="3814763" y="3424238"/>
          <p14:tracePt t="25525" x="3840163" y="3408363"/>
          <p14:tracePt t="25529" x="3856038" y="3408363"/>
          <p14:tracePt t="25541" x="3865563" y="3390900"/>
          <p14:tracePt t="25545" x="3898900" y="3390900"/>
          <p14:tracePt t="25557" x="3906838" y="3382963"/>
          <p14:tracePt t="25561" x="3922713" y="3382963"/>
          <p14:tracePt t="25574" x="3940175" y="3382963"/>
          <p14:tracePt t="25658" x="3940175" y="3390900"/>
          <p14:tracePt t="25682" x="3940175" y="3408363"/>
          <p14:tracePt t="25691" x="3922713" y="3408363"/>
          <p14:tracePt t="25707" x="3922713" y="3424238"/>
          <p14:tracePt t="25779" x="3922713" y="3408363"/>
          <p14:tracePt t="25795" x="3940175" y="3408363"/>
          <p14:tracePt t="25803" x="3940175" y="3390900"/>
          <p14:tracePt t="25828" x="3956050" y="3390900"/>
          <p14:tracePt t="25836" x="3956050" y="3382963"/>
          <p14:tracePt t="25852" x="3963988" y="3382963"/>
          <p14:tracePt t="25932" x="3963988" y="3390900"/>
          <p14:tracePt t="25957" x="3963988" y="3408363"/>
          <p14:tracePt t="26062" x="3981450" y="3408363"/>
          <p14:tracePt t="26191" x="3981450" y="3424238"/>
          <p14:tracePt t="26207" x="3963988" y="3424238"/>
          <p14:tracePt t="26215" x="3963988" y="3433763"/>
          <p14:tracePt t="26231" x="3956050" y="3449638"/>
          <p14:tracePt t="26256" x="3940175" y="3467100"/>
          <p14:tracePt t="26352" x="3940175" y="3449638"/>
          <p14:tracePt t="26473" x="3922713" y="3449638"/>
          <p14:tracePt t="26491" x="3922713" y="3467100"/>
          <p14:tracePt t="26498" x="3906838" y="3467100"/>
          <p14:tracePt t="26514" x="3906838" y="3475038"/>
          <p14:tracePt t="26523" x="3898900" y="3475038"/>
          <p14:tracePt t="26538" x="3898900" y="3490913"/>
          <p14:tracePt t="26602" x="3898900" y="3508375"/>
          <p14:tracePt t="26611" x="3881438" y="3508375"/>
          <p14:tracePt t="26619" x="3881438" y="3532188"/>
          <p14:tracePt t="26627" x="3865563" y="3549650"/>
          <p14:tracePt t="26635" x="3865563" y="3565525"/>
          <p14:tracePt t="26643" x="3856038" y="3606800"/>
          <p14:tracePt t="26651" x="3856038" y="3632200"/>
          <p14:tracePt t="26659" x="3822700" y="3648075"/>
          <p14:tracePt t="26667" x="3822700" y="3657600"/>
          <p14:tracePt t="26675" x="3822700" y="3690938"/>
          <p14:tracePt t="26691" x="3822700" y="3698875"/>
          <p14:tracePt t="26699" x="3814763" y="3698875"/>
          <p14:tracePt t="26716" x="3814763" y="3714750"/>
          <p14:tracePt t="26764" x="3814763" y="3698875"/>
          <p14:tracePt t="26774" x="3822700" y="3698875"/>
          <p14:tracePt t="26780" x="3822700" y="3690938"/>
          <p14:tracePt t="26788" x="3840163" y="3690938"/>
          <p14:tracePt t="26796" x="3856038" y="3673475"/>
          <p14:tracePt t="26805" x="3865563" y="3657600"/>
          <p14:tracePt t="26813" x="3898900" y="3648075"/>
          <p14:tracePt t="26821" x="3922713" y="3632200"/>
          <p14:tracePt t="26829" x="3940175" y="3616325"/>
          <p14:tracePt t="26837" x="3963988" y="3606800"/>
          <p14:tracePt t="26845" x="3981450" y="3590925"/>
          <p14:tracePt t="26853" x="3997325" y="3590925"/>
          <p14:tracePt t="26861" x="4005263" y="3573463"/>
          <p14:tracePt t="26877" x="4022725" y="3573463"/>
          <p14:tracePt t="26958" x="4005263" y="3573463"/>
          <p14:tracePt t="26974" x="3997325" y="3573463"/>
          <p14:tracePt t="26998" x="3981450" y="3573463"/>
          <p14:tracePt t="27055" x="3981450" y="3565525"/>
          <p14:tracePt t="27087" x="3997325" y="3565525"/>
          <p14:tracePt t="27095" x="4005263" y="3549650"/>
          <p14:tracePt t="27103" x="4022725" y="3532188"/>
          <p14:tracePt t="27112" x="4048125" y="3532188"/>
          <p14:tracePt t="27119" x="4079875" y="3508375"/>
          <p14:tracePt t="27128" x="4089400" y="3508375"/>
          <p14:tracePt t="27135" x="4122738" y="3490913"/>
          <p14:tracePt t="27144" x="4130675" y="3475038"/>
          <p14:tracePt t="27152" x="4146550" y="3467100"/>
          <p14:tracePt t="27160" x="4164013" y="3467100"/>
          <p14:tracePt t="27168" x="4171950" y="3449638"/>
          <p14:tracePt t="27176" x="4187825" y="3449638"/>
          <p14:tracePt t="27184" x="4187825" y="3433763"/>
          <p14:tracePt t="27200" x="4205288" y="3433763"/>
          <p14:tracePt t="27224" x="4205288" y="3424238"/>
          <p14:tracePt t="27313" x="4205288" y="3408363"/>
          <p14:tracePt t="27329" x="4187825" y="3408363"/>
          <p14:tracePt t="27345" x="4187825" y="3390900"/>
          <p14:tracePt t="27361" x="4171950" y="3382963"/>
          <p14:tracePt t="27370" x="4164013" y="3367088"/>
          <p14:tracePt t="27378" x="4164013" y="3341688"/>
          <p14:tracePt t="27386" x="4146550" y="3325813"/>
          <p14:tracePt t="27394" x="4130675" y="3308350"/>
          <p14:tracePt t="27402" x="4122738" y="3284538"/>
          <p14:tracePt t="27410" x="4105275" y="3267075"/>
          <p14:tracePt t="27418" x="4089400" y="3267075"/>
          <p14:tracePt t="27426" x="4079875" y="3251200"/>
          <p14:tracePt t="27434" x="4079875" y="3241675"/>
          <p14:tracePt t="27442" x="4048125" y="3241675"/>
          <p14:tracePt t="27450" x="4038600" y="3225800"/>
          <p14:tracePt t="27458" x="4022725" y="3225800"/>
          <p14:tracePt t="27466" x="4005263" y="3225800"/>
          <p14:tracePt t="27475" x="3997325" y="3225800"/>
          <p14:tracePt t="27483" x="3963988" y="3225800"/>
          <p14:tracePt t="27491" x="3956050" y="3225800"/>
          <p14:tracePt t="27499" x="3940175" y="3225800"/>
          <p14:tracePt t="27507" x="3922713" y="3225800"/>
          <p14:tracePt t="27515" x="3906838" y="3241675"/>
          <p14:tracePt t="27531" x="3898900" y="3267075"/>
          <p14:tracePt t="27541" x="3881438" y="3267075"/>
          <p14:tracePt t="27547" x="3865563" y="3284538"/>
          <p14:tracePt t="27557" x="3865563" y="3292475"/>
          <p14:tracePt t="27563" x="3856038" y="3325813"/>
          <p14:tracePt t="27574" x="3856038" y="3341688"/>
          <p14:tracePt t="27580" x="3856038" y="3349625"/>
          <p14:tracePt t="27590" x="3840163" y="3367088"/>
          <p14:tracePt t="27596" x="3840163" y="3382963"/>
          <p14:tracePt t="27607" x="3822700" y="3390900"/>
          <p14:tracePt t="27612" x="3822700" y="3408363"/>
          <p14:tracePt t="27628" x="3814763" y="3408363"/>
          <p14:tracePt t="27644" x="3814763" y="3424238"/>
          <p14:tracePt t="27657" x="3798888" y="3424238"/>
          <p14:tracePt t="27701" x="3781425" y="3424238"/>
          <p14:tracePt t="27709" x="3781425" y="3408363"/>
          <p14:tracePt t="27717" x="3781425" y="3390900"/>
          <p14:tracePt t="27725" x="3781425" y="3382963"/>
          <p14:tracePt t="27733" x="3781425" y="3367088"/>
          <p14:tracePt t="27743" x="3781425" y="3349625"/>
          <p14:tracePt t="27749" x="3781425" y="3341688"/>
          <p14:tracePt t="27757" x="3781425" y="3308350"/>
          <p14:tracePt t="27765" x="3781425" y="3292475"/>
          <p14:tracePt t="27774" x="3798888" y="3292475"/>
          <p14:tracePt t="27781" x="3798888" y="3267075"/>
          <p14:tracePt t="27791" x="3814763" y="3251200"/>
          <p14:tracePt t="27797" x="3856038" y="3209925"/>
          <p14:tracePt t="27807" x="3906838" y="3200400"/>
          <p14:tracePt t="27814" x="3963988" y="3167063"/>
          <p14:tracePt t="27823" x="4038600" y="3143250"/>
          <p14:tracePt t="27830" x="4130675" y="3125788"/>
          <p14:tracePt t="27838" x="4164013" y="3125788"/>
          <p14:tracePt t="27846" x="4246563" y="3125788"/>
          <p14:tracePt t="27854" x="4287838" y="3117850"/>
          <p14:tracePt t="27862" x="4346575" y="3117850"/>
          <p14:tracePt t="27870" x="4387850" y="3117850"/>
          <p14:tracePt t="27878" x="4395788" y="3117850"/>
          <p14:tracePt t="27886" x="4411663" y="3117850"/>
          <p14:tracePt t="27894" x="4429125" y="3117850"/>
          <p14:tracePt t="27902" x="4437063" y="3143250"/>
          <p14:tracePt t="27910" x="4437063" y="3159125"/>
          <p14:tracePt t="27919" x="4437063" y="3167063"/>
          <p14:tracePt t="27927" x="4437063" y="3200400"/>
          <p14:tracePt t="27935" x="4437063" y="3209925"/>
          <p14:tracePt t="27943" x="4437063" y="3241675"/>
          <p14:tracePt t="27959" x="4437063" y="3251200"/>
          <p14:tracePt t="27975" x="4437063" y="3267075"/>
          <p14:tracePt t="27983" x="4429125" y="3267075"/>
          <p14:tracePt t="27991" x="4429125" y="3284538"/>
          <p14:tracePt t="27999" x="4411663" y="3284538"/>
          <p14:tracePt t="28007" x="4395788" y="3284538"/>
          <p14:tracePt t="28015" x="4387850" y="3284538"/>
          <p14:tracePt t="28024" x="4370388" y="3284538"/>
          <p14:tracePt t="28032" x="4354513" y="3284538"/>
          <p14:tracePt t="28048" x="4346575" y="3284538"/>
          <p14:tracePt t="28057" x="4329113" y="3284538"/>
          <p14:tracePt t="28088" x="4329113" y="3267075"/>
          <p14:tracePt t="28104" x="4329113" y="3251200"/>
          <p14:tracePt t="28120" x="4329113" y="3241675"/>
          <p14:tracePt t="28129" x="4313238" y="3241675"/>
          <p14:tracePt t="28136" x="4313238" y="3225800"/>
          <p14:tracePt t="28145" x="4305300" y="3209925"/>
          <p14:tracePt t="28153" x="4287838" y="3209925"/>
          <p14:tracePt t="28161" x="4271963" y="3200400"/>
          <p14:tracePt t="28169" x="4246563" y="3200400"/>
          <p14:tracePt t="28177" x="4221163" y="3184525"/>
          <p14:tracePt t="28185" x="4187825" y="3184525"/>
          <p14:tracePt t="28193" x="4164013" y="3184525"/>
          <p14:tracePt t="28201" x="4130675" y="3184525"/>
          <p14:tracePt t="28209" x="4105275" y="3184525"/>
          <p14:tracePt t="28217" x="4079875" y="3184525"/>
          <p14:tracePt t="28233" x="4048125" y="3184525"/>
          <p14:tracePt t="28241" x="4038600" y="3184525"/>
          <p14:tracePt t="28250" x="4022725" y="3184525"/>
          <p14:tracePt t="28266" x="4005263" y="3184525"/>
          <p14:tracePt t="28282" x="3997325" y="3184525"/>
          <p14:tracePt t="28378" x="3981450" y="3184525"/>
          <p14:tracePt t="28403" x="3963988" y="3200400"/>
          <p14:tracePt t="28411" x="3956050" y="3209925"/>
          <p14:tracePt t="28419" x="3922713" y="3225800"/>
          <p14:tracePt t="28427" x="3906838" y="3241675"/>
          <p14:tracePt t="28435" x="3881438" y="3241675"/>
          <p14:tracePt t="28443" x="3865563" y="3251200"/>
          <p14:tracePt t="28451" x="3822700" y="3251200"/>
          <p14:tracePt t="28459" x="3814763" y="3267075"/>
          <p14:tracePt t="28468" x="3773488" y="3284538"/>
          <p14:tracePt t="28476" x="3740150" y="3292475"/>
          <p14:tracePt t="28484" x="3732213" y="3292475"/>
          <p14:tracePt t="28492" x="3698875" y="3308350"/>
          <p14:tracePt t="28500" x="3690938" y="3308350"/>
          <p14:tracePt t="28508" x="3673475" y="3308350"/>
          <p14:tracePt t="28516" x="3657600" y="3325813"/>
          <p14:tracePt t="28524" x="3641725" y="3325813"/>
          <p14:tracePt t="28532" x="3632200" y="3325813"/>
          <p14:tracePt t="28557" x="3616325" y="3325813"/>
          <p14:tracePt t="28580" x="3598863" y="3325813"/>
          <p14:tracePt t="28605" x="3590925" y="3325813"/>
          <p14:tracePt t="28613" x="3590925" y="3341688"/>
          <p14:tracePt t="28621" x="3575050" y="3341688"/>
          <p14:tracePt t="28637" x="3557588" y="3341688"/>
          <p14:tracePt t="28645" x="3549650" y="3341688"/>
          <p14:tracePt t="28653" x="3533775" y="3341688"/>
          <p14:tracePt t="28661" x="3516313" y="3341688"/>
          <p14:tracePt t="28678" x="3492500" y="3341688"/>
          <p14:tracePt t="28694" x="3475038" y="3341688"/>
          <p14:tracePt t="28702" x="3467100" y="3341688"/>
          <p14:tracePt t="28726" x="3449638" y="3341688"/>
          <p14:tracePt t="28743" x="3449638" y="3325813"/>
          <p14:tracePt t="28774" x="3449638" y="3308350"/>
          <p14:tracePt t="28782" x="3467100" y="3308350"/>
          <p14:tracePt t="28791" x="3475038" y="3308350"/>
          <p14:tracePt t="28807" x="3508375" y="3308350"/>
          <p14:tracePt t="28814" x="3549650" y="3308350"/>
          <p14:tracePt t="28824" x="3575050" y="3308350"/>
          <p14:tracePt t="28831" x="3616325" y="3308350"/>
          <p14:tracePt t="28841" x="3673475" y="3308350"/>
          <p14:tracePt t="28847" x="3740150" y="3308350"/>
          <p14:tracePt t="28856" x="3798888" y="3325813"/>
          <p14:tracePt t="28863" x="3881438" y="3367088"/>
          <p14:tracePt t="28871" x="3906838" y="3382963"/>
          <p14:tracePt t="28879" x="3981450" y="3408363"/>
          <p14:tracePt t="28887" x="4048125" y="3467100"/>
          <p14:tracePt t="28896" x="4089400" y="3490913"/>
          <p14:tracePt t="28903" x="4130675" y="3516313"/>
          <p14:tracePt t="28912" x="4171950" y="3565525"/>
          <p14:tracePt t="28920" x="4221163" y="3606800"/>
          <p14:tracePt t="28928" x="4229100" y="3616325"/>
          <p14:tracePt t="28936" x="4262438" y="3648075"/>
          <p14:tracePt t="28944" x="4271963" y="3673475"/>
          <p14:tracePt t="28952" x="4287838" y="3690938"/>
          <p14:tracePt t="28960" x="4305300" y="3698875"/>
          <p14:tracePt t="28968" x="4305300" y="3714750"/>
          <p14:tracePt t="28976" x="4313238" y="3732213"/>
          <p14:tracePt t="28984" x="4313238" y="3740150"/>
          <p14:tracePt t="28992" x="4329113" y="3740150"/>
          <p14:tracePt t="29008" x="4329113" y="3756025"/>
          <p14:tracePt t="29016" x="4346575" y="3756025"/>
          <p14:tracePt t="29032" x="4346575" y="3773488"/>
          <p14:tracePt t="29065" x="4346575" y="3781425"/>
          <p14:tracePt t="29097" x="4329113" y="3781425"/>
          <p14:tracePt t="29107" x="4313238" y="3781425"/>
          <p14:tracePt t="29113" x="4271963" y="3781425"/>
          <p14:tracePt t="29121" x="4205288" y="3781425"/>
          <p14:tracePt t="29129" x="4130675" y="3781425"/>
          <p14:tracePt t="29137" x="4048125" y="3781425"/>
          <p14:tracePt t="29146" x="4022725" y="3781425"/>
          <p14:tracePt t="29154" x="3956050" y="3781425"/>
          <p14:tracePt t="29162" x="3865563" y="3773488"/>
          <p14:tracePt t="29170" x="3822700" y="3740150"/>
          <p14:tracePt t="29178" x="3773488" y="3740150"/>
          <p14:tracePt t="29186" x="3716338" y="3714750"/>
          <p14:tracePt t="29194" x="3673475" y="3698875"/>
          <p14:tracePt t="29202" x="3657600" y="3690938"/>
          <p14:tracePt t="29210" x="3632200" y="3673475"/>
          <p14:tracePt t="29218" x="3616325" y="3657600"/>
          <p14:tracePt t="29226" x="3590925" y="3657600"/>
          <p14:tracePt t="29234" x="3575050" y="3648075"/>
          <p14:tracePt t="29243" x="3557588" y="3632200"/>
          <p14:tracePt t="29251" x="3549650" y="3616325"/>
          <p14:tracePt t="29259" x="3533775" y="3606800"/>
          <p14:tracePt t="29267" x="3516313" y="3590925"/>
          <p14:tracePt t="29275" x="3508375" y="3573463"/>
          <p14:tracePt t="29283" x="3508375" y="3565525"/>
          <p14:tracePt t="29291" x="3492500" y="3549650"/>
          <p14:tracePt t="29299" x="3492500" y="3532188"/>
          <p14:tracePt t="29308" x="3475038" y="3516313"/>
          <p14:tracePt t="29315" x="3475038" y="3508375"/>
          <p14:tracePt t="29324" x="3475038" y="3490913"/>
          <p14:tracePt t="29331" x="3475038" y="3475038"/>
          <p14:tracePt t="29341" x="3475038" y="3467100"/>
          <p14:tracePt t="29348" x="3475038" y="3449638"/>
          <p14:tracePt t="29357" x="3475038" y="3433763"/>
          <p14:tracePt t="29373" x="3475038" y="3424238"/>
          <p14:tracePt t="29380" x="3475038" y="3408363"/>
          <p14:tracePt t="29388" x="3492500" y="3408363"/>
          <p14:tracePt t="29396" x="3516313" y="3367088"/>
          <p14:tracePt t="29404" x="3557588" y="3325813"/>
          <p14:tracePt t="29412" x="3598863" y="3284538"/>
          <p14:tracePt t="29420" x="3690938" y="3209925"/>
          <p14:tracePt t="29428" x="3798888" y="3159125"/>
          <p14:tracePt t="29436" x="3940175" y="3076575"/>
          <p14:tracePt t="29444" x="4048125" y="3017838"/>
          <p14:tracePt t="29452" x="4205288" y="2943225"/>
          <p14:tracePt t="29461" x="4354513" y="2894013"/>
          <p14:tracePt t="29469" x="4511675" y="2860675"/>
          <p14:tracePt t="29477" x="4635500" y="2836863"/>
          <p14:tracePt t="29485" x="4794250" y="2811463"/>
          <p14:tracePt t="29493" x="4902200" y="2811463"/>
          <p14:tracePt t="29501" x="4959350" y="2811463"/>
          <p14:tracePt t="29509" x="5059363" y="2811463"/>
          <p14:tracePt t="29517" x="5126038" y="2811463"/>
          <p14:tracePt t="29525" x="5183188" y="2811463"/>
          <p14:tracePt t="29533" x="5224463" y="2811463"/>
          <p14:tracePt t="29541" x="5233988" y="2819400"/>
          <p14:tracePt t="29549" x="5249863" y="2852738"/>
          <p14:tracePt t="29558" x="5267325" y="2878138"/>
          <p14:tracePt t="29574" x="5275263" y="2901950"/>
          <p14:tracePt t="29582" x="5275263" y="2919413"/>
          <p14:tracePt t="29590" x="5275263" y="2935288"/>
          <p14:tracePt t="29598" x="5275263" y="2943225"/>
          <p14:tracePt t="29607" x="5275263" y="2960688"/>
          <p14:tracePt t="29614" x="5249863" y="2976563"/>
          <p14:tracePt t="29623" x="5224463" y="2986088"/>
          <p14:tracePt t="29630" x="5192713" y="3017838"/>
          <p14:tracePt t="29638" x="5141913" y="3043238"/>
          <p14:tracePt t="29646" x="5084763" y="3060700"/>
          <p14:tracePt t="29654" x="5059363" y="3076575"/>
          <p14:tracePt t="29662" x="4984750" y="3101975"/>
          <p14:tracePt t="29670" x="4860925" y="3125788"/>
          <p14:tracePt t="29678" x="4760913" y="3143250"/>
          <p14:tracePt t="29687" x="4660900" y="3167063"/>
          <p14:tracePt t="29695" x="4537075" y="3184525"/>
          <p14:tracePt t="29703" x="4429125" y="3200400"/>
          <p14:tracePt t="29711" x="4305300" y="3209925"/>
          <p14:tracePt t="29719" x="4246563" y="3225800"/>
          <p14:tracePt t="29727" x="4146550" y="3241675"/>
          <p14:tracePt t="29735" x="4079875" y="3251200"/>
          <p14:tracePt t="29746" x="4005263" y="3251200"/>
          <p14:tracePt t="29751" x="3956050" y="3251200"/>
          <p14:tracePt t="29759" x="3906838" y="3251200"/>
          <p14:tracePt t="29767" x="3881438" y="3251200"/>
          <p14:tracePt t="29775" x="3856038" y="3251200"/>
          <p14:tracePt t="29783" x="3822700" y="3251200"/>
          <p14:tracePt t="29799" x="3814763" y="3251200"/>
          <p14:tracePt t="29808" x="3798888" y="3251200"/>
          <p14:tracePt t="29816" x="3798888" y="3241675"/>
          <p14:tracePt t="29840" x="3798888" y="3225800"/>
          <p14:tracePt t="29857" x="3798888" y="3209925"/>
          <p14:tracePt t="29888" x="3798888" y="3200400"/>
          <p14:tracePt t="29904" x="3814763" y="3200400"/>
          <p14:tracePt t="29912" x="3822700" y="3200400"/>
          <p14:tracePt t="29921" x="3856038" y="3200400"/>
          <p14:tracePt t="29929" x="3881438" y="3200400"/>
          <p14:tracePt t="29937" x="3940175" y="3200400"/>
          <p14:tracePt t="29945" x="3997325" y="3200400"/>
          <p14:tracePt t="29953" x="4064000" y="3200400"/>
          <p14:tracePt t="29961" x="4105275" y="3200400"/>
          <p14:tracePt t="29969" x="4171950" y="3200400"/>
          <p14:tracePt t="29977" x="4229100" y="3209925"/>
          <p14:tracePt t="29985" x="4271963" y="3241675"/>
          <p14:tracePt t="29993" x="4313238" y="3267075"/>
          <p14:tracePt t="30002" x="4346575" y="3284538"/>
          <p14:tracePt t="30009" x="4346575" y="3292475"/>
          <p14:tracePt t="30018" x="4354513" y="3292475"/>
          <p14:tracePt t="30026" x="4370388" y="3308350"/>
          <p14:tracePt t="30034" x="4370388" y="3325813"/>
          <p14:tracePt t="30050" x="4370388" y="3341688"/>
          <p14:tracePt t="30074" x="4370388" y="3349625"/>
          <p14:tracePt t="30082" x="4354513" y="3349625"/>
          <p14:tracePt t="30090" x="4346575" y="3367088"/>
          <p14:tracePt t="30098" x="4287838" y="3367088"/>
          <p14:tracePt t="30107" x="4229100" y="3390900"/>
          <p14:tracePt t="30114" x="4164013" y="3408363"/>
          <p14:tracePt t="30124" x="4089400" y="3424238"/>
          <p14:tracePt t="30130" x="3997325" y="3433763"/>
          <p14:tracePt t="30141" x="3898900" y="3449638"/>
          <p14:tracePt t="30147" x="3840163" y="3467100"/>
          <p14:tracePt t="30155" x="3773488" y="3490913"/>
          <p14:tracePt t="30163" x="3673475" y="3508375"/>
          <p14:tracePt t="30171" x="3598863" y="3516313"/>
          <p14:tracePt t="30179" x="3533775" y="3532188"/>
          <p14:tracePt t="30187" x="3475038" y="3532188"/>
          <p14:tracePt t="30195" x="3425825" y="3532188"/>
          <p14:tracePt t="30203" x="3375025" y="3532188"/>
          <p14:tracePt t="30211" x="3351213" y="3532188"/>
          <p14:tracePt t="30219" x="3325813" y="3532188"/>
          <p14:tracePt t="30227" x="3309938" y="3532188"/>
          <p14:tracePt t="30252" x="3292475" y="3532188"/>
          <p14:tracePt t="30300" x="3309938" y="3532188"/>
          <p14:tracePt t="30308" x="3325813" y="3532188"/>
          <p14:tracePt t="30316" x="3333750" y="3532188"/>
          <p14:tracePt t="30324" x="3375025" y="3508375"/>
          <p14:tracePt t="30332" x="3467100" y="3490913"/>
          <p14:tracePt t="30341" x="3533775" y="3475038"/>
          <p14:tracePt t="30349" x="3632200" y="3467100"/>
          <p14:tracePt t="30357" x="3740150" y="3449638"/>
          <p14:tracePt t="30365" x="3865563" y="3424238"/>
          <p14:tracePt t="30374" x="3997325" y="3408363"/>
          <p14:tracePt t="30381" x="4048125" y="3408363"/>
          <p14:tracePt t="30390" x="4164013" y="3408363"/>
          <p14:tracePt t="30397" x="4262438" y="3390900"/>
          <p14:tracePt t="30406" x="4346575" y="3390900"/>
          <p14:tracePt t="30413" x="4387850" y="3382963"/>
          <p14:tracePt t="30421" x="4437063" y="3382963"/>
          <p14:tracePt t="30429" x="4486275" y="3382963"/>
          <p14:tracePt t="30437" x="4495800" y="3382963"/>
          <p14:tracePt t="30445" x="4529138" y="3367088"/>
          <p14:tracePt t="30453" x="4537075" y="3367088"/>
          <p14:tracePt t="30462" x="4552950" y="3367088"/>
          <p14:tracePt t="30478" x="4570413" y="3367088"/>
          <p14:tracePt t="30486" x="4578350" y="3367088"/>
          <p14:tracePt t="30494" x="4611688" y="3349625"/>
          <p14:tracePt t="30502" x="4619625" y="3349625"/>
          <p14:tracePt t="30510" x="4635500" y="3349625"/>
          <p14:tracePt t="30518" x="4660900" y="3349625"/>
          <p14:tracePt t="30526" x="4678363" y="3349625"/>
          <p14:tracePt t="30534" x="4719638" y="3349625"/>
          <p14:tracePt t="30542" x="4752975" y="3341688"/>
          <p14:tracePt t="30551" x="4794250" y="3341688"/>
          <p14:tracePt t="30558" x="4843463" y="3325813"/>
          <p14:tracePt t="30567" x="4876800" y="3325813"/>
          <p14:tracePt t="30574" x="4926013" y="3325813"/>
          <p14:tracePt t="30583" x="4967288" y="3325813"/>
          <p14:tracePt t="30591" x="5000625" y="3325813"/>
          <p14:tracePt t="30599" x="5041900" y="3325813"/>
          <p14:tracePt t="30607" x="5067300" y="3325813"/>
          <p14:tracePt t="30615" x="5084763" y="3325813"/>
          <p14:tracePt t="30624" x="5108575" y="3325813"/>
          <p14:tracePt t="30631" x="5126038" y="3325813"/>
          <p14:tracePt t="30647" x="5141913" y="3325813"/>
          <p14:tracePt t="30728" x="5141913" y="3341688"/>
          <p14:tracePt t="30736" x="5126038" y="3341688"/>
          <p14:tracePt t="30752" x="5100638" y="3349625"/>
          <p14:tracePt t="30760" x="5067300" y="3367088"/>
          <p14:tracePt t="30769" x="5026025" y="3382963"/>
          <p14:tracePt t="30776" x="4967288" y="3390900"/>
          <p14:tracePt t="30784" x="4918075" y="3408363"/>
          <p14:tracePt t="30793" x="4818063" y="3424238"/>
          <p14:tracePt t="30801" x="4719638" y="3433763"/>
          <p14:tracePt t="30809" x="4678363" y="3449638"/>
          <p14:tracePt t="30817" x="4594225" y="3467100"/>
          <p14:tracePt t="30825" x="4495800" y="3467100"/>
          <p14:tracePt t="30833" x="4411663" y="3467100"/>
          <p14:tracePt t="30841" x="4329113" y="3467100"/>
          <p14:tracePt t="30849" x="4287838" y="3467100"/>
          <p14:tracePt t="30858" x="4229100" y="3467100"/>
          <p14:tracePt t="30865" x="4171950" y="3467100"/>
          <p14:tracePt t="30874" x="4130675" y="3467100"/>
          <p14:tracePt t="30881" x="4105275" y="3449638"/>
          <p14:tracePt t="30891" x="4079875" y="3424238"/>
          <p14:tracePt t="30897" x="4048125" y="3408363"/>
          <p14:tracePt t="30907" x="4022725" y="3382963"/>
          <p14:tracePt t="30914" x="3997325" y="3349625"/>
          <p14:tracePt t="30923" x="3981450" y="3325813"/>
          <p14:tracePt t="30930" x="3963988" y="3292475"/>
          <p14:tracePt t="30938" x="3956050" y="3251200"/>
          <p14:tracePt t="30946" x="3922713" y="3209925"/>
          <p14:tracePt t="30954" x="3906838" y="3184525"/>
          <p14:tracePt t="30962" x="3898900" y="3125788"/>
          <p14:tracePt t="30970" x="3865563" y="3076575"/>
          <p14:tracePt t="30978" x="3856038" y="3017838"/>
          <p14:tracePt t="30986" x="3840163" y="2943225"/>
          <p14:tracePt t="30994" x="3814763" y="2894013"/>
          <p14:tracePt t="31002" x="3798888" y="2852738"/>
          <p14:tracePt t="31010" x="3798888" y="2811463"/>
          <p14:tracePt t="31018" x="3781425" y="2760663"/>
          <p14:tracePt t="31027" x="3781425" y="2752725"/>
          <p14:tracePt t="31035" x="3781425" y="2719388"/>
          <p14:tracePt t="31043" x="3781425" y="2711450"/>
          <p14:tracePt t="31059" x="3781425" y="2695575"/>
          <p14:tracePt t="31091" x="3781425" y="2678113"/>
          <p14:tracePt t="31115" x="3814763" y="2678113"/>
          <p14:tracePt t="31124" x="3856038" y="2678113"/>
          <p14:tracePt t="31132" x="3906838" y="2670175"/>
          <p14:tracePt t="31141" x="4005263" y="2654300"/>
          <p14:tracePt t="31148" x="4105275" y="2654300"/>
          <p14:tracePt t="31158" x="4229100" y="2636838"/>
          <p14:tracePt t="31164" x="4346575" y="2636838"/>
          <p14:tracePt t="31173" x="4470400" y="2636838"/>
          <p14:tracePt t="31180" x="4619625" y="2636838"/>
          <p14:tracePt t="31188" x="4719638" y="2636838"/>
          <p14:tracePt t="31196" x="4776788" y="2636838"/>
          <p14:tracePt t="31204" x="4860925" y="2636838"/>
          <p14:tracePt t="31212" x="4943475" y="2636838"/>
          <p14:tracePt t="31220" x="5018088" y="2654300"/>
          <p14:tracePt t="31228" x="5084763" y="2678113"/>
          <p14:tracePt t="31236" x="5167313" y="2736850"/>
          <p14:tracePt t="31245" x="5224463" y="2811463"/>
          <p14:tracePt t="31253" x="5249863" y="2860675"/>
          <p14:tracePt t="31261" x="5275263" y="2935288"/>
          <p14:tracePt t="31269" x="5324475" y="3060700"/>
          <p14:tracePt t="31277" x="5349875" y="3143250"/>
          <p14:tracePt t="31285" x="5365750" y="3267075"/>
          <p14:tracePt t="31293" x="5391150" y="3390900"/>
          <p14:tracePt t="31301" x="5407025" y="3449638"/>
          <p14:tracePt t="31309" x="5416550" y="3549650"/>
          <p14:tracePt t="31317" x="5416550" y="3657600"/>
          <p14:tracePt t="31325" x="5432425" y="3740150"/>
          <p14:tracePt t="31334" x="5432425" y="3814763"/>
          <p14:tracePt t="31342" x="5432425" y="3871913"/>
          <p14:tracePt t="31349" x="5432425" y="3914775"/>
          <p14:tracePt t="31358" x="5432425" y="3963988"/>
          <p14:tracePt t="31366" x="5432425" y="3997325"/>
          <p14:tracePt t="31374" x="5432425" y="4021138"/>
          <p14:tracePt t="31382" x="5416550" y="4046538"/>
          <p14:tracePt t="31391" x="5407025" y="4064000"/>
          <p14:tracePt t="31398" x="5391150" y="4097338"/>
          <p14:tracePt t="31407" x="5365750" y="4105275"/>
          <p14:tracePt t="31414" x="5332413" y="4138613"/>
          <p14:tracePt t="31424" x="5308600" y="4146550"/>
          <p14:tracePt t="31430" x="5267325" y="4179888"/>
          <p14:tracePt t="31441" x="5233988" y="4187825"/>
          <p14:tracePt t="31446" x="5183188" y="4203700"/>
          <p14:tracePt t="31457" x="5126038" y="4221163"/>
          <p14:tracePt t="31463" x="5067300" y="4229100"/>
          <p14:tracePt t="31474" x="5026025" y="4246563"/>
          <p14:tracePt t="31479" x="4902200" y="4262438"/>
          <p14:tracePt t="31491" x="4835525" y="4270375"/>
          <p14:tracePt t="31495" x="4794250" y="4270375"/>
          <p14:tracePt t="31507" x="4660900" y="4270375"/>
          <p14:tracePt t="31511" x="4594225" y="4270375"/>
          <p14:tracePt t="31524" x="4552950" y="4270375"/>
          <p14:tracePt t="31527" x="4486275" y="4270375"/>
          <p14:tracePt t="31540" x="4411663" y="4270375"/>
          <p14:tracePt t="31543" x="4346575" y="4270375"/>
          <p14:tracePt t="31558" x="4287838" y="4270375"/>
          <p14:tracePt t="31560" x="4229100" y="4246563"/>
          <p14:tracePt t="31574" x="4205288" y="4229100"/>
          <p14:tracePt t="31577" x="4164013" y="4221163"/>
          <p14:tracePt t="31590" x="4105275" y="4203700"/>
          <p14:tracePt t="31593" x="4079875" y="4187825"/>
          <p14:tracePt t="31607" x="4022725" y="4179888"/>
          <p14:tracePt t="31608" x="3981450" y="4146550"/>
          <p14:tracePt t="31616" x="3940175" y="4138613"/>
          <p14:tracePt t="31624" x="3898900" y="4121150"/>
          <p14:tracePt t="31632" x="3856038" y="4097338"/>
          <p14:tracePt t="31640" x="3822700" y="4079875"/>
          <p14:tracePt t="31648" x="3781425" y="4064000"/>
          <p14:tracePt t="31657" x="3757613" y="4038600"/>
          <p14:tracePt t="31664" x="3716338" y="4021138"/>
          <p14:tracePt t="31674" x="3690938" y="4021138"/>
          <p14:tracePt t="31681" x="3657600" y="3997325"/>
          <p14:tracePt t="31691" x="3632200" y="3979863"/>
          <p14:tracePt t="31697" x="3616325" y="3963988"/>
          <p14:tracePt t="31707" x="3575050" y="3956050"/>
          <p14:tracePt t="31713" x="3549650" y="3938588"/>
          <p14:tracePt t="31724" x="3533775" y="3922713"/>
          <p14:tracePt t="31729" x="3508375" y="3914775"/>
          <p14:tracePt t="31743" x="3492500" y="3897313"/>
          <p14:tracePt t="31748" x="3467100" y="3897313"/>
          <p14:tracePt t="31758" x="3433763" y="3871913"/>
          <p14:tracePt t="31761" x="3408363" y="3871913"/>
          <p14:tracePt t="31774" x="3375025" y="3856038"/>
          <p14:tracePt t="31778" x="3367088" y="3840163"/>
          <p14:tracePt t="31791" x="3333750" y="3830638"/>
          <p14:tracePt t="31794" x="3292475" y="3814763"/>
          <p14:tracePt t="31807" x="3284538" y="3814763"/>
          <p14:tracePt t="31810" x="3243263" y="3797300"/>
          <p14:tracePt t="31824" x="3225800" y="3797300"/>
          <p14:tracePt t="31827" x="3184525" y="3781425"/>
          <p14:tracePt t="31840" x="3160713" y="3781425"/>
          <p14:tracePt t="31843" x="3143250" y="3773488"/>
          <p14:tracePt t="31857" x="3127375" y="3773488"/>
          <p14:tracePt t="31859" x="3101975" y="3756025"/>
          <p14:tracePt t="31874" x="3086100" y="3740150"/>
          <p14:tracePt t="32125" x="3027363" y="3740150"/>
          <p14:tracePt t="32133" x="2935288" y="3740150"/>
          <p14:tracePt t="32142" x="2903538" y="3740150"/>
          <p14:tracePt t="32149" x="2778125" y="3740150"/>
          <p14:tracePt t="32158" x="2711450" y="3740150"/>
          <p14:tracePt t="32165" x="2613025" y="3740150"/>
          <p14:tracePt t="32174" x="2487613" y="3740150"/>
          <p14:tracePt t="32181" x="2389188" y="3740150"/>
          <p14:tracePt t="32191" x="2263775" y="3740150"/>
          <p14:tracePt t="32197" x="2165350" y="3740150"/>
          <p14:tracePt t="32207" x="2057400" y="3740150"/>
          <p14:tracePt t="32213" x="2006600" y="3740150"/>
          <p14:tracePt t="32223" x="1916113" y="3740150"/>
          <p14:tracePt t="32230" x="1841500" y="3740150"/>
          <p14:tracePt t="32238" x="1774825" y="3740150"/>
          <p14:tracePt t="32246" x="1716088" y="3740150"/>
          <p14:tracePt t="32254" x="1658938" y="3740150"/>
          <p14:tracePt t="32262" x="1609725" y="3740150"/>
          <p14:tracePt t="32270" x="1576388" y="3740150"/>
          <p14:tracePt t="32278" x="1525588" y="3740150"/>
          <p14:tracePt t="32286" x="1468438" y="3740150"/>
          <p14:tracePt t="32294" x="1435100" y="3740150"/>
          <p14:tracePt t="32302" x="1393825" y="3740150"/>
          <p14:tracePt t="32310" x="1352550" y="3732213"/>
          <p14:tracePt t="32318" x="1343025" y="3732213"/>
          <p14:tracePt t="32326" x="1301750" y="3714750"/>
          <p14:tracePt t="32335" x="1285875" y="3698875"/>
          <p14:tracePt t="32343" x="1268413" y="3698875"/>
          <p14:tracePt t="32351" x="1260475" y="3673475"/>
          <p14:tracePt t="32359" x="1244600" y="3657600"/>
          <p14:tracePt t="32367" x="1227138" y="3648075"/>
          <p14:tracePt t="32375" x="1227138" y="3616325"/>
          <p14:tracePt t="32383" x="1227138" y="3590925"/>
          <p14:tracePt t="32391" x="1211263" y="3573463"/>
          <p14:tracePt t="32399" x="1211263" y="3549650"/>
          <p14:tracePt t="32407" x="1211263" y="3532188"/>
          <p14:tracePt t="32415" x="1211263" y="3508375"/>
          <p14:tracePt t="32424" x="1211263" y="3475038"/>
          <p14:tracePt t="32441" x="1211263" y="3449638"/>
          <p14:tracePt t="32447" x="1211263" y="3433763"/>
          <p14:tracePt t="32457" x="1211263" y="3424238"/>
          <p14:tracePt t="32473" x="1211263" y="3408363"/>
          <p14:tracePt t="32488" x="1211263" y="3390900"/>
          <p14:tracePt t="32496" x="1227138" y="3390900"/>
          <p14:tracePt t="32504" x="1268413" y="3349625"/>
          <p14:tracePt t="32512" x="1327150" y="3341688"/>
          <p14:tracePt t="32520" x="1393825" y="3292475"/>
          <p14:tracePt t="32528" x="1525588" y="3241675"/>
          <p14:tracePt t="32536" x="1633538" y="3167063"/>
          <p14:tracePt t="32545" x="1790700" y="3117850"/>
          <p14:tracePt t="32553" x="1941513" y="3043238"/>
          <p14:tracePt t="32561" x="2098675" y="2976563"/>
          <p14:tracePt t="32569" x="2247900" y="2919413"/>
          <p14:tracePt t="32577" x="2405063" y="2878138"/>
          <p14:tracePt t="32585" x="2528888" y="2836863"/>
          <p14:tracePt t="32593" x="2571750" y="2819400"/>
          <p14:tracePt t="32601" x="2695575" y="2811463"/>
          <p14:tracePt t="32609" x="2762250" y="2778125"/>
          <p14:tracePt t="32617" x="2852738" y="2760663"/>
          <p14:tracePt t="32625" x="2919413" y="2752725"/>
          <p14:tracePt t="32633" x="2978150" y="2752725"/>
          <p14:tracePt t="32641" x="3019425" y="2752725"/>
          <p14:tracePt t="32649" x="3068638" y="2752725"/>
          <p14:tracePt t="32658" x="3109913" y="2752725"/>
          <p14:tracePt t="32666" x="3160713" y="2752725"/>
          <p14:tracePt t="32674" x="3201988" y="2752725"/>
          <p14:tracePt t="32682" x="3243263" y="2752725"/>
          <p14:tracePt t="32691" x="3267075" y="2752725"/>
          <p14:tracePt t="32698" x="3309938" y="2760663"/>
          <p14:tracePt t="32707" x="3333750" y="2794000"/>
          <p14:tracePt t="32714" x="3375025" y="2836863"/>
          <p14:tracePt t="32724" x="3408363" y="2878138"/>
          <p14:tracePt t="32730" x="3449638" y="2919413"/>
          <p14:tracePt t="32743" x="3475038" y="2960688"/>
          <p14:tracePt t="32748" x="3508375" y="3017838"/>
          <p14:tracePt t="32758" x="3533775" y="3076575"/>
          <p14:tracePt t="32762" x="3549650" y="3101975"/>
          <p14:tracePt t="32774" x="3575050" y="3159125"/>
          <p14:tracePt t="32778" x="3590925" y="3200400"/>
          <p14:tracePt t="32791" x="3598863" y="3225800"/>
          <p14:tracePt t="32795" x="3598863" y="3251200"/>
          <p14:tracePt t="32807" x="3616325" y="3284538"/>
          <p14:tracePt t="32811" x="3616325" y="3308350"/>
          <p14:tracePt t="32824" x="3616325" y="3341688"/>
          <p14:tracePt t="32835" x="3616325" y="3367088"/>
          <p14:tracePt t="32843" x="3616325" y="3382963"/>
          <p14:tracePt t="32851" x="3616325" y="3390900"/>
          <p14:tracePt t="32867" x="3598863" y="3424238"/>
          <p14:tracePt t="32884" x="3575050" y="3449638"/>
          <p14:tracePt t="32892" x="3533775" y="3467100"/>
          <p14:tracePt t="32900" x="3508375" y="3475038"/>
          <p14:tracePt t="32908" x="3433763" y="3516313"/>
          <p14:tracePt t="32916" x="3351213" y="3532188"/>
          <p14:tracePt t="32924" x="3267075" y="3573463"/>
          <p14:tracePt t="32932" x="3143250" y="3616325"/>
          <p14:tracePt t="32941" x="3019425" y="3648075"/>
          <p14:tracePt t="32948" x="2894013" y="3673475"/>
          <p14:tracePt t="32957" x="2819400" y="3690938"/>
          <p14:tracePt t="32964" x="2636838" y="3740150"/>
          <p14:tracePt t="32974" x="2587625" y="3756025"/>
          <p14:tracePt t="32980" x="2487613" y="3773488"/>
          <p14:tracePt t="32990" x="2413000" y="3773488"/>
          <p14:tracePt t="32996" x="2347913" y="3773488"/>
          <p14:tracePt t="33005" x="2289175" y="3773488"/>
          <p14:tracePt t="33013" x="2230438" y="3773488"/>
          <p14:tracePt t="33021" x="2181225" y="3773488"/>
          <p14:tracePt t="33029" x="2139950" y="3773488"/>
          <p14:tracePt t="33037" x="2081213" y="3773488"/>
          <p14:tracePt t="33045" x="2024063" y="3773488"/>
          <p14:tracePt t="33053" x="1965325" y="3756025"/>
          <p14:tracePt t="33061" x="1898650" y="3714750"/>
          <p14:tracePt t="33069" x="1841500" y="3698875"/>
          <p14:tracePt t="33077" x="1790700" y="3673475"/>
          <p14:tracePt t="33085" x="1741488" y="3648075"/>
          <p14:tracePt t="33093" x="1700213" y="3632200"/>
          <p14:tracePt t="33101" x="1674813" y="3606800"/>
          <p14:tracePt t="33110" x="1617663" y="3573463"/>
          <p14:tracePt t="33118" x="1592263" y="3565525"/>
          <p14:tracePt t="33126" x="1566863" y="3532188"/>
          <p14:tracePt t="33134" x="1535113" y="3508375"/>
          <p14:tracePt t="33142" x="1525588" y="3490913"/>
          <p14:tracePt t="33150" x="1509713" y="3475038"/>
          <p14:tracePt t="33158" x="1492250" y="3467100"/>
          <p14:tracePt t="33166" x="1492250" y="3433763"/>
          <p14:tracePt t="33174" x="1476375" y="3408363"/>
          <p14:tracePt t="33182" x="1476375" y="3390900"/>
          <p14:tracePt t="33191" x="1476375" y="3382963"/>
          <p14:tracePt t="33198" x="1476375" y="3349625"/>
          <p14:tracePt t="33207" x="1476375" y="3341688"/>
          <p14:tracePt t="33215" x="1476375" y="3325813"/>
          <p14:tracePt t="33224" x="1476375" y="3292475"/>
          <p14:tracePt t="33240" x="1476375" y="3284538"/>
          <p14:tracePt t="33247" x="1476375" y="3267075"/>
          <p14:tracePt t="33256" x="1476375" y="3251200"/>
          <p14:tracePt t="33263" x="1492250" y="3251200"/>
          <p14:tracePt t="33271" x="1492250" y="3241675"/>
          <p14:tracePt t="33279" x="1509713" y="3241675"/>
          <p14:tracePt t="33287" x="1509713" y="3225800"/>
          <p14:tracePt t="33295" x="1535113" y="3225800"/>
          <p14:tracePt t="33303" x="1576388" y="3209925"/>
          <p14:tracePt t="33312" x="1617663" y="3184525"/>
          <p14:tracePt t="33319" x="1700213" y="3167063"/>
          <p14:tracePt t="33328" x="1774825" y="3143250"/>
          <p14:tracePt t="33336" x="1874838" y="3101975"/>
          <p14:tracePt t="33344" x="1965325" y="3076575"/>
          <p14:tracePt t="33352" x="2081213" y="3043238"/>
          <p14:tracePt t="33360" x="2181225" y="3001963"/>
          <p14:tracePt t="33368" x="2305050" y="2976563"/>
          <p14:tracePt t="33376" x="2430463" y="2935288"/>
          <p14:tracePt t="33384" x="2554288" y="2919413"/>
          <p14:tracePt t="33392" x="2670175" y="2901950"/>
          <p14:tracePt t="33400" x="2720975" y="2901950"/>
          <p14:tracePt t="33408" x="2903538" y="2878138"/>
          <p14:tracePt t="33416" x="2960688" y="2878138"/>
          <p14:tracePt t="33425" x="3027363" y="2878138"/>
          <p14:tracePt t="33433" x="3127375" y="2878138"/>
          <p14:tracePt t="33441" x="3201988" y="2878138"/>
          <p14:tracePt t="33449" x="3251200" y="2878138"/>
          <p14:tracePt t="33458" x="3309938" y="2894013"/>
          <p14:tracePt t="33465" x="3351213" y="2919413"/>
          <p14:tracePt t="33474" x="3392488" y="2960688"/>
          <p14:tracePt t="33481" x="3433763" y="3001963"/>
          <p14:tracePt t="33491" x="3449638" y="3027363"/>
          <p14:tracePt t="33497" x="3492500" y="3076575"/>
          <p14:tracePt t="33507" x="3508375" y="3117850"/>
          <p14:tracePt t="33513" x="3508375" y="3143250"/>
          <p14:tracePt t="33524" x="3516313" y="3184525"/>
          <p14:tracePt t="33529" x="3533775" y="3209925"/>
          <p14:tracePt t="33541" x="3533775" y="3251200"/>
          <p14:tracePt t="33546" x="3533775" y="3284538"/>
          <p14:tracePt t="33558" x="3533775" y="3308350"/>
          <p14:tracePt t="33562" x="3533775" y="3341688"/>
          <p14:tracePt t="33574" x="3533775" y="3367088"/>
          <p14:tracePt t="33578" x="3533775" y="3390900"/>
          <p14:tracePt t="33591" x="3533775" y="3424238"/>
          <p14:tracePt t="33594" x="3533775" y="3433763"/>
          <p14:tracePt t="33607" x="3533775" y="3449638"/>
          <p14:tracePt t="33610" x="3508375" y="3475038"/>
          <p14:tracePt t="33624" x="3492500" y="3475038"/>
          <p14:tracePt t="33626" x="3449638" y="3508375"/>
          <p14:tracePt t="33640" x="3433763" y="3508375"/>
          <p14:tracePt t="33643" x="3375025" y="3516313"/>
          <p14:tracePt t="33657" x="3309938" y="3532188"/>
          <p14:tracePt t="33660" x="3225800" y="3549650"/>
          <p14:tracePt t="33674" x="3143250" y="3565525"/>
          <p14:tracePt t="33675" x="3019425" y="3565525"/>
          <p14:tracePt t="33683" x="2860675" y="3565525"/>
          <p14:tracePt t="33691" x="2711450" y="3565525"/>
          <p14:tracePt t="33699" x="2528888" y="3565525"/>
          <p14:tracePt t="33707" x="2371725" y="3565525"/>
          <p14:tracePt t="33715" x="2189163" y="3565525"/>
          <p14:tracePt t="33724" x="2139950" y="3565525"/>
          <p14:tracePt t="33731" x="2039938" y="3565525"/>
          <p14:tracePt t="33743" x="1941513" y="3532188"/>
          <p14:tracePt t="33749" x="1874838" y="3490913"/>
          <p14:tracePt t="33758" x="1833563" y="3475038"/>
          <p14:tracePt t="33764" x="1790700" y="3449638"/>
          <p14:tracePt t="33774" x="1758950" y="3424238"/>
          <p14:tracePt t="33780" x="1741488" y="3390900"/>
          <p14:tracePt t="33791" x="1733550" y="3367088"/>
          <p14:tracePt t="33796" x="1733550" y="3349625"/>
          <p14:tracePt t="33807" x="1716088" y="3325813"/>
          <p14:tracePt t="33812" x="1716088" y="3308350"/>
          <p14:tracePt t="33824" x="1716088" y="3284538"/>
          <p14:tracePt t="33828" x="1716088" y="3251200"/>
          <p14:tracePt t="33844" x="1716088" y="3225800"/>
          <p14:tracePt t="33857" x="1716088" y="3209925"/>
          <p14:tracePt t="33861" x="1716088" y="3200400"/>
          <p14:tracePt t="33874" x="1733550" y="3184525"/>
          <p14:tracePt t="33876" x="1741488" y="3184525"/>
          <p14:tracePt t="33891" x="1758950" y="3167063"/>
          <p14:tracePt t="33894" x="1774825" y="3159125"/>
          <p14:tracePt t="33907" x="1790700" y="3159125"/>
          <p14:tracePt t="33910" x="1833563" y="3125788"/>
          <p14:tracePt t="33924" x="1874838" y="3101975"/>
          <p14:tracePt t="33925" x="1924050" y="3084513"/>
          <p14:tracePt t="33933" x="1998663" y="3060700"/>
          <p14:tracePt t="33941" x="2098675" y="3017838"/>
          <p14:tracePt t="33949" x="2189163" y="2986088"/>
          <p14:tracePt t="33958" x="2322513" y="2960688"/>
          <p14:tracePt t="33965" x="2471738" y="2919413"/>
          <p14:tracePt t="33974" x="2628900" y="2901950"/>
          <p14:tracePt t="33981" x="2679700" y="2894013"/>
          <p14:tracePt t="33991" x="2795588" y="2878138"/>
          <p14:tracePt t="33998" x="2919413" y="2878138"/>
          <p14:tracePt t="34007" x="3019425" y="2878138"/>
          <p14:tracePt t="34014" x="3086100" y="2878138"/>
          <p14:tracePt t="34024" x="3160713" y="2878138"/>
          <p14:tracePt t="34030" x="3209925" y="2878138"/>
          <p14:tracePt t="34040" x="3251200" y="2878138"/>
          <p14:tracePt t="34046" x="3284538" y="2901950"/>
          <p14:tracePt t="34057" x="3292475" y="2919413"/>
          <p14:tracePt t="34062" x="3309938" y="2943225"/>
          <p14:tracePt t="34074" x="3325813" y="2960688"/>
          <p14:tracePt t="34078" x="3325813" y="2976563"/>
          <p14:tracePt t="34090" x="3333750" y="3001963"/>
          <p14:tracePt t="34095" x="3333750" y="3027363"/>
          <p14:tracePt t="34107" x="3333750" y="3060700"/>
          <p14:tracePt t="34111" x="3333750" y="3084513"/>
          <p14:tracePt t="34124" x="3333750" y="3101975"/>
          <p14:tracePt t="34127" x="3333750" y="3125788"/>
          <p14:tracePt t="34141" x="3333750" y="3143250"/>
          <p14:tracePt t="34143" x="3333750" y="3167063"/>
          <p14:tracePt t="34157" x="3333750" y="3184525"/>
          <p14:tracePt t="34160" x="3325813" y="3200400"/>
          <p14:tracePt t="34174" x="3325813" y="3209925"/>
          <p14:tracePt t="34176" x="3309938" y="3209925"/>
          <p14:tracePt t="34190" x="3292475" y="3225800"/>
          <p14:tracePt t="34193" x="3284538" y="3241675"/>
          <p14:tracePt t="34207" x="3251200" y="3241675"/>
          <p14:tracePt t="34208" x="3225800" y="3251200"/>
          <p14:tracePt t="34216" x="3184525" y="3284538"/>
          <p14:tracePt t="34224" x="3160713" y="3284538"/>
          <p14:tracePt t="34232" x="3101975" y="3292475"/>
          <p14:tracePt t="34241" x="3043238" y="3308350"/>
          <p14:tracePt t="34248" x="2986088" y="3325813"/>
          <p14:tracePt t="34257" x="2919413" y="3341688"/>
          <p14:tracePt t="34264" x="2852738" y="3341688"/>
          <p14:tracePt t="34273" x="2795588" y="3341688"/>
          <p14:tracePt t="34280" x="2720975" y="3341688"/>
          <p14:tracePt t="34291" x="2670175" y="3341688"/>
          <p14:tracePt t="34297" x="2636838" y="3341688"/>
          <p14:tracePt t="34307" x="2587625" y="3341688"/>
          <p14:tracePt t="34313" x="2554288" y="3341688"/>
          <p14:tracePt t="34324" x="2538413" y="3341688"/>
          <p14:tracePt t="34329" x="2513013" y="3341688"/>
          <p14:tracePt t="34340" x="2497138" y="3341688"/>
          <p14:tracePt t="34345" x="2487613" y="3341688"/>
          <p14:tracePt t="34361" x="2487613" y="3325813"/>
          <p14:tracePt t="34374" x="2471738" y="3325813"/>
          <p14:tracePt t="34393" x="2471738" y="3308350"/>
          <p14:tracePt t="34676" x="2471738" y="3325813"/>
          <p14:tracePt t="34684" x="2487613" y="3349625"/>
          <p14:tracePt t="34692" x="2513013" y="3408363"/>
          <p14:tracePt t="34700" x="2571750" y="3490913"/>
          <p14:tracePt t="34708" x="2595563" y="3549650"/>
          <p14:tracePt t="34716" x="2654300" y="3606800"/>
          <p14:tracePt t="34724" x="2695575" y="3657600"/>
          <p14:tracePt t="34732" x="2754313" y="3732213"/>
          <p14:tracePt t="34744" x="2778125" y="3773488"/>
          <p14:tracePt t="34749" x="2819400" y="3814763"/>
          <p14:tracePt t="34757" x="2852738" y="3856038"/>
          <p14:tracePt t="34764" x="2894013" y="3881438"/>
          <p14:tracePt t="34774" x="2919413" y="3914775"/>
          <p14:tracePt t="34781" x="2944813" y="3922713"/>
          <p14:tracePt t="34790" x="2960688" y="3938588"/>
          <p14:tracePt t="34797" x="2978150" y="3938588"/>
          <p14:tracePt t="34806" x="2986088" y="3956050"/>
          <p14:tracePt t="34821" x="3001963" y="3963988"/>
          <p14:tracePt t="34829" x="3027363" y="3963988"/>
          <p14:tracePt t="34837" x="3043238" y="3963988"/>
          <p14:tracePt t="34845" x="3060700" y="3963988"/>
          <p14:tracePt t="34853" x="3086100" y="3979863"/>
          <p14:tracePt t="34861" x="3109913" y="3979863"/>
          <p14:tracePt t="34870" x="3160713" y="3979863"/>
          <p14:tracePt t="34878" x="3225800" y="3997325"/>
          <p14:tracePt t="34886" x="3292475" y="4005263"/>
          <p14:tracePt t="34894" x="3375025" y="4005263"/>
          <p14:tracePt t="34902" x="3408363" y="4021138"/>
          <p14:tracePt t="34910" x="3475038" y="4021138"/>
          <p14:tracePt t="34918" x="3557588" y="4038600"/>
          <p14:tracePt t="34926" x="3657600" y="4046538"/>
          <p14:tracePt t="34934" x="3732213" y="4046538"/>
          <p14:tracePt t="34942" x="3798888" y="4046538"/>
          <p14:tracePt t="34950" x="3856038" y="4064000"/>
          <p14:tracePt t="34958" x="3922713" y="4079875"/>
          <p14:tracePt t="34967" x="3997325" y="4097338"/>
          <p14:tracePt t="34974" x="4064000" y="4097338"/>
          <p14:tracePt t="34983" x="4122738" y="4105275"/>
          <p14:tracePt t="34991" x="4187825" y="4121150"/>
          <p14:tracePt t="34999" x="4246563" y="4121150"/>
          <p14:tracePt t="35008" x="4313238" y="4121150"/>
          <p14:tracePt t="35015" x="4370388" y="4121150"/>
          <p14:tracePt t="35024" x="4411663" y="4121150"/>
          <p14:tracePt t="35031" x="4437063" y="4121150"/>
          <p14:tracePt t="35041" x="4470400" y="4121150"/>
          <p14:tracePt t="35047" x="4486275" y="4121150"/>
          <p14:tracePt t="35057" x="4495800" y="4121150"/>
          <p14:tracePt t="35063" x="4511675" y="4121150"/>
          <p14:tracePt t="35079" x="4529138" y="4121150"/>
          <p14:tracePt t="36363" x="4470400" y="4121150"/>
          <p14:tracePt t="36371" x="4411663" y="4121150"/>
          <p14:tracePt t="36379" x="4346575" y="4121150"/>
          <p14:tracePt t="36388" x="4246563" y="4121150"/>
          <p14:tracePt t="36395" x="4146550" y="4121150"/>
          <p14:tracePt t="36404" x="4038600" y="4121150"/>
          <p14:tracePt t="36412" x="3940175" y="4121150"/>
          <p14:tracePt t="36420" x="3814763" y="4121150"/>
          <p14:tracePt t="36428" x="3690938" y="4138613"/>
          <p14:tracePt t="36436" x="3641725" y="4146550"/>
          <p14:tracePt t="36444" x="3449638" y="4162425"/>
          <p14:tracePt t="36452" x="3351213" y="4179888"/>
          <p14:tracePt t="36460" x="3243263" y="4187825"/>
          <p14:tracePt t="36468" x="3143250" y="4203700"/>
          <p14:tracePt t="36476" x="3019425" y="4221163"/>
          <p14:tracePt t="36484" x="2960688" y="4229100"/>
          <p14:tracePt t="36492" x="2860675" y="4229100"/>
          <p14:tracePt t="36500" x="2762250" y="4246563"/>
          <p14:tracePt t="36509" x="2695575" y="4262438"/>
          <p14:tracePt t="36516" x="2636838" y="4270375"/>
          <p14:tracePt t="36525" x="2595563" y="4270375"/>
          <p14:tracePt t="36533" x="2554288" y="4270375"/>
          <p14:tracePt t="36541" x="2528888" y="4270375"/>
          <p14:tracePt t="36549" x="2497138" y="4270375"/>
          <p14:tracePt t="36557" x="2471738" y="4270375"/>
          <p14:tracePt t="36565" x="2454275" y="4270375"/>
          <p14:tracePt t="36574" x="2446338" y="4270375"/>
          <p14:tracePt t="36581" x="2413000" y="4270375"/>
          <p14:tracePt t="36591" x="2405063" y="4270375"/>
          <p14:tracePt t="36607" x="2389188" y="4270375"/>
          <p14:tracePt t="36613" x="2371725" y="4270375"/>
          <p14:tracePt t="36621" x="2371725" y="4262438"/>
          <p14:tracePt t="36630" x="2363788" y="4262438"/>
          <p14:tracePt t="36646" x="2363788" y="4246563"/>
          <p14:tracePt t="36654" x="2347913" y="4246563"/>
          <p14:tracePt t="36662" x="2330450" y="4246563"/>
          <p14:tracePt t="36670" x="2322513" y="4229100"/>
          <p14:tracePt t="36678" x="2305050" y="4229100"/>
          <p14:tracePt t="36686" x="2289175" y="4221163"/>
          <p14:tracePt t="36694" x="2273300" y="4221163"/>
          <p14:tracePt t="36702" x="2263775" y="4203700"/>
          <p14:tracePt t="36710" x="2247900" y="4203700"/>
          <p14:tracePt t="36718" x="2230438" y="4203700"/>
          <p14:tracePt t="36726" x="2222500" y="4187825"/>
          <p14:tracePt t="36735" x="2206625" y="4187825"/>
          <p14:tracePt t="36746" x="2181225" y="4187825"/>
          <p14:tracePt t="36751" x="2165350" y="4187825"/>
          <p14:tracePt t="36759" x="2139950" y="4179888"/>
          <p14:tracePt t="36767" x="2106613" y="4179888"/>
          <p14:tracePt t="36775" x="2098675" y="4179888"/>
          <p14:tracePt t="36783" x="2065338" y="4179888"/>
          <p14:tracePt t="36791" x="2057400" y="4162425"/>
          <p14:tracePt t="36799" x="2006600" y="4162425"/>
          <p14:tracePt t="36808" x="1998663" y="4146550"/>
          <p14:tracePt t="36815" x="1982788" y="4146550"/>
          <p14:tracePt t="36824" x="1957388" y="4146550"/>
          <p14:tracePt t="36831" x="1941513" y="4138613"/>
          <p14:tracePt t="36841" x="1924050" y="4121150"/>
          <p14:tracePt t="36847" x="1916113" y="4121150"/>
          <p14:tracePt t="36857" x="1882775" y="4105275"/>
          <p14:tracePt t="36864" x="1874838" y="4105275"/>
          <p14:tracePt t="36874" x="1857375" y="4097338"/>
          <p14:tracePt t="36880" x="1833563" y="4097338"/>
          <p14:tracePt t="36891" x="1816100" y="4079875"/>
          <p14:tracePt t="36896" x="1800225" y="4079875"/>
          <p14:tracePt t="36907" x="1774825" y="4079875"/>
          <p14:tracePt t="36912" x="1741488" y="4079875"/>
          <p14:tracePt t="36924" x="1741488" y="4064000"/>
          <p14:tracePt t="36928" x="1733550" y="4064000"/>
          <p14:tracePt t="36941" x="1716088" y="4064000"/>
          <p14:tracePt t="36952" x="1700213" y="4064000"/>
          <p14:tracePt t="36961" x="1692275" y="4064000"/>
          <p14:tracePt t="37243" x="1674813" y="4064000"/>
          <p14:tracePt t="37251" x="1651000" y="4064000"/>
          <p14:tracePt t="37259" x="1633538" y="4064000"/>
          <p14:tracePt t="37267" x="1609725" y="4064000"/>
          <p14:tracePt t="37275" x="1576388" y="4064000"/>
          <p14:tracePt t="37283" x="1550988" y="4064000"/>
          <p14:tracePt t="37292" x="1509713" y="4064000"/>
          <p14:tracePt t="37300" x="1492250" y="4064000"/>
          <p14:tracePt t="37308" x="1468438" y="4064000"/>
          <p14:tracePt t="37316" x="1435100" y="4064000"/>
          <p14:tracePt t="37324" x="1427163" y="4064000"/>
          <p14:tracePt t="37332" x="1393825" y="4064000"/>
          <p14:tracePt t="37341" x="1384300" y="4064000"/>
          <p14:tracePt t="37357" x="1368425" y="4064000"/>
          <p14:tracePt t="37364" x="1352550" y="4064000"/>
          <p14:tracePt t="37380" x="1343025" y="4064000"/>
          <p14:tracePt t="37404" x="1327150" y="4064000"/>
          <p14:tracePt t="37412" x="1309688" y="4064000"/>
          <p14:tracePt t="37429" x="1301750" y="4064000"/>
          <p14:tracePt t="37437" x="1285875" y="4064000"/>
          <p14:tracePt t="37453" x="1268413" y="4064000"/>
          <p14:tracePt t="37461" x="1260475" y="4064000"/>
          <p14:tracePt t="37477" x="1244600" y="4064000"/>
          <p14:tracePt t="37509" x="1227138" y="4064000"/>
          <p14:tracePt t="37558" x="1227138" y="4046538"/>
          <p14:tracePt t="37695" x="1244600" y="4046538"/>
          <p14:tracePt t="37719" x="1260475" y="4046538"/>
          <p14:tracePt t="37735" x="1268413" y="4046538"/>
          <p14:tracePt t="37744" x="1301750" y="4046538"/>
          <p14:tracePt t="37752" x="1327150" y="4046538"/>
          <p14:tracePt t="37760" x="1384300" y="4046538"/>
          <p14:tracePt t="37768" x="1435100" y="4046538"/>
          <p14:tracePt t="37776" x="1492250" y="4046538"/>
          <p14:tracePt t="37784" x="1566863" y="4046538"/>
          <p14:tracePt t="37792" x="1609725" y="4046538"/>
          <p14:tracePt t="37800" x="1692275" y="4046538"/>
          <p14:tracePt t="37808" x="1741488" y="4046538"/>
          <p14:tracePt t="37816" x="1816100" y="4046538"/>
          <p14:tracePt t="37824" x="1874838" y="4046538"/>
          <p14:tracePt t="37832" x="1924050" y="4046538"/>
          <p14:tracePt t="37841" x="1982788" y="4046538"/>
          <p14:tracePt t="37849" x="2039938" y="4046538"/>
          <p14:tracePt t="37857" x="2081213" y="4046538"/>
          <p14:tracePt t="37865" x="2139950" y="4046538"/>
          <p14:tracePt t="37874" x="2189163" y="4046538"/>
          <p14:tracePt t="37881" x="2247900" y="4046538"/>
          <p14:tracePt t="37891" x="2322513" y="4064000"/>
          <p14:tracePt t="37897" x="2371725" y="4064000"/>
          <p14:tracePt t="37906" x="2430463" y="4064000"/>
          <p14:tracePt t="37913" x="2471738" y="4064000"/>
          <p14:tracePt t="37921" x="2554288" y="4064000"/>
          <p14:tracePt t="37929" x="2587625" y="4079875"/>
          <p14:tracePt t="37937" x="2636838" y="4079875"/>
          <p14:tracePt t="37945" x="2670175" y="4079875"/>
          <p14:tracePt t="37953" x="2720975" y="4079875"/>
          <p14:tracePt t="37962" x="2762250" y="4079875"/>
          <p14:tracePt t="37970" x="2795588" y="4079875"/>
          <p14:tracePt t="37978" x="2852738" y="4079875"/>
          <p14:tracePt t="37986" x="2919413" y="4079875"/>
          <p14:tracePt t="37994" x="3001963" y="4079875"/>
          <p14:tracePt t="38002" x="3043238" y="4079875"/>
          <p14:tracePt t="38010" x="3127375" y="4079875"/>
          <p14:tracePt t="38018" x="3160713" y="4079875"/>
          <p14:tracePt t="38026" x="3225800" y="4064000"/>
          <p14:tracePt t="38034" x="3309938" y="4046538"/>
          <p14:tracePt t="38042" x="3351213" y="4038600"/>
          <p14:tracePt t="38050" x="3408363" y="4038600"/>
          <p14:tracePt t="38058" x="3449638" y="4038600"/>
          <p14:tracePt t="38067" x="3467100" y="4038600"/>
          <p14:tracePt t="38075" x="3492500" y="4021138"/>
          <p14:tracePt t="38083" x="3516313" y="4021138"/>
          <p14:tracePt t="38091" x="3533775" y="4021138"/>
          <p14:tracePt t="38099" x="3557588" y="4021138"/>
          <p14:tracePt t="38107" x="3575050" y="4021138"/>
          <p14:tracePt t="38115" x="3590925" y="4021138"/>
          <p14:tracePt t="38124" x="3598863" y="4005263"/>
          <p14:tracePt t="38131" x="3616325" y="4005263"/>
          <p14:tracePt t="38141" x="3632200" y="4005263"/>
          <p14:tracePt t="38147" x="3641725" y="4005263"/>
          <p14:tracePt t="38163" x="3657600" y="4005263"/>
          <p14:tracePt t="38174" x="3673475" y="4005263"/>
          <p14:tracePt t="38188" x="3690938" y="4005263"/>
          <p14:tracePt t="38196" x="3690938" y="3997325"/>
          <p14:tracePt t="38204" x="3698875" y="3997325"/>
          <p14:tracePt t="38212" x="3732213" y="3997325"/>
          <p14:tracePt t="38220" x="3740150" y="3997325"/>
          <p14:tracePt t="38228" x="3757613" y="3979863"/>
          <p14:tracePt t="38236" x="3781425" y="3979863"/>
          <p14:tracePt t="38244" x="3798888" y="3979863"/>
          <p14:tracePt t="38252" x="3814763" y="3979863"/>
          <p14:tracePt t="38260" x="3822700" y="3963988"/>
          <p14:tracePt t="38269" x="3840163" y="3963988"/>
          <p14:tracePt t="38285" x="3856038" y="3963988"/>
          <p14:tracePt t="38309" x="3865563" y="3963988"/>
          <p14:tracePt t="38381" x="3881438" y="3963988"/>
          <p14:tracePt t="39044" x="3898900" y="3963988"/>
          <p14:tracePt t="39068" x="3906838" y="3963988"/>
          <p14:tracePt t="39076" x="3922713" y="3963988"/>
          <p14:tracePt t="39092" x="3940175" y="3963988"/>
          <p14:tracePt t="39108" x="3956050" y="3963988"/>
          <p14:tracePt t="39132" x="3963988" y="3963988"/>
          <p14:tracePt t="39229" x="3981450" y="3963988"/>
          <p14:tracePt t="39334" x="3997325" y="3963988"/>
          <p14:tracePt t="39366" x="4005263" y="3963988"/>
          <p14:tracePt t="39383" x="4022725" y="3963988"/>
          <p14:tracePt t="39391" x="4048125" y="3979863"/>
          <p14:tracePt t="39399" x="4064000" y="3979863"/>
          <p14:tracePt t="39407" x="4105275" y="3979863"/>
          <p14:tracePt t="39415" x="4146550" y="3979863"/>
          <p14:tracePt t="39424" x="4171950" y="3979863"/>
          <p14:tracePt t="39431" x="4221163" y="3979863"/>
          <p14:tracePt t="39440" x="4262438" y="3979863"/>
          <p14:tracePt t="39447" x="4305300" y="3979863"/>
          <p14:tracePt t="39457" x="4354513" y="3979863"/>
          <p14:tracePt t="39463" x="4387850" y="3979863"/>
          <p14:tracePt t="39471" x="4429125" y="3997325"/>
          <p14:tracePt t="39480" x="4470400" y="3997325"/>
          <p14:tracePt t="39488" x="4486275" y="3997325"/>
          <p14:tracePt t="39496" x="4511675" y="3997325"/>
          <p14:tracePt t="39504" x="4529138" y="3997325"/>
          <p14:tracePt t="39512" x="4537075" y="3997325"/>
          <p14:tracePt t="39520" x="4552950" y="3997325"/>
          <p14:tracePt t="39528" x="4578350" y="3997325"/>
          <p14:tracePt t="39536" x="4594225" y="3997325"/>
          <p14:tracePt t="39544" x="4611688" y="3997325"/>
          <p14:tracePt t="39552" x="4635500" y="3997325"/>
          <p14:tracePt t="39560" x="4652963" y="3997325"/>
          <p14:tracePt t="39568" x="4694238" y="3997325"/>
          <p14:tracePt t="39576" x="4719638" y="3997325"/>
          <p14:tracePt t="39584" x="4776788" y="3997325"/>
          <p14:tracePt t="39592" x="4843463" y="3979863"/>
          <p14:tracePt t="39601" x="4926013" y="3979863"/>
          <p14:tracePt t="39608" x="4959350" y="3963988"/>
          <p14:tracePt t="39617" x="5026025" y="3963988"/>
          <p14:tracePt t="39625" x="5108575" y="3963988"/>
          <p14:tracePt t="39633" x="5183188" y="3963988"/>
          <p14:tracePt t="39641" x="5249863" y="3963988"/>
          <p14:tracePt t="39649" x="5308600" y="3963988"/>
          <p14:tracePt t="39658" x="5365750" y="3963988"/>
          <p14:tracePt t="39665" x="5407025" y="3963988"/>
          <p14:tracePt t="39674" x="5448300" y="3963988"/>
          <p14:tracePt t="39681" x="5491163" y="3963988"/>
          <p14:tracePt t="39691" x="5514975" y="3963988"/>
          <p14:tracePt t="39697" x="5540375" y="3963988"/>
          <p14:tracePt t="39707" x="5556250" y="3963988"/>
          <p14:tracePt t="39714" x="5573713" y="3963988"/>
          <p14:tracePt t="39724" x="5589588" y="3963988"/>
          <p14:tracePt t="39738" x="5589588" y="3956050"/>
          <p14:tracePt t="39754" x="5599113" y="3956050"/>
          <p14:tracePt t="39891" x="5589588" y="3956050"/>
          <p14:tracePt t="39899" x="5573713" y="3956050"/>
          <p14:tracePt t="39907" x="5540375" y="3956050"/>
          <p14:tracePt t="39915" x="5514975" y="3956050"/>
          <p14:tracePt t="39924" x="5491163" y="3956050"/>
          <p14:tracePt t="39932" x="5448300" y="3956050"/>
          <p14:tracePt t="39941" x="5432425" y="3956050"/>
          <p14:tracePt t="39948" x="5391150" y="3956050"/>
          <p14:tracePt t="39957" x="5365750" y="3956050"/>
          <p14:tracePt t="39964" x="5324475" y="3956050"/>
          <p14:tracePt t="39973" x="5291138" y="3956050"/>
          <p14:tracePt t="39980" x="5267325" y="3938588"/>
          <p14:tracePt t="39988" x="5233988" y="3938588"/>
          <p14:tracePt t="40004" x="5224463" y="3922713"/>
          <p14:tracePt t="40012" x="5208588" y="3922713"/>
          <p14:tracePt t="40053" x="5192713" y="3922713"/>
          <p14:tracePt t="40117" x="5183188" y="3922713"/>
          <p14:tracePt t="40141" x="5167313" y="3922713"/>
          <p14:tracePt t="40190" x="5149850" y="3922713"/>
          <p14:tracePt t="40198" x="5141913" y="3922713"/>
          <p14:tracePt t="40214" x="5126038" y="3922713"/>
          <p14:tracePt t="40224" x="5108575" y="3922713"/>
          <p14:tracePt t="40240" x="5100638" y="3922713"/>
          <p14:tracePt t="40246" x="5084763" y="3922713"/>
          <p14:tracePt t="40262" x="5067300" y="3938588"/>
          <p14:tracePt t="40295" x="5059363" y="3938588"/>
          <p14:tracePt t="40481" x="5067300" y="3938588"/>
          <p14:tracePt t="40505" x="5084763" y="3956050"/>
          <p14:tracePt t="40537" x="5100638" y="3956050"/>
          <p14:tracePt t="40908" x="5100638" y="3963988"/>
          <p14:tracePt t="40925" x="5084763" y="3963988"/>
          <p14:tracePt t="40997" x="5084763" y="3979863"/>
          <p14:tracePt t="41022" x="5126038" y="3997325"/>
          <p14:tracePt t="41030" x="5192713" y="4021138"/>
          <p14:tracePt t="41038" x="5267325" y="4046538"/>
          <p14:tracePt t="41046" x="5332413" y="4079875"/>
          <p14:tracePt t="41054" x="5391150" y="4097338"/>
          <p14:tracePt t="41062" x="5491163" y="4121150"/>
          <p14:tracePt t="41070" x="5556250" y="4138613"/>
          <p14:tracePt t="41078" x="5656263" y="4146550"/>
          <p14:tracePt t="41086" x="5722938" y="4146550"/>
          <p14:tracePt t="41094" x="5805488" y="4162425"/>
          <p14:tracePt t="41102" x="5880100" y="4162425"/>
          <p14:tracePt t="41110" x="5938838" y="4162425"/>
          <p14:tracePt t="41118" x="6005513" y="4162425"/>
          <p14:tracePt t="41126" x="6062663" y="4162425"/>
          <p14:tracePt t="41134" x="6103938" y="4162425"/>
          <p14:tracePt t="41142" x="6145213" y="4162425"/>
          <p14:tracePt t="41151" x="6186488" y="4162425"/>
          <p14:tracePt t="41158" x="6211888" y="4162425"/>
          <p14:tracePt t="41167" x="6245225" y="4162425"/>
          <p14:tracePt t="41175" x="6253163" y="4162425"/>
          <p14:tracePt t="41183" x="6286500" y="4162425"/>
          <p14:tracePt t="41191" x="6294438" y="4146550"/>
          <p14:tracePt t="41199" x="6311900" y="4146550"/>
          <p14:tracePt t="41207" x="6327775" y="4146550"/>
          <p14:tracePt t="41215" x="6337300" y="4138613"/>
          <p14:tracePt t="41224" x="6353175" y="4138613"/>
          <p14:tracePt t="41247" x="6369050" y="4121150"/>
          <p14:tracePt t="41328" x="6369050" y="4105275"/>
          <p14:tracePt t="41352" x="6386513" y="4105275"/>
          <p14:tracePt t="41401" x="6394450" y="4097338"/>
          <p14:tracePt t="41417" x="6427788" y="4097338"/>
          <p14:tracePt t="41425" x="6435725" y="4079875"/>
          <p14:tracePt t="41433" x="6469063" y="4079875"/>
          <p14:tracePt t="41441" x="6494463" y="4079875"/>
          <p14:tracePt t="41449" x="6535738" y="4064000"/>
          <p14:tracePt t="41457" x="6592888" y="4064000"/>
          <p14:tracePt t="41465" x="6618288" y="4064000"/>
          <p14:tracePt t="41474" x="6659563" y="4046538"/>
          <p14:tracePt t="41482" x="6692900" y="4046538"/>
          <p14:tracePt t="41491" x="6734175" y="4046538"/>
          <p14:tracePt t="41498" x="6775450" y="4046538"/>
          <p14:tracePt t="41507" x="6784975" y="4046538"/>
          <p14:tracePt t="41514" x="6826250" y="4046538"/>
          <p14:tracePt t="41523" x="6842125" y="4046538"/>
          <p14:tracePt t="41530" x="6859588" y="4046538"/>
          <p14:tracePt t="41538" x="6867525" y="4046538"/>
          <p14:tracePt t="41546" x="6883400" y="4046538"/>
          <p14:tracePt t="41554" x="6900863" y="4046538"/>
          <p14:tracePt t="41578" x="6916738" y="4046538"/>
          <p14:tracePt t="41643" x="6916738" y="4064000"/>
          <p14:tracePt t="41934" x="6924675" y="4064000"/>
          <p14:tracePt t="41942" x="6983413" y="4064000"/>
          <p14:tracePt t="41950" x="7008813" y="4064000"/>
          <p14:tracePt t="41958" x="7050088" y="4064000"/>
          <p14:tracePt t="41966" x="7083425" y="4064000"/>
          <p14:tracePt t="41974" x="7124700" y="4064000"/>
          <p14:tracePt t="41982" x="7132638" y="4064000"/>
          <p14:tracePt t="41991" x="7173913" y="4064000"/>
          <p14:tracePt t="41998" x="7224713" y="4064000"/>
          <p14:tracePt t="42007" x="7232650" y="4064000"/>
          <p14:tracePt t="42014" x="7248525" y="4064000"/>
          <p14:tracePt t="42024" x="7265988" y="4064000"/>
          <p14:tracePt t="42031" x="7273925" y="4064000"/>
          <p14:tracePt t="42329" x="7265988" y="4064000"/>
          <p14:tracePt t="42337" x="7248525" y="4064000"/>
          <p14:tracePt t="42345" x="7207250" y="4064000"/>
          <p14:tracePt t="42354" x="7191375" y="4064000"/>
          <p14:tracePt t="42362" x="7150100" y="4064000"/>
          <p14:tracePt t="42370" x="7107238" y="4064000"/>
          <p14:tracePt t="42378" x="7065963" y="4064000"/>
          <p14:tracePt t="42386" x="7024688" y="4064000"/>
          <p14:tracePt t="42394" x="6983413" y="4064000"/>
          <p14:tracePt t="42402" x="6958013" y="4064000"/>
          <p14:tracePt t="42410" x="6924675" y="4064000"/>
          <p14:tracePt t="42418" x="6916738" y="4064000"/>
          <p14:tracePt t="42426" x="6883400" y="4064000"/>
          <p14:tracePt t="42434" x="6859588" y="4064000"/>
          <p14:tracePt t="42450" x="6842125" y="4064000"/>
          <p14:tracePt t="42458" x="6818313" y="4064000"/>
          <p14:tracePt t="42467" x="6800850" y="4064000"/>
          <p14:tracePt t="42474" x="6784975" y="4064000"/>
          <p14:tracePt t="42483" x="6775450" y="4064000"/>
          <p14:tracePt t="42491" x="6759575" y="4064000"/>
          <p14:tracePt t="42499" x="6743700" y="4064000"/>
          <p14:tracePt t="42507" x="6743700" y="4046538"/>
          <p14:tracePt t="42524" x="6734175" y="4046538"/>
          <p14:tracePt t="42636" x="6784975" y="4046538"/>
          <p14:tracePt t="42644" x="6818313" y="4046538"/>
          <p14:tracePt t="42652" x="6867525" y="4046538"/>
          <p14:tracePt t="42660" x="6967538" y="4079875"/>
          <p14:tracePt t="42668" x="7065963" y="4097338"/>
          <p14:tracePt t="42676" x="7165975" y="4105275"/>
          <p14:tracePt t="42684" x="7289800" y="4121150"/>
          <p14:tracePt t="42693" x="7331075" y="4138613"/>
          <p14:tracePt t="42701" x="7431088" y="4146550"/>
          <p14:tracePt t="42709" x="7497763" y="4162425"/>
          <p14:tracePt t="42717" x="7580313" y="4179888"/>
          <p14:tracePt t="42725" x="7621588" y="4179888"/>
          <p14:tracePt t="42733" x="7680325" y="4179888"/>
          <p14:tracePt t="42746" x="7721600" y="4179888"/>
          <p14:tracePt t="42749" x="7737475" y="4179888"/>
          <p14:tracePt t="42758" x="7762875" y="4179888"/>
          <p14:tracePt t="42765" x="7780338" y="4179888"/>
          <p14:tracePt t="42790" x="7796213" y="4179888"/>
          <p14:tracePt t="42895" x="7754938" y="4179888"/>
          <p14:tracePt t="42903" x="7721600" y="4179888"/>
          <p14:tracePt t="42911" x="7662863" y="4162425"/>
          <p14:tracePt t="42919" x="7621588" y="4146550"/>
          <p14:tracePt t="42927" x="7580313" y="4146550"/>
          <p14:tracePt t="42935" x="7497763" y="4121150"/>
          <p14:tracePt t="42943" x="7456488" y="4105275"/>
          <p14:tracePt t="42951" x="7397750" y="4097338"/>
          <p14:tracePt t="42959" x="7348538" y="4097338"/>
          <p14:tracePt t="42967" x="7307263" y="4097338"/>
          <p14:tracePt t="42976" x="7273925" y="4097338"/>
          <p14:tracePt t="42983" x="7248525" y="4079875"/>
          <p14:tracePt t="42991" x="7224713" y="4079875"/>
          <p14:tracePt t="42999" x="7207250" y="4079875"/>
          <p14:tracePt t="43007" x="7173913" y="4079875"/>
          <p14:tracePt t="43015" x="7165975" y="4079875"/>
          <p14:tracePt t="43024" x="7150100" y="4079875"/>
          <p14:tracePt t="43032" x="7132638" y="4079875"/>
          <p14:tracePt t="43040" x="7124700" y="4079875"/>
          <p14:tracePt t="43048" x="7107238" y="4079875"/>
          <p14:tracePt t="43057" x="7091363" y="4079875"/>
          <p14:tracePt t="43073" x="7065963" y="4079875"/>
          <p14:tracePt t="43080" x="7050088" y="4079875"/>
          <p14:tracePt t="43104" x="7042150" y="4079875"/>
          <p14:tracePt t="43355" x="7024688" y="4079875"/>
          <p14:tracePt t="43379" x="7008813" y="4079875"/>
          <p14:tracePt t="43387" x="6999288" y="4079875"/>
          <p14:tracePt t="43395" x="6983413" y="4079875"/>
          <p14:tracePt t="43411" x="6967538" y="4079875"/>
          <p14:tracePt t="43419" x="6958013" y="4079875"/>
          <p14:tracePt t="43443" x="6942138" y="4079875"/>
          <p14:tracePt t="43476" x="6942138" y="4064000"/>
          <p14:tracePt t="43621" x="6967538" y="4064000"/>
          <p14:tracePt t="43629" x="6999288" y="4064000"/>
          <p14:tracePt t="43637" x="7024688" y="4064000"/>
          <p14:tracePt t="43645" x="7065963" y="4064000"/>
          <p14:tracePt t="43653" x="7091363" y="4064000"/>
          <p14:tracePt t="43661" x="7132638" y="4064000"/>
          <p14:tracePt t="43669" x="7173913" y="4064000"/>
          <p14:tracePt t="43678" x="7207250" y="4064000"/>
          <p14:tracePt t="43685" x="7232650" y="4064000"/>
          <p14:tracePt t="43694" x="7248525" y="4064000"/>
          <p14:tracePt t="43702" x="7273925" y="4064000"/>
          <p14:tracePt t="43718" x="7289800" y="4064000"/>
          <p14:tracePt t="43831" x="7273925" y="4064000"/>
          <p14:tracePt t="43847" x="7265988" y="4064000"/>
          <p14:tracePt t="43857" x="7248525" y="4064000"/>
          <p14:tracePt t="43871" x="7232650" y="4064000"/>
          <p14:tracePt t="43879" x="7224713" y="4064000"/>
          <p14:tracePt t="43888" x="7207250" y="4064000"/>
          <p14:tracePt t="43904" x="7191375" y="4064000"/>
          <p14:tracePt t="43912" x="7173913" y="4064000"/>
          <p14:tracePt t="43920" x="7165975" y="4064000"/>
          <p14:tracePt t="43936" x="7150100" y="4064000"/>
          <p14:tracePt t="43944" x="7132638" y="4064000"/>
          <p14:tracePt t="43960" x="7124700" y="4064000"/>
          <p14:tracePt t="43976" x="7107238" y="4064000"/>
          <p14:tracePt t="43993" x="7091363" y="4064000"/>
          <p14:tracePt t="44000" x="7083425" y="4064000"/>
          <p14:tracePt t="44017" x="7065963" y="4064000"/>
          <p14:tracePt t="44024" x="7050088" y="4064000"/>
          <p14:tracePt t="44041" x="7042150" y="4046538"/>
          <p14:tracePt t="44065" x="7024688" y="4046538"/>
          <p14:tracePt t="44090" x="7008813" y="4046538"/>
          <p14:tracePt t="44097" x="6999288" y="4046538"/>
          <p14:tracePt t="44114" x="6983413" y="4046538"/>
          <p14:tracePt t="44123" x="6967538" y="4046538"/>
          <p14:tracePt t="44138" x="6958013" y="4046538"/>
          <p14:tracePt t="44146" x="6942138" y="4046538"/>
          <p14:tracePt t="44154" x="6916738" y="4046538"/>
          <p14:tracePt t="44162" x="6900863" y="4046538"/>
          <p14:tracePt t="44170" x="6867525" y="4046538"/>
          <p14:tracePt t="44178" x="6859588" y="4046538"/>
          <p14:tracePt t="44186" x="6842125" y="4046538"/>
          <p14:tracePt t="44194" x="6826250" y="4046538"/>
          <p14:tracePt t="44202" x="6818313" y="4046538"/>
          <p14:tracePt t="44218" x="6800850" y="4046538"/>
          <p14:tracePt t="44235" x="6784975" y="4046538"/>
          <p14:tracePt t="44348" x="6800850" y="4046538"/>
          <p14:tracePt t="44357" x="6826250" y="4038600"/>
          <p14:tracePt t="44364" x="6883400" y="4038600"/>
          <p14:tracePt t="44373" x="6942138" y="4038600"/>
          <p14:tracePt t="44380" x="7042150" y="4038600"/>
          <p14:tracePt t="44388" x="7124700" y="4038600"/>
          <p14:tracePt t="44396" x="7224713" y="4038600"/>
          <p14:tracePt t="44404" x="7273925" y="4038600"/>
          <p14:tracePt t="44412" x="7373938" y="4038600"/>
          <p14:tracePt t="44420" x="7472363" y="4038600"/>
          <p14:tracePt t="44428" x="7539038" y="4038600"/>
          <p14:tracePt t="44437" x="7613650" y="4038600"/>
          <p14:tracePt t="44445" x="7662863" y="4038600"/>
          <p14:tracePt t="44452" x="7721600" y="4021138"/>
          <p14:tracePt t="44461" x="7754938" y="4021138"/>
          <p14:tracePt t="44469" x="7780338" y="4005263"/>
          <p14:tracePt t="44477" x="7821613" y="4005263"/>
          <p14:tracePt t="44493" x="7845425" y="4005263"/>
          <p14:tracePt t="44501" x="7862888" y="3997325"/>
          <p14:tracePt t="44509" x="7878763" y="3997325"/>
          <p14:tracePt t="44525" x="7886700" y="3997325"/>
          <p14:tracePt t="44533" x="7904163" y="3997325"/>
          <p14:tracePt t="44542" x="7920038" y="3979863"/>
          <p14:tracePt t="44550" x="7945438" y="3979863"/>
          <p14:tracePt t="44566" x="7970838" y="3979863"/>
          <p14:tracePt t="44574" x="8004175" y="3979863"/>
          <p14:tracePt t="44582" x="8027988" y="3979863"/>
          <p14:tracePt t="44590" x="8069263" y="3979863"/>
          <p14:tracePt t="44598" x="8102600" y="3979863"/>
          <p14:tracePt t="44607" x="8143875" y="3979863"/>
          <p14:tracePt t="44614" x="8186738" y="3979863"/>
          <p14:tracePt t="44624" x="8228013" y="3979863"/>
          <p14:tracePt t="44630" x="8285163" y="3979863"/>
          <p14:tracePt t="44640" x="8335963" y="3979863"/>
          <p14:tracePt t="44646" x="8410575" y="3979863"/>
          <p14:tracePt t="44655" x="8459788" y="3979863"/>
          <p14:tracePt t="44663" x="8493125" y="3979863"/>
          <p14:tracePt t="44671" x="8550275" y="3997325"/>
          <p14:tracePt t="44679" x="8593138" y="4005263"/>
          <p14:tracePt t="44687" x="8616950" y="4021138"/>
          <p14:tracePt t="44695" x="8658225" y="4021138"/>
          <p14:tracePt t="44703" x="8683625" y="4021138"/>
          <p14:tracePt t="44719" x="8716963" y="4021138"/>
          <p14:tracePt t="44727" x="8724900" y="4021138"/>
          <p14:tracePt t="44735" x="8742363" y="4021138"/>
          <p14:tracePt t="44759" x="8758238" y="4021138"/>
          <p14:tracePt t="44880" x="8724900" y="4021138"/>
          <p14:tracePt t="44890" x="8699500" y="4021138"/>
          <p14:tracePt t="44897" x="8675688" y="4038600"/>
          <p14:tracePt t="44905" x="8634413" y="4046538"/>
          <p14:tracePt t="44913" x="8575675" y="4064000"/>
          <p14:tracePt t="44921" x="8534400" y="4079875"/>
          <p14:tracePt t="44929" x="8475663" y="4097338"/>
          <p14:tracePt t="44937" x="8418513" y="4105275"/>
          <p14:tracePt t="44945" x="8351838" y="4105275"/>
          <p14:tracePt t="44953" x="8251825" y="4121150"/>
          <p14:tracePt t="44961" x="8210550" y="4138613"/>
          <p14:tracePt t="44969" x="8143875" y="4146550"/>
          <p14:tracePt t="44978" x="8020050" y="4146550"/>
          <p14:tracePt t="44985" x="7986713" y="4146550"/>
          <p14:tracePt t="44993" x="7920038" y="4146550"/>
          <p14:tracePt t="45002" x="7837488" y="4146550"/>
          <p14:tracePt t="45010" x="7762875" y="4146550"/>
          <p14:tracePt t="45018" x="7705725" y="4146550"/>
          <p14:tracePt t="45026" x="7662863" y="4146550"/>
          <p14:tracePt t="45034" x="7613650" y="4146550"/>
          <p14:tracePt t="45042" x="7572375" y="4146550"/>
          <p14:tracePt t="45050" x="7539038" y="4138613"/>
          <p14:tracePt t="45058" x="7497763" y="4138613"/>
          <p14:tracePt t="45066" x="7456488" y="4121150"/>
          <p14:tracePt t="45075" x="7431088" y="4105275"/>
          <p14:tracePt t="45082" x="7397750" y="4105275"/>
          <p14:tracePt t="45090" x="7373938" y="4079875"/>
          <p14:tracePt t="45098" x="7348538" y="4064000"/>
          <p14:tracePt t="45108" x="7315200" y="4064000"/>
          <p14:tracePt t="45115" x="7273925" y="4038600"/>
          <p14:tracePt t="45124" x="7248525" y="4021138"/>
          <p14:tracePt t="45131" x="7224713" y="4005263"/>
          <p14:tracePt t="45141" x="7191375" y="3997325"/>
          <p14:tracePt t="45147" x="7173913" y="3979863"/>
          <p14:tracePt t="45157" x="7150100" y="3963988"/>
          <p14:tracePt t="45163" x="7124700" y="3956050"/>
          <p14:tracePt t="45174" x="7107238" y="3956050"/>
          <p14:tracePt t="45179" x="7107238" y="3938588"/>
          <p14:tracePt t="45190" x="7091363" y="3938588"/>
          <p14:tracePt t="45195" x="7083425" y="3922713"/>
          <p14:tracePt t="45207" x="7083425" y="3914775"/>
          <p14:tracePt t="45211" x="7083425" y="3897313"/>
          <p14:tracePt t="45224" x="7083425" y="3881438"/>
          <p14:tracePt t="45228" x="7065963" y="3881438"/>
          <p14:tracePt t="45241" x="7065963" y="3871913"/>
          <p14:tracePt t="45244" x="7065963" y="3840163"/>
          <p14:tracePt t="45257" x="7065963" y="3830638"/>
          <p14:tracePt t="45260" x="7065963" y="3814763"/>
          <p14:tracePt t="45276" x="7065963" y="3781425"/>
          <p14:tracePt t="45290" x="7083425" y="3756025"/>
          <p14:tracePt t="45293" x="7107238" y="3740150"/>
          <p14:tracePt t="45307" x="7165975" y="3732213"/>
          <p14:tracePt t="45309" x="7232650" y="3698875"/>
          <p14:tracePt t="45324" x="7331075" y="3673475"/>
          <p14:tracePt t="45325" x="7456488" y="3657600"/>
          <p14:tracePt t="45333" x="7613650" y="3648075"/>
          <p14:tracePt t="45341" x="7762875" y="3616325"/>
          <p14:tracePt t="45349" x="7970838" y="3616325"/>
          <p14:tracePt t="45357" x="8169275" y="3616325"/>
          <p14:tracePt t="45365" x="8351838" y="3616325"/>
          <p14:tracePt t="45374" x="8534400" y="3648075"/>
          <p14:tracePt t="45381" x="8683625" y="3690938"/>
          <p14:tracePt t="45391" x="8816975" y="3756025"/>
          <p14:tracePt t="45397" x="8940800" y="3840163"/>
          <p14:tracePt t="45407" x="8982075" y="3871913"/>
          <p14:tracePt t="45413" x="9064625" y="3938588"/>
          <p14:tracePt t="45424" x="9131300" y="4005263"/>
          <p14:tracePt t="45429" x="9205913" y="4079875"/>
          <p14:tracePt t="45441" x="9231313" y="4121150"/>
          <p14:tracePt t="45445" x="9272588" y="4179888"/>
          <p14:tracePt t="45457" x="9288463" y="4221163"/>
          <p14:tracePt t="45462" x="9297988" y="4246563"/>
          <p14:tracePt t="45474" x="9297988" y="4270375"/>
          <p14:tracePt t="45478" x="9297988" y="4303713"/>
          <p14:tracePt t="45490" x="9297988" y="4344988"/>
          <p14:tracePt t="45502" x="9272588" y="4370388"/>
          <p14:tracePt t="45510" x="9231313" y="4386263"/>
          <p14:tracePt t="45518" x="9190038" y="4411663"/>
          <p14:tracePt t="45527" x="9148763" y="4411663"/>
          <p14:tracePt t="45534" x="9082088" y="4427538"/>
          <p14:tracePt t="45542" x="9031288" y="4445000"/>
          <p14:tracePt t="45551" x="8982075" y="4445000"/>
          <p14:tracePt t="45559" x="8907463" y="4452938"/>
          <p14:tracePt t="45567" x="8858250" y="4452938"/>
          <p14:tracePt t="45575" x="8816975" y="4470400"/>
          <p14:tracePt t="45583" x="8683625" y="4486275"/>
          <p14:tracePt t="45591" x="8616950" y="4486275"/>
          <p14:tracePt t="45599" x="8518525" y="4486275"/>
          <p14:tracePt t="45607" x="8418513" y="4486275"/>
          <p14:tracePt t="45615" x="8351838" y="4486275"/>
          <p14:tracePt t="45624" x="8293100" y="4486275"/>
          <p14:tracePt t="45631" x="8228013" y="4486275"/>
          <p14:tracePt t="45641" x="8153400" y="4486275"/>
          <p14:tracePt t="45647" x="8069263" y="4470400"/>
          <p14:tracePt t="45657" x="8004175" y="4452938"/>
          <p14:tracePt t="45664" x="7945438" y="4445000"/>
          <p14:tracePt t="45674" x="7904163" y="4427538"/>
          <p14:tracePt t="45680" x="7845425" y="4411663"/>
          <p14:tracePt t="45690" x="7804150" y="4411663"/>
          <p14:tracePt t="45696" x="7754938" y="4403725"/>
          <p14:tracePt t="45708" x="7705725" y="4386263"/>
          <p14:tracePt t="45712" x="7621588" y="4370388"/>
          <p14:tracePt t="45724" x="7556500" y="4362450"/>
          <p14:tracePt t="45728" x="7497763" y="4344988"/>
          <p14:tracePt t="45743" x="7431088" y="4311650"/>
          <p14:tracePt t="45748" x="7397750" y="4303713"/>
          <p14:tracePt t="45757" x="7315200" y="4287838"/>
          <p14:tracePt t="45761" x="7273925" y="4262438"/>
          <p14:tracePt t="45774" x="7224713" y="4262438"/>
          <p14:tracePt t="45777" x="7165975" y="4246563"/>
          <p14:tracePt t="45790" x="7124700" y="4229100"/>
          <p14:tracePt t="45793" x="7107238" y="4229100"/>
          <p14:tracePt t="45807" x="7083425" y="4221163"/>
          <p14:tracePt t="45810" x="7065963" y="4221163"/>
          <p14:tracePt t="45824" x="7050088" y="4221163"/>
          <p14:tracePt t="45826" x="7042150" y="4203700"/>
          <p14:tracePt t="45841" x="7024688" y="4203700"/>
          <p14:tracePt t="45849" x="7008813" y="4187825"/>
          <p14:tracePt t="45857" x="6999288" y="4179888"/>
          <p14:tracePt t="45865" x="6999288" y="4162425"/>
          <p14:tracePt t="45874" x="6983413" y="4162425"/>
          <p14:tracePt t="45881" x="6967538" y="4146550"/>
          <p14:tracePt t="45890" x="6967538" y="4138613"/>
          <p14:tracePt t="45898" x="6967538" y="4121150"/>
          <p14:tracePt t="45908" x="6967538" y="4105275"/>
          <p14:tracePt t="45914" x="6967538" y="4097338"/>
          <p14:tracePt t="45930" x="6967538" y="4064000"/>
          <p14:tracePt t="45941" x="6967538" y="4046538"/>
          <p14:tracePt t="45946" x="6967538" y="4021138"/>
          <p14:tracePt t="45957" x="6967538" y="4005263"/>
          <p14:tracePt t="45962" x="6983413" y="3979863"/>
          <p14:tracePt t="45974" x="7042150" y="3956050"/>
          <p14:tracePt t="45978" x="7107238" y="3914775"/>
          <p14:tracePt t="45991" x="7191375" y="3871913"/>
          <p14:tracePt t="45995" x="7307263" y="3840163"/>
          <p14:tracePt t="46007" x="7456488" y="3814763"/>
          <p14:tracePt t="46011" x="7654925" y="3773488"/>
          <p14:tracePt t="46024" x="7837488" y="3740150"/>
          <p14:tracePt t="46027" x="8061325" y="3740150"/>
          <p14:tracePt t="46041" x="8269288" y="3740150"/>
          <p14:tracePt t="46043" x="8418513" y="3740150"/>
          <p14:tracePt t="46057" x="8601075" y="3740150"/>
          <p14:tracePt t="46060" x="8758238" y="3740150"/>
          <p14:tracePt t="46074" x="8882063" y="3740150"/>
          <p14:tracePt t="46076" x="9007475" y="3781425"/>
          <p14:tracePt t="46090" x="9131300" y="3830638"/>
          <p14:tracePt t="46093" x="9231313" y="3914775"/>
          <p14:tracePt t="46108" x="9313863" y="3963988"/>
          <p14:tracePt t="46109" x="9339263" y="3997325"/>
          <p14:tracePt t="46116" x="9413875" y="4079875"/>
          <p14:tracePt t="46124" x="9437688" y="4138613"/>
          <p14:tracePt t="46132" x="9480550" y="4203700"/>
          <p14:tracePt t="46141" x="9496425" y="4262438"/>
          <p14:tracePt t="46148" x="9512300" y="4303713"/>
          <p14:tracePt t="46157" x="9512300" y="4329113"/>
          <p14:tracePt t="46164" x="9512300" y="4370388"/>
          <p14:tracePt t="46174" x="9512300" y="4386263"/>
          <p14:tracePt t="46180" x="9496425" y="4427538"/>
          <p14:tracePt t="46190" x="9455150" y="4445000"/>
          <p14:tracePt t="46196" x="9396413" y="4452938"/>
          <p14:tracePt t="46208" x="9297988" y="4470400"/>
          <p14:tracePt t="46213" x="9205913" y="4486275"/>
          <p14:tracePt t="46224" x="9105900" y="4486275"/>
          <p14:tracePt t="46229" x="8982075" y="4486275"/>
          <p14:tracePt t="46240" x="8882063" y="4486275"/>
          <p14:tracePt t="46245" x="8799513" y="4486275"/>
          <p14:tracePt t="46257" x="8675688" y="4486275"/>
          <p14:tracePt t="46261" x="8575675" y="4486275"/>
          <p14:tracePt t="46274" x="8451850" y="4486275"/>
          <p14:tracePt t="46277" x="8351838" y="4470400"/>
          <p14:tracePt t="46291" x="8310563" y="4452938"/>
          <p14:tracePt t="46293" x="8228013" y="4427538"/>
          <p14:tracePt t="46308" x="8153400" y="4386263"/>
          <p14:tracePt t="46311" x="8086725" y="4370388"/>
          <p14:tracePt t="46324" x="8027988" y="4344988"/>
          <p14:tracePt t="46327" x="7970838" y="4311650"/>
          <p14:tracePt t="46341" x="7945438" y="4303713"/>
          <p14:tracePt t="46343" x="7920038" y="4270375"/>
          <p14:tracePt t="46357" x="7886700" y="4270375"/>
          <p14:tracePt t="46358" x="7862888" y="4262438"/>
          <p14:tracePt t="46366" x="7821613" y="4246563"/>
          <p14:tracePt t="46374" x="7804150" y="4229100"/>
          <p14:tracePt t="46382" x="7762875" y="4229100"/>
          <p14:tracePt t="46390" x="7696200" y="4203700"/>
          <p14:tracePt t="46398" x="7654925" y="4187825"/>
          <p14:tracePt t="46407" x="7613650" y="4179888"/>
          <p14:tracePt t="46414" x="7556500" y="4162425"/>
          <p14:tracePt t="46424" x="7497763" y="4146550"/>
          <p14:tracePt t="46430" x="7439025" y="4138613"/>
          <p14:tracePt t="46440" x="7389813" y="4105275"/>
          <p14:tracePt t="46447" x="7356475" y="4105275"/>
          <p14:tracePt t="46457" x="7315200" y="4097338"/>
          <p14:tracePt t="46463" x="7289800" y="4079875"/>
          <p14:tracePt t="46474" x="7265988" y="4079875"/>
          <p14:tracePt t="46479" x="7232650" y="4064000"/>
          <p14:tracePt t="46490" x="7191375" y="4064000"/>
          <p14:tracePt t="46495" x="7165975" y="4046538"/>
          <p14:tracePt t="46507" x="7132638" y="4038600"/>
          <p14:tracePt t="46511" x="7091363" y="4038600"/>
          <p14:tracePt t="46523" x="7042150" y="4005263"/>
          <p14:tracePt t="46528" x="7008813" y="4005263"/>
          <p14:tracePt t="46541" x="6967538" y="3997325"/>
          <p14:tracePt t="46544" x="6942138" y="3979863"/>
          <p14:tracePt t="46557" x="6916738" y="3979863"/>
          <p14:tracePt t="46560" x="6883400" y="3963988"/>
          <p14:tracePt t="46576" x="6859588" y="3956050"/>
          <p14:tracePt t="46584" x="6859588" y="3938588"/>
          <p14:tracePt t="46592" x="6842125" y="3938588"/>
          <p14:tracePt t="46600" x="6826250" y="3922713"/>
          <p14:tracePt t="46616" x="6826250" y="3914775"/>
          <p14:tracePt t="46624" x="6826250" y="3897313"/>
          <p14:tracePt t="46641" x="6826250" y="3881438"/>
          <p14:tracePt t="46657" x="6826250" y="3871913"/>
          <p14:tracePt t="46674" x="6842125" y="3856038"/>
          <p14:tracePt t="46681" x="6859588" y="3840163"/>
          <p14:tracePt t="46690" x="6916738" y="3830638"/>
          <p14:tracePt t="46697" x="6983413" y="3797300"/>
          <p14:tracePt t="46707" x="7083425" y="3773488"/>
          <p14:tracePt t="46713" x="7207250" y="3740150"/>
          <p14:tracePt t="46721" x="7389813" y="3698875"/>
          <p14:tracePt t="46729" x="7539038" y="3690938"/>
          <p14:tracePt t="46737" x="7762875" y="3648075"/>
          <p14:tracePt t="46746" x="7986713" y="3648075"/>
          <p14:tracePt t="46754" x="8169275" y="3632200"/>
          <p14:tracePt t="46762" x="8326438" y="3632200"/>
          <p14:tracePt t="46770" x="8393113" y="3632200"/>
          <p14:tracePt t="46778" x="8518525" y="3632200"/>
          <p14:tracePt t="46786" x="8616950" y="3632200"/>
          <p14:tracePt t="46794" x="8683625" y="3632200"/>
          <p14:tracePt t="46802" x="8716963" y="3632200"/>
          <p14:tracePt t="46810" x="8758238" y="3648075"/>
          <p14:tracePt t="46818" x="8766175" y="3657600"/>
          <p14:tracePt t="46826" x="8783638" y="3673475"/>
          <p14:tracePt t="46842" x="8783638" y="3690938"/>
          <p14:tracePt t="46850" x="8799513" y="3698875"/>
          <p14:tracePt t="46866" x="8799513" y="3714750"/>
          <p14:tracePt t="46875" x="8799513" y="3732213"/>
          <p14:tracePt t="46891" x="8799513" y="3740150"/>
          <p14:tracePt t="46899" x="8799513" y="3756025"/>
          <p14:tracePt t="46915" x="8783638" y="3773488"/>
          <p14:tracePt t="46924" x="8766175" y="3781425"/>
          <p14:tracePt t="46931" x="8758238" y="3781425"/>
          <p14:tracePt t="46941" x="8742363" y="3797300"/>
          <p14:tracePt t="46947" x="8724900" y="3814763"/>
          <p14:tracePt t="46957" x="8699500" y="3814763"/>
          <p14:tracePt t="46963" x="8675688" y="3840163"/>
          <p14:tracePt t="46971" x="8634413" y="3840163"/>
          <p14:tracePt t="46980" x="8593138" y="3871913"/>
          <p14:tracePt t="46988" x="8534400" y="3871913"/>
          <p14:tracePt t="46996" x="8434388" y="3897313"/>
          <p14:tracePt t="47004" x="8410575" y="3914775"/>
          <p14:tracePt t="47012" x="8351838" y="3922713"/>
          <p14:tracePt t="47020" x="8285163" y="3938588"/>
          <p14:tracePt t="47028" x="8210550" y="3938588"/>
          <p14:tracePt t="47036" x="8128000" y="3956050"/>
          <p14:tracePt t="47044" x="8020050" y="3956050"/>
          <p14:tracePt t="47052" x="7929563" y="3956050"/>
          <p14:tracePt t="47061" x="7837488" y="3956050"/>
          <p14:tracePt t="47068" x="7754938" y="3963988"/>
          <p14:tracePt t="47076" x="7654925" y="3963988"/>
          <p14:tracePt t="47084" x="7556500" y="3963988"/>
          <p14:tracePt t="47093" x="7456488" y="3963988"/>
          <p14:tracePt t="47101" x="7356475" y="3963988"/>
          <p14:tracePt t="47109" x="7307263" y="3963988"/>
          <p14:tracePt t="47117" x="7207250" y="3963988"/>
          <p14:tracePt t="47125" x="7132638" y="3963988"/>
          <p14:tracePt t="47133" x="7042150" y="3963988"/>
          <p14:tracePt t="47141" x="6967538" y="3956050"/>
          <p14:tracePt t="47149" x="6900863" y="3956050"/>
          <p14:tracePt t="47157" x="6842125" y="3938588"/>
          <p14:tracePt t="47165" x="6775450" y="3922713"/>
          <p14:tracePt t="47174" x="6718300" y="3897313"/>
          <p14:tracePt t="47181" x="6659563" y="3897313"/>
          <p14:tracePt t="47191" x="6618288" y="3871913"/>
          <p14:tracePt t="47198" x="6577013" y="3856038"/>
          <p14:tracePt t="47208" x="6551613" y="3840163"/>
          <p14:tracePt t="47214" x="6535738" y="3840163"/>
          <p14:tracePt t="47224" x="6518275" y="3830638"/>
          <p14:tracePt t="47238" x="6510338" y="3814763"/>
          <p14:tracePt t="47246" x="6510338" y="3797300"/>
          <p14:tracePt t="47262" x="6510338" y="3781425"/>
          <p14:tracePt t="47278" x="6510338" y="3773488"/>
          <p14:tracePt t="47303" x="6535738" y="3756025"/>
          <p14:tracePt t="47311" x="6577013" y="3740150"/>
          <p14:tracePt t="47319" x="6618288" y="3714750"/>
          <p14:tracePt t="47327" x="6700838" y="3698875"/>
          <p14:tracePt t="47335" x="6818313" y="3648075"/>
          <p14:tracePt t="47343" x="6967538" y="3606800"/>
          <p14:tracePt t="47351" x="7165975" y="3549650"/>
          <p14:tracePt t="47359" x="7373938" y="3508375"/>
          <p14:tracePt t="47367" x="7597775" y="3433763"/>
          <p14:tracePt t="47375" x="7821613" y="3408363"/>
          <p14:tracePt t="47383" x="8069263" y="3349625"/>
          <p14:tracePt t="47391" x="8293100" y="3341688"/>
          <p14:tracePt t="47399" x="8475663" y="3341688"/>
          <p14:tracePt t="47408" x="8675688" y="3341688"/>
          <p14:tracePt t="47415" x="8824913" y="3341688"/>
          <p14:tracePt t="47424" x="8858250" y="3341688"/>
          <p14:tracePt t="47432" x="8948738" y="3341688"/>
          <p14:tracePt t="47441" x="9023350" y="3341688"/>
          <p14:tracePt t="47448" x="9082088" y="3367088"/>
          <p14:tracePt t="47457" x="9123363" y="3382963"/>
          <p14:tracePt t="47464" x="9148763" y="3390900"/>
          <p14:tracePt t="47474" x="9164638" y="3424238"/>
          <p14:tracePt t="47480" x="9172575" y="3433763"/>
          <p14:tracePt t="47488" x="9190038" y="3449638"/>
          <p14:tracePt t="47496" x="9190038" y="3475038"/>
          <p14:tracePt t="47504" x="9205913" y="3490913"/>
          <p14:tracePt t="47513" x="9205913" y="3508375"/>
          <p14:tracePt t="47520" x="9205913" y="3532188"/>
          <p14:tracePt t="47528" x="9205913" y="3549650"/>
          <p14:tracePt t="47536" x="9205913" y="3565525"/>
          <p14:tracePt t="47545" x="9205913" y="3590925"/>
          <p14:tracePt t="47553" x="9205913" y="3606800"/>
          <p14:tracePt t="47561" x="9205913" y="3616325"/>
          <p14:tracePt t="47569" x="9205913" y="3648075"/>
          <p14:tracePt t="47577" x="9205913" y="3657600"/>
          <p14:tracePt t="47585" x="9205913" y="3690938"/>
          <p14:tracePt t="47593" x="9205913" y="3732213"/>
          <p14:tracePt t="47601" x="9190038" y="3740150"/>
          <p14:tracePt t="47609" x="9172575" y="3781425"/>
          <p14:tracePt t="47617" x="9172575" y="3814763"/>
          <p14:tracePt t="47626" x="9164638" y="3840163"/>
          <p14:tracePt t="47633" x="9148763" y="3881438"/>
          <p14:tracePt t="47641" x="9131300" y="3914775"/>
          <p14:tracePt t="47650" x="9105900" y="3956050"/>
          <p14:tracePt t="47658" x="9082088" y="3979863"/>
          <p14:tracePt t="47666" x="9048750" y="4021138"/>
          <p14:tracePt t="47675" x="9023350" y="4046538"/>
          <p14:tracePt t="47682" x="9007475" y="4064000"/>
          <p14:tracePt t="47691" x="8966200" y="4097338"/>
          <p14:tracePt t="47698" x="8924925" y="4105275"/>
          <p14:tracePt t="47708" x="8866188" y="4138613"/>
          <p14:tracePt t="47714" x="8816975" y="4146550"/>
          <p14:tracePt t="47724" x="8766175" y="4162425"/>
          <p14:tracePt t="47731" x="8675688" y="4187825"/>
          <p14:tracePt t="47746" x="8601075" y="4203700"/>
          <p14:tracePt t="47747" x="8518525" y="4221163"/>
          <p14:tracePt t="47755" x="8418513" y="4229100"/>
          <p14:tracePt t="47763" x="8335963" y="4246563"/>
          <p14:tracePt t="47771" x="8210550" y="4246563"/>
          <p14:tracePt t="47779" x="8169275" y="4246563"/>
          <p14:tracePt t="47787" x="8069263" y="4246563"/>
          <p14:tracePt t="47795" x="8004175" y="4246563"/>
          <p14:tracePt t="47803" x="7929563" y="4246563"/>
          <p14:tracePt t="47811" x="7878763" y="4246563"/>
          <p14:tracePt t="47819" x="7821613" y="4246563"/>
          <p14:tracePt t="47827" x="7796213" y="4246563"/>
          <p14:tracePt t="47835" x="7754938" y="4246563"/>
          <p14:tracePt t="47844" x="7737475" y="4246563"/>
          <p14:tracePt t="47851" x="7705725" y="4246563"/>
          <p14:tracePt t="47860" x="7680325" y="4246563"/>
          <p14:tracePt t="47867" x="7654925" y="4246563"/>
          <p14:tracePt t="47876" x="7597775" y="4221163"/>
          <p14:tracePt t="47884" x="7556500" y="4187825"/>
          <p14:tracePt t="48110" x="7539038" y="4187825"/>
          <p14:tracePt t="48118" x="7439025" y="4187825"/>
          <p14:tracePt t="48126" x="7173913" y="4187825"/>
          <p14:tracePt t="48134" x="6924675" y="4229100"/>
          <p14:tracePt t="48142" x="6618288" y="4262438"/>
          <p14:tracePt t="48150" x="6469063" y="4270375"/>
          <p14:tracePt t="48158" x="6162675" y="4303713"/>
          <p14:tracePt t="48166" x="5864225" y="4311650"/>
          <p14:tracePt t="48174" x="5556250" y="4344988"/>
          <p14:tracePt t="48182" x="5332413" y="4344988"/>
          <p14:tracePt t="48191" x="5126038" y="4344988"/>
          <p14:tracePt t="48199" x="4902200" y="4362450"/>
          <p14:tracePt t="48208" x="4719638" y="4362450"/>
          <p14:tracePt t="48215" x="4570413" y="4362450"/>
          <p14:tracePt t="48224" x="4411663" y="4362450"/>
          <p14:tracePt t="48231" x="4262438" y="4362450"/>
          <p14:tracePt t="48241" x="4130675" y="4362450"/>
          <p14:tracePt t="48247" x="4005263" y="4362450"/>
          <p14:tracePt t="48256" x="3963988" y="4362450"/>
          <p14:tracePt t="48263" x="3865563" y="4362450"/>
          <p14:tracePt t="48271" x="3773488" y="4362450"/>
          <p14:tracePt t="48279" x="3698875" y="4362450"/>
          <p14:tracePt t="48287" x="3616325" y="4362450"/>
          <p14:tracePt t="48295" x="3590925" y="4362450"/>
          <p14:tracePt t="48304" x="3549650" y="4370388"/>
          <p14:tracePt t="48312" x="3533775" y="4370388"/>
          <p14:tracePt t="48320" x="3508375" y="4370388"/>
          <p14:tracePt t="48336" x="3492500" y="4370388"/>
          <p14:tracePt t="48392" x="3508375" y="4370388"/>
          <p14:tracePt t="48400" x="3533775" y="4370388"/>
          <p14:tracePt t="48408" x="3590925" y="4370388"/>
          <p14:tracePt t="48417" x="3740150" y="4370388"/>
          <p14:tracePt t="48425" x="3898900" y="4386263"/>
          <p14:tracePt t="48441" x="4305300" y="4427538"/>
          <p14:tracePt t="48449" x="4570413" y="4452938"/>
          <p14:tracePt t="48457" x="4860925" y="4470400"/>
          <p14:tracePt t="48465" x="5167313" y="4527550"/>
          <p14:tracePt t="48474" x="5473700" y="4535488"/>
          <p14:tracePt t="48481" x="5722938" y="4568825"/>
          <p14:tracePt t="48490" x="5988050" y="4576763"/>
          <p14:tracePt t="48497" x="6211888" y="4610100"/>
          <p14:tracePt t="48507" x="6394450" y="4627563"/>
          <p14:tracePt t="48514" x="6577013" y="4651375"/>
          <p14:tracePt t="48524" x="6759575" y="4668838"/>
          <p14:tracePt t="48529" x="6916738" y="4668838"/>
          <p14:tracePt t="48541" x="7091363" y="4676775"/>
          <p14:tracePt t="48546" x="7248525" y="4694238"/>
          <p14:tracePt t="48557" x="7331075" y="4710113"/>
          <p14:tracePt t="48562" x="7439025" y="4710113"/>
          <p14:tracePt t="48574" x="7539038" y="4718050"/>
          <p14:tracePt t="48578" x="7639050" y="4735513"/>
          <p14:tracePt t="48590" x="7696200" y="4735513"/>
          <p14:tracePt t="48594" x="7721600" y="4751388"/>
          <p14:tracePt t="48608" x="7762875" y="4751388"/>
          <p14:tracePt t="48610" x="7780338" y="4751388"/>
          <p14:tracePt t="48624" x="7796213" y="4751388"/>
          <p14:tracePt t="48643" x="7804150" y="4751388"/>
          <p14:tracePt t="48982" x="7796213" y="4751388"/>
          <p14:tracePt t="48998" x="7780338" y="4751388"/>
          <p14:tracePt t="49008" x="7762875" y="4759325"/>
          <p14:tracePt t="49014" x="7754938" y="4759325"/>
          <p14:tracePt t="49023" x="7721600" y="4776788"/>
          <p14:tracePt t="49030" x="7680325" y="4776788"/>
          <p14:tracePt t="49040" x="7662863" y="4792663"/>
          <p14:tracePt t="49046" x="7621588" y="4802188"/>
          <p14:tracePt t="49054" x="7597775" y="4818063"/>
          <p14:tracePt t="49063" x="7556500" y="4833938"/>
          <p14:tracePt t="49071" x="7497763" y="4833938"/>
          <p14:tracePt t="49079" x="7472363" y="4843463"/>
          <p14:tracePt t="49087" x="7431088" y="4843463"/>
          <p14:tracePt t="49095" x="7415213" y="4843463"/>
          <p14:tracePt t="49103" x="7373938" y="4843463"/>
          <p14:tracePt t="49111" x="7348538" y="4843463"/>
          <p14:tracePt t="49119" x="7331075" y="4843463"/>
          <p14:tracePt t="49127" x="7307263" y="4843463"/>
          <p14:tracePt t="49135" x="7289800" y="4843463"/>
          <p14:tracePt t="49143" x="7273925" y="4843463"/>
          <p14:tracePt t="49159" x="7265988" y="4843463"/>
          <p14:tracePt t="49167" x="7248525" y="4843463"/>
          <p14:tracePt t="49200" x="7232650" y="4843463"/>
          <p14:tracePt t="49273" x="7232650" y="4833938"/>
          <p14:tracePt t="49579" x="7224713" y="4833938"/>
          <p14:tracePt t="49587" x="7173913" y="4833938"/>
          <p14:tracePt t="49595" x="7124700" y="4833938"/>
          <p14:tracePt t="49603" x="6900863" y="4833938"/>
          <p14:tracePt t="49611" x="6677025" y="4843463"/>
          <p14:tracePt t="49620" x="6561138" y="4859338"/>
          <p14:tracePt t="49628" x="6337300" y="4892675"/>
          <p14:tracePt t="49636" x="6121400" y="4892675"/>
          <p14:tracePt t="49644" x="5897563" y="4892675"/>
          <p14:tracePt t="49652" x="5673725" y="4892675"/>
          <p14:tracePt t="49660" x="5532438" y="4892675"/>
          <p14:tracePt t="49668" x="5332413" y="4892675"/>
          <p14:tracePt t="49676" x="5183188" y="4892675"/>
          <p14:tracePt t="49684" x="5041900" y="4892675"/>
          <p14:tracePt t="49692" x="4918075" y="4892675"/>
          <p14:tracePt t="49700" x="4794250" y="4892675"/>
          <p14:tracePt t="49708" x="4635500" y="4876800"/>
          <p14:tracePt t="49716" x="4511675" y="4843463"/>
          <p14:tracePt t="49725" x="4370388" y="4802188"/>
          <p14:tracePt t="49733" x="4171950" y="4759325"/>
          <p14:tracePt t="49743" x="4022725" y="4735513"/>
          <p14:tracePt t="49749" x="3840163" y="4676775"/>
          <p14:tracePt t="49757" x="3657600" y="4635500"/>
          <p14:tracePt t="49765" x="3508375" y="4610100"/>
          <p14:tracePt t="49774" x="3325813" y="4568825"/>
          <p14:tracePt t="49781" x="3201988" y="4535488"/>
          <p14:tracePt t="49790" x="3068638" y="4511675"/>
          <p14:tracePt t="49797" x="2960688" y="4486275"/>
          <p14:tracePt t="49808" x="2919413" y="4452938"/>
          <p14:tracePt t="49813" x="2819400" y="4445000"/>
          <p14:tracePt t="49824" x="2670175" y="4386263"/>
          <p14:tracePt t="49829" x="2636838" y="4370388"/>
          <p14:tracePt t="49841" x="2554288" y="4362450"/>
          <p14:tracePt t="49845" x="2487613" y="4329113"/>
          <p14:tracePt t="49857" x="2413000" y="4303713"/>
          <p14:tracePt t="49862" x="2347913" y="4287838"/>
          <p14:tracePt t="49874" x="2289175" y="4270375"/>
          <p14:tracePt t="49878" x="2230438" y="4262438"/>
          <p14:tracePt t="49890" x="2206625" y="4246563"/>
          <p14:tracePt t="49894" x="2165350" y="4229100"/>
          <p14:tracePt t="49907" x="2122488" y="4221163"/>
          <p14:tracePt t="49910" x="2106613" y="4221163"/>
          <p14:tracePt t="49924" x="2081213" y="4203700"/>
          <p14:tracePt t="49927" x="2065338" y="4203700"/>
          <p14:tracePt t="49941" x="2057400" y="4187825"/>
          <p14:tracePt t="49943" x="2024063" y="4187825"/>
          <p14:tracePt t="49957" x="2006600" y="4179888"/>
          <p14:tracePt t="49974" x="1998663" y="4179888"/>
          <p14:tracePt t="49975" x="1982788" y="4162425"/>
          <p14:tracePt t="49983" x="1965325" y="4162425"/>
          <p14:tracePt t="49991" x="1957388" y="4162425"/>
          <p14:tracePt t="49999" x="1941513" y="4162425"/>
          <p14:tracePt t="50007" x="1924050" y="4162425"/>
          <p14:tracePt t="50015" x="1916113" y="4162425"/>
          <p14:tracePt t="50024" x="1898650" y="4162425"/>
          <p14:tracePt t="50031" x="1882775" y="4162425"/>
          <p14:tracePt t="50041" x="1874838" y="4162425"/>
          <p14:tracePt t="50047" x="1857375" y="4162425"/>
          <p14:tracePt t="50057" x="1841500" y="4162425"/>
          <p14:tracePt t="50073" x="1833563" y="4162425"/>
          <p14:tracePt t="50096" x="1833563" y="4179888"/>
          <p14:tracePt t="50160" x="1841500" y="4179888"/>
          <p14:tracePt t="50168" x="1857375" y="4179888"/>
          <p14:tracePt t="50185" x="1874838" y="4179888"/>
          <p14:tracePt t="50193" x="1882775" y="4179888"/>
          <p14:tracePt t="50201" x="1898650" y="4179888"/>
          <p14:tracePt t="50209" x="1941513" y="4162425"/>
          <p14:tracePt t="50217" x="1965325" y="4146550"/>
          <p14:tracePt t="50225" x="2024063" y="4146550"/>
          <p14:tracePt t="50233" x="2081213" y="4146550"/>
          <p14:tracePt t="50241" x="2181225" y="4138613"/>
          <p14:tracePt t="50249" x="2305050" y="4138613"/>
          <p14:tracePt t="50257" x="2487613" y="4105275"/>
          <p14:tracePt t="50265" x="2836863" y="4097338"/>
          <p14:tracePt t="50275" x="2986088" y="4064000"/>
          <p14:tracePt t="50281" x="3433763" y="4038600"/>
          <p14:tracePt t="50290" x="3781425" y="4038600"/>
          <p14:tracePt t="50298" x="4171950" y="4038600"/>
          <p14:tracePt t="50308" x="4619625" y="4038600"/>
          <p14:tracePt t="50314" x="5026025" y="4038600"/>
          <p14:tracePt t="50324" x="5473700" y="4038600"/>
          <p14:tracePt t="50330" x="5921375" y="4038600"/>
          <p14:tracePt t="50341" x="6311900" y="4038600"/>
          <p14:tracePt t="50346" x="6510338" y="4064000"/>
          <p14:tracePt t="50357" x="6842125" y="4079875"/>
          <p14:tracePt t="50362" x="7191375" y="4105275"/>
          <p14:tracePt t="50374" x="7497763" y="4138613"/>
          <p14:tracePt t="50378" x="7804150" y="4162425"/>
          <p14:tracePt t="50390" x="8061325" y="4179888"/>
          <p14:tracePt t="50394" x="8326438" y="4203700"/>
          <p14:tracePt t="50407" x="8575675" y="4221163"/>
          <p14:tracePt t="50411" x="8658225" y="4229100"/>
          <p14:tracePt t="50424" x="8799513" y="4246563"/>
          <p14:tracePt t="50427" x="8948738" y="4262438"/>
          <p14:tracePt t="50441" x="9048750" y="4270375"/>
          <p14:tracePt t="50444" x="9148763" y="4303713"/>
          <p14:tracePt t="50457" x="9213850" y="4311650"/>
          <p14:tracePt t="50460" x="9256713" y="4329113"/>
          <p14:tracePt t="50474" x="9288463" y="4344988"/>
          <p14:tracePt t="50476" x="9313863" y="4344988"/>
          <p14:tracePt t="50491" x="9331325" y="4362450"/>
          <p14:tracePt t="50508" x="9339263" y="4362450"/>
          <p14:tracePt t="50572" x="9313863" y="4370388"/>
          <p14:tracePt t="50580" x="9288463" y="4370388"/>
          <p14:tracePt t="50588" x="9247188" y="4386263"/>
          <p14:tracePt t="50596" x="9190038" y="4403725"/>
          <p14:tracePt t="50604" x="9123363" y="4427538"/>
          <p14:tracePt t="50624" x="8866188" y="4511675"/>
          <p14:tracePt t="50629" x="8724900" y="4552950"/>
          <p14:tracePt t="50640" x="8534400" y="4594225"/>
          <p14:tracePt t="50645" x="8351838" y="4627563"/>
          <p14:tracePt t="50657" x="8169275" y="4676775"/>
          <p14:tracePt t="50661" x="7986713" y="4718050"/>
          <p14:tracePt t="50674" x="7762875" y="4759325"/>
          <p14:tracePt t="50677" x="7539038" y="4802188"/>
          <p14:tracePt t="50691" x="7356475" y="4833938"/>
          <p14:tracePt t="50693" x="7132638" y="4859338"/>
          <p14:tracePt t="50707" x="6958013" y="4900613"/>
          <p14:tracePt t="50710" x="6800850" y="4918075"/>
          <p14:tracePt t="50724" x="6618288" y="4933950"/>
          <p14:tracePt t="50727" x="6469063" y="4941888"/>
          <p14:tracePt t="50742" x="6311900" y="4959350"/>
          <p14:tracePt t="50745" x="6186488" y="4983163"/>
          <p14:tracePt t="50750" x="6029325" y="5000625"/>
          <p14:tracePt t="50758" x="5946775" y="5016500"/>
          <p14:tracePt t="50766" x="5897563" y="5016500"/>
          <p14:tracePt t="50774" x="5797550" y="5016500"/>
          <p14:tracePt t="50782" x="5697538" y="5016500"/>
          <p14:tracePt t="50790" x="5630863" y="5016500"/>
          <p14:tracePt t="50798" x="5532438" y="5016500"/>
          <p14:tracePt t="50807" x="5473700" y="5016500"/>
          <p14:tracePt t="50814" x="5407025" y="5016500"/>
          <p14:tracePt t="50824" x="5349875" y="5016500"/>
          <p14:tracePt t="50831" x="5291138" y="5016500"/>
          <p14:tracePt t="50840" x="5249863" y="5016500"/>
          <p14:tracePt t="50847" x="5208588" y="5016500"/>
          <p14:tracePt t="50857" x="5167313" y="5016500"/>
          <p14:tracePt t="50863" x="5141913" y="5000625"/>
          <p14:tracePt t="50874" x="5100638" y="4983163"/>
          <p14:tracePt t="50879" x="5084763" y="4983163"/>
          <p14:tracePt t="50890" x="5067300" y="4975225"/>
          <p14:tracePt t="50895" x="5041900" y="4975225"/>
          <p14:tracePt t="50907" x="5026025" y="4959350"/>
          <p14:tracePt t="50911" x="5026025" y="4941888"/>
          <p14:tracePt t="50924" x="5018088" y="4933950"/>
          <p14:tracePt t="50928" x="5000625" y="4933950"/>
          <p14:tracePt t="50940" x="4984750" y="4900613"/>
          <p14:tracePt t="50943" x="4967288" y="4876800"/>
          <p14:tracePt t="50957" x="4959350" y="4859338"/>
          <p14:tracePt t="50960" x="4959350" y="4833938"/>
          <p14:tracePt t="50974" x="4943475" y="4802188"/>
          <p14:tracePt t="50976" x="4926013" y="4776788"/>
          <p14:tracePt t="50990" x="4926013" y="4735513"/>
          <p14:tracePt t="50993" x="4926013" y="4718050"/>
          <p14:tracePt t="51007" x="4926013" y="4694238"/>
          <p14:tracePt t="51009" x="4926013" y="4676775"/>
          <p14:tracePt t="51024" x="4926013" y="4651375"/>
          <p14:tracePt t="51025" x="4926013" y="4635500"/>
          <p14:tracePt t="51032" x="4926013" y="4627563"/>
          <p14:tracePt t="51040" x="4926013" y="4610100"/>
          <p14:tracePt t="51048" x="4943475" y="4610100"/>
          <p14:tracePt t="51057" x="4984750" y="4568825"/>
          <p14:tracePt t="51064" x="5041900" y="4552950"/>
          <p14:tracePt t="51074" x="5108575" y="4527550"/>
          <p14:tracePt t="51081" x="5208588" y="4486275"/>
          <p14:tracePt t="51091" x="5308600" y="4452938"/>
          <p14:tracePt t="51097" x="5416550" y="4411663"/>
          <p14:tracePt t="51107" x="5514975" y="4386263"/>
          <p14:tracePt t="51113" x="5673725" y="4362450"/>
          <p14:tracePt t="51124" x="5797550" y="4329113"/>
          <p14:tracePt t="51129" x="5946775" y="4303713"/>
          <p14:tracePt t="51140" x="6070600" y="4287838"/>
          <p14:tracePt t="51145" x="6186488" y="4270375"/>
          <p14:tracePt t="51157" x="6311900" y="4270375"/>
          <p14:tracePt t="51161" x="6369050" y="4270375"/>
          <p14:tracePt t="51174" x="6551613" y="4270375"/>
          <p14:tracePt t="51178" x="6592888" y="4270375"/>
          <p14:tracePt t="51191" x="6775450" y="4270375"/>
          <p14:tracePt t="51194" x="6867525" y="4270375"/>
          <p14:tracePt t="51207" x="6942138" y="4270375"/>
          <p14:tracePt t="51210" x="7042150" y="4270375"/>
          <p14:tracePt t="51224" x="7132638" y="4270375"/>
          <p14:tracePt t="51227" x="7165975" y="4287838"/>
          <p14:tracePt t="51241" x="7232650" y="4311650"/>
          <p14:tracePt t="51243" x="7315200" y="4344988"/>
          <p14:tracePt t="51258" x="7439025" y="4427538"/>
          <p14:tracePt t="51259" x="7513638" y="4486275"/>
          <p14:tracePt t="51266" x="7572375" y="4568825"/>
          <p14:tracePt t="51275" x="7621588" y="4651375"/>
          <p14:tracePt t="51283" x="7680325" y="4735513"/>
          <p14:tracePt t="51291" x="7705725" y="4759325"/>
          <p14:tracePt t="51298" x="7754938" y="4859338"/>
          <p14:tracePt t="51307" x="7762875" y="4918075"/>
          <p14:tracePt t="51315" x="7796213" y="4975225"/>
          <p14:tracePt t="51324" x="7804150" y="5000625"/>
          <p14:tracePt t="51331" x="7804150" y="5026025"/>
          <p14:tracePt t="51340" x="7821613" y="5041900"/>
          <p14:tracePt t="51347" x="7821613" y="5067300"/>
          <p14:tracePt t="51363" x="7821613" y="5083175"/>
          <p14:tracePt t="51379" x="7821613" y="5100638"/>
          <p14:tracePt t="51420" x="7821613" y="5108575"/>
          <p14:tracePt t="51428" x="7804150" y="5108575"/>
          <p14:tracePt t="51444" x="7796213" y="5108575"/>
          <p14:tracePt t="51452" x="7780338" y="5108575"/>
          <p14:tracePt t="51460" x="7762875" y="5124450"/>
          <p14:tracePt t="51468" x="7737475" y="5124450"/>
          <p14:tracePt t="51476" x="7662863" y="5141913"/>
          <p14:tracePt t="51484" x="7621588" y="5157788"/>
          <p14:tracePt t="51493" x="7556500" y="5157788"/>
          <p14:tracePt t="51501" x="7489825" y="5165725"/>
          <p14:tracePt t="51509" x="7415213" y="5165725"/>
          <p14:tracePt t="51517" x="7315200" y="5183188"/>
          <p14:tracePt t="51525" x="7224713" y="5183188"/>
          <p14:tracePt t="51533" x="7150100" y="5199063"/>
          <p14:tracePt t="51541" x="7050088" y="5199063"/>
          <p14:tracePt t="51549" x="6999288" y="5199063"/>
          <p14:tracePt t="51558" x="6900863" y="5207000"/>
          <p14:tracePt t="51565" x="6826250" y="5207000"/>
          <p14:tracePt t="51574" x="6677025" y="5207000"/>
          <p14:tracePt t="51581" x="6635750" y="5207000"/>
          <p14:tracePt t="51591" x="6535738" y="5207000"/>
          <p14:tracePt t="51597" x="6427788" y="5207000"/>
          <p14:tracePt t="51607" x="6369050" y="5207000"/>
          <p14:tracePt t="51614" x="6245225" y="5207000"/>
          <p14:tracePt t="51623" x="6145213" y="5207000"/>
          <p14:tracePt t="51630" x="6046788" y="5207000"/>
          <p14:tracePt t="51638" x="5962650" y="5207000"/>
          <p14:tracePt t="51646" x="5864225" y="5207000"/>
          <p14:tracePt t="51654" x="5738813" y="5207000"/>
          <p14:tracePt t="51662" x="5640388" y="5207000"/>
          <p14:tracePt t="51670" x="5540375" y="5207000"/>
          <p14:tracePt t="51678" x="5491163" y="5207000"/>
          <p14:tracePt t="51686" x="5391150" y="5207000"/>
          <p14:tracePt t="51695" x="5324475" y="5207000"/>
          <p14:tracePt t="51702" x="5249863" y="5207000"/>
          <p14:tracePt t="51711" x="5183188" y="5199063"/>
          <p14:tracePt t="51719" x="5126038" y="5199063"/>
          <p14:tracePt t="51727" x="5067300" y="5183188"/>
          <p14:tracePt t="51735" x="5041900" y="5165725"/>
          <p14:tracePt t="51746" x="4984750" y="5157788"/>
          <p14:tracePt t="51751" x="4959350" y="5157788"/>
          <p14:tracePt t="51759" x="4926013" y="5141913"/>
          <p14:tracePt t="51767" x="4902200" y="5141913"/>
          <p14:tracePt t="51775" x="4884738" y="5124450"/>
          <p14:tracePt t="51783" x="4876800" y="5108575"/>
          <p14:tracePt t="51791" x="4860925" y="5100638"/>
          <p14:tracePt t="51799" x="4835525" y="5083175"/>
          <p14:tracePt t="51808" x="4818063" y="5083175"/>
          <p14:tracePt t="51816" x="4802188" y="5057775"/>
          <p14:tracePt t="51824" x="4794250" y="5041900"/>
          <p14:tracePt t="51831" x="4776788" y="5016500"/>
          <p14:tracePt t="51841" x="4760913" y="5000625"/>
          <p14:tracePt t="51848" x="4752975" y="4983163"/>
          <p14:tracePt t="51858" x="4735513" y="4975225"/>
          <p14:tracePt t="51864" x="4719638" y="4959350"/>
          <p14:tracePt t="51874" x="4702175" y="4941888"/>
          <p14:tracePt t="51880" x="4694238" y="4933950"/>
          <p14:tracePt t="51891" x="4678363" y="4918075"/>
          <p14:tracePt t="51904" x="4660900" y="4900613"/>
          <p14:tracePt t="51912" x="4652963" y="4892675"/>
          <p14:tracePt t="51928" x="4635500" y="4876800"/>
          <p14:tracePt t="51937" x="4619625" y="4859338"/>
          <p14:tracePt t="51953" x="4619625" y="4843463"/>
          <p14:tracePt t="51961" x="4611688" y="4833938"/>
          <p14:tracePt t="51977" x="4594225" y="4818063"/>
          <p14:tracePt t="51985" x="4594225" y="4802188"/>
          <p14:tracePt t="52001" x="4594225" y="4792663"/>
          <p14:tracePt t="52009" x="4594225" y="4776788"/>
          <p14:tracePt t="52090" x="4619625" y="4776788"/>
          <p14:tracePt t="52098" x="4652963" y="4776788"/>
          <p14:tracePt t="52108" x="4702175" y="4776788"/>
          <p14:tracePt t="52114" x="4802188" y="4776788"/>
          <p14:tracePt t="52124" x="4902200" y="4776788"/>
          <p14:tracePt t="52130" x="5000625" y="4792663"/>
          <p14:tracePt t="52140" x="5059363" y="4792663"/>
          <p14:tracePt t="52146" x="5233988" y="4818063"/>
          <p14:tracePt t="52155" x="5267325" y="4818063"/>
          <p14:tracePt t="52162" x="5365750" y="4833938"/>
          <p14:tracePt t="52171" x="5457825" y="4843463"/>
          <p14:tracePt t="52179" x="5532438" y="4859338"/>
          <p14:tracePt t="52187" x="5599113" y="4876800"/>
          <p14:tracePt t="52195" x="5656263" y="4892675"/>
          <p14:tracePt t="52203" x="5697538" y="4900613"/>
          <p14:tracePt t="52211" x="5715000" y="4918075"/>
          <p14:tracePt t="52219" x="5738813" y="4918075"/>
          <p14:tracePt t="52227" x="5756275" y="4933950"/>
          <p14:tracePt t="52235" x="5764213" y="4933950"/>
          <p14:tracePt t="52259" x="5780088" y="4933950"/>
          <p14:tracePt t="52356" x="5797550" y="4933950"/>
          <p14:tracePt t="52486" x="5797550" y="4941888"/>
          <p14:tracePt t="52534" x="5797550" y="4959350"/>
          <p14:tracePt t="52542" x="5780088" y="4959350"/>
          <p14:tracePt t="52566" x="5764213" y="4959350"/>
          <p14:tracePt t="52582" x="5756275" y="4959350"/>
          <p14:tracePt t="52591" x="5738813" y="4959350"/>
          <p14:tracePt t="52607" x="5722938" y="4959350"/>
          <p14:tracePt t="52615" x="5715000" y="4959350"/>
          <p14:tracePt t="52631" x="5697538" y="4959350"/>
          <p14:tracePt t="52656" x="5681663" y="4959350"/>
          <p14:tracePt t="52663" x="5673725" y="4941888"/>
          <p14:tracePt t="52695" x="5656263" y="4933950"/>
          <p14:tracePt t="52744" x="5656263" y="4918075"/>
          <p14:tracePt t="52784" x="5697538" y="4918075"/>
          <p14:tracePt t="52792" x="5756275" y="4918075"/>
          <p14:tracePt t="53083" x="5738813" y="4918075"/>
          <p14:tracePt t="53091" x="5722938" y="4918075"/>
          <p14:tracePt t="53099" x="5715000" y="4918075"/>
          <p14:tracePt t="53108" x="5673725" y="4900613"/>
          <p14:tracePt t="53115" x="5656263" y="4892675"/>
          <p14:tracePt t="53124" x="5630863" y="4859338"/>
          <p14:tracePt t="53131" x="5599113" y="4843463"/>
          <p14:tracePt t="53141" x="5573713" y="4818063"/>
          <p14:tracePt t="53148" x="5532438" y="4802188"/>
          <p14:tracePt t="53157" x="5499100" y="4792663"/>
          <p14:tracePt t="53164" x="5473700" y="4776788"/>
          <p14:tracePt t="53173" x="5448300" y="4751388"/>
          <p14:tracePt t="53180" x="5432425" y="4735513"/>
          <p14:tracePt t="53188" x="5407025" y="4718050"/>
          <p14:tracePt t="53196" x="5407025" y="4710113"/>
          <p14:tracePt t="53204" x="5391150" y="4694238"/>
          <p14:tracePt t="53212" x="5373688" y="4676775"/>
          <p14:tracePt t="53220" x="5365750" y="4676775"/>
          <p14:tracePt t="53228" x="5365750" y="4668838"/>
          <p14:tracePt t="53237" x="5349875" y="4651375"/>
          <p14:tracePt t="53252" x="5349875" y="4635500"/>
          <p14:tracePt t="53269" x="5349875" y="4627563"/>
          <p14:tracePt t="53277" x="5349875" y="4610100"/>
          <p14:tracePt t="53293" x="5349875" y="4594225"/>
          <p14:tracePt t="53301" x="5349875" y="4576763"/>
          <p14:tracePt t="53325" x="5349875" y="4568825"/>
          <p14:tracePt t="53341" x="5365750" y="4552950"/>
          <p14:tracePt t="53357" x="5365750" y="4535488"/>
          <p14:tracePt t="53365" x="5373688" y="4527550"/>
          <p14:tracePt t="53382" x="5391150" y="4511675"/>
          <p14:tracePt t="53391" x="5407025" y="4494213"/>
          <p14:tracePt t="53398" x="5416550" y="4486275"/>
          <p14:tracePt t="53414" x="5432425" y="4470400"/>
          <p14:tracePt t="53423" x="5457825" y="4445000"/>
          <p14:tracePt t="53430" x="5491163" y="4427538"/>
          <p14:tracePt t="53438" x="5499100" y="4411663"/>
          <p14:tracePt t="53446" x="5540375" y="4386263"/>
          <p14:tracePt t="53454" x="5556250" y="4370388"/>
          <p14:tracePt t="53462" x="5599113" y="4362450"/>
          <p14:tracePt t="53470" x="5640388" y="4329113"/>
          <p14:tracePt t="53478" x="5697538" y="4303713"/>
          <p14:tracePt t="53487" x="5722938" y="4287838"/>
          <p14:tracePt t="53495" x="5780088" y="4270375"/>
          <p14:tracePt t="53503" x="5838825" y="4262438"/>
          <p14:tracePt t="53511" x="5905500" y="4246563"/>
          <p14:tracePt t="53519" x="5962650" y="4221163"/>
          <p14:tracePt t="53527" x="6029325" y="4221163"/>
          <p14:tracePt t="53535" x="6103938" y="4203700"/>
          <p14:tracePt t="53543" x="6186488" y="4203700"/>
          <p14:tracePt t="53551" x="6253163" y="4187825"/>
          <p14:tracePt t="53559" x="6327775" y="4187825"/>
          <p14:tracePt t="53567" x="6386513" y="4179888"/>
          <p14:tracePt t="53576" x="6435725" y="4179888"/>
          <p14:tracePt t="53583" x="6510338" y="4179888"/>
          <p14:tracePt t="53591" x="6561138" y="4179888"/>
          <p14:tracePt t="53600" x="6592888" y="4179888"/>
          <p14:tracePt t="53608" x="6651625" y="4179888"/>
          <p14:tracePt t="53616" x="6692900" y="4179888"/>
          <p14:tracePt t="53624" x="6734175" y="4179888"/>
          <p14:tracePt t="53632" x="6775450" y="4179888"/>
          <p14:tracePt t="53640" x="6818313" y="4187825"/>
          <p14:tracePt t="53648" x="6842125" y="4187825"/>
          <p14:tracePt t="53657" x="6900863" y="4221163"/>
          <p14:tracePt t="53664" x="6924675" y="4229100"/>
          <p14:tracePt t="53674" x="6967538" y="4246563"/>
          <p14:tracePt t="53680" x="7008813" y="4287838"/>
          <p14:tracePt t="53691" x="7050088" y="4311650"/>
          <p14:tracePt t="53696" x="7083425" y="4344988"/>
          <p14:tracePt t="53707" x="7124700" y="4370388"/>
          <p14:tracePt t="53713" x="7150100" y="4403725"/>
          <p14:tracePt t="53724" x="7165975" y="4427538"/>
          <p14:tracePt t="53729" x="7191375" y="4445000"/>
          <p14:tracePt t="53746" x="7224713" y="4470400"/>
          <p14:tracePt t="53747" x="7232650" y="4494213"/>
          <p14:tracePt t="53753" x="7248525" y="4535488"/>
          <p14:tracePt t="53761" x="7273925" y="4568825"/>
          <p14:tracePt t="53769" x="7307263" y="4627563"/>
          <p14:tracePt t="53777" x="7315200" y="4676775"/>
          <p14:tracePt t="53785" x="7348538" y="4751388"/>
          <p14:tracePt t="53794" x="7373938" y="4818063"/>
          <p14:tracePt t="53802" x="7373938" y="4859338"/>
          <p14:tracePt t="53809" x="7397750" y="4933950"/>
          <p14:tracePt t="53818" x="7415213" y="5000625"/>
          <p14:tracePt t="53826" x="7439025" y="5057775"/>
          <p14:tracePt t="53834" x="7439025" y="5100638"/>
          <p14:tracePt t="53842" x="7456488" y="5124450"/>
          <p14:tracePt t="53850" x="7456488" y="5157788"/>
          <p14:tracePt t="53858" x="7472363" y="5165725"/>
          <p14:tracePt t="53866" x="7472363" y="5183188"/>
          <p14:tracePt t="53882" x="7472363" y="5199063"/>
          <p14:tracePt t="53939" x="7456488" y="5199063"/>
          <p14:tracePt t="53947" x="7439025" y="5199063"/>
          <p14:tracePt t="53957" x="7415213" y="5199063"/>
          <p14:tracePt t="53963" x="7389813" y="5199063"/>
          <p14:tracePt t="53971" x="7356475" y="5199063"/>
          <p14:tracePt t="53991" x="7191375" y="5199063"/>
          <p14:tracePt t="53995" x="7124700" y="5199063"/>
          <p14:tracePt t="54008" x="7042150" y="5199063"/>
          <p14:tracePt t="54012" x="6942138" y="5199063"/>
          <p14:tracePt t="54024" x="6859588" y="5199063"/>
          <p14:tracePt t="54028" x="6800850" y="5199063"/>
          <p14:tracePt t="54040" x="6700838" y="5199063"/>
          <p14:tracePt t="54044" x="6635750" y="5199063"/>
          <p14:tracePt t="54057" x="6551613" y="5199063"/>
          <p14:tracePt t="54060" x="6510338" y="5199063"/>
          <p14:tracePt t="54074" x="6427788" y="5199063"/>
          <p14:tracePt t="54077" x="6386513" y="5199063"/>
          <p14:tracePt t="54090" x="6327775" y="5183188"/>
          <p14:tracePt t="54093" x="6286500" y="5165725"/>
          <p14:tracePt t="54107" x="6245225" y="5165725"/>
          <p14:tracePt t="54109" x="6186488" y="5157788"/>
          <p14:tracePt t="54124" x="6129338" y="5157788"/>
          <p14:tracePt t="54125" x="6062663" y="5141913"/>
          <p14:tracePt t="54133" x="6005513" y="5124450"/>
          <p14:tracePt t="54141" x="5946775" y="5108575"/>
          <p14:tracePt t="54148" x="5921375" y="5108575"/>
          <p14:tracePt t="54157" x="5864225" y="5100638"/>
          <p14:tracePt t="54165" x="5822950" y="5083175"/>
          <p14:tracePt t="54174" x="5805488" y="5067300"/>
          <p14:tracePt t="54181" x="5780088" y="5067300"/>
          <p14:tracePt t="54191" x="5756275" y="5041900"/>
          <p14:tracePt t="54197" x="5738813" y="5041900"/>
          <p14:tracePt t="54207" x="5722938" y="5026025"/>
          <p14:tracePt t="54213" x="5697538" y="5026025"/>
          <p14:tracePt t="54224" x="5697538" y="5016500"/>
          <p14:tracePt t="54229" x="5673725" y="4983163"/>
          <p14:tracePt t="54240" x="5640388" y="4975225"/>
          <p14:tracePt t="54246" x="5614988" y="4941888"/>
          <p14:tracePt t="54257" x="5599113" y="4933950"/>
          <p14:tracePt t="54262" x="5573713" y="4900613"/>
          <p14:tracePt t="54274" x="5540375" y="4876800"/>
          <p14:tracePt t="54278" x="5532438" y="4843463"/>
          <p14:tracePt t="54290" x="5514975" y="4843463"/>
          <p14:tracePt t="54294" x="5499100" y="4818063"/>
          <p14:tracePt t="54307" x="5473700" y="4792663"/>
          <p14:tracePt t="54310" x="5473700" y="4759325"/>
          <p14:tracePt t="54324" x="5457825" y="4751388"/>
          <p14:tracePt t="54327" x="5448300" y="4718050"/>
          <p14:tracePt t="54340" x="5432425" y="4710113"/>
          <p14:tracePt t="54343" x="5432425" y="4676775"/>
          <p14:tracePt t="54357" x="5416550" y="4651375"/>
          <p14:tracePt t="54359" x="5416550" y="4635500"/>
          <p14:tracePt t="54373" x="5407025" y="4610100"/>
          <p14:tracePt t="54376" x="5407025" y="4594225"/>
          <p14:tracePt t="54390" x="5407025" y="4568825"/>
          <p14:tracePt t="54391" x="5407025" y="4552950"/>
          <p14:tracePt t="54399" x="5407025" y="4535488"/>
          <p14:tracePt t="54407" x="5391150" y="4511675"/>
          <p14:tracePt t="54415" x="5391150" y="4494213"/>
          <p14:tracePt t="54424" x="5391150" y="4486275"/>
          <p14:tracePt t="54431" x="5391150" y="4470400"/>
          <p14:tracePt t="54447" x="5391150" y="4452938"/>
          <p14:tracePt t="54457" x="5391150" y="4445000"/>
          <p14:tracePt t="54471" x="5391150" y="4427538"/>
          <p14:tracePt t="54496" x="5407025" y="4427538"/>
          <p14:tracePt t="54504" x="5407025" y="4411663"/>
          <p14:tracePt t="54512" x="5416550" y="4411663"/>
          <p14:tracePt t="54520" x="5432425" y="4411663"/>
          <p14:tracePt t="54528" x="5448300" y="4403725"/>
          <p14:tracePt t="54536" x="5473700" y="4386263"/>
          <p14:tracePt t="54544" x="5499100" y="4386263"/>
          <p14:tracePt t="54552" x="5540375" y="4370388"/>
          <p14:tracePt t="54561" x="5599113" y="4362450"/>
          <p14:tracePt t="54569" x="5656263" y="4329113"/>
          <p14:tracePt t="54576" x="5697538" y="4311650"/>
          <p14:tracePt t="54584" x="5797550" y="4303713"/>
          <p14:tracePt t="54593" x="5864225" y="4270375"/>
          <p14:tracePt t="54601" x="5946775" y="4262438"/>
          <p14:tracePt t="54609" x="6046788" y="4229100"/>
          <p14:tracePt t="54617" x="6070600" y="4221163"/>
          <p14:tracePt t="54625" x="6170613" y="4221163"/>
          <p14:tracePt t="54633" x="6245225" y="4203700"/>
          <p14:tracePt t="54641" x="6311900" y="4203700"/>
          <p14:tracePt t="54649" x="6369050" y="4187825"/>
          <p14:tracePt t="54658" x="6427788" y="4187825"/>
          <p14:tracePt t="54665" x="6477000" y="4179888"/>
          <p14:tracePt t="54674" x="6510338" y="4179888"/>
          <p14:tracePt t="54682" x="6551613" y="4179888"/>
          <p14:tracePt t="54691" x="6577013" y="4179888"/>
          <p14:tracePt t="54698" x="6602413" y="4179888"/>
          <p14:tracePt t="54707" x="6635750" y="4179888"/>
          <p14:tracePt t="54714" x="6651625" y="4179888"/>
          <p14:tracePt t="54724" x="6677025" y="4179888"/>
          <p14:tracePt t="54730" x="6692900" y="4179888"/>
          <p14:tracePt t="54743" x="6734175" y="4179888"/>
          <p14:tracePt t="54748" x="6775450" y="4179888"/>
          <p14:tracePt t="54758" x="6800850" y="4179888"/>
          <p14:tracePt t="54762" x="6859588" y="4187825"/>
          <p14:tracePt t="54774" x="6900863" y="4187825"/>
          <p14:tracePt t="54778" x="6942138" y="4221163"/>
          <p14:tracePt t="54790" x="6999288" y="4229100"/>
          <p14:tracePt t="54795" x="7042150" y="4246563"/>
          <p14:tracePt t="54807" x="7065963" y="4262438"/>
          <p14:tracePt t="54811" x="7091363" y="4270375"/>
          <p14:tracePt t="54824" x="7124700" y="4303713"/>
          <p14:tracePt t="54827" x="7150100" y="4303713"/>
          <p14:tracePt t="54840" x="7165975" y="4311650"/>
          <p14:tracePt t="54843" x="7173913" y="4329113"/>
          <p14:tracePt t="54858" x="7207250" y="4362450"/>
          <p14:tracePt t="54860" x="7224713" y="4370388"/>
          <p14:tracePt t="54874" x="7232650" y="4386263"/>
          <p14:tracePt t="54876" x="7248525" y="4403725"/>
          <p14:tracePt t="54891" x="7265988" y="4411663"/>
          <p14:tracePt t="54891" x="7265988" y="4427538"/>
          <p14:tracePt t="54899" x="7273925" y="4445000"/>
          <p14:tracePt t="54907" x="7289800" y="4452938"/>
          <p14:tracePt t="54924" x="7289800" y="4470400"/>
          <p14:tracePt t="54932" x="7307263" y="4470400"/>
          <p14:tracePt t="54940" x="7307263" y="4486275"/>
          <p14:tracePt t="54964" x="7307263" y="4494213"/>
          <p14:tracePt t="54980" x="7307263" y="4511675"/>
          <p14:tracePt t="54988" x="7307263" y="4527550"/>
          <p14:tracePt t="54996" x="7307263" y="4552950"/>
          <p14:tracePt t="55012" x="7307263" y="4568825"/>
          <p14:tracePt t="55021" x="7307263" y="4576763"/>
          <p14:tracePt t="55037" x="7307263" y="4594225"/>
          <p14:tracePt t="55045" x="7307263" y="4610100"/>
          <p14:tracePt t="55077" x="7307263" y="4627563"/>
          <p14:tracePt t="55125" x="7307263" y="4635500"/>
          <p14:tracePt t="55158" x="7307263" y="4651375"/>
          <p14:tracePt t="55182" x="7307263" y="4676775"/>
          <p14:tracePt t="55190" x="7307263" y="4710113"/>
          <p14:tracePt t="55198" x="7307263" y="4718050"/>
          <p14:tracePt t="55207" x="7307263" y="4751388"/>
          <p14:tracePt t="55214" x="7307263" y="4759325"/>
          <p14:tracePt t="55230" x="7307263" y="4776788"/>
          <p14:tracePt t="55240" x="7307263" y="4792663"/>
          <p14:tracePt t="55255" x="7307263" y="4802188"/>
          <p14:tracePt t="55279" x="7307263" y="4818063"/>
          <p14:tracePt t="55303" x="7289800" y="4818063"/>
          <p14:tracePt t="55343" x="7273925" y="4818063"/>
          <p14:tracePt t="55352" x="7273925" y="4833938"/>
          <p14:tracePt t="55360" x="7265988" y="4833938"/>
          <p14:tracePt t="55368" x="7248525" y="4833938"/>
          <p14:tracePt t="55376" x="7232650" y="4833938"/>
          <p14:tracePt t="55384" x="7224713" y="4833938"/>
          <p14:tracePt t="55392" x="7191375" y="4843463"/>
          <p14:tracePt t="55400" x="7165975" y="4843463"/>
          <p14:tracePt t="55408" x="7124700" y="4843463"/>
          <p14:tracePt t="55416" x="7065963" y="4859338"/>
          <p14:tracePt t="55424" x="6999288" y="4859338"/>
          <p14:tracePt t="55432" x="6942138" y="4859338"/>
          <p14:tracePt t="55441" x="6900863" y="4859338"/>
          <p14:tracePt t="55448" x="6818313" y="4859338"/>
          <p14:tracePt t="55457" x="6775450" y="4859338"/>
          <p14:tracePt t="55464" x="6692900" y="4876800"/>
          <p14:tracePt t="55474" x="6651625" y="4876800"/>
          <p14:tracePt t="55481" x="6592888" y="4876800"/>
          <p14:tracePt t="55490" x="6535738" y="4876800"/>
          <p14:tracePt t="55497" x="6477000" y="4876800"/>
          <p14:tracePt t="55506" x="6427788" y="4876800"/>
          <p14:tracePt t="55513" x="6386513" y="4876800"/>
          <p14:tracePt t="55521" x="6327775" y="4876800"/>
          <p14:tracePt t="55529" x="6270625" y="4876800"/>
          <p14:tracePt t="55537" x="6229350" y="4876800"/>
          <p14:tracePt t="55545" x="6186488" y="4876800"/>
          <p14:tracePt t="55553" x="6103938" y="4876800"/>
          <p14:tracePt t="55561" x="6070600" y="4876800"/>
          <p14:tracePt t="55569" x="6021388" y="4859338"/>
          <p14:tracePt t="55577" x="5962650" y="4859338"/>
          <p14:tracePt t="55586" x="5905500" y="4843463"/>
          <p14:tracePt t="55594" x="5864225" y="4833938"/>
          <p14:tracePt t="55602" x="5822950" y="4833938"/>
          <p14:tracePt t="55610" x="5764213" y="4833938"/>
          <p14:tracePt t="55618" x="5722938" y="4818063"/>
          <p14:tracePt t="55626" x="5681663" y="4802188"/>
          <p14:tracePt t="55634" x="5630863" y="4802188"/>
          <p14:tracePt t="55642" x="5573713" y="4802188"/>
          <p14:tracePt t="55650" x="5532438" y="4792663"/>
          <p14:tracePt t="55658" x="5473700" y="4776788"/>
          <p14:tracePt t="55666" x="5416550" y="4759325"/>
          <p14:tracePt t="55674" x="5365750" y="4759325"/>
          <p14:tracePt t="55683" x="5308600" y="4735513"/>
          <p14:tracePt t="55690" x="5267325" y="4718050"/>
          <p14:tracePt t="55699" x="5208588" y="4718050"/>
          <p14:tracePt t="55707" x="5167313" y="4710113"/>
          <p14:tracePt t="55715" x="5141913" y="4694238"/>
          <p14:tracePt t="55724" x="5100638" y="4676775"/>
          <p14:tracePt t="55731" x="5084763" y="4668838"/>
          <p14:tracePt t="55741" x="5067300" y="4668838"/>
          <p14:tracePt t="55748" x="5041900" y="4651375"/>
          <p14:tracePt t="55757" x="5026025" y="4635500"/>
          <p14:tracePt t="55771" x="5018088" y="4627563"/>
          <p14:tracePt t="55780" x="5018088" y="4610100"/>
          <p14:tracePt t="55788" x="5000625" y="4594225"/>
          <p14:tracePt t="55796" x="5000625" y="4576763"/>
          <p14:tracePt t="55812" x="5000625" y="4568825"/>
          <p14:tracePt t="55820" x="5000625" y="4535488"/>
          <p14:tracePt t="55828" x="5000625" y="4527550"/>
          <p14:tracePt t="55836" x="5000625" y="4511675"/>
          <p14:tracePt t="55852" x="5000625" y="4494213"/>
          <p14:tracePt t="55860" x="5000625" y="4470400"/>
          <p14:tracePt t="55876" x="5000625" y="4452938"/>
          <p14:tracePt t="55884" x="5018088" y="4445000"/>
          <p14:tracePt t="55901" x="5026025" y="4427538"/>
          <p14:tracePt t="55908" x="5041900" y="4427538"/>
          <p14:tracePt t="55917" x="5067300" y="4403725"/>
          <p14:tracePt t="55925" x="5108575" y="4386263"/>
          <p14:tracePt t="55933" x="5167313" y="4370388"/>
          <p14:tracePt t="55941" x="5233988" y="4344988"/>
          <p14:tracePt t="55949" x="5332413" y="4311650"/>
          <p14:tracePt t="55957" x="5432425" y="4287838"/>
          <p14:tracePt t="55965" x="5540375" y="4262438"/>
          <p14:tracePt t="55974" x="5640388" y="4246563"/>
          <p14:tracePt t="55981" x="5764213" y="4203700"/>
          <p14:tracePt t="55991" x="5864225" y="4187825"/>
          <p14:tracePt t="55997" x="5988050" y="4179888"/>
          <p14:tracePt t="56007" x="6070600" y="4179888"/>
          <p14:tracePt t="56014" x="6129338" y="4179888"/>
          <p14:tracePt t="56023" x="6203950" y="4179888"/>
          <p14:tracePt t="56030" x="6294438" y="4179888"/>
          <p14:tracePt t="56038" x="6386513" y="4179888"/>
          <p14:tracePt t="56046" x="6453188" y="4179888"/>
          <p14:tracePt t="56054" x="6518275" y="4179888"/>
          <p14:tracePt t="56062" x="6577013" y="4179888"/>
          <p14:tracePt t="56070" x="6635750" y="4179888"/>
          <p14:tracePt t="56078" x="6677025" y="4179888"/>
          <p14:tracePt t="56087" x="6718300" y="4179888"/>
          <p14:tracePt t="56095" x="6775450" y="4203700"/>
          <p14:tracePt t="56102" x="6800850" y="4221163"/>
          <p14:tracePt t="56111" x="6826250" y="4229100"/>
          <p14:tracePt t="56118" x="6859588" y="4262438"/>
          <p14:tracePt t="56127" x="6900863" y="4287838"/>
          <p14:tracePt t="56135" x="6924675" y="4311650"/>
          <p14:tracePt t="56143" x="6958013" y="4344988"/>
          <p14:tracePt t="56151" x="6999288" y="4386263"/>
          <p14:tracePt t="56159" x="7024688" y="4411663"/>
          <p14:tracePt t="56167" x="7050088" y="4452938"/>
          <p14:tracePt t="56175" x="7065963" y="4470400"/>
          <p14:tracePt t="56183" x="7091363" y="4494213"/>
          <p14:tracePt t="56191" x="7107238" y="4535488"/>
          <p14:tracePt t="56199" x="7124700" y="4552950"/>
          <p14:tracePt t="56207" x="7132638" y="4576763"/>
          <p14:tracePt t="56216" x="7150100" y="4610100"/>
          <p14:tracePt t="56224" x="7165975" y="4627563"/>
          <p14:tracePt t="56232" x="7165975" y="4635500"/>
          <p14:tracePt t="56241" x="7173913" y="4668838"/>
          <p14:tracePt t="56248" x="7173913" y="4676775"/>
          <p14:tracePt t="56258" x="7191375" y="4694238"/>
          <p14:tracePt t="56264" x="7191375" y="4718050"/>
          <p14:tracePt t="56274" x="7191375" y="4735513"/>
          <p14:tracePt t="56280" x="7207250" y="4776788"/>
          <p14:tracePt t="56290" x="7207250" y="4792663"/>
          <p14:tracePt t="56296" x="7207250" y="4833938"/>
          <p14:tracePt t="56307" x="7224713" y="4876800"/>
          <p14:tracePt t="56312" x="7224713" y="4900613"/>
          <p14:tracePt t="56324" x="7224713" y="4941888"/>
          <p14:tracePt t="56328" x="7224713" y="4959350"/>
          <p14:tracePt t="56341" x="7224713" y="4983163"/>
          <p14:tracePt t="56344" x="7224713" y="5016500"/>
          <p14:tracePt t="56361" x="7224713" y="5026025"/>
          <p14:tracePt t="56374" x="7224713" y="5041900"/>
          <p14:tracePt t="56401" x="7207250" y="5057775"/>
          <p14:tracePt t="56409" x="7191375" y="5057775"/>
          <p14:tracePt t="56425" x="7173913" y="5057775"/>
          <p14:tracePt t="56433" x="7165975" y="5057775"/>
          <p14:tracePt t="56441" x="7132638" y="5057775"/>
          <p14:tracePt t="56449" x="7124700" y="5057775"/>
          <p14:tracePt t="56458" x="7083425" y="5067300"/>
          <p14:tracePt t="56466" x="7042150" y="5067300"/>
          <p14:tracePt t="56474" x="7008813" y="5067300"/>
          <p14:tracePt t="56482" x="6967538" y="5067300"/>
          <p14:tracePt t="56491" x="6942138" y="5067300"/>
          <p14:tracePt t="56498" x="6883400" y="5067300"/>
          <p14:tracePt t="56508" x="6842125" y="5067300"/>
          <p14:tracePt t="56514" x="6800850" y="5067300"/>
          <p14:tracePt t="56524" x="6759575" y="5067300"/>
          <p14:tracePt t="56530" x="6700838" y="5067300"/>
          <p14:tracePt t="56540" x="6651625" y="5067300"/>
          <p14:tracePt t="56546" x="6602413" y="5067300"/>
          <p14:tracePt t="56555" x="6551613" y="5067300"/>
          <p14:tracePt t="56562" x="6494463" y="5067300"/>
          <p14:tracePt t="56570" x="6435725" y="5067300"/>
          <p14:tracePt t="56579" x="6386513" y="5067300"/>
          <p14:tracePt t="56587" x="6353175" y="5067300"/>
          <p14:tracePt t="56595" x="6294438" y="5067300"/>
          <p14:tracePt t="56603" x="6270625" y="5067300"/>
          <p14:tracePt t="56611" x="6229350" y="5057775"/>
          <p14:tracePt t="56619" x="6203950" y="5057775"/>
          <p14:tracePt t="56627" x="6170613" y="5041900"/>
          <p14:tracePt t="56635" x="6145213" y="5026025"/>
          <p14:tracePt t="56643" x="6129338" y="5026025"/>
          <p14:tracePt t="56651" x="6103938" y="5016500"/>
          <p14:tracePt t="56659" x="6070600" y="5016500"/>
          <p14:tracePt t="56668" x="6062663" y="5016500"/>
          <p14:tracePt t="56676" x="6029325" y="5000625"/>
          <p14:tracePt t="56684" x="6021388" y="5000625"/>
          <p14:tracePt t="56692" x="5980113" y="4983163"/>
          <p14:tracePt t="56700" x="5946775" y="4983163"/>
          <p14:tracePt t="56708" x="5921375" y="4959350"/>
          <p14:tracePt t="56716" x="5897563" y="4959350"/>
          <p14:tracePt t="56724" x="5864225" y="4941888"/>
          <p14:tracePt t="56732" x="5822950" y="4933950"/>
          <p14:tracePt t="56743" x="5780088" y="4918075"/>
          <p14:tracePt t="56748" x="5756275" y="4900613"/>
          <p14:tracePt t="56757" x="5715000" y="4892675"/>
          <p14:tracePt t="56765" x="5697538" y="4876800"/>
          <p14:tracePt t="56774" x="5656263" y="4859338"/>
          <p14:tracePt t="56781" x="5630863" y="4843463"/>
          <p14:tracePt t="56790" x="5614988" y="4833938"/>
          <p14:tracePt t="56797" x="5589588" y="4818063"/>
          <p14:tracePt t="56807" x="5573713" y="4818063"/>
          <p14:tracePt t="56813" x="5556250" y="4802188"/>
          <p14:tracePt t="56824" x="5532438" y="4792663"/>
          <p14:tracePt t="56829" x="5514975" y="4776788"/>
          <p14:tracePt t="56841" x="5514975" y="4759325"/>
          <p14:tracePt t="56845" x="5499100" y="4751388"/>
          <p14:tracePt t="56857" x="5491163" y="4735513"/>
          <p14:tracePt t="56861" x="5491163" y="4718050"/>
          <p14:tracePt t="56874" x="5473700" y="4718050"/>
          <p14:tracePt t="56877" x="5473700" y="4710113"/>
          <p14:tracePt t="56890" x="5473700" y="4694238"/>
          <p14:tracePt t="56894" x="5457825" y="4676775"/>
          <p14:tracePt t="56907" x="5457825" y="4651375"/>
          <p14:tracePt t="56924" x="5457825" y="4635500"/>
          <p14:tracePt t="56926" x="5457825" y="4627563"/>
          <p14:tracePt t="56941" x="5457825" y="4610100"/>
          <p14:tracePt t="56942" x="5457825" y="4594225"/>
          <p14:tracePt t="56950" x="5457825" y="4576763"/>
          <p14:tracePt t="56966" x="5457825" y="4568825"/>
          <p14:tracePt t="56974" x="5457825" y="4552950"/>
          <p14:tracePt t="56990" x="5473700" y="4535488"/>
          <p14:tracePt t="56999" x="5514975" y="4494213"/>
          <p14:tracePt t="57007" x="5556250" y="4486275"/>
          <p14:tracePt t="57015" x="5614988" y="4445000"/>
          <p14:tracePt t="57024" x="5681663" y="4403725"/>
          <p14:tracePt t="57031" x="5780088" y="4362450"/>
          <p14:tracePt t="57041" x="5880100" y="4311650"/>
          <p14:tracePt t="57047" x="6005513" y="4270375"/>
          <p14:tracePt t="57056" x="6129338" y="4229100"/>
          <p14:tracePt t="57063" x="6186488" y="4221163"/>
          <p14:tracePt t="57071" x="6294438" y="4187825"/>
          <p14:tracePt t="57079" x="6369050" y="4162425"/>
          <p14:tracePt t="57087" x="6469063" y="4146550"/>
          <p14:tracePt t="57096" x="6518275" y="4146550"/>
          <p14:tracePt t="57104" x="6592888" y="4138613"/>
          <p14:tracePt t="57112" x="6651625" y="4138613"/>
          <p14:tracePt t="57120" x="6700838" y="4138613"/>
          <p14:tracePt t="57128" x="6734175" y="4138613"/>
          <p14:tracePt t="57136" x="6784975" y="4138613"/>
          <p14:tracePt t="57144" x="6842125" y="4138613"/>
          <p14:tracePt t="57152" x="6900863" y="4138613"/>
          <p14:tracePt t="57160" x="6958013" y="4146550"/>
          <p14:tracePt t="57168" x="6999288" y="4162425"/>
          <p14:tracePt t="57176" x="7042150" y="4203700"/>
          <p14:tracePt t="57184" x="7083425" y="4221163"/>
          <p14:tracePt t="57193" x="7107238" y="4246563"/>
          <p14:tracePt t="57200" x="7132638" y="4262438"/>
          <p14:tracePt t="57208" x="7150100" y="4287838"/>
          <p14:tracePt t="57217" x="7173913" y="4303713"/>
          <p14:tracePt t="57225" x="7191375" y="4329113"/>
          <p14:tracePt t="57233" x="7191375" y="4362450"/>
          <p14:tracePt t="57241" x="7207250" y="4386263"/>
          <p14:tracePt t="57249" x="7207250" y="4411663"/>
          <p14:tracePt t="57257" x="7224713" y="4445000"/>
          <p14:tracePt t="57265" x="7232650" y="4486275"/>
          <p14:tracePt t="57274" x="7232650" y="4511675"/>
          <p14:tracePt t="57281" x="7248525" y="4568825"/>
          <p14:tracePt t="57290" x="7265988" y="4627563"/>
          <p14:tracePt t="57297" x="7265988" y="4676775"/>
          <p14:tracePt t="57308" x="7265988" y="4751388"/>
          <p14:tracePt t="57313" x="7273925" y="4818063"/>
          <p14:tracePt t="57324" x="7273925" y="4892675"/>
          <p14:tracePt t="57329" x="7273925" y="4941888"/>
          <p14:tracePt t="57341" x="7273925" y="5016500"/>
          <p14:tracePt t="57345" x="7273925" y="5057775"/>
          <p14:tracePt t="57357" x="7273925" y="5108575"/>
          <p14:tracePt t="57362" x="7273925" y="5124450"/>
          <p14:tracePt t="57374" x="7273925" y="5157788"/>
          <p14:tracePt t="57378" x="7273925" y="5183188"/>
          <p14:tracePt t="57394" x="7273925" y="5199063"/>
          <p14:tracePt t="57407" x="7273925" y="5207000"/>
          <p14:tracePt t="57418" x="7265988" y="5207000"/>
          <p14:tracePt t="57426" x="7248525" y="5224463"/>
          <p14:tracePt t="57442" x="7224713" y="5224463"/>
          <p14:tracePt t="57451" x="7191375" y="5224463"/>
          <p14:tracePt t="57459" x="7165975" y="5224463"/>
          <p14:tracePt t="57467" x="7132638" y="5240338"/>
          <p14:tracePt t="57475" x="7107238" y="5240338"/>
          <p14:tracePt t="57483" x="7065963" y="5240338"/>
          <p14:tracePt t="57491" x="7024688" y="5240338"/>
          <p14:tracePt t="57499" x="6999288" y="5240338"/>
          <p14:tracePt t="57507" x="6958013" y="5240338"/>
          <p14:tracePt t="57515" x="6942138" y="5240338"/>
          <p14:tracePt t="57524" x="6900863" y="5240338"/>
          <p14:tracePt t="57531" x="6859588" y="5240338"/>
          <p14:tracePt t="57541" x="6826250" y="5240338"/>
          <p14:tracePt t="57547" x="6800850" y="5240338"/>
          <p14:tracePt t="57557" x="6775450" y="5240338"/>
          <p14:tracePt t="57564" x="6743700" y="5240338"/>
          <p14:tracePt t="57573" x="6718300" y="5240338"/>
          <p14:tracePt t="57580" x="6692900" y="5240338"/>
          <p14:tracePt t="57588" x="6659563" y="5240338"/>
          <p14:tracePt t="57596" x="6651625" y="5240338"/>
          <p14:tracePt t="57604" x="6618288" y="5240338"/>
          <p14:tracePt t="57612" x="6602413" y="5240338"/>
          <p14:tracePt t="57620" x="6592888" y="5240338"/>
          <p14:tracePt t="57636" x="6577013" y="5224463"/>
          <p14:tracePt t="57644" x="6551613" y="5224463"/>
          <p14:tracePt t="57652" x="6535738" y="5207000"/>
          <p14:tracePt t="57660" x="6518275" y="5207000"/>
          <p14:tracePt t="57668" x="6510338" y="5207000"/>
          <p14:tracePt t="57677" x="6494463" y="5199063"/>
          <p14:tracePt t="57685" x="6469063" y="5199063"/>
          <p14:tracePt t="57693" x="6453188" y="5183188"/>
          <p14:tracePt t="57701" x="6427788" y="5183188"/>
          <p14:tracePt t="57709" x="6411913" y="5165725"/>
          <p14:tracePt t="57717" x="6369050" y="5157788"/>
          <p14:tracePt t="57725" x="6337300" y="5157788"/>
          <p14:tracePt t="57734" x="6327775" y="5141913"/>
          <p14:tracePt t="57745" x="6294438" y="5124450"/>
          <p14:tracePt t="57749" x="6270625" y="5108575"/>
          <p14:tracePt t="57757" x="6245225" y="5108575"/>
          <p14:tracePt t="57765" x="6211888" y="5083175"/>
          <p14:tracePt t="57774" x="6203950" y="5083175"/>
          <p14:tracePt t="57782" x="6170613" y="5067300"/>
          <p14:tracePt t="57790" x="6145213" y="5057775"/>
          <p14:tracePt t="57798" x="6121400" y="5041900"/>
          <p14:tracePt t="57808" x="6070600" y="5026025"/>
          <p14:tracePt t="57814" x="6062663" y="5016500"/>
          <p14:tracePt t="57824" x="6021388" y="4983163"/>
          <p14:tracePt t="57830" x="6005513" y="4975225"/>
          <p14:tracePt t="57841" x="5980113" y="4941888"/>
          <p14:tracePt t="57846" x="5946775" y="4933950"/>
          <p14:tracePt t="57857" x="5938838" y="4918075"/>
          <p14:tracePt t="57862" x="5905500" y="4900613"/>
          <p14:tracePt t="57874" x="5905500" y="4892675"/>
          <p14:tracePt t="57878" x="5897563" y="4859338"/>
          <p14:tracePt t="57890" x="5864225" y="4843463"/>
          <p14:tracePt t="57895" x="5864225" y="4818063"/>
          <p14:tracePt t="57907" x="5854700" y="4792663"/>
          <p14:tracePt t="57911" x="5838825" y="4759325"/>
          <p14:tracePt t="57924" x="5838825" y="4735513"/>
          <p14:tracePt t="57927" x="5822950" y="4710113"/>
          <p14:tracePt t="57940" x="5805488" y="4668838"/>
          <p14:tracePt t="57943" x="5805488" y="4610100"/>
          <p14:tracePt t="57957" x="5805488" y="4576763"/>
          <p14:tracePt t="57960" x="5805488" y="4535488"/>
          <p14:tracePt t="57974" x="5805488" y="4511675"/>
          <p14:tracePt t="57976" x="5805488" y="4470400"/>
          <p14:tracePt t="57990" x="5805488" y="4445000"/>
          <p14:tracePt t="57992" x="5805488" y="4427538"/>
          <p14:tracePt t="58007" x="5805488" y="4403725"/>
          <p14:tracePt t="58008" x="5805488" y="4386263"/>
          <p14:tracePt t="58024" x="5805488" y="4370388"/>
          <p14:tracePt t="58032" x="5805488" y="4362450"/>
          <p14:tracePt t="58048" x="5822950" y="4344988"/>
          <p14:tracePt t="58064" x="5838825" y="4329113"/>
          <p14:tracePt t="58074" x="5864225" y="4329113"/>
          <p14:tracePt t="58080" x="5880100" y="4329113"/>
          <p14:tracePt t="58090" x="5905500" y="4311650"/>
          <p14:tracePt t="58096" x="5921375" y="4311650"/>
          <p14:tracePt t="58105" x="5962650" y="4311650"/>
          <p14:tracePt t="58113" x="5988050" y="4303713"/>
          <p14:tracePt t="58121" x="6046788" y="4303713"/>
          <p14:tracePt t="58129" x="6088063" y="4303713"/>
          <p14:tracePt t="58137" x="6145213" y="4303713"/>
          <p14:tracePt t="58145" x="6186488" y="4303713"/>
          <p14:tracePt t="58153" x="6245225" y="4303713"/>
          <p14:tracePt t="58161" x="6337300" y="4303713"/>
          <p14:tracePt t="58169" x="6394450" y="4311650"/>
          <p14:tracePt t="58177" x="6469063" y="4344988"/>
          <p14:tracePt t="58185" x="6510338" y="4370388"/>
          <p14:tracePt t="58193" x="6602413" y="4427538"/>
          <p14:tracePt t="58201" x="6635750" y="4452938"/>
          <p14:tracePt t="58210" x="6700838" y="4511675"/>
          <p14:tracePt t="58218" x="6743700" y="4535488"/>
          <p14:tracePt t="58226" x="6775450" y="4568825"/>
          <p14:tracePt t="58234" x="6800850" y="4610100"/>
          <p14:tracePt t="58242" x="6826250" y="4635500"/>
          <p14:tracePt t="58250" x="6826250" y="4651375"/>
          <p14:tracePt t="58258" x="6842125" y="4651375"/>
          <p14:tracePt t="58266" x="6842125" y="4668838"/>
          <p14:tracePt t="58274" x="6859588" y="4676775"/>
          <p14:tracePt t="58282" x="6859588" y="4694238"/>
          <p14:tracePt t="58298" x="6859588" y="4710113"/>
          <p14:tracePt t="58314" x="6859588" y="4718050"/>
          <p14:tracePt t="58331" x="6859588" y="4735513"/>
          <p14:tracePt t="58347" x="6859588" y="4751388"/>
          <p14:tracePt t="58363" x="6842125" y="4759325"/>
          <p14:tracePt t="58374" x="6826250" y="4759325"/>
          <p14:tracePt t="58379" x="6818313" y="4776788"/>
          <p14:tracePt t="58391" x="6800850" y="4792663"/>
          <p14:tracePt t="58395" x="6775450" y="4792663"/>
          <p14:tracePt t="58407" x="6759575" y="4802188"/>
          <p14:tracePt t="58411" x="6718300" y="4802188"/>
          <p14:tracePt t="58424" x="6677025" y="4818063"/>
          <p14:tracePt t="58428" x="6651625" y="4833938"/>
          <p14:tracePt t="58441" x="6592888" y="4833938"/>
          <p14:tracePt t="58444" x="6535738" y="4843463"/>
          <p14:tracePt t="58457" x="6477000" y="4859338"/>
          <p14:tracePt t="58460" x="6435725" y="4859338"/>
          <p14:tracePt t="58474" x="6386513" y="4876800"/>
          <p14:tracePt t="58477" x="6327775" y="4876800"/>
          <p14:tracePt t="58490" x="6270625" y="4876800"/>
          <p14:tracePt t="58493" x="6245225" y="4876800"/>
          <p14:tracePt t="58507" x="6186488" y="4876800"/>
          <p14:tracePt t="58509" x="6145213" y="4876800"/>
          <p14:tracePt t="58524" x="6121400" y="4876800"/>
          <p14:tracePt t="58524" x="6070600" y="4876800"/>
          <p14:tracePt t="58532" x="6046788" y="4876800"/>
          <p14:tracePt t="58541" x="6005513" y="4876800"/>
          <p14:tracePt t="58549" x="5980113" y="4876800"/>
          <p14:tracePt t="58557" x="5946775" y="4876800"/>
          <p14:tracePt t="58565" x="5921375" y="4876800"/>
          <p14:tracePt t="58574" x="5905500" y="4876800"/>
          <p14:tracePt t="58581" x="5880100" y="4859338"/>
          <p14:tracePt t="58591" x="5854700" y="4843463"/>
          <p14:tracePt t="58607" x="5822950" y="4833938"/>
          <p14:tracePt t="58613" x="5805488" y="4833938"/>
          <p14:tracePt t="58621" x="5797550" y="4833938"/>
          <p14:tracePt t="58637" x="5780088" y="4818063"/>
          <p14:tracePt t="58646" x="5756275" y="4818063"/>
          <p14:tracePt t="58654" x="5756275" y="4802188"/>
          <p14:tracePt t="58662" x="5738813" y="4792663"/>
          <p14:tracePt t="58670" x="5722938" y="4792663"/>
          <p14:tracePt t="58678" x="5715000" y="4792663"/>
          <p14:tracePt t="58686" x="5697538" y="4776788"/>
          <p14:tracePt t="58694" x="5697538" y="4759325"/>
          <p14:tracePt t="58710" x="5681663" y="4759325"/>
          <p14:tracePt t="58718" x="5681663" y="4751388"/>
          <p14:tracePt t="58744" x="5673725" y="4751388"/>
          <p14:tracePt t="58750" x="5673725" y="4735513"/>
          <p14:tracePt t="58767" x="5656263" y="4735513"/>
          <p14:tracePt t="58791" x="5656263" y="4718050"/>
          <p14:tracePt t="58807" x="5640388" y="4718050"/>
          <p14:tracePt t="58815" x="5640388" y="4710113"/>
          <p14:tracePt t="58839" x="5640388" y="4694238"/>
          <p14:tracePt t="58847" x="5630863" y="4694238"/>
          <p14:tracePt t="58880" x="5630863" y="4676775"/>
          <p14:tracePt t="58896" x="5630863" y="4668838"/>
          <p14:tracePt t="58912" x="5630863" y="4651375"/>
          <p14:tracePt t="58952" x="5630863" y="4635500"/>
          <p14:tracePt t="58976" x="5630863" y="4627563"/>
          <p14:tracePt t="59009" x="5630863" y="4610100"/>
          <p14:tracePt t="59041" x="5630863" y="4594225"/>
          <p14:tracePt t="59073" x="5630863" y="4576763"/>
          <p14:tracePt t="59106" x="5630863" y="4568825"/>
          <p14:tracePt t="59146" x="5630863" y="4552950"/>
          <p14:tracePt t="59170" x="5630863" y="4535488"/>
          <p14:tracePt t="59202" x="5630863" y="4527550"/>
          <p14:tracePt t="59235" x="5640388" y="4527550"/>
          <p14:tracePt t="59259" x="5656263" y="4527550"/>
          <p14:tracePt t="59283" x="5673725" y="4527550"/>
          <p14:tracePt t="59291" x="5697538" y="4527550"/>
          <p14:tracePt t="59299" x="5715000" y="4527550"/>
          <p14:tracePt t="59308" x="5738813" y="4527550"/>
          <p14:tracePt t="59315" x="5756275" y="4527550"/>
          <p14:tracePt t="59324" x="5797550" y="4535488"/>
          <p14:tracePt t="59332" x="5822950" y="4552950"/>
          <p14:tracePt t="59341" x="5854700" y="4552950"/>
          <p14:tracePt t="59348" x="5880100" y="4568825"/>
          <p14:tracePt t="59357" x="5897563" y="4576763"/>
          <p14:tracePt t="59364" x="5905500" y="4594225"/>
          <p14:tracePt t="59374" x="5921375" y="4610100"/>
          <p14:tracePt t="59380" x="5938838" y="4610100"/>
          <p14:tracePt t="59390" x="5938838" y="4627563"/>
          <p14:tracePt t="59396" x="5946775" y="4635500"/>
          <p14:tracePt t="59412" x="5946775" y="4651375"/>
          <p14:tracePt t="59420" x="5962650" y="4651375"/>
          <p14:tracePt t="59437" x="5962650" y="4668838"/>
          <p14:tracePt t="59445" x="5962650" y="4676775"/>
          <p14:tracePt t="59469" x="5962650" y="4694238"/>
          <p14:tracePt t="59485" x="5962650" y="4710113"/>
          <p14:tracePt t="59501" x="5962650" y="4718050"/>
          <p14:tracePt t="59525" x="5962650" y="4735513"/>
          <p14:tracePt t="59533" x="5962650" y="4751388"/>
          <p14:tracePt t="59558" x="5946775" y="4751388"/>
          <p14:tracePt t="59566" x="5946775" y="4759325"/>
          <p14:tracePt t="59582" x="5938838" y="4759325"/>
          <p14:tracePt t="59591" x="5938838" y="4776788"/>
          <p14:tracePt t="59607" x="5921375" y="4776788"/>
          <p14:tracePt t="59614" x="5921375" y="4792663"/>
          <p14:tracePt t="59624" x="5905500" y="4792663"/>
          <p14:tracePt t="59630" x="5897563" y="4792663"/>
          <p14:tracePt t="59640" x="5880100" y="4802188"/>
          <p14:tracePt t="59647" x="5864225" y="4802188"/>
          <p14:tracePt t="59655" x="5854700" y="4802188"/>
          <p14:tracePt t="59671" x="5838825" y="4802188"/>
          <p14:tracePt t="59679" x="5822950" y="4802188"/>
          <p14:tracePt t="59687" x="5805488" y="4802188"/>
          <p14:tracePt t="59695" x="5797550" y="4802188"/>
          <p14:tracePt t="59703" x="5780088" y="4802188"/>
          <p14:tracePt t="59719" x="5764213" y="4802188"/>
          <p14:tracePt t="59727" x="5756275" y="4802188"/>
          <p14:tracePt t="59736" x="5738813" y="4802188"/>
          <p14:tracePt t="59752" x="5722938" y="4802188"/>
          <p14:tracePt t="59759" x="5715000" y="4802188"/>
          <p14:tracePt t="59767" x="5697538" y="4802188"/>
          <p14:tracePt t="59776" x="5681663" y="4802188"/>
          <p14:tracePt t="59792" x="5656263" y="4802188"/>
          <p14:tracePt t="59800" x="5640388" y="4802188"/>
          <p14:tracePt t="59808" x="5630863" y="4802188"/>
          <p14:tracePt t="59816" x="5614988" y="4792663"/>
          <p14:tracePt t="59832" x="5599113" y="4776788"/>
          <p14:tracePt t="59840" x="5589588" y="4759325"/>
          <p14:tracePt t="59848" x="5573713" y="4759325"/>
          <p14:tracePt t="59857" x="5556250" y="4759325"/>
          <p14:tracePt t="59864" x="5540375" y="4751388"/>
          <p14:tracePt t="59874" x="5532438" y="4735513"/>
          <p14:tracePt t="59890" x="5514975" y="4718050"/>
          <p14:tracePt t="59897" x="5514975" y="4710113"/>
          <p14:tracePt t="59906" x="5499100" y="4694238"/>
          <p14:tracePt t="59913" x="5491163" y="4694238"/>
          <p14:tracePt t="59921" x="5491163" y="4676775"/>
          <p14:tracePt t="59929" x="5473700" y="4668838"/>
          <p14:tracePt t="59945" x="5457825" y="4651375"/>
          <p14:tracePt t="59953" x="5448300" y="4635500"/>
          <p14:tracePt t="59969" x="5448300" y="4627563"/>
          <p14:tracePt t="59986" x="5432425" y="4627563"/>
          <p14:tracePt t="59994" x="5432425" y="4610100"/>
          <p14:tracePt t="60002" x="5432425" y="4594225"/>
          <p14:tracePt t="60018" x="5432425" y="4576763"/>
          <p14:tracePt t="60034" x="5432425" y="4568825"/>
          <p14:tracePt t="60050" x="5448300" y="4552950"/>
          <p14:tracePt t="60058" x="5448300" y="4535488"/>
          <p14:tracePt t="60066" x="5457825" y="4535488"/>
          <p14:tracePt t="60074" x="5473700" y="4535488"/>
          <p14:tracePt t="60082" x="5473700" y="4527550"/>
          <p14:tracePt t="60091" x="5491163" y="4527550"/>
          <p14:tracePt t="60099" x="5499100" y="4527550"/>
          <p14:tracePt t="60107" x="5499100" y="4511675"/>
          <p14:tracePt t="60115" x="5514975" y="4511675"/>
          <p14:tracePt t="60124" x="5532438" y="4494213"/>
          <p14:tracePt t="60140" x="5540375" y="4494213"/>
          <p14:tracePt t="60147" x="5556250" y="4486275"/>
          <p14:tracePt t="60156" x="5573713" y="4470400"/>
          <p14:tracePt t="60163" x="5599113" y="4470400"/>
          <p14:tracePt t="60171" x="5599113" y="4452938"/>
          <p14:tracePt t="60179" x="5614988" y="4452938"/>
          <p14:tracePt t="60188" x="5640388" y="4445000"/>
          <p14:tracePt t="60196" x="5656263" y="4427538"/>
          <p14:tracePt t="60204" x="5673725" y="4427538"/>
          <p14:tracePt t="60212" x="5681663" y="4411663"/>
          <p14:tracePt t="60220" x="5715000" y="4411663"/>
          <p14:tracePt t="60228" x="5722938" y="4411663"/>
          <p14:tracePt t="60244" x="5738813" y="4411663"/>
          <p14:tracePt t="60252" x="5756275" y="4411663"/>
          <p14:tracePt t="60260" x="5764213" y="4411663"/>
          <p14:tracePt t="60276" x="5780088" y="4411663"/>
          <p14:tracePt t="60293" x="5797550" y="4411663"/>
          <p14:tracePt t="60301" x="5805488" y="4411663"/>
          <p14:tracePt t="60309" x="5822950" y="4411663"/>
          <p14:tracePt t="60325" x="5838825" y="4411663"/>
          <p14:tracePt t="60333" x="5854700" y="4411663"/>
          <p14:tracePt t="60341" x="5864225" y="4411663"/>
          <p14:tracePt t="60349" x="5880100" y="4411663"/>
          <p14:tracePt t="60365" x="5897563" y="4411663"/>
          <p14:tracePt t="60374" x="5905500" y="4427538"/>
          <p14:tracePt t="60390" x="5921375" y="4445000"/>
          <p14:tracePt t="60406" x="5938838" y="4445000"/>
          <p14:tracePt t="60414" x="5938838" y="4452938"/>
          <p14:tracePt t="60423" x="5946775" y="4452938"/>
          <p14:tracePt t="60430" x="5962650" y="4470400"/>
          <p14:tracePt t="60438" x="5962650" y="4486275"/>
          <p14:tracePt t="60446" x="5980113" y="4494213"/>
          <p14:tracePt t="60454" x="5980113" y="4511675"/>
          <p14:tracePt t="60462" x="5988050" y="4527550"/>
          <p14:tracePt t="60470" x="6005513" y="4527550"/>
          <p14:tracePt t="60478" x="6005513" y="4552950"/>
          <p14:tracePt t="60486" x="6021388" y="4568825"/>
          <p14:tracePt t="60494" x="6021388" y="4576763"/>
          <p14:tracePt t="60502" x="6029325" y="4594225"/>
          <p14:tracePt t="60510" x="6029325" y="4610100"/>
          <p14:tracePt t="60518" x="6029325" y="4627563"/>
          <p14:tracePt t="60527" x="6046788" y="4635500"/>
          <p14:tracePt t="60534" x="6046788" y="4651375"/>
          <p14:tracePt t="60543" x="6046788" y="4668838"/>
          <p14:tracePt t="60551" x="6046788" y="4676775"/>
          <p14:tracePt t="60567" x="6046788" y="4694238"/>
          <p14:tracePt t="60575" x="6046788" y="4710113"/>
          <p14:tracePt t="60591" x="6046788" y="4718050"/>
          <p14:tracePt t="60599" x="6046788" y="4735513"/>
          <p14:tracePt t="60632" x="6046788" y="4751388"/>
          <p14:tracePt t="60640" x="6046788" y="4759325"/>
          <p14:tracePt t="60664" x="6029325" y="4776788"/>
          <p14:tracePt t="60680" x="6021388" y="4776788"/>
          <p14:tracePt t="60688" x="6005513" y="4776788"/>
          <p14:tracePt t="60696" x="5988050" y="4776788"/>
          <p14:tracePt t="60704" x="5980113" y="4792663"/>
          <p14:tracePt t="60712" x="5962650" y="4792663"/>
          <p14:tracePt t="60720" x="5946775" y="4792663"/>
          <p14:tracePt t="60728" x="5938838" y="4792663"/>
          <p14:tracePt t="60736" x="5921375" y="4792663"/>
          <p14:tracePt t="60746" x="5905500" y="4792663"/>
          <p14:tracePt t="60753" x="5897563" y="4792663"/>
          <p14:tracePt t="60761" x="5880100" y="4792663"/>
          <p14:tracePt t="60769" x="5854700" y="4792663"/>
          <p14:tracePt t="60777" x="5838825" y="4792663"/>
          <p14:tracePt t="60785" x="5822950" y="4792663"/>
          <p14:tracePt t="60793" x="5797550" y="4792663"/>
          <p14:tracePt t="60801" x="5764213" y="4792663"/>
          <p14:tracePt t="60817" x="5738813" y="4792663"/>
          <p14:tracePt t="60825" x="5722938" y="4792663"/>
          <p14:tracePt t="60833" x="5715000" y="4792663"/>
          <p14:tracePt t="60841" x="5697538" y="4792663"/>
          <p14:tracePt t="60850" x="5681663" y="4792663"/>
          <p14:tracePt t="60858" x="5656263" y="4792663"/>
          <p14:tracePt t="60866" x="5640388" y="4792663"/>
          <p14:tracePt t="60874" x="5630863" y="4776788"/>
          <p14:tracePt t="60882" x="5614988" y="4776788"/>
          <p14:tracePt t="60891" x="5589588" y="4759325"/>
          <p14:tracePt t="60907" x="5573713" y="4751388"/>
          <p14:tracePt t="60914" x="5556250" y="4751388"/>
          <p14:tracePt t="60924" x="5540375" y="4735513"/>
          <p14:tracePt t="60930" x="5532438" y="4718050"/>
          <p14:tracePt t="60946" x="5514975" y="4710113"/>
          <p14:tracePt t="60955" x="5514975" y="4694238"/>
          <p14:tracePt t="60970" x="5499100" y="4676775"/>
          <p14:tracePt t="60987" x="5499100" y="4668838"/>
          <p14:tracePt t="60995" x="5491163" y="4651375"/>
          <p14:tracePt t="61011" x="5473700" y="4635500"/>
          <p14:tracePt t="61019" x="5473700" y="4627563"/>
          <p14:tracePt t="61027" x="5473700" y="4610100"/>
          <p14:tracePt t="61035" x="5473700" y="4594225"/>
          <p14:tracePt t="61043" x="5473700" y="4576763"/>
          <p14:tracePt t="61051" x="5473700" y="4552950"/>
          <p14:tracePt t="61059" x="5473700" y="4535488"/>
          <p14:tracePt t="61067" x="5473700" y="4527550"/>
          <p14:tracePt t="61076" x="5473700" y="4511675"/>
          <p14:tracePt t="61084" x="5473700" y="4486275"/>
          <p14:tracePt t="61100" x="5473700" y="4470400"/>
          <p14:tracePt t="61108" x="5473700" y="4452938"/>
          <p14:tracePt t="61116" x="5473700" y="4445000"/>
          <p14:tracePt t="61124" x="5491163" y="4427538"/>
          <p14:tracePt t="61132" x="5491163" y="4411663"/>
          <p14:tracePt t="61141" x="5499100" y="4411663"/>
          <p14:tracePt t="61148" x="5514975" y="4403725"/>
          <p14:tracePt t="61164" x="5532438" y="4386263"/>
          <p14:tracePt t="61174" x="5540375" y="4370388"/>
          <p14:tracePt t="61180" x="5556250" y="4362450"/>
          <p14:tracePt t="61190" x="5573713" y="4344988"/>
          <p14:tracePt t="61197" x="5589588" y="4344988"/>
          <p14:tracePt t="61206" x="5599113" y="4329113"/>
          <p14:tracePt t="61213" x="5614988" y="4311650"/>
          <p14:tracePt t="61221" x="5630863" y="4303713"/>
          <p14:tracePt t="61229" x="5640388" y="4303713"/>
          <p14:tracePt t="61237" x="5656263" y="4303713"/>
          <p14:tracePt t="61253" x="5673725" y="4303713"/>
          <p14:tracePt t="61269" x="5681663" y="4303713"/>
          <p14:tracePt t="61285" x="5697538" y="4303713"/>
          <p14:tracePt t="61294" x="5715000" y="4303713"/>
          <p14:tracePt t="61318" x="5722938" y="4303713"/>
          <p14:tracePt t="61334" x="5738813" y="4303713"/>
          <p14:tracePt t="61342" x="5756275" y="4303713"/>
          <p14:tracePt t="61350" x="5756275" y="4311650"/>
          <p14:tracePt t="61358" x="5764213" y="4311650"/>
          <p14:tracePt t="61366" x="5780088" y="4329113"/>
          <p14:tracePt t="61374" x="5797550" y="4344988"/>
          <p14:tracePt t="61382" x="5805488" y="4344988"/>
          <p14:tracePt t="61391" x="5822950" y="4362450"/>
          <p14:tracePt t="61398" x="5854700" y="4370388"/>
          <p14:tracePt t="61407" x="5864225" y="4386263"/>
          <p14:tracePt t="61415" x="5880100" y="4386263"/>
          <p14:tracePt t="61424" x="5897563" y="4403725"/>
          <p14:tracePt t="61431" x="5921375" y="4411663"/>
          <p14:tracePt t="61440" x="5938838" y="4427538"/>
          <p14:tracePt t="61447" x="5938838" y="4445000"/>
          <p14:tracePt t="61456" x="5946775" y="4445000"/>
          <p14:tracePt t="61463" x="5946775" y="4452938"/>
          <p14:tracePt t="61471" x="5962650" y="4452938"/>
          <p14:tracePt t="61479" x="5962650" y="4470400"/>
          <p14:tracePt t="61487" x="5962650" y="4486275"/>
          <p14:tracePt t="61495" x="5980113" y="4486275"/>
          <p14:tracePt t="61503" x="5980113" y="4494213"/>
          <p14:tracePt t="61519" x="5980113" y="4511675"/>
          <p14:tracePt t="61536" x="5980113" y="4527550"/>
          <p14:tracePt t="61544" x="5988050" y="4527550"/>
          <p14:tracePt t="61552" x="5988050" y="4535488"/>
          <p14:tracePt t="61560" x="5988050" y="4552950"/>
          <p14:tracePt t="61576" x="5988050" y="4568825"/>
          <p14:tracePt t="61592" x="5988050" y="4576763"/>
          <p14:tracePt t="61600" x="5988050" y="4594225"/>
          <p14:tracePt t="61616" x="5988050" y="4610100"/>
          <p14:tracePt t="61633" x="5988050" y="4627563"/>
          <p14:tracePt t="61649" x="5988050" y="4635500"/>
          <p14:tracePt t="61665" x="5988050" y="4651375"/>
          <p14:tracePt t="61674" x="5988050" y="4668838"/>
          <p14:tracePt t="61706" x="5980113" y="4676775"/>
          <p14:tracePt t="61721" x="5962650" y="4694238"/>
          <p14:tracePt t="61729" x="5946775" y="4694238"/>
          <p14:tracePt t="61738" x="5938838" y="4694238"/>
          <p14:tracePt t="61746" x="5921375" y="4710113"/>
          <p14:tracePt t="61762" x="5905500" y="4710113"/>
          <p14:tracePt t="61770" x="5897563" y="4718050"/>
          <p14:tracePt t="61786" x="5880100" y="4718050"/>
          <p14:tracePt t="61794" x="5864225" y="4718050"/>
          <p14:tracePt t="61810" x="5854700" y="4718050"/>
          <p14:tracePt t="61818" x="5838825" y="4735513"/>
          <p14:tracePt t="61826" x="5822950" y="4735513"/>
          <p14:tracePt t="61834" x="5805488" y="4735513"/>
          <p14:tracePt t="61843" x="5797550" y="4751388"/>
          <p14:tracePt t="61851" x="5780088" y="4751388"/>
          <p14:tracePt t="61858" x="5764213" y="4751388"/>
          <p14:tracePt t="61867" x="5756275" y="4751388"/>
          <p14:tracePt t="61875" x="5722938" y="4759325"/>
          <p14:tracePt t="61891" x="5715000" y="4759325"/>
          <p14:tracePt t="61899" x="5681663" y="4759325"/>
          <p14:tracePt t="61908" x="5673725" y="4759325"/>
          <p14:tracePt t="61915" x="5656263" y="4759325"/>
          <p14:tracePt t="61924" x="5640388" y="4759325"/>
          <p14:tracePt t="61931" x="5630863" y="4759325"/>
          <p14:tracePt t="61941" x="5614988" y="4759325"/>
          <p14:tracePt t="61947" x="5599113" y="4759325"/>
          <p14:tracePt t="61957" x="5589588" y="4759325"/>
          <p14:tracePt t="61964" x="5573713" y="4759325"/>
          <p14:tracePt t="61973" x="5556250" y="4759325"/>
          <p14:tracePt t="61980" x="5540375" y="4751388"/>
          <p14:tracePt t="61988" x="5532438" y="4735513"/>
          <p14:tracePt t="61996" x="5514975" y="4735513"/>
          <p14:tracePt t="62004" x="5514975" y="4718050"/>
          <p14:tracePt t="62012" x="5499100" y="4718050"/>
          <p14:tracePt t="62020" x="5499100" y="4710113"/>
          <p14:tracePt t="62028" x="5491163" y="4694238"/>
          <p14:tracePt t="62036" x="5491163" y="4676775"/>
          <p14:tracePt t="62044" x="5473700" y="4676775"/>
          <p14:tracePt t="62052" x="5473700" y="4668838"/>
          <p14:tracePt t="62061" x="5457825" y="4635500"/>
          <p14:tracePt t="62068" x="5457825" y="4627563"/>
          <p14:tracePt t="62077" x="5457825" y="4610100"/>
          <p14:tracePt t="62093" x="5457825" y="4576763"/>
          <p14:tracePt t="62101" x="5457825" y="4568825"/>
          <p14:tracePt t="62109" x="5457825" y="4552950"/>
          <p14:tracePt t="62125" x="5457825" y="4535488"/>
          <p14:tracePt t="62133" x="5457825" y="4527550"/>
          <p14:tracePt t="62141" x="5457825" y="4511675"/>
          <p14:tracePt t="62149" x="5457825" y="4494213"/>
          <p14:tracePt t="62157" x="5457825" y="4486275"/>
          <p14:tracePt t="62174" x="5457825" y="4470400"/>
          <p14:tracePt t="62190" x="5473700" y="4452938"/>
          <p14:tracePt t="62198" x="5491163" y="4452938"/>
          <p14:tracePt t="62207" x="5491163" y="4445000"/>
          <p14:tracePt t="62214" x="5499100" y="4445000"/>
          <p14:tracePt t="62230" x="5514975" y="4445000"/>
          <p14:tracePt t="62246" x="5532438" y="4427538"/>
          <p14:tracePt t="62254" x="5540375" y="4427538"/>
          <p14:tracePt t="62262" x="5556250" y="4427538"/>
          <p14:tracePt t="62270" x="5589588" y="4411663"/>
          <p14:tracePt t="62279" x="5614988" y="4411663"/>
          <p14:tracePt t="62286" x="5630863" y="4403725"/>
          <p14:tracePt t="62295" x="5673725" y="4403725"/>
          <p14:tracePt t="62303" x="5681663" y="4403725"/>
          <p14:tracePt t="62311" x="5722938" y="4386263"/>
          <p14:tracePt t="62319" x="5756275" y="4386263"/>
          <p14:tracePt t="62327" x="5780088" y="4386263"/>
          <p14:tracePt t="62335" x="5805488" y="4386263"/>
          <p14:tracePt t="62343" x="5838825" y="4386263"/>
          <p14:tracePt t="62351" x="5864225" y="4386263"/>
          <p14:tracePt t="62359" x="5905500" y="4386263"/>
          <p14:tracePt t="62367" x="5921375" y="4386263"/>
          <p14:tracePt t="62375" x="5946775" y="4386263"/>
          <p14:tracePt t="62383" x="5962650" y="4386263"/>
          <p14:tracePt t="62391" x="5980113" y="4386263"/>
          <p14:tracePt t="62400" x="6005513" y="4403725"/>
          <p14:tracePt t="62408" x="6021388" y="4411663"/>
          <p14:tracePt t="62416" x="6029325" y="4427538"/>
          <p14:tracePt t="62424" x="6062663" y="4445000"/>
          <p14:tracePt t="62432" x="6070600" y="4452938"/>
          <p14:tracePt t="62441" x="6070600" y="4470400"/>
          <p14:tracePt t="62448" x="6088063" y="4486275"/>
          <p14:tracePt t="62457" x="6103938" y="4494213"/>
          <p14:tracePt t="62464" x="6103938" y="4511675"/>
          <p14:tracePt t="62474" x="6121400" y="4527550"/>
          <p14:tracePt t="62480" x="6121400" y="4552950"/>
          <p14:tracePt t="62490" x="6129338" y="4568825"/>
          <p14:tracePt t="62496" x="6129338" y="4576763"/>
          <p14:tracePt t="62507" x="6145213" y="4576763"/>
          <p14:tracePt t="62512" x="6145213" y="4594225"/>
          <p14:tracePt t="62524" x="6145213" y="4627563"/>
          <p14:tracePt t="62537" x="6145213" y="4635500"/>
          <p14:tracePt t="62545" x="6145213" y="4651375"/>
          <p14:tracePt t="62553" x="6145213" y="4668838"/>
          <p14:tracePt t="62569" x="6145213" y="4676775"/>
          <p14:tracePt t="62577" x="6145213" y="4694238"/>
          <p14:tracePt t="62593" x="6145213" y="4710113"/>
          <p14:tracePt t="62601" x="6145213" y="4718050"/>
          <p14:tracePt t="62617" x="6145213" y="4735513"/>
          <p14:tracePt t="62626" x="6129338" y="4735513"/>
          <p14:tracePt t="62634" x="6121400" y="4751388"/>
          <p14:tracePt t="62642" x="6103938" y="4751388"/>
          <p14:tracePt t="62650" x="6088063" y="4759325"/>
          <p14:tracePt t="62658" x="6062663" y="4759325"/>
          <p14:tracePt t="62666" x="6046788" y="4776788"/>
          <p14:tracePt t="62674" x="6029325" y="4776788"/>
          <p14:tracePt t="62682" x="6005513" y="4792663"/>
          <p14:tracePt t="62690" x="5980113" y="4792663"/>
          <p14:tracePt t="62698" x="5962650" y="4802188"/>
          <p14:tracePt t="62707" x="5921375" y="4818063"/>
          <p14:tracePt t="62715" x="5905500" y="4818063"/>
          <p14:tracePt t="62724" x="5880100" y="4833938"/>
          <p14:tracePt t="62731" x="5838825" y="4833938"/>
          <p14:tracePt t="62745" x="5822950" y="4843463"/>
          <p14:tracePt t="62748" x="5780088" y="4859338"/>
          <p14:tracePt t="62755" x="5764213" y="4859338"/>
          <p14:tracePt t="62763" x="5722938" y="4859338"/>
          <p14:tracePt t="62771" x="5697538" y="4859338"/>
          <p14:tracePt t="62779" x="5681663" y="4859338"/>
          <p14:tracePt t="62787" x="5656263" y="4859338"/>
          <p14:tracePt t="62795" x="5640388" y="4859338"/>
          <p14:tracePt t="62803" x="5630863" y="4859338"/>
          <p14:tracePt t="62812" x="5599113" y="4859338"/>
          <p14:tracePt t="62819" x="5589588" y="4859338"/>
          <p14:tracePt t="62827" x="5573713" y="4843463"/>
          <p14:tracePt t="62843" x="5556250" y="4833938"/>
          <p14:tracePt t="62852" x="5540375" y="4818063"/>
          <p14:tracePt t="62860" x="5532438" y="4792663"/>
          <p14:tracePt t="62868" x="5532438" y="4776788"/>
          <p14:tracePt t="62876" x="5514975" y="4776788"/>
          <p14:tracePt t="62884" x="5514975" y="4759325"/>
          <p14:tracePt t="62892" x="5499100" y="4735513"/>
          <p14:tracePt t="62900" x="5499100" y="4718050"/>
          <p14:tracePt t="62908" x="5499100" y="4710113"/>
          <p14:tracePt t="62924" x="5499100" y="4694238"/>
          <p14:tracePt t="62932" x="5499100" y="4676775"/>
          <p14:tracePt t="62941" x="5499100" y="4668838"/>
          <p14:tracePt t="62957" x="5499100" y="4651375"/>
          <p14:tracePt t="62965" x="5499100" y="4635500"/>
          <p14:tracePt t="62981" x="5499100" y="4627563"/>
          <p14:tracePt t="62997" x="5499100" y="4610100"/>
          <p14:tracePt t="63007" x="5514975" y="4594225"/>
          <p14:tracePt t="63013" x="5532438" y="4594225"/>
          <p14:tracePt t="63029" x="5540375" y="4576763"/>
          <p14:tracePt t="63038" x="5556250" y="4568825"/>
          <p14:tracePt t="63046" x="5573713" y="4568825"/>
          <p14:tracePt t="63053" x="5599113" y="4552950"/>
          <p14:tracePt t="63062" x="5614988" y="4552950"/>
          <p14:tracePt t="63070" x="5656263" y="4535488"/>
          <p14:tracePt t="63078" x="5697538" y="4527550"/>
          <p14:tracePt t="63086" x="5722938" y="4511675"/>
          <p14:tracePt t="63094" x="5780088" y="4511675"/>
          <p14:tracePt t="63102" x="5838825" y="4494213"/>
          <p14:tracePt t="63110" x="5880100" y="4494213"/>
          <p14:tracePt t="63118" x="5962650" y="4494213"/>
          <p14:tracePt t="63126" x="6005513" y="4494213"/>
          <p14:tracePt t="63134" x="6062663" y="4494213"/>
          <p14:tracePt t="63142" x="6121400" y="4494213"/>
          <p14:tracePt t="63151" x="6162675" y="4494213"/>
          <p14:tracePt t="63158" x="6186488" y="4494213"/>
          <p14:tracePt t="63166" x="6211888" y="4494213"/>
          <p14:tracePt t="63175" x="6229350" y="4494213"/>
          <p14:tracePt t="63183" x="6245225" y="4494213"/>
          <p14:tracePt t="63191" x="6253163" y="4511675"/>
          <p14:tracePt t="63207" x="6270625" y="4527550"/>
          <p14:tracePt t="63215" x="6270625" y="4535488"/>
          <p14:tracePt t="63224" x="6286500" y="4552950"/>
          <p14:tracePt t="63240" x="6286500" y="4568825"/>
          <p14:tracePt t="63247" x="6286500" y="4576763"/>
          <p14:tracePt t="63263" x="6286500" y="4594225"/>
          <p14:tracePt t="63271" x="6286500" y="4610100"/>
          <p14:tracePt t="63288" x="6286500" y="4627563"/>
          <p14:tracePt t="63296" x="6286500" y="4635500"/>
          <p14:tracePt t="63320" x="6286500" y="4651375"/>
          <p14:tracePt t="63336" x="6270625" y="4651375"/>
          <p14:tracePt t="63344" x="6253163" y="4668838"/>
          <p14:tracePt t="63360" x="6245225" y="4668838"/>
          <p14:tracePt t="63368" x="6229350" y="4668838"/>
          <p14:tracePt t="63377" x="6211888" y="4668838"/>
          <p14:tracePt t="63393" x="6203950" y="4651375"/>
          <p14:tracePt t="63401" x="6186488" y="4635500"/>
          <p14:tracePt t="63409" x="6170613" y="4627563"/>
          <p14:tracePt t="63417" x="6170613" y="4610100"/>
          <p14:tracePt t="63425" x="6162675" y="4594225"/>
          <p14:tracePt t="63433" x="6145213" y="4576763"/>
          <p14:tracePt t="63441" x="6129338" y="4568825"/>
          <p14:tracePt t="63449" x="6129338" y="4552950"/>
          <p14:tracePt t="63457" x="6121400" y="4535488"/>
          <p14:tracePt t="63465" x="6103938" y="4535488"/>
          <p14:tracePt t="63481" x="6088063" y="4527550"/>
          <p14:tracePt t="63490" x="6070600" y="4527550"/>
          <p14:tracePt t="63507" x="6062663" y="4527550"/>
          <p14:tracePt t="63530" x="6046788" y="4527550"/>
          <p14:tracePt t="63546" x="6046788" y="4535488"/>
          <p14:tracePt t="63554" x="6029325" y="4552950"/>
          <p14:tracePt t="63562" x="6029325" y="4568825"/>
          <p14:tracePt t="63570" x="6029325" y="4576763"/>
          <p14:tracePt t="63578" x="6021388" y="4576763"/>
          <p14:tracePt t="63586" x="6021388" y="4594225"/>
          <p14:tracePt t="63594" x="6021388" y="4610100"/>
          <p14:tracePt t="63610" x="6021388" y="4627563"/>
          <p14:tracePt t="63618" x="6021388" y="4635500"/>
          <p14:tracePt t="63651" x="6021388" y="4651375"/>
          <p14:tracePt t="63691" x="6029325" y="4651375"/>
          <p14:tracePt t="63715" x="6046788" y="4651375"/>
          <p14:tracePt t="63724" x="6062663" y="4651375"/>
          <p14:tracePt t="63732" x="6070600" y="4651375"/>
          <p14:tracePt t="63744" x="6103938" y="4651375"/>
          <p14:tracePt t="63748" x="6129338" y="4651375"/>
          <p14:tracePt t="63757" x="6162675" y="4651375"/>
          <p14:tracePt t="63764" x="6203950" y="4651375"/>
          <p14:tracePt t="63774" x="6253163" y="4651375"/>
          <p14:tracePt t="63780" x="6270625" y="4651375"/>
          <p14:tracePt t="63788" x="6311900" y="4651375"/>
          <p14:tracePt t="63796" x="6327775" y="4668838"/>
          <p14:tracePt t="63804" x="6337300" y="4668838"/>
          <p14:tracePt t="63812" x="6337300" y="4676775"/>
          <p14:tracePt t="63820" x="6353175" y="4676775"/>
          <p14:tracePt t="63829" x="6369050" y="4676775"/>
          <p14:tracePt t="63837" x="6369050" y="4694238"/>
          <p14:tracePt t="63861" x="6369050" y="4710113"/>
          <p14:tracePt t="63933" x="6386513" y="4710113"/>
          <p14:tracePt t="63974" x="6394450" y="4710113"/>
          <p14:tracePt t="63991" x="6411913" y="4694238"/>
          <p14:tracePt t="63998" x="6435725" y="4694238"/>
          <p14:tracePt t="64007" x="6494463" y="4694238"/>
          <p14:tracePt t="64014" x="6510338" y="4694238"/>
          <p14:tracePt t="64024" x="6561138" y="4694238"/>
          <p14:tracePt t="64030" x="6618288" y="4694238"/>
          <p14:tracePt t="64040" x="6677025" y="4694238"/>
          <p14:tracePt t="64046" x="6734175" y="4694238"/>
          <p14:tracePt t="64054" x="6759575" y="4694238"/>
          <p14:tracePt t="64063" x="6784975" y="4694238"/>
          <p14:tracePt t="64071" x="6800850" y="4694238"/>
          <p14:tracePt t="64079" x="6818313" y="4694238"/>
          <p14:tracePt t="64095" x="6826250" y="4694238"/>
          <p14:tracePt t="64119" x="6826250" y="4710113"/>
          <p14:tracePt t="64151" x="6826250" y="4718050"/>
          <p14:tracePt t="64159" x="6800850" y="4718050"/>
          <p14:tracePt t="64167" x="6784975" y="4735513"/>
          <p14:tracePt t="64176" x="6759575" y="4735513"/>
          <p14:tracePt t="64184" x="6743700" y="4751388"/>
          <p14:tracePt t="64192" x="6718300" y="4751388"/>
          <p14:tracePt t="64200" x="6692900" y="4751388"/>
          <p14:tracePt t="64208" x="6677025" y="4751388"/>
          <p14:tracePt t="64216" x="6651625" y="4751388"/>
          <p14:tracePt t="64224" x="6635750" y="4751388"/>
          <p14:tracePt t="64240" x="6618288" y="4751388"/>
          <p14:tracePt t="64248" x="6602413" y="4751388"/>
          <p14:tracePt t="64257" x="6577013" y="4751388"/>
          <p14:tracePt t="64264" x="6561138" y="4751388"/>
          <p14:tracePt t="64274" x="6561138" y="4735513"/>
          <p14:tracePt t="64281" x="6535738" y="4718050"/>
          <p14:tracePt t="64290" x="6518275" y="4710113"/>
          <p14:tracePt t="64297" x="6510338" y="4694238"/>
          <p14:tracePt t="64307" x="6494463" y="4676775"/>
          <p14:tracePt t="64313" x="6477000" y="4668838"/>
          <p14:tracePt t="64321" x="6453188" y="4635500"/>
          <p14:tracePt t="64329" x="6435725" y="4610100"/>
          <p14:tracePt t="64337" x="6411913" y="4576763"/>
          <p14:tracePt t="64345" x="6394450" y="4568825"/>
          <p14:tracePt t="64353" x="6386513" y="4535488"/>
          <p14:tracePt t="64361" x="6353175" y="4494213"/>
          <p14:tracePt t="64369" x="6337300" y="4486275"/>
          <p14:tracePt t="64378" x="6327775" y="4452938"/>
          <p14:tracePt t="64385" x="6311900" y="4411663"/>
          <p14:tracePt t="64394" x="6294438" y="4403725"/>
          <p14:tracePt t="64402" x="6294438" y="4370388"/>
          <p14:tracePt t="64410" x="6286500" y="4362450"/>
          <p14:tracePt t="64418" x="6286500" y="4329113"/>
          <p14:tracePt t="64426" x="6286500" y="4311650"/>
          <p14:tracePt t="64434" x="6286500" y="4303713"/>
          <p14:tracePt t="64442" x="6286500" y="4270375"/>
          <p14:tracePt t="64450" x="6286500" y="4246563"/>
          <p14:tracePt t="64458" x="6286500" y="4229100"/>
          <p14:tracePt t="64466" x="6286500" y="4221163"/>
          <p14:tracePt t="64474" x="6286500" y="4203700"/>
          <p14:tracePt t="64482" x="6286500" y="4187825"/>
          <p14:tracePt t="64498" x="6286500" y="4179888"/>
          <p14:tracePt t="64523" x="6294438" y="4179888"/>
          <p14:tracePt t="64531" x="6294438" y="4162425"/>
          <p14:tracePt t="64541" x="6311900" y="4162425"/>
          <p14:tracePt t="64556" x="6327775" y="4162425"/>
          <p14:tracePt t="64579" x="6337300" y="4162425"/>
          <p14:tracePt t="64588" x="6353175" y="4162425"/>
          <p14:tracePt t="64595" x="6369050" y="4179888"/>
          <p14:tracePt t="64603" x="6386513" y="4179888"/>
          <p14:tracePt t="64612" x="6411913" y="4187825"/>
          <p14:tracePt t="64620" x="6427788" y="4187825"/>
          <p14:tracePt t="64628" x="6453188" y="4203700"/>
          <p14:tracePt t="64636" x="6469063" y="4221163"/>
          <p14:tracePt t="64644" x="6494463" y="4229100"/>
          <p14:tracePt t="64652" x="6510338" y="4262438"/>
          <p14:tracePt t="64660" x="6535738" y="4270375"/>
          <p14:tracePt t="64668" x="6561138" y="4311650"/>
          <p14:tracePt t="64676" x="6577013" y="4329113"/>
          <p14:tracePt t="64684" x="6592888" y="4370388"/>
          <p14:tracePt t="64692" x="6602413" y="4411663"/>
          <p14:tracePt t="64700" x="6618288" y="4452938"/>
          <p14:tracePt t="64708" x="6635750" y="4494213"/>
          <p14:tracePt t="64716" x="6651625" y="4552950"/>
          <p14:tracePt t="64725" x="6659563" y="4576763"/>
          <p14:tracePt t="64733" x="6659563" y="4635500"/>
          <p14:tracePt t="64745" x="6659563" y="4676775"/>
          <p14:tracePt t="64749" x="6659563" y="4710113"/>
          <p14:tracePt t="64758" x="6659563" y="4751388"/>
          <p14:tracePt t="64765" x="6659563" y="4759325"/>
          <p14:tracePt t="64774" x="6659563" y="4802188"/>
          <p14:tracePt t="64781" x="6659563" y="4833938"/>
          <p14:tracePt t="64791" x="6659563" y="4843463"/>
          <p14:tracePt t="64797" x="6659563" y="4859338"/>
          <p14:tracePt t="64807" x="6651625" y="4892675"/>
          <p14:tracePt t="64813" x="6635750" y="4892675"/>
          <p14:tracePt t="64824" x="6618288" y="4918075"/>
          <p14:tracePt t="64830" x="6592888" y="4933950"/>
          <p14:tracePt t="64840" x="6561138" y="4959350"/>
          <p14:tracePt t="64846" x="6535738" y="4975225"/>
          <p14:tracePt t="64857" x="6510338" y="4983163"/>
          <p14:tracePt t="64862" x="6453188" y="5026025"/>
          <p14:tracePt t="64874" x="6427788" y="5041900"/>
          <p14:tracePt t="64878" x="6369050" y="5057775"/>
          <p14:tracePt t="64891" x="6311900" y="5083175"/>
          <p14:tracePt t="64894" x="6253163" y="5100638"/>
          <p14:tracePt t="64907" x="6211888" y="5108575"/>
          <p14:tracePt t="64910" x="6170613" y="5124450"/>
          <p14:tracePt t="64924" x="6129338" y="5124450"/>
          <p14:tracePt t="64926" x="6121400" y="5124450"/>
          <p14:tracePt t="64940" x="6088063" y="5124450"/>
          <p14:tracePt t="64943" x="6070600" y="5124450"/>
          <p14:tracePt t="64957" x="6062663" y="5124450"/>
          <p14:tracePt t="64973" x="6046788" y="5124450"/>
          <p14:tracePt t="64976" x="6046788" y="5108575"/>
          <p14:tracePt t="64991" x="6029325" y="5100638"/>
          <p14:tracePt t="64992" x="6029325" y="5083175"/>
          <p14:tracePt t="64999" x="6029325" y="5057775"/>
          <p14:tracePt t="65007" x="6029325" y="5041900"/>
          <p14:tracePt t="65015" x="6029325" y="5016500"/>
          <p14:tracePt t="65024" x="6029325" y="5000625"/>
          <p14:tracePt t="65031" x="6029325" y="4983163"/>
          <p14:tracePt t="65041" x="6029325" y="4959350"/>
          <p14:tracePt t="65048" x="6029325" y="4941888"/>
          <p14:tracePt t="65058" x="6029325" y="4918075"/>
          <p14:tracePt t="65064" x="6029325" y="4900613"/>
          <p14:tracePt t="65073" x="6029325" y="4892675"/>
          <p14:tracePt t="65080" x="6046788" y="4876800"/>
          <p14:tracePt t="65091" x="6046788" y="4859338"/>
          <p14:tracePt t="65096" x="6046788" y="4843463"/>
          <p14:tracePt t="65107" x="6062663" y="4833938"/>
          <p14:tracePt t="65112" x="6062663" y="4818063"/>
          <p14:tracePt t="65124" x="6070600" y="4802188"/>
          <p14:tracePt t="65136" x="6088063" y="4792663"/>
          <p14:tracePt t="65153" x="6103938" y="4776788"/>
          <p14:tracePt t="65161" x="6121400" y="4776788"/>
          <p14:tracePt t="65177" x="6145213" y="4776788"/>
          <p14:tracePt t="65185" x="6162675" y="4776788"/>
          <p14:tracePt t="65193" x="6162675" y="4759325"/>
          <p14:tracePt t="65201" x="6186488" y="4759325"/>
          <p14:tracePt t="65209" x="6211888" y="4759325"/>
          <p14:tracePt t="65217" x="6245225" y="4759325"/>
          <p14:tracePt t="65225" x="6270625" y="4759325"/>
          <p14:tracePt t="65233" x="6294438" y="4759325"/>
          <p14:tracePt t="65241" x="6327775" y="4759325"/>
          <p14:tracePt t="65249" x="6353175" y="4759325"/>
          <p14:tracePt t="65257" x="6386513" y="4759325"/>
          <p14:tracePt t="65265" x="6411913" y="4759325"/>
          <p14:tracePt t="65274" x="6427788" y="4776788"/>
          <p14:tracePt t="65282" x="6453188" y="4792663"/>
          <p14:tracePt t="65291" x="6477000" y="4818063"/>
          <p14:tracePt t="65298" x="6494463" y="4833938"/>
          <p14:tracePt t="65307" x="6518275" y="4843463"/>
          <p14:tracePt t="65314" x="6535738" y="4859338"/>
          <p14:tracePt t="65324" x="6535738" y="4892675"/>
          <p14:tracePt t="65330" x="6551613" y="4918075"/>
          <p14:tracePt t="65346" x="6551613" y="4933950"/>
          <p14:tracePt t="65354" x="6561138" y="4941888"/>
          <p14:tracePt t="65363" x="6561138" y="4959350"/>
          <p14:tracePt t="65370" x="6561138" y="4975225"/>
          <p14:tracePt t="65387" x="6561138" y="4983163"/>
          <p14:tracePt t="65411" x="6561138" y="5000625"/>
          <p14:tracePt t="65419" x="6551613" y="5000625"/>
          <p14:tracePt t="65427" x="6535738" y="5000625"/>
          <p14:tracePt t="65435" x="6510338" y="5000625"/>
          <p14:tracePt t="65443" x="6494463" y="5000625"/>
          <p14:tracePt t="65459" x="6469063" y="5000625"/>
          <p14:tracePt t="65467" x="6453188" y="5000625"/>
          <p14:tracePt t="65475" x="6435725" y="4983163"/>
          <p14:tracePt t="65483" x="6427788" y="4975225"/>
          <p14:tracePt t="65492" x="6427788" y="4959350"/>
          <p14:tracePt t="65500" x="6394450" y="4933950"/>
          <p14:tracePt t="65508" x="6386513" y="4918075"/>
          <p14:tracePt t="65516" x="6369050" y="4892675"/>
          <p14:tracePt t="65524" x="6353175" y="4859338"/>
          <p14:tracePt t="65532" x="6337300" y="4818063"/>
          <p14:tracePt t="65540" x="6327775" y="4776788"/>
          <p14:tracePt t="65548" x="6327775" y="4751388"/>
          <p14:tracePt t="65557" x="6311900" y="4694238"/>
          <p14:tracePt t="65564" x="6311900" y="4635500"/>
          <p14:tracePt t="65574" x="6311900" y="4610100"/>
          <p14:tracePt t="65580" x="6311900" y="4552950"/>
          <p14:tracePt t="65590" x="6311900" y="4511675"/>
          <p14:tracePt t="65596" x="6311900" y="4452938"/>
          <p14:tracePt t="65605" x="6311900" y="4427538"/>
          <p14:tracePt t="65613" x="6311900" y="4403725"/>
          <p14:tracePt t="65621" x="6311900" y="4370388"/>
          <p14:tracePt t="65629" x="6311900" y="4362450"/>
          <p14:tracePt t="65637" x="6327775" y="4329113"/>
          <p14:tracePt t="65645" x="6327775" y="4311650"/>
          <p14:tracePt t="65653" x="6337300" y="4311650"/>
          <p14:tracePt t="65669" x="6337300" y="4303713"/>
          <p14:tracePt t="65677" x="6353175" y="4303713"/>
          <p14:tracePt t="65685" x="6369050" y="4303713"/>
          <p14:tracePt t="65701" x="6386513" y="4303713"/>
          <p14:tracePt t="65718" x="6394450" y="4303713"/>
          <p14:tracePt t="65726" x="6411913" y="4303713"/>
          <p14:tracePt t="65734" x="6427788" y="4303713"/>
          <p14:tracePt t="65750" x="6453188" y="4303713"/>
          <p14:tracePt t="65758" x="6494463" y="4303713"/>
          <p14:tracePt t="65766" x="6518275" y="4303713"/>
          <p14:tracePt t="65774" x="6561138" y="4311650"/>
          <p14:tracePt t="65782" x="6592888" y="4311650"/>
          <p14:tracePt t="65791" x="6618288" y="4329113"/>
          <p14:tracePt t="65798" x="6659563" y="4370388"/>
          <p14:tracePt t="65807" x="6677025" y="4370388"/>
          <p14:tracePt t="65815" x="6700838" y="4403725"/>
          <p14:tracePt t="65824" x="6718300" y="4427538"/>
          <p14:tracePt t="65831" x="6734175" y="4452938"/>
          <p14:tracePt t="65840" x="6734175" y="4486275"/>
          <p14:tracePt t="65847" x="6743700" y="4511675"/>
          <p14:tracePt t="65856" x="6759575" y="4527550"/>
          <p14:tracePt t="65863" x="6759575" y="4552950"/>
          <p14:tracePt t="65871" x="6759575" y="4576763"/>
          <p14:tracePt t="65879" x="6759575" y="4610100"/>
          <p14:tracePt t="65887" x="6759575" y="4635500"/>
          <p14:tracePt t="65895" x="6759575" y="4651375"/>
          <p14:tracePt t="65903" x="6759575" y="4676775"/>
          <p14:tracePt t="65912" x="6759575" y="4694238"/>
          <p14:tracePt t="65919" x="6759575" y="4718050"/>
          <p14:tracePt t="65928" x="6759575" y="4735513"/>
          <p14:tracePt t="65936" x="6759575" y="4751388"/>
          <p14:tracePt t="65944" x="6759575" y="4759325"/>
          <p14:tracePt t="65952" x="6743700" y="4759325"/>
          <p14:tracePt t="65960" x="6734175" y="4776788"/>
          <p14:tracePt t="65968" x="6718300" y="4792663"/>
          <p14:tracePt t="65976" x="6700838" y="4802188"/>
          <p14:tracePt t="65984" x="6692900" y="4802188"/>
          <p14:tracePt t="66000" x="6659563" y="4818063"/>
          <p14:tracePt t="66008" x="6651625" y="4818063"/>
          <p14:tracePt t="66017" x="6635750" y="4818063"/>
          <p14:tracePt t="66033" x="6618288" y="4818063"/>
          <p14:tracePt t="66041" x="6602413" y="4818063"/>
          <p14:tracePt t="66081" x="6602413" y="4802188"/>
          <p14:tracePt t="66090" x="6602413" y="4792663"/>
          <p14:tracePt t="66107" x="6602413" y="4776788"/>
          <p14:tracePt t="66113" x="6602413" y="4759325"/>
          <p14:tracePt t="66121" x="6602413" y="4751388"/>
          <p14:tracePt t="66137" x="6602413" y="4735513"/>
          <p14:tracePt t="66154" x="6602413" y="4718050"/>
          <p14:tracePt t="66194" x="6592888" y="4718050"/>
          <p14:tracePt t="66202" x="6561138" y="4718050"/>
          <p14:tracePt t="66210" x="6535738" y="4718050"/>
          <p14:tracePt t="66218" x="6477000" y="4718050"/>
          <p14:tracePt t="66226" x="6411913" y="4751388"/>
          <p14:tracePt t="66234" x="6369050" y="4751388"/>
          <p14:tracePt t="66243" x="6311900" y="4776788"/>
          <p14:tracePt t="66250" x="6245225" y="4802188"/>
          <p14:tracePt t="66258" x="6186488" y="4818063"/>
          <p14:tracePt t="66267" x="6129338" y="4833938"/>
          <p14:tracePt t="66275" x="6088063" y="4843463"/>
          <p14:tracePt t="66283" x="6029325" y="4843463"/>
          <p14:tracePt t="66291" x="5988050" y="4859338"/>
          <p14:tracePt t="66299" x="5980113" y="4876800"/>
          <p14:tracePt t="66308" x="5946775" y="4876800"/>
          <p14:tracePt t="66315" x="5938838" y="4876800"/>
          <p14:tracePt t="66324" x="5921375" y="4876800"/>
          <p14:tracePt t="66404" x="5938838" y="4876800"/>
          <p14:tracePt t="66412" x="5946775" y="4859338"/>
          <p14:tracePt t="66420" x="5988050" y="4843463"/>
          <p14:tracePt t="66428" x="6029325" y="4843463"/>
          <p14:tracePt t="66436" x="6121400" y="4833938"/>
          <p14:tracePt t="66444" x="6186488" y="4818063"/>
          <p14:tracePt t="66452" x="6286500" y="4792663"/>
          <p14:tracePt t="66460" x="6386513" y="4776788"/>
          <p14:tracePt t="66468" x="6494463" y="4751388"/>
          <p14:tracePt t="66476" x="6592888" y="4735513"/>
          <p14:tracePt t="66484" x="6651625" y="4718050"/>
          <p14:tracePt t="66493" x="6826250" y="4676775"/>
          <p14:tracePt t="66501" x="6924675" y="4676775"/>
          <p14:tracePt t="66509" x="6967538" y="4676775"/>
          <p14:tracePt t="66517" x="7042150" y="4676775"/>
          <p14:tracePt t="66525" x="7107238" y="4676775"/>
          <p14:tracePt t="66533" x="7173913" y="4676775"/>
          <p14:tracePt t="66541" x="7232650" y="4676775"/>
          <p14:tracePt t="66549" x="7273925" y="4676775"/>
          <p14:tracePt t="66557" x="7307263" y="4676775"/>
          <p14:tracePt t="66565" x="7331075" y="4676775"/>
          <p14:tracePt t="66574" x="7348538" y="4676775"/>
          <p14:tracePt t="66581" x="7356475" y="4676775"/>
          <p14:tracePt t="66590" x="7373938" y="4676775"/>
          <p14:tracePt t="66670" x="7348538" y="4676775"/>
          <p14:tracePt t="66686" x="7315200" y="4676775"/>
          <p14:tracePt t="66694" x="7289800" y="4676775"/>
          <p14:tracePt t="66702" x="7273925" y="4676775"/>
          <p14:tracePt t="66711" x="7248525" y="4676775"/>
          <p14:tracePt t="66719" x="7224713" y="4676775"/>
          <p14:tracePt t="66727" x="7207250" y="4676775"/>
          <p14:tracePt t="66735" x="7165975" y="4676775"/>
          <p14:tracePt t="66746" x="7132638" y="4676775"/>
          <p14:tracePt t="66751" x="7091363" y="4676775"/>
          <p14:tracePt t="66759" x="7065963" y="4676775"/>
          <p14:tracePt t="66767" x="7024688" y="4676775"/>
          <p14:tracePt t="66775" x="6983413" y="4676775"/>
          <p14:tracePt t="66783" x="6958013" y="4676775"/>
          <p14:tracePt t="66791" x="6900863" y="4676775"/>
          <p14:tracePt t="66799" x="6859588" y="4676775"/>
          <p14:tracePt t="66808" x="6826250" y="4676775"/>
          <p14:tracePt t="66816" x="6775450" y="4676775"/>
          <p14:tracePt t="66824" x="6743700" y="4676775"/>
          <p14:tracePt t="66832" x="6718300" y="4668838"/>
          <p14:tracePt t="66841" x="6692900" y="4651375"/>
          <p14:tracePt t="66848" x="6659563" y="4651375"/>
          <p14:tracePt t="66857" x="6635750" y="4635500"/>
          <p14:tracePt t="66864" x="6618288" y="4635500"/>
          <p14:tracePt t="66874" x="6602413" y="4635500"/>
          <p14:tracePt t="66880" x="6592888" y="4627563"/>
          <p14:tracePt t="66891" x="6561138" y="4627563"/>
          <p14:tracePt t="66896" x="6561138" y="4610100"/>
          <p14:tracePt t="66907" x="6551613" y="4610100"/>
          <p14:tracePt t="66921" x="6535738" y="4610100"/>
          <p14:tracePt t="67042" x="6535738" y="4627563"/>
          <p14:tracePt t="67114" x="6551613" y="4627563"/>
          <p14:tracePt t="67125" x="6561138" y="4627563"/>
          <p14:tracePt t="67138" x="6577013" y="4627563"/>
          <p14:tracePt t="67147" x="6592888" y="4627563"/>
          <p14:tracePt t="67163" x="6618288" y="4610100"/>
          <p14:tracePt t="67174" x="6651625" y="4594225"/>
          <p14:tracePt t="67179" x="6659563" y="4594225"/>
          <p14:tracePt t="67190" x="6677025" y="4594225"/>
          <p14:tracePt t="67195" x="6700838" y="4576763"/>
          <p14:tracePt t="67207" x="6718300" y="4568825"/>
          <p14:tracePt t="67219" x="6734175" y="4552950"/>
          <p14:tracePt t="67227" x="6743700" y="4535488"/>
          <p14:tracePt t="67243" x="6743700" y="4527550"/>
          <p14:tracePt t="67252" x="6759575" y="4511675"/>
          <p14:tracePt t="67260" x="6759575" y="4494213"/>
          <p14:tracePt t="67268" x="6759575" y="4486275"/>
          <p14:tracePt t="67276" x="6775450" y="4486275"/>
          <p14:tracePt t="67284" x="6775450" y="4470400"/>
          <p14:tracePt t="67292" x="6775450" y="4452938"/>
          <p14:tracePt t="67308" x="6775450" y="4445000"/>
          <p14:tracePt t="67324" x="6775450" y="4427538"/>
          <p14:tracePt t="67348" x="6759575" y="4427538"/>
          <p14:tracePt t="67365" x="6759575" y="4411663"/>
          <p14:tracePt t="67374" x="6743700" y="4411663"/>
          <p14:tracePt t="67390" x="6734175" y="4411663"/>
          <p14:tracePt t="67413" x="6718300" y="4411663"/>
          <p14:tracePt t="67494" x="6700838" y="4411663"/>
          <p14:tracePt t="67526" x="6692900" y="4411663"/>
          <p14:tracePt t="67534" x="6677025" y="4411663"/>
          <p14:tracePt t="67558" x="6659563" y="4411663"/>
          <p14:tracePt t="67574" x="6651625" y="4411663"/>
          <p14:tracePt t="67591" x="6635750" y="4411663"/>
          <p14:tracePt t="67607" x="6618288" y="4411663"/>
          <p14:tracePt t="67615" x="6602413" y="4411663"/>
          <p14:tracePt t="67631" x="6592888" y="4411663"/>
          <p14:tracePt t="67640" x="6577013" y="4411663"/>
          <p14:tracePt t="67663" x="6561138" y="4411663"/>
          <p14:tracePt t="67679" x="6561138" y="4427538"/>
          <p14:tracePt t="67711" x="6561138" y="4445000"/>
          <p14:tracePt t="67720" x="6561138" y="4452938"/>
          <p14:tracePt t="67736" x="6561138" y="4470400"/>
          <p14:tracePt t="67745" x="6561138" y="4486275"/>
          <p14:tracePt t="67760" x="6561138" y="4494213"/>
          <p14:tracePt t="67784" x="6561138" y="4511675"/>
          <p14:tracePt t="67793" x="6577013" y="4527550"/>
          <p14:tracePt t="67809" x="6577013" y="4535488"/>
          <p14:tracePt t="67817" x="6577013" y="4552950"/>
          <p14:tracePt t="67825" x="6577013" y="4568825"/>
          <p14:tracePt t="67833" x="6577013" y="4576763"/>
          <p14:tracePt t="67841" x="6577013" y="4594225"/>
          <p14:tracePt t="67857" x="6577013" y="4610100"/>
          <p14:tracePt t="67865" x="6577013" y="4627563"/>
          <p14:tracePt t="67874" x="6577013" y="4635500"/>
          <p14:tracePt t="67890" x="6577013" y="4651375"/>
          <p14:tracePt t="67897" x="6577013" y="4668838"/>
          <p14:tracePt t="67907" x="6561138" y="4676775"/>
          <p14:tracePt t="67914" x="6551613" y="4694238"/>
          <p14:tracePt t="67923" x="6535738" y="4694238"/>
          <p14:tracePt t="67930" x="6518275" y="4710113"/>
          <p14:tracePt t="67938" x="6510338" y="4718050"/>
          <p14:tracePt t="67946" x="6494463" y="4718050"/>
          <p14:tracePt t="67954" x="6477000" y="4735513"/>
          <p14:tracePt t="67970" x="6469063" y="4735513"/>
          <p14:tracePt t="68010" x="6469063" y="4718050"/>
          <p14:tracePt t="68027" x="6469063" y="4694238"/>
          <p14:tracePt t="68035" x="6469063" y="4676775"/>
          <p14:tracePt t="68043" x="6469063" y="4668838"/>
          <p14:tracePt t="68051" x="6469063" y="4651375"/>
          <p14:tracePt t="68059" x="6469063" y="4635500"/>
          <p14:tracePt t="68067" x="6469063" y="4627563"/>
          <p14:tracePt t="68075" x="6477000" y="4627563"/>
          <p14:tracePt t="68083" x="6494463" y="4610100"/>
          <p14:tracePt t="68091" x="6510338" y="4594225"/>
          <p14:tracePt t="68099" x="6518275" y="4576763"/>
          <p14:tracePt t="68107" x="6535738" y="4576763"/>
          <p14:tracePt t="68115" x="6577013" y="4568825"/>
          <p14:tracePt t="68124" x="6618288" y="4535488"/>
          <p14:tracePt t="68132" x="6659563" y="4535488"/>
          <p14:tracePt t="68140" x="6718300" y="4511675"/>
          <p14:tracePt t="68148" x="6759575" y="4494213"/>
          <p14:tracePt t="68157" x="6800850" y="4486275"/>
          <p14:tracePt t="68164" x="6883400" y="4470400"/>
          <p14:tracePt t="68173" x="6958013" y="4452938"/>
          <p14:tracePt t="68180" x="7008813" y="4445000"/>
          <p14:tracePt t="68188" x="7050088" y="4427538"/>
          <p14:tracePt t="68196" x="7091363" y="4427538"/>
          <p14:tracePt t="68204" x="7132638" y="4411663"/>
          <p14:tracePt t="68212" x="7150100" y="4411663"/>
          <p14:tracePt t="68220" x="7165975" y="4403725"/>
          <p14:tracePt t="68228" x="7173913" y="4403725"/>
          <p14:tracePt t="68245" x="7191375" y="4403725"/>
          <p14:tracePt t="68317" x="7165975" y="4403725"/>
          <p14:tracePt t="68325" x="7150100" y="4403725"/>
          <p14:tracePt t="68333" x="7132638" y="4411663"/>
          <p14:tracePt t="68341" x="7124700" y="4427538"/>
          <p14:tracePt t="68357" x="7091363" y="4445000"/>
          <p14:tracePt t="68358" x="7083425" y="4470400"/>
          <p14:tracePt t="68366" x="7065963" y="4486275"/>
          <p14:tracePt t="68374" x="7042150" y="4511675"/>
          <p14:tracePt t="68382" x="7042150" y="4527550"/>
          <p14:tracePt t="68391" x="7024688" y="4527550"/>
          <p14:tracePt t="68398" x="7008813" y="4552950"/>
          <p14:tracePt t="68407" x="6999288" y="4568825"/>
          <p14:tracePt t="68414" x="6999288" y="4576763"/>
          <p14:tracePt t="68424" x="6983413" y="4594225"/>
          <p14:tracePt t="68430" x="6967538" y="4610100"/>
          <p14:tracePt t="68440" x="6958013" y="4627563"/>
          <p14:tracePt t="68446" x="6958013" y="4635500"/>
          <p14:tracePt t="68457" x="6958013" y="4651375"/>
          <p14:tracePt t="68462" x="6942138" y="4651375"/>
          <p14:tracePt t="68474" x="6942138" y="4668838"/>
          <p14:tracePt t="68479" x="6924675" y="4676775"/>
          <p14:tracePt t="68490" x="6924675" y="4694238"/>
          <p14:tracePt t="68503" x="6924675" y="4710113"/>
          <p14:tracePt t="68511" x="6924675" y="4718050"/>
          <p14:tracePt t="68519" x="6916738" y="4735513"/>
          <p14:tracePt t="68543" x="6900863" y="4751388"/>
          <p14:tracePt t="68551" x="6900863" y="4759325"/>
          <p14:tracePt t="68584" x="6883400" y="4759325"/>
          <p14:tracePt t="68616" x="6867525" y="4759325"/>
          <p14:tracePt t="68632" x="6859588" y="4759325"/>
          <p14:tracePt t="68648" x="6842125" y="4759325"/>
          <p14:tracePt t="68657" x="6826250" y="4759325"/>
          <p14:tracePt t="68664" x="6818313" y="4751388"/>
          <p14:tracePt t="68674" x="6800850" y="4751388"/>
          <p14:tracePt t="68681" x="6784975" y="4751388"/>
          <p14:tracePt t="68690" x="6759575" y="4718050"/>
          <p14:tracePt t="68697" x="6743700" y="4718050"/>
          <p14:tracePt t="68705" x="6718300" y="4710113"/>
          <p14:tracePt t="68713" x="6692900" y="4694238"/>
          <p14:tracePt t="68721" x="6677025" y="4676775"/>
          <p14:tracePt t="68729" x="6651625" y="4668838"/>
          <p14:tracePt t="68737" x="6635750" y="4651375"/>
          <p14:tracePt t="68746" x="6635750" y="4635500"/>
          <p14:tracePt t="68761" x="6618288" y="4627563"/>
          <p14:tracePt t="68769" x="6618288" y="4594225"/>
          <p14:tracePt t="68778" x="6618288" y="4576763"/>
          <p14:tracePt t="68785" x="6618288" y="4568825"/>
          <p14:tracePt t="68794" x="6618288" y="4552950"/>
          <p14:tracePt t="68802" x="6618288" y="4527550"/>
          <p14:tracePt t="68810" x="6618288" y="4511675"/>
          <p14:tracePt t="68826" x="6618288" y="4486275"/>
          <p14:tracePt t="68834" x="6618288" y="4470400"/>
          <p14:tracePt t="68842" x="6635750" y="4452938"/>
          <p14:tracePt t="68858" x="6651625" y="4445000"/>
          <p14:tracePt t="68866" x="6659563" y="4427538"/>
          <p14:tracePt t="68874" x="6677025" y="4427538"/>
          <p14:tracePt t="68882" x="6692900" y="4411663"/>
          <p14:tracePt t="68891" x="6700838" y="4403725"/>
          <p14:tracePt t="68898" x="6743700" y="4386263"/>
          <p14:tracePt t="68907" x="6800850" y="4370388"/>
          <p14:tracePt t="68915" x="6859588" y="4344988"/>
          <p14:tracePt t="68924" x="6900863" y="4329113"/>
          <p14:tracePt t="68931" x="6942138" y="4311650"/>
          <p14:tracePt t="68940" x="6999288" y="4303713"/>
          <p14:tracePt t="68947" x="7065963" y="4270375"/>
          <p14:tracePt t="68957" x="7124700" y="4270375"/>
          <p14:tracePt t="68963" x="7165975" y="4262438"/>
          <p14:tracePt t="68971" x="7224713" y="4262438"/>
          <p14:tracePt t="68979" x="7265988" y="4262438"/>
          <p14:tracePt t="68988" x="7273925" y="4262438"/>
          <p14:tracePt t="68995" x="7307263" y="4262438"/>
          <p14:tracePt t="69004" x="7315200" y="4262438"/>
          <p14:tracePt t="69012" x="7331075" y="4262438"/>
          <p14:tracePt t="69020" x="7348538" y="4262438"/>
          <p14:tracePt t="69028" x="7348538" y="4270375"/>
          <p14:tracePt t="69036" x="7348538" y="4287838"/>
          <p14:tracePt t="69044" x="7356475" y="4303713"/>
          <p14:tracePt t="69052" x="7356475" y="4311650"/>
          <p14:tracePt t="69060" x="7356475" y="4344988"/>
          <p14:tracePt t="69068" x="7356475" y="4362450"/>
          <p14:tracePt t="69076" x="7356475" y="4386263"/>
          <p14:tracePt t="69084" x="7356475" y="4403725"/>
          <p14:tracePt t="69092" x="7356475" y="4411663"/>
          <p14:tracePt t="69101" x="7356475" y="4445000"/>
          <p14:tracePt t="69108" x="7356475" y="4452938"/>
          <p14:tracePt t="69116" x="7356475" y="4486275"/>
          <p14:tracePt t="69125" x="7356475" y="4511675"/>
          <p14:tracePt t="69141" x="7348538" y="4535488"/>
          <p14:tracePt t="69149" x="7348538" y="4552950"/>
          <p14:tracePt t="69157" x="7331075" y="4568825"/>
          <p14:tracePt t="69165" x="7315200" y="4576763"/>
          <p14:tracePt t="69174" x="7307263" y="4576763"/>
          <p14:tracePt t="69181" x="7307263" y="4594225"/>
          <p14:tracePt t="69191" x="7273925" y="4594225"/>
          <p14:tracePt t="69198" x="7265988" y="4610100"/>
          <p14:tracePt t="69207" x="7248525" y="4610100"/>
          <p14:tracePt t="69213" x="7232650" y="4610100"/>
          <p14:tracePt t="69221" x="7224713" y="4610100"/>
          <p14:tracePt t="69230" x="7207250" y="4610100"/>
          <p14:tracePt t="69238" x="7191375" y="4610100"/>
          <p14:tracePt t="69246" x="7173913" y="4610100"/>
          <p14:tracePt t="69262" x="7173913" y="4594225"/>
          <p14:tracePt t="69270" x="7165975" y="4576763"/>
          <p14:tracePt t="69278" x="7165975" y="4568825"/>
          <p14:tracePt t="69286" x="7165975" y="4535488"/>
          <p14:tracePt t="69294" x="7150100" y="4527550"/>
          <p14:tracePt t="69302" x="7150100" y="4494213"/>
          <p14:tracePt t="69310" x="7150100" y="4486275"/>
          <p14:tracePt t="69318" x="7150100" y="4452938"/>
          <p14:tracePt t="69334" x="7150100" y="4445000"/>
          <p14:tracePt t="69359" x="7132638" y="4427538"/>
          <p14:tracePt t="69391" x="7124700" y="4427538"/>
          <p14:tracePt t="69407" x="7107238" y="4427538"/>
          <p14:tracePt t="69415" x="7091363" y="4427538"/>
          <p14:tracePt t="69424" x="7083425" y="4445000"/>
          <p14:tracePt t="69431" x="7083425" y="4452938"/>
          <p14:tracePt t="69441" x="7065963" y="4470400"/>
          <p14:tracePt t="69448" x="7050088" y="4494213"/>
          <p14:tracePt t="69457" x="7042150" y="4494213"/>
          <p14:tracePt t="69464" x="7024688" y="4511675"/>
          <p14:tracePt t="69473" x="7024688" y="4535488"/>
          <p14:tracePt t="69480" x="7008813" y="4552950"/>
          <p14:tracePt t="69488" x="6999288" y="4552950"/>
          <p14:tracePt t="69496" x="6983413" y="4568825"/>
          <p14:tracePt t="69504" x="6983413" y="4576763"/>
          <p14:tracePt t="69512" x="6983413" y="4594225"/>
          <p14:tracePt t="69520" x="6967538" y="4610100"/>
          <p14:tracePt t="69528" x="6958013" y="4627563"/>
          <p14:tracePt t="69536" x="6958013" y="4635500"/>
          <p14:tracePt t="69552" x="6958013" y="4651375"/>
          <p14:tracePt t="69560" x="6942138" y="4668838"/>
          <p14:tracePt t="69577" x="6924675" y="4676775"/>
          <p14:tracePt t="69593" x="6924675" y="4694238"/>
          <p14:tracePt t="69617" x="6924675" y="4710113"/>
          <p14:tracePt t="69673" x="6924675" y="4694238"/>
          <p14:tracePt t="69682" x="6924675" y="4676775"/>
          <p14:tracePt t="69698" x="6924675" y="4668838"/>
          <p14:tracePt t="69706" x="6942138" y="4651375"/>
          <p14:tracePt t="69724" x="6942138" y="4635500"/>
          <p14:tracePt t="69730" x="6958013" y="4635500"/>
          <p14:tracePt t="69908" x="6967538" y="4627563"/>
          <p14:tracePt t="69916" x="6967538" y="4610100"/>
          <p14:tracePt t="69924" x="6967538" y="4594225"/>
          <p14:tracePt t="69932" x="6983413" y="4576763"/>
          <p14:tracePt t="69941" x="6983413" y="4568825"/>
          <p14:tracePt t="69948" x="6999288" y="4535488"/>
          <p14:tracePt t="69957" x="6999288" y="4527550"/>
          <p14:tracePt t="69964" x="7008813" y="4494213"/>
          <p14:tracePt t="69974" x="7008813" y="4486275"/>
          <p14:tracePt t="69980" x="7024688" y="4452938"/>
          <p14:tracePt t="69990" x="7024688" y="4427538"/>
          <p14:tracePt t="69997" x="7042150" y="4411663"/>
          <p14:tracePt t="70005" x="7042150" y="4403725"/>
          <p14:tracePt t="70021" x="7042150" y="4386263"/>
          <p14:tracePt t="70093" x="7024688" y="4403725"/>
          <p14:tracePt t="70101" x="7008813" y="4411663"/>
          <p14:tracePt t="70109" x="7008813" y="4427538"/>
          <p14:tracePt t="70126" x="7008813" y="4452938"/>
          <p14:tracePt t="70134" x="6999288" y="4470400"/>
          <p14:tracePt t="70142" x="6999288" y="4486275"/>
          <p14:tracePt t="70158" x="6999288" y="4494213"/>
          <p14:tracePt t="70166" x="6999288" y="4511675"/>
          <p14:tracePt t="70182" x="6999288" y="4527550"/>
          <p14:tracePt t="70206" x="6999288" y="4535488"/>
          <p14:tracePt t="70279" x="6999288" y="4527550"/>
          <p14:tracePt t="70311" x="7008813" y="4511675"/>
          <p14:tracePt t="70327" x="7008813" y="4494213"/>
          <p14:tracePt t="70352" x="7024688" y="4486275"/>
          <p14:tracePt t="70384" x="7042150" y="4470400"/>
          <p14:tracePt t="70400" x="7042150" y="4452938"/>
          <p14:tracePt t="70417" x="7050088" y="4452938"/>
          <p14:tracePt t="70433" x="7050088" y="4445000"/>
          <p14:tracePt t="70456" x="7050088" y="4427538"/>
          <p14:tracePt t="70650" x="7050088" y="4445000"/>
          <p14:tracePt t="70731" x="7083425" y="4445000"/>
          <p14:tracePt t="70743" x="7107238" y="4445000"/>
          <p14:tracePt t="70748" x="7132638" y="4427538"/>
          <p14:tracePt t="70757" x="7165975" y="4427538"/>
          <p14:tracePt t="70763" x="7191375" y="4411663"/>
          <p14:tracePt t="70773" x="7232650" y="4403725"/>
          <p14:tracePt t="70780" x="7265988" y="4386263"/>
          <p14:tracePt t="70788" x="7307263" y="4370388"/>
          <p14:tracePt t="70796" x="7331075" y="4362450"/>
          <p14:tracePt t="70804" x="7356475" y="4344988"/>
          <p14:tracePt t="70812" x="7389813" y="4344988"/>
          <p14:tracePt t="70820" x="7397750" y="4344988"/>
          <p14:tracePt t="70828" x="7415213" y="4329113"/>
          <p14:tracePt t="70836" x="7431088" y="4329113"/>
          <p14:tracePt t="70844" x="7439025" y="4329113"/>
          <p14:tracePt t="70852" x="7456488" y="4329113"/>
          <p14:tracePt t="70877" x="7472363" y="4329113"/>
          <p14:tracePt t="71135" x="7472363" y="4344988"/>
          <p14:tracePt t="71603" x="7456488" y="4344988"/>
          <p14:tracePt t="71611" x="7415213" y="4344988"/>
          <p14:tracePt t="71619" x="7397750" y="4344988"/>
          <p14:tracePt t="71627" x="7373938" y="4344988"/>
          <p14:tracePt t="71635" x="7348538" y="4344988"/>
          <p14:tracePt t="71643" x="7331075" y="4344988"/>
          <p14:tracePt t="71652" x="7315200" y="4344988"/>
          <p14:tracePt t="71660" x="7307263" y="4344988"/>
          <p14:tracePt t="71668" x="7289800" y="4344988"/>
          <p14:tracePt t="71692" x="7273925" y="4344988"/>
          <p14:tracePt t="71732" x="7265988" y="4344988"/>
          <p14:tracePt t="71813" x="7248525" y="4344988"/>
          <p14:tracePt t="71853" x="7232650" y="4344988"/>
          <p14:tracePt t="71894" x="7224713" y="4344988"/>
          <p14:tracePt t="71910" x="7224713" y="4362450"/>
          <p14:tracePt t="71918" x="7207250" y="4362450"/>
          <p14:tracePt t="71934" x="7191375" y="4362450"/>
          <p14:tracePt t="71950" x="7173913" y="4362450"/>
          <p14:tracePt t="71966" x="7165975" y="4362450"/>
          <p14:tracePt t="71974" x="7150100" y="4362450"/>
          <p14:tracePt t="71983" x="7132638" y="4370388"/>
          <p14:tracePt t="71991" x="7124700" y="4370388"/>
          <p14:tracePt t="72007" x="7091363" y="4370388"/>
          <p14:tracePt t="72015" x="7065963" y="4370388"/>
          <p14:tracePt t="72024" x="7050088" y="4370388"/>
          <p14:tracePt t="72031" x="7024688" y="4386263"/>
          <p14:tracePt t="72041" x="6999288" y="4386263"/>
          <p14:tracePt t="72047" x="6916738" y="4386263"/>
          <p14:tracePt t="72057" x="6867525" y="4386263"/>
          <p14:tracePt t="72063" x="6784975" y="4403725"/>
          <p14:tracePt t="72073" x="6718300" y="4411663"/>
          <p14:tracePt t="72079" x="6659563" y="4411663"/>
          <p14:tracePt t="72088" x="6551613" y="4427538"/>
          <p14:tracePt t="72096" x="6453188" y="4445000"/>
          <p14:tracePt t="72104" x="6327775" y="4445000"/>
          <p14:tracePt t="72112" x="6203950" y="4452938"/>
          <p14:tracePt t="72120" x="6046788" y="4486275"/>
          <p14:tracePt t="72128" x="5921375" y="4494213"/>
          <p14:tracePt t="72136" x="5780088" y="4511675"/>
          <p14:tracePt t="72144" x="5630863" y="4527550"/>
          <p14:tracePt t="72152" x="5448300" y="4535488"/>
          <p14:tracePt t="72160" x="5249863" y="4568825"/>
          <p14:tracePt t="72168" x="5067300" y="4576763"/>
          <p14:tracePt t="72176" x="4884738" y="4627563"/>
          <p14:tracePt t="72185" x="4702175" y="4635500"/>
          <p14:tracePt t="72192" x="4511675" y="4676775"/>
          <p14:tracePt t="72201" x="4329113" y="4710113"/>
          <p14:tracePt t="72208" x="4146550" y="4735513"/>
          <p14:tracePt t="72217" x="3997325" y="4759325"/>
          <p14:tracePt t="72225" x="3840163" y="4818063"/>
          <p14:tracePt t="72233" x="3690938" y="4843463"/>
          <p14:tracePt t="72241" x="3533775" y="4876800"/>
          <p14:tracePt t="72249" x="3425825" y="4933950"/>
          <p14:tracePt t="72258" x="3292475" y="4959350"/>
          <p14:tracePt t="72265" x="3243263" y="4975225"/>
          <p14:tracePt t="72274" x="3060700" y="5026025"/>
          <p14:tracePt t="72281" x="3019425" y="5041900"/>
          <p14:tracePt t="72291" x="2944813" y="5067300"/>
          <p14:tracePt t="72297" x="2878138" y="5083175"/>
          <p14:tracePt t="72307" x="2803525" y="5100638"/>
          <p14:tracePt t="72313" x="2754313" y="5124450"/>
          <p14:tracePt t="72324" x="2711450" y="5124450"/>
          <p14:tracePt t="72330" x="2679700" y="5141913"/>
          <p14:tracePt t="72340" x="2636838" y="5157788"/>
          <p14:tracePt t="72346" x="2571750" y="5199063"/>
          <p14:tracePt t="72677" x="2587625" y="5199063"/>
          <p14:tracePt t="72685" x="2613025" y="5199063"/>
          <p14:tracePt t="72693" x="2654300" y="5207000"/>
          <p14:tracePt t="72701" x="2711450" y="5249863"/>
          <p14:tracePt t="72709" x="2754313" y="5265738"/>
          <p14:tracePt t="72717" x="2795588" y="5281613"/>
          <p14:tracePt t="72725" x="2852738" y="5307013"/>
          <p14:tracePt t="72733" x="2878138" y="5324475"/>
          <p14:tracePt t="72743" x="2919413" y="5332413"/>
          <p14:tracePt t="72750" x="2935288" y="5348288"/>
          <p14:tracePt t="72758" x="2960688" y="5365750"/>
          <p14:tracePt t="72766" x="2986088" y="5373688"/>
          <p14:tracePt t="72782" x="3019425" y="5373688"/>
          <p14:tracePt t="72791" x="3027363" y="5389563"/>
          <p14:tracePt t="72807" x="3043238" y="5389563"/>
          <p14:tracePt t="72823" x="3060700" y="5389563"/>
          <p14:tracePt t="72846" x="3068638" y="5389563"/>
          <p14:tracePt t="72887" x="3086100" y="5389563"/>
          <p14:tracePt t="72895" x="3127375" y="5389563"/>
          <p14:tracePt t="72903" x="3160713" y="5389563"/>
          <p14:tracePt t="72911" x="3209925" y="5389563"/>
          <p14:tracePt t="72919" x="3267075" y="5389563"/>
          <p14:tracePt t="72927" x="3333750" y="5407025"/>
          <p14:tracePt t="72935" x="3433763" y="5422900"/>
          <p14:tracePt t="72943" x="3508375" y="5432425"/>
          <p14:tracePt t="72951" x="3598863" y="5448300"/>
          <p14:tracePt t="72959" x="3732213" y="5464175"/>
          <p14:tracePt t="72968" x="3814763" y="5473700"/>
          <p14:tracePt t="72976" x="3940175" y="5489575"/>
          <p14:tracePt t="72984" x="4064000" y="5507038"/>
          <p14:tracePt t="72992" x="4187825" y="5514975"/>
          <p14:tracePt t="73000" x="4305300" y="5514975"/>
          <p14:tracePt t="73008" x="4454525" y="5530850"/>
          <p14:tracePt t="73016" x="4578350" y="5530850"/>
          <p14:tracePt t="73024" x="4735513" y="5530850"/>
          <p14:tracePt t="73032" x="4860925" y="5530850"/>
          <p14:tracePt t="73041" x="4984750" y="5530850"/>
          <p14:tracePt t="73048" x="5100638" y="5530850"/>
          <p14:tracePt t="73057" x="5224463" y="5530850"/>
          <p14:tracePt t="73064" x="5324475" y="5530850"/>
          <p14:tracePt t="73074" x="5448300" y="5507038"/>
          <p14:tracePt t="73081" x="5540375" y="5473700"/>
          <p14:tracePt t="73091" x="5656263" y="5448300"/>
          <p14:tracePt t="73097" x="5756275" y="5422900"/>
          <p14:tracePt t="73107" x="5880100" y="5407025"/>
          <p14:tracePt t="73113" x="5938838" y="5389563"/>
          <p14:tracePt t="73124" x="6029325" y="5373688"/>
          <p14:tracePt t="73129" x="6103938" y="5365750"/>
          <p14:tracePt t="73141" x="6170613" y="5365750"/>
          <p14:tracePt t="73145" x="6211888" y="5365750"/>
          <p14:tracePt t="73157" x="6245225" y="5365750"/>
          <p14:tracePt t="73161" x="6270625" y="5365750"/>
          <p14:tracePt t="73177" x="6286500" y="5365750"/>
          <p14:tracePt t="73250" x="6245225" y="5365750"/>
          <p14:tracePt t="73258" x="6170613" y="5365750"/>
          <p14:tracePt t="73266" x="6070600" y="5365750"/>
          <p14:tracePt t="73275" x="5980113" y="5365750"/>
          <p14:tracePt t="73282" x="5864225" y="5348288"/>
          <p14:tracePt t="73291" x="5738813" y="5332413"/>
          <p14:tracePt t="73299" x="5640388" y="5324475"/>
          <p14:tracePt t="73307" x="5514975" y="5307013"/>
          <p14:tracePt t="73315" x="5407025" y="5281613"/>
          <p14:tracePt t="73324" x="5249863" y="5265738"/>
          <p14:tracePt t="73331" x="5126038" y="5265738"/>
          <p14:tracePt t="73340" x="5000625" y="5249863"/>
          <p14:tracePt t="73347" x="4843463" y="5240338"/>
          <p14:tracePt t="73357" x="4694238" y="5224463"/>
          <p14:tracePt t="73363" x="4537075" y="5199063"/>
          <p14:tracePt t="73371" x="4395788" y="5199063"/>
          <p14:tracePt t="73379" x="4246563" y="5183188"/>
          <p14:tracePt t="73387" x="4089400" y="5183188"/>
          <p14:tracePt t="73396" x="4038600" y="5183188"/>
          <p14:tracePt t="73403" x="3906838" y="5165725"/>
          <p14:tracePt t="73412" x="3814763" y="5165725"/>
          <p14:tracePt t="73420" x="3740150" y="5165725"/>
          <p14:tracePt t="73428" x="3673475" y="5165725"/>
          <p14:tracePt t="73436" x="3616325" y="5165725"/>
          <p14:tracePt t="73444" x="3557588" y="5165725"/>
          <p14:tracePt t="73452" x="3492500" y="5165725"/>
          <p14:tracePt t="73460" x="3425825" y="5165725"/>
          <p14:tracePt t="73468" x="3351213" y="5165725"/>
          <p14:tracePt t="73476" x="3284538" y="5165725"/>
          <p14:tracePt t="73484" x="3184525" y="5165725"/>
          <p14:tracePt t="73492" x="3060700" y="5165725"/>
          <p14:tracePt t="73500" x="2935288" y="5165725"/>
          <p14:tracePt t="73508" x="2803525" y="5183188"/>
          <p14:tracePt t="73517" x="2695575" y="5199063"/>
          <p14:tracePt t="73525" x="2636838" y="5207000"/>
          <p14:tracePt t="73533" x="2513013" y="5224463"/>
          <p14:tracePt t="73541" x="2413000" y="5240338"/>
          <p14:tracePt t="73549" x="2230438" y="5265738"/>
          <p14:tracePt t="73557" x="2139950" y="5265738"/>
          <p14:tracePt t="73565" x="2039938" y="5281613"/>
          <p14:tracePt t="73574" x="1941513" y="5291138"/>
          <p14:tracePt t="73581" x="1833563" y="5324475"/>
          <p14:tracePt t="73591" x="1733550" y="5332413"/>
          <p14:tracePt t="73598" x="1633538" y="5348288"/>
          <p14:tracePt t="73607" x="1576388" y="5348288"/>
          <p14:tracePt t="73613" x="1476375" y="5365750"/>
          <p14:tracePt t="73624" x="1409700" y="5373688"/>
          <p14:tracePt t="73629" x="1343025" y="5389563"/>
          <p14:tracePt t="73640" x="1268413" y="5389563"/>
          <p14:tracePt t="73646" x="1211263" y="5407025"/>
          <p14:tracePt t="73657" x="1169988" y="5407025"/>
          <p14:tracePt t="73662" x="1160463" y="5407025"/>
          <p14:tracePt t="73673" x="1128713" y="5407025"/>
          <p14:tracePt t="73678" x="1103313" y="5407025"/>
          <p14:tracePt t="73691" x="1103313" y="5422900"/>
          <p14:tracePt t="73694" x="1085850" y="5422900"/>
          <p14:tracePt t="73707" x="1077913" y="5422900"/>
          <p14:tracePt t="73775" x="1077913" y="5407025"/>
          <p14:tracePt t="73799" x="1085850" y="5389563"/>
          <p14:tracePt t="73815" x="1103313" y="5373688"/>
          <p14:tracePt t="73824" x="1128713" y="5373688"/>
          <p14:tracePt t="73831" x="1160463" y="5365750"/>
          <p14:tracePt t="73841" x="1211263" y="5365750"/>
          <p14:tracePt t="73847" x="1309688" y="5365750"/>
          <p14:tracePt t="73857" x="1435100" y="5324475"/>
          <p14:tracePt t="73864" x="1592263" y="5307013"/>
          <p14:tracePt t="73874" x="1774825" y="5291138"/>
          <p14:tracePt t="73880" x="1998663" y="5265738"/>
          <p14:tracePt t="73888" x="2206625" y="5249863"/>
          <p14:tracePt t="73896" x="2654300" y="5199063"/>
          <p14:tracePt t="73904" x="3001963" y="5165725"/>
          <p14:tracePt t="73912" x="3351213" y="5141913"/>
          <p14:tracePt t="73920" x="3698875" y="5124450"/>
          <p14:tracePt t="73928" x="4146550" y="5100638"/>
          <p14:tracePt t="73936" x="4552950" y="5067300"/>
          <p14:tracePt t="73944" x="5000625" y="5041900"/>
          <p14:tracePt t="73952" x="5149850" y="5041900"/>
          <p14:tracePt t="73961" x="5540375" y="5016500"/>
          <p14:tracePt t="73969" x="5854700" y="5016500"/>
          <p14:tracePt t="73977" x="6145213" y="4983163"/>
          <p14:tracePt t="73985" x="6369050" y="4983163"/>
          <p14:tracePt t="73993" x="6592888" y="4983163"/>
          <p14:tracePt t="74001" x="6775450" y="4975225"/>
          <p14:tracePt t="74009" x="6958013" y="4975225"/>
          <p14:tracePt t="74017" x="7107238" y="4975225"/>
          <p14:tracePt t="74025" x="7232650" y="4975225"/>
          <p14:tracePt t="74033" x="7289800" y="4975225"/>
          <p14:tracePt t="74042" x="7389813" y="4975225"/>
          <p14:tracePt t="74049" x="7489825" y="4975225"/>
          <p14:tracePt t="74057" x="7572375" y="4975225"/>
          <p14:tracePt t="74066" x="7721600" y="4975225"/>
          <p14:tracePt t="74074" x="7762875" y="4975225"/>
          <p14:tracePt t="74082" x="7837488" y="4975225"/>
          <p14:tracePt t="74090" x="7929563" y="4975225"/>
          <p14:tracePt t="74098" x="8004175" y="4975225"/>
          <p14:tracePt t="74108" x="8069263" y="4983163"/>
          <p14:tracePt t="74114" x="8153400" y="4983163"/>
          <p14:tracePt t="74124" x="8228013" y="5000625"/>
          <p14:tracePt t="74130" x="8293100" y="5000625"/>
          <p14:tracePt t="74141" x="8351838" y="5000625"/>
          <p14:tracePt t="74146" x="8418513" y="5000625"/>
          <p14:tracePt t="74157" x="8459788" y="5000625"/>
          <p14:tracePt t="74162" x="8501063" y="5000625"/>
          <p14:tracePt t="74174" x="8550275" y="5000625"/>
          <p14:tracePt t="74178" x="8575675" y="5000625"/>
          <p14:tracePt t="74190" x="8593138" y="5000625"/>
          <p14:tracePt t="74195" x="8601075" y="5000625"/>
          <p14:tracePt t="74207" x="8634413" y="5000625"/>
          <p14:tracePt t="74219" x="8642350" y="5000625"/>
          <p14:tracePt t="74227" x="8675688" y="5000625"/>
          <p14:tracePt t="74235" x="8699500" y="5000625"/>
          <p14:tracePt t="74243" x="8716963" y="5000625"/>
          <p14:tracePt t="74251" x="8742363" y="5000625"/>
          <p14:tracePt t="74259" x="8758238" y="5000625"/>
          <p14:tracePt t="74267" x="8766175" y="5000625"/>
          <p14:tracePt t="74275" x="8783638" y="5000625"/>
          <p14:tracePt t="74283" x="8799513" y="5000625"/>
          <p14:tracePt t="74308" x="8816975" y="5000625"/>
          <p14:tracePt t="74445" x="8816975" y="5016500"/>
          <p14:tracePt t="74461" x="8816975" y="5026025"/>
          <p14:tracePt t="74469" x="8816975" y="5041900"/>
          <p14:tracePt t="74477" x="8824913" y="5067300"/>
          <p14:tracePt t="74485" x="8824913" y="5083175"/>
          <p14:tracePt t="74494" x="8840788" y="5100638"/>
          <p14:tracePt t="74501" x="8840788" y="5108575"/>
          <p14:tracePt t="74509" x="8840788" y="5141913"/>
          <p14:tracePt t="74526" x="8840788" y="5157788"/>
          <p14:tracePt t="74534" x="8858250" y="5157788"/>
          <p14:tracePt t="74550" x="8858250" y="5165725"/>
          <p14:tracePt t="74840" x="8866188" y="5165725"/>
          <p14:tracePt t="74865" x="8866188" y="5157788"/>
          <p14:tracePt t="75018" x="8866188" y="5165725"/>
          <p14:tracePt t="75083" x="8866188" y="5183188"/>
          <p14:tracePt t="77344" x="8858250" y="5183188"/>
          <p14:tracePt t="77352" x="8824913" y="5183188"/>
          <p14:tracePt t="77360" x="8783638" y="5183188"/>
          <p14:tracePt t="77368" x="8766175" y="5183188"/>
          <p14:tracePt t="77376" x="8724900" y="5183188"/>
          <p14:tracePt t="77384" x="8699500" y="5183188"/>
          <p14:tracePt t="77392" x="8683625" y="5183188"/>
          <p14:tracePt t="77400" x="8675688" y="5183188"/>
          <p14:tracePt t="77408" x="8642350" y="5183188"/>
          <p14:tracePt t="77424" x="8634413" y="5183188"/>
          <p14:tracePt t="77432" x="8616950" y="5183188"/>
          <p14:tracePt t="77448" x="8601075" y="5183188"/>
          <p14:tracePt t="77480" x="8593138" y="5183188"/>
          <p14:tracePt t="77505" x="8593138" y="5165725"/>
          <p14:tracePt t="77787" x="8593138" y="5157788"/>
          <p14:tracePt t="77820" x="8593138" y="5141913"/>
          <p14:tracePt t="77836" x="8593138" y="5124450"/>
          <p14:tracePt t="77852" x="8593138" y="5108575"/>
          <p14:tracePt t="77860" x="8593138" y="5100638"/>
          <p14:tracePt t="77868" x="8593138" y="5083175"/>
          <p14:tracePt t="77876" x="8593138" y="5041900"/>
          <p14:tracePt t="77884" x="8593138" y="5000625"/>
          <p14:tracePt t="77892" x="8593138" y="4933950"/>
          <p14:tracePt t="77900" x="8593138" y="4859338"/>
          <p14:tracePt t="77908" x="8601075" y="4759325"/>
          <p14:tracePt t="77917" x="8616950" y="4635500"/>
          <p14:tracePt t="77925" x="8642350" y="4486275"/>
          <p14:tracePt t="77933" x="8658225" y="4362450"/>
          <p14:tracePt t="77941" x="8658225" y="4311650"/>
          <p14:tracePt t="77949" x="8683625" y="4187825"/>
          <p14:tracePt t="77957" x="8699500" y="4097338"/>
          <p14:tracePt t="77965" x="8699500" y="4021138"/>
          <p14:tracePt t="77974" x="8716963" y="3963988"/>
          <p14:tracePt t="77982" x="8716963" y="3922713"/>
          <p14:tracePt t="77991" x="8716963" y="3914775"/>
          <p14:tracePt t="77998" x="8716963" y="3897313"/>
          <p14:tracePt t="78007" x="8716963" y="3881438"/>
          <p14:tracePt t="78086" x="8699500" y="3881438"/>
          <p14:tracePt t="78094" x="8683625" y="3881438"/>
          <p14:tracePt t="78103" x="8675688" y="3881438"/>
          <p14:tracePt t="78110" x="8658225" y="3897313"/>
          <p14:tracePt t="78124" x="8642350" y="3897313"/>
          <p14:tracePt t="78141" x="8634413" y="3914775"/>
          <p14:tracePt t="78143" x="8616950" y="3914775"/>
          <p14:tracePt t="78157" x="8601075" y="3914775"/>
          <p14:tracePt t="78159" x="8593138" y="3914775"/>
          <p14:tracePt t="78174" x="8575675" y="3914775"/>
          <p14:tracePt t="78176" x="8559800" y="3922713"/>
          <p14:tracePt t="78191" x="8518525" y="3922713"/>
          <p14:tracePt t="78192" x="8459788" y="3938588"/>
          <p14:tracePt t="78199" x="8418513" y="3938588"/>
          <p14:tracePt t="78207" x="8335963" y="3938588"/>
          <p14:tracePt t="78215" x="8269288" y="3956050"/>
          <p14:tracePt t="78225" x="8169275" y="3956050"/>
          <p14:tracePt t="78231" x="8112125" y="3956050"/>
          <p14:tracePt t="78241" x="8004175" y="3956050"/>
          <p14:tracePt t="78248" x="7945438" y="3956050"/>
          <p14:tracePt t="78258" x="7878763" y="3956050"/>
          <p14:tracePt t="78264" x="7796213" y="3956050"/>
          <p14:tracePt t="78274" x="7721600" y="3956050"/>
          <p14:tracePt t="78280" x="7654925" y="3956050"/>
          <p14:tracePt t="78291" x="7580313" y="3956050"/>
          <p14:tracePt t="78296" x="7539038" y="3956050"/>
          <p14:tracePt t="78307" x="7489825" y="3956050"/>
          <p14:tracePt t="78312" x="7456488" y="3956050"/>
          <p14:tracePt t="78324" x="7415213" y="3956050"/>
          <p14:tracePt t="78328" x="7389813" y="3956050"/>
          <p14:tracePt t="78341" x="7356475" y="3956050"/>
          <p14:tracePt t="78344" x="7348538" y="3956050"/>
          <p14:tracePt t="78357" x="7331075" y="3956050"/>
          <p14:tracePt t="78361" x="7307263" y="3956050"/>
          <p14:tracePt t="78374" x="7273925" y="3956050"/>
          <p14:tracePt t="78377" x="7265988" y="3956050"/>
          <p14:tracePt t="78391" x="7232650" y="3956050"/>
          <p14:tracePt t="78393" x="7224713" y="3956050"/>
          <p14:tracePt t="78407" x="7191375" y="3956050"/>
          <p14:tracePt t="78410" x="7165975" y="3956050"/>
          <p14:tracePt t="78424" x="7150100" y="3956050"/>
          <p14:tracePt t="78426" x="7132638" y="3956050"/>
          <p14:tracePt t="78440" x="7124700" y="3956050"/>
          <p14:tracePt t="78450" x="7107238" y="3956050"/>
          <p14:tracePt t="78522" x="7132638" y="3956050"/>
          <p14:tracePt t="78530" x="7165975" y="3956050"/>
          <p14:tracePt t="78541" x="7224713" y="3956050"/>
          <p14:tracePt t="78546" x="7315200" y="3956050"/>
          <p14:tracePt t="78555" x="7439025" y="3956050"/>
          <p14:tracePt t="78574" x="7804150" y="3979863"/>
          <p14:tracePt t="78579" x="7986713" y="4005263"/>
          <p14:tracePt t="78591" x="8186738" y="4021138"/>
          <p14:tracePt t="78595" x="8393113" y="4064000"/>
          <p14:tracePt t="78607" x="8550275" y="4079875"/>
          <p14:tracePt t="78611" x="8742363" y="4097338"/>
          <p14:tracePt t="78624" x="8783638" y="4105275"/>
          <p14:tracePt t="78627" x="8882063" y="4121150"/>
          <p14:tracePt t="78640" x="8982075" y="4146550"/>
          <p14:tracePt t="78643" x="9048750" y="4162425"/>
          <p14:tracePt t="78657" x="9105900" y="4179888"/>
          <p14:tracePt t="78660" x="9148763" y="4179888"/>
          <p14:tracePt t="78673" x="9164638" y="4187825"/>
          <p14:tracePt t="78676" x="9190038" y="4187825"/>
          <p14:tracePt t="78690" x="9205913" y="4203700"/>
          <p14:tracePt t="78707" x="9213850" y="4221163"/>
          <p14:tracePt t="78716" x="9213850" y="4229100"/>
          <p14:tracePt t="78724" x="9231313" y="4229100"/>
          <p14:tracePt t="78732" x="9231313" y="4262438"/>
          <p14:tracePt t="78742" x="9247188" y="4270375"/>
          <p14:tracePt t="78748" x="9247188" y="4303713"/>
          <p14:tracePt t="78757" x="9247188" y="4344988"/>
          <p14:tracePt t="78764" x="9256713" y="4411663"/>
          <p14:tracePt t="78774" x="9272588" y="4470400"/>
          <p14:tracePt t="78781" x="9272588" y="4568825"/>
          <p14:tracePt t="78790" x="9272588" y="4668838"/>
          <p14:tracePt t="78797" x="9288463" y="4776788"/>
          <p14:tracePt t="78807" x="9288463" y="4900613"/>
          <p14:tracePt t="78813" x="9297988" y="5026025"/>
          <p14:tracePt t="78824" x="9297988" y="5083175"/>
          <p14:tracePt t="78829" x="9313863" y="5240338"/>
          <p14:tracePt t="78840" x="9331325" y="5281613"/>
          <p14:tracePt t="78845" x="9331325" y="5365750"/>
          <p14:tracePt t="78857" x="9331325" y="5432425"/>
          <p14:tracePt t="78861" x="9331325" y="5464175"/>
          <p14:tracePt t="78874" x="9331325" y="5507038"/>
          <p14:tracePt t="78877" x="9331325" y="5548313"/>
          <p14:tracePt t="78894" x="9331325" y="5556250"/>
          <p14:tracePt t="78907" x="9331325" y="5572125"/>
          <p14:tracePt t="78918" x="9331325" y="5589588"/>
          <p14:tracePt t="79039" x="9313863" y="5597525"/>
          <p14:tracePt t="79063" x="9297988" y="5597525"/>
          <p14:tracePt t="79087" x="9288463" y="5597525"/>
          <p14:tracePt t="79128" x="9272588" y="5597525"/>
          <p14:tracePt t="79184" x="9272588" y="5589588"/>
          <p14:tracePt t="79192" x="9272588" y="5572125"/>
          <p14:tracePt t="79200" x="9272588" y="5556250"/>
          <p14:tracePt t="79208" x="9272588" y="5548313"/>
          <p14:tracePt t="79217" x="9272588" y="5530850"/>
          <p14:tracePt t="79225" x="9272588" y="5514975"/>
          <p14:tracePt t="79232" x="9272588" y="5489575"/>
          <p14:tracePt t="79241" x="9272588" y="5473700"/>
          <p14:tracePt t="79249" x="9272588" y="5464175"/>
          <p14:tracePt t="79257" x="9272588" y="5448300"/>
          <p14:tracePt t="79265" x="9272588" y="5432425"/>
          <p14:tracePt t="79274" x="9272588" y="5422900"/>
          <p14:tracePt t="79281" x="9272588" y="5407025"/>
          <p14:tracePt t="79291" x="9272588" y="5389563"/>
          <p14:tracePt t="79307" x="9272588" y="5373688"/>
          <p14:tracePt t="79329" x="9272588" y="5365750"/>
          <p14:tracePt t="79370" x="9272588" y="5348288"/>
          <p14:tracePt t="79435" x="9256713" y="5348288"/>
          <p14:tracePt t="79451" x="9247188" y="5348288"/>
          <p14:tracePt t="79459" x="9231313" y="5348288"/>
          <p14:tracePt t="79467" x="9213850" y="5348288"/>
          <p14:tracePt t="79475" x="9190038" y="5348288"/>
          <p14:tracePt t="79483" x="9172575" y="5348288"/>
          <p14:tracePt t="79491" x="9148763" y="5348288"/>
          <p14:tracePt t="79499" x="9105900" y="5348288"/>
          <p14:tracePt t="79507" x="9064625" y="5348288"/>
          <p14:tracePt t="79515" x="9007475" y="5348288"/>
          <p14:tracePt t="79524" x="8948738" y="5348288"/>
          <p14:tracePt t="79531" x="8824913" y="5348288"/>
          <p14:tracePt t="79541" x="8758238" y="5348288"/>
          <p14:tracePt t="79548" x="8683625" y="5348288"/>
          <p14:tracePt t="79557" x="8616950" y="5348288"/>
          <p14:tracePt t="79564" x="8559800" y="5348288"/>
          <p14:tracePt t="79574" x="8493125" y="5348288"/>
          <p14:tracePt t="79580" x="8410575" y="5348288"/>
          <p14:tracePt t="79588" x="8335963" y="5348288"/>
          <p14:tracePt t="79596" x="8269288" y="5348288"/>
          <p14:tracePt t="79604" x="8194675" y="5348288"/>
          <p14:tracePt t="79612" x="8143875" y="5348288"/>
          <p14:tracePt t="79620" x="8086725" y="5348288"/>
          <p14:tracePt t="79628" x="8027988" y="5348288"/>
          <p14:tracePt t="79636" x="8004175" y="5348288"/>
          <p14:tracePt t="79644" x="7945438" y="5348288"/>
          <p14:tracePt t="79653" x="7904163" y="5348288"/>
          <p14:tracePt t="79660" x="7886700" y="5348288"/>
          <p14:tracePt t="79668" x="7845425" y="5348288"/>
          <p14:tracePt t="79677" x="7837488" y="5348288"/>
          <p14:tracePt t="79685" x="7821613" y="5348288"/>
          <p14:tracePt t="79693" x="7804150" y="5348288"/>
          <p14:tracePt t="79709" x="7796213" y="5348288"/>
          <p14:tracePt t="79743" x="7796213" y="5332413"/>
          <p14:tracePt t="79781" x="7796213" y="5324475"/>
          <p14:tracePt t="79806" x="7796213" y="5307013"/>
          <p14:tracePt t="79830" x="7804150" y="5307013"/>
          <p14:tracePt t="79854" x="7821613" y="5291138"/>
          <p14:tracePt t="79903" x="7837488" y="5291138"/>
          <p14:tracePt t="79911" x="7845425" y="5291138"/>
          <p14:tracePt t="79919" x="7862888" y="5291138"/>
          <p14:tracePt t="79927" x="7920038" y="5281613"/>
          <p14:tracePt t="79935" x="7986713" y="5281613"/>
          <p14:tracePt t="79943" x="8086725" y="5281613"/>
          <p14:tracePt t="79951" x="8210550" y="5281613"/>
          <p14:tracePt t="79959" x="8335963" y="5281613"/>
          <p14:tracePt t="79967" x="8475663" y="5281613"/>
          <p14:tracePt t="79975" x="8634413" y="5281613"/>
          <p14:tracePt t="79983" x="8783638" y="5281613"/>
          <p14:tracePt t="79992" x="8840788" y="5281613"/>
          <p14:tracePt t="80000" x="8940800" y="5281613"/>
          <p14:tracePt t="80008" x="9064625" y="5281613"/>
          <p14:tracePt t="80016" x="9131300" y="5281613"/>
          <p14:tracePt t="80024" x="9205913" y="5281613"/>
          <p14:tracePt t="80032" x="9256713" y="5281613"/>
          <p14:tracePt t="80041" x="9313863" y="5291138"/>
          <p14:tracePt t="80048" x="9339263" y="5307013"/>
          <p14:tracePt t="80057" x="9372600" y="5307013"/>
          <p14:tracePt t="80065" x="9388475" y="5307013"/>
          <p14:tracePt t="80080" x="9396413" y="5307013"/>
          <p14:tracePt t="80096" x="9396413" y="5324475"/>
          <p14:tracePt t="80105" x="9413875" y="5324475"/>
          <p14:tracePt t="80436" x="9396413" y="5324475"/>
          <p14:tracePt t="80460" x="9388475" y="5324475"/>
          <p14:tracePt t="80476" x="9372600" y="5324475"/>
          <p14:tracePt t="80484" x="9355138" y="5324475"/>
          <p14:tracePt t="80500" x="9339263" y="5324475"/>
          <p14:tracePt t="80508" x="9331325" y="5324475"/>
          <p14:tracePt t="80524" x="9313863" y="5324475"/>
          <p14:tracePt t="80533" x="9297988" y="5324475"/>
          <p14:tracePt t="80541" x="9297988" y="5332413"/>
          <p14:tracePt t="80549" x="9288463" y="5332413"/>
          <p14:tracePt t="80557" x="9272588" y="5332413"/>
          <p14:tracePt t="80590" x="9256713" y="5332413"/>
          <p14:tracePt t="80726" x="9256713" y="5324475"/>
          <p14:tracePt t="80750" x="9256713" y="5307013"/>
          <p14:tracePt t="80791" x="9256713" y="5291138"/>
          <p14:tracePt t="80815" x="9256713" y="5281613"/>
          <p14:tracePt t="80831" x="9256713" y="5265738"/>
          <p14:tracePt t="80847" x="9272588" y="5249863"/>
          <p14:tracePt t="80857" x="9272588" y="5240338"/>
          <p14:tracePt t="80864" x="9272588" y="5224463"/>
          <p14:tracePt t="80873" x="9288463" y="5207000"/>
          <p14:tracePt t="80880" x="9288463" y="5183188"/>
          <p14:tracePt t="80888" x="9297988" y="5165725"/>
          <p14:tracePt t="80896" x="9297988" y="5141913"/>
          <p14:tracePt t="80904" x="9313863" y="5108575"/>
          <p14:tracePt t="80912" x="9313863" y="5100638"/>
          <p14:tracePt t="80920" x="9331325" y="5083175"/>
          <p14:tracePt t="80928" x="9331325" y="5057775"/>
          <p14:tracePt t="80936" x="9339263" y="5041900"/>
          <p14:tracePt t="80944" x="9355138" y="5026025"/>
          <p14:tracePt t="80952" x="9355138" y="5016500"/>
          <p14:tracePt t="80960" x="9372600" y="5000625"/>
          <p14:tracePt t="80969" x="9372600" y="4983163"/>
          <p14:tracePt t="80985" x="9388475" y="4975225"/>
          <p14:tracePt t="81025" x="9388475" y="4959350"/>
          <p14:tracePt t="81106" x="9372600" y="4975225"/>
          <p14:tracePt t="81123" x="9355138" y="4975225"/>
          <p14:tracePt t="81130" x="9355138" y="4983163"/>
          <p14:tracePt t="81138" x="9339263" y="5000625"/>
          <p14:tracePt t="81146" x="9331325" y="5016500"/>
          <p14:tracePt t="81154" x="9331325" y="5026025"/>
          <p14:tracePt t="81162" x="9313863" y="5041900"/>
          <p14:tracePt t="81170" x="9297988" y="5041900"/>
          <p14:tracePt t="81179" x="9297988" y="5057775"/>
          <p14:tracePt t="81186" x="9297988" y="5067300"/>
          <p14:tracePt t="81195" x="9288463" y="5067300"/>
          <p14:tracePt t="81202" x="9288463" y="5083175"/>
          <p14:tracePt t="81211" x="9288463" y="5100638"/>
          <p14:tracePt t="81227" x="9272588" y="5100638"/>
          <p14:tracePt t="81243" x="9272588" y="5108575"/>
          <p14:tracePt t="88927" x="9272588" y="5124450"/>
          <p14:tracePt t="88935" x="9247188" y="5183188"/>
          <p14:tracePt t="88943" x="9213850" y="5224463"/>
          <p14:tracePt t="88951" x="9190038" y="5249863"/>
          <p14:tracePt t="88959" x="9148763" y="5291138"/>
          <p14:tracePt t="88967" x="9105900" y="5324475"/>
          <p14:tracePt t="88975" x="8990013" y="5389563"/>
          <p14:tracePt t="88983" x="8899525" y="5464175"/>
          <p14:tracePt t="88991" x="8616950" y="5597525"/>
          <p14:tracePt t="88999" x="8351838" y="5688013"/>
          <p14:tracePt t="89007" x="8045450" y="5780088"/>
          <p14:tracePt t="89015" x="7886700" y="5813425"/>
          <p14:tracePt t="89024" x="7597775" y="5880100"/>
          <p14:tracePt t="89031" x="7248525" y="5937250"/>
          <p14:tracePt t="89041" x="6900863" y="5978525"/>
          <p14:tracePt t="89047" x="6592888" y="6003925"/>
          <p14:tracePt t="89057" x="6294438" y="6037263"/>
          <p14:tracePt t="89063" x="5988050" y="6045200"/>
          <p14:tracePt t="89074" x="5764213" y="6078538"/>
          <p14:tracePt t="89079" x="5589588" y="6078538"/>
          <p14:tracePt t="89090" x="5407025" y="6086475"/>
          <p14:tracePt t="89096" x="5249863" y="6103938"/>
          <p14:tracePt t="89107" x="5100638" y="6127750"/>
          <p14:tracePt t="89112" x="4943475" y="6145213"/>
          <p14:tracePt t="89124" x="4818063" y="6161088"/>
          <p14:tracePt t="89128" x="4794250" y="6169025"/>
          <p14:tracePt t="89140" x="4660900" y="6186488"/>
          <p14:tracePt t="89144" x="4570413" y="6202363"/>
          <p14:tracePt t="89157" x="4495800" y="6202363"/>
          <p14:tracePt t="89160" x="4429125" y="6202363"/>
          <p14:tracePt t="89173" x="4370388" y="6219825"/>
          <p14:tracePt t="89176" x="4313238" y="6219825"/>
          <p14:tracePt t="89190" x="4262438" y="6219825"/>
          <p14:tracePt t="89193" x="4229100" y="6219825"/>
          <p14:tracePt t="89207" x="4205288" y="6219825"/>
          <p14:tracePt t="89209" x="4187825" y="6219825"/>
          <p14:tracePt t="89224" x="4171950" y="6219825"/>
          <p14:tracePt t="89225" x="4164013" y="6219825"/>
          <p14:tracePt t="89241" x="4164013" y="6202363"/>
          <p14:tracePt t="89249" x="4146550" y="6186488"/>
          <p14:tracePt t="89483" x="4048125" y="6186488"/>
          <p14:tracePt t="89491" x="3956050" y="6186488"/>
          <p14:tracePt t="89500" x="3822700" y="6186488"/>
          <p14:tracePt t="89508" x="3598863" y="6186488"/>
          <p14:tracePt t="89516" x="3392488" y="6186488"/>
          <p14:tracePt t="89525" x="3127375" y="6186488"/>
          <p14:tracePt t="89532" x="2860675" y="6186488"/>
          <p14:tracePt t="89540" x="2613025" y="6186488"/>
          <p14:tracePt t="89548" x="2389188" y="6169025"/>
          <p14:tracePt t="89557" x="2289175" y="6169025"/>
          <p14:tracePt t="89564" x="2106613" y="6145213"/>
          <p14:tracePt t="89574" x="1982788" y="6127750"/>
          <p14:tracePt t="89580" x="1857375" y="6127750"/>
          <p14:tracePt t="89589" x="1758950" y="6119813"/>
          <p14:tracePt t="89596" x="1692275" y="6119813"/>
          <p14:tracePt t="89604" x="1617663" y="6119813"/>
          <p14:tracePt t="89612" x="1550988" y="6119813"/>
          <p14:tracePt t="89621" x="1492250" y="6119813"/>
          <p14:tracePt t="89629" x="1435100" y="6119813"/>
          <p14:tracePt t="89637" x="1384300" y="6119813"/>
          <p14:tracePt t="89645" x="1343025" y="6119813"/>
          <p14:tracePt t="89653" x="1301750" y="6119813"/>
          <p14:tracePt t="89661" x="1244600" y="6119813"/>
          <p14:tracePt t="89669" x="1211263" y="6119813"/>
          <p14:tracePt t="89677" x="1169988" y="6119813"/>
          <p14:tracePt t="89685" x="1144588" y="6119813"/>
          <p14:tracePt t="89693" x="1128713" y="6103938"/>
          <p14:tracePt t="89701" x="1103313" y="6103938"/>
          <p14:tracePt t="89709" x="1085850" y="6086475"/>
          <p14:tracePt t="89718" x="1077913" y="6086475"/>
          <p14:tracePt t="89725" x="1062038" y="6086475"/>
          <p14:tracePt t="89734" x="1044575" y="6078538"/>
          <p14:tracePt t="89758" x="1036638" y="6078538"/>
          <p14:tracePt t="89766" x="1036638" y="6062663"/>
          <p14:tracePt t="89879" x="1044575" y="6062663"/>
          <p14:tracePt t="89895" x="1044575" y="6045200"/>
          <p14:tracePt t="89911" x="1062038" y="6045200"/>
          <p14:tracePt t="89943" x="1062038" y="6037263"/>
          <p14:tracePt t="89952" x="1077913" y="6037263"/>
          <p14:tracePt t="89968" x="1085850" y="6037263"/>
          <p14:tracePt t="89976" x="1103313" y="6037263"/>
          <p14:tracePt t="89984" x="1119188" y="6037263"/>
          <p14:tracePt t="89992" x="1160463" y="6019800"/>
          <p14:tracePt t="90000" x="1203325" y="6019800"/>
          <p14:tracePt t="90008" x="1227138" y="6003925"/>
          <p14:tracePt t="90016" x="1268413" y="6003925"/>
          <p14:tracePt t="90024" x="1301750" y="6003925"/>
          <p14:tracePt t="90032" x="1343025" y="6003925"/>
          <p14:tracePt t="90040" x="1368425" y="5995988"/>
          <p14:tracePt t="90049" x="1409700" y="5995988"/>
          <p14:tracePt t="90057" x="1435100" y="5995988"/>
          <p14:tracePt t="90065" x="1468438" y="5995988"/>
          <p14:tracePt t="90073" x="1492250" y="5978525"/>
          <p14:tracePt t="90081" x="1525588" y="5978525"/>
          <p14:tracePt t="90091" x="1550988" y="5978525"/>
          <p14:tracePt t="90097" x="1576388" y="5978525"/>
          <p14:tracePt t="90113" x="1609725" y="5978525"/>
          <p14:tracePt t="90121" x="1633538" y="5978525"/>
          <p14:tracePt t="90137" x="1658938" y="5978525"/>
          <p14:tracePt t="90146" x="1692275" y="5978525"/>
          <p14:tracePt t="90154" x="1700213" y="5978525"/>
          <p14:tracePt t="90161" x="1741488" y="5978525"/>
          <p14:tracePt t="90170" x="1758950" y="5978525"/>
          <p14:tracePt t="90178" x="1800225" y="5978525"/>
          <p14:tracePt t="90186" x="1841500" y="5978525"/>
          <p14:tracePt t="90194" x="1874838" y="5978525"/>
          <p14:tracePt t="90202" x="1916113" y="5978525"/>
          <p14:tracePt t="90210" x="1941513" y="5978525"/>
          <p14:tracePt t="90218" x="1982788" y="5978525"/>
          <p14:tracePt t="90226" x="2006600" y="5978525"/>
          <p14:tracePt t="90234" x="2057400" y="5978525"/>
          <p14:tracePt t="90246" x="2098675" y="5978525"/>
          <p14:tracePt t="90250" x="2122488" y="5978525"/>
          <p14:tracePt t="90258" x="2165350" y="5978525"/>
          <p14:tracePt t="90266" x="2189163" y="5978525"/>
          <p14:tracePt t="90275" x="2247900" y="5978525"/>
          <p14:tracePt t="90283" x="2322513" y="5978525"/>
          <p14:tracePt t="90291" x="2405063" y="5978525"/>
          <p14:tracePt t="90299" x="2471738" y="5978525"/>
          <p14:tracePt t="90307" x="2497138" y="5978525"/>
          <p14:tracePt t="90315" x="2628900" y="5978525"/>
          <p14:tracePt t="90324" x="2679700" y="5978525"/>
          <p14:tracePt t="90331" x="2754313" y="5978525"/>
          <p14:tracePt t="90340" x="2852738" y="5978525"/>
          <p14:tracePt t="90347" x="2978150" y="5954713"/>
          <p14:tracePt t="90357" x="3068638" y="5954713"/>
          <p14:tracePt t="90363" x="3160713" y="5937250"/>
          <p14:tracePt t="90373" x="3284538" y="5921375"/>
          <p14:tracePt t="90380" x="3433763" y="5903913"/>
          <p14:tracePt t="90391" x="3590925" y="5895975"/>
          <p14:tracePt t="90396" x="3773488" y="5880100"/>
          <p14:tracePt t="90407" x="3997325" y="5837238"/>
          <p14:tracePt t="90412" x="4221163" y="5813425"/>
          <p14:tracePt t="90424" x="4470400" y="5772150"/>
          <p14:tracePt t="90428" x="4735513" y="5754688"/>
          <p14:tracePt t="90440" x="5041900" y="5697538"/>
          <p14:tracePt t="90444" x="5291138" y="5688013"/>
          <p14:tracePt t="90457" x="5556250" y="5656263"/>
          <p14:tracePt t="90460" x="5805488" y="5638800"/>
          <p14:tracePt t="90473" x="6029325" y="5613400"/>
          <p14:tracePt t="90476" x="6253163" y="5613400"/>
          <p14:tracePt t="90491" x="6435725" y="5597525"/>
          <p14:tracePt t="90494" x="6618288" y="5597525"/>
          <p14:tracePt t="90507" x="6818313" y="5597525"/>
          <p14:tracePt t="90510" x="6859588" y="5597525"/>
          <p14:tracePt t="90524" x="6983413" y="5597525"/>
          <p14:tracePt t="90526" x="7083425" y="5597525"/>
          <p14:tracePt t="90540" x="7173913" y="5597525"/>
          <p14:tracePt t="90541" x="7232650" y="5597525"/>
          <p14:tracePt t="90549" x="7273925" y="5597525"/>
          <p14:tracePt t="90557" x="7307263" y="5597525"/>
          <p14:tracePt t="90565" x="7331075" y="5597525"/>
          <p14:tracePt t="90581" x="7348538" y="5597525"/>
          <p14:tracePt t="90607" x="7356475" y="5597525"/>
          <p14:tracePt t="90711" x="7348538" y="5597525"/>
          <p14:tracePt t="90719" x="7331075" y="5597525"/>
          <p14:tracePt t="90727" x="7273925" y="5597525"/>
          <p14:tracePt t="90735" x="7224713" y="5589588"/>
          <p14:tracePt t="90743" x="7173913" y="5572125"/>
          <p14:tracePt t="90751" x="7150100" y="5556250"/>
          <p14:tracePt t="90759" x="7091363" y="5548313"/>
          <p14:tracePt t="90767" x="7065963" y="5530850"/>
          <p14:tracePt t="90775" x="7024688" y="5514975"/>
          <p14:tracePt t="90783" x="7008813" y="5514975"/>
          <p14:tracePt t="90791" x="6999288" y="5514975"/>
          <p14:tracePt t="90799" x="6983413" y="5507038"/>
          <p14:tracePt t="90864" x="6999288" y="5507038"/>
          <p14:tracePt t="90874" x="7050088" y="5507038"/>
          <p14:tracePt t="90880" x="7124700" y="5507038"/>
          <p14:tracePt t="90888" x="7224713" y="5507038"/>
          <p14:tracePt t="90907" x="7415213" y="5507038"/>
          <p14:tracePt t="90912" x="7513638" y="5507038"/>
          <p14:tracePt t="90924" x="7639050" y="5507038"/>
          <p14:tracePt t="90928" x="7737475" y="5507038"/>
          <p14:tracePt t="90941" x="7821613" y="5507038"/>
          <p14:tracePt t="90945" x="7878763" y="5507038"/>
          <p14:tracePt t="90957" x="7945438" y="5507038"/>
          <p14:tracePt t="90961" x="8027988" y="5507038"/>
          <p14:tracePt t="90974" x="8102600" y="5507038"/>
          <p14:tracePt t="90977" x="8169275" y="5507038"/>
          <p14:tracePt t="90990" x="8210550" y="5507038"/>
          <p14:tracePt t="90993" x="8235950" y="5507038"/>
          <p14:tracePt t="91007" x="8285163" y="5507038"/>
          <p14:tracePt t="91009" x="8293100" y="5489575"/>
          <p14:tracePt t="91024" x="8326438" y="5489575"/>
          <p14:tracePt t="91026" x="8335963" y="5473700"/>
          <p14:tracePt t="91040" x="8351838" y="5473700"/>
          <p14:tracePt t="91042" x="8369300" y="5464175"/>
          <p14:tracePt t="91057" x="8377238" y="5464175"/>
          <p14:tracePt t="91059" x="8393113" y="5448300"/>
          <p14:tracePt t="91074" x="8418513" y="5448300"/>
          <p14:tracePt t="91075" x="8418513" y="5432425"/>
          <p14:tracePt t="91082" x="8451850" y="5422900"/>
          <p14:tracePt t="91090" x="8459788" y="5407025"/>
          <p14:tracePt t="91098" x="8475663" y="5389563"/>
          <p14:tracePt t="91107" x="8501063" y="5365750"/>
          <p14:tracePt t="91114" x="8518525" y="5348288"/>
          <p14:tracePt t="91124" x="8534400" y="5324475"/>
          <p14:tracePt t="91130" x="8550275" y="5324475"/>
          <p14:tracePt t="91141" x="8559800" y="5307013"/>
          <p14:tracePt t="91147" x="8575675" y="5291138"/>
          <p14:tracePt t="91157" x="8575675" y="5281613"/>
          <p14:tracePt t="91163" x="8593138" y="5265738"/>
          <p14:tracePt t="91179" x="8601075" y="5249863"/>
          <p14:tracePt t="91190" x="8601075" y="5240338"/>
          <p14:tracePt t="91195" x="8616950" y="5240338"/>
          <p14:tracePt t="91207" x="8616950" y="5224463"/>
          <p14:tracePt t="91219" x="8634413" y="5207000"/>
          <p14:tracePt t="91244" x="8634413" y="5199063"/>
          <p14:tracePt t="91332" x="8616950" y="5207000"/>
          <p14:tracePt t="91341" x="8601075" y="5224463"/>
          <p14:tracePt t="91348" x="8593138" y="5249863"/>
          <p14:tracePt t="91358" x="8575675" y="5265738"/>
          <p14:tracePt t="91364" x="8559800" y="5281613"/>
          <p14:tracePt t="91374" x="8559800" y="5291138"/>
          <p14:tracePt t="91381" x="8550275" y="5291138"/>
          <p14:tracePt t="91390" x="8550275" y="5307013"/>
          <p14:tracePt t="91550" x="8534400" y="5307013"/>
          <p14:tracePt t="91558" x="8518525" y="5324475"/>
          <p14:tracePt t="91566" x="8451850" y="5365750"/>
          <p14:tracePt t="91575" x="8377238" y="5407025"/>
          <p14:tracePt t="91582" x="8293100" y="5473700"/>
          <p14:tracePt t="91591" x="8169275" y="5530850"/>
          <p14:tracePt t="91598" x="7845425" y="5688013"/>
          <p14:tracePt t="91607" x="7737475" y="5713413"/>
          <p14:tracePt t="91615" x="7513638" y="5795963"/>
          <p14:tracePt t="91624" x="7289800" y="5854700"/>
          <p14:tracePt t="91631" x="7065963" y="5895975"/>
          <p14:tracePt t="91641" x="6842125" y="5937250"/>
          <p14:tracePt t="91647" x="6659563" y="5978525"/>
          <p14:tracePt t="91657" x="6477000" y="6003925"/>
          <p14:tracePt t="91663" x="6327775" y="6037263"/>
          <p14:tracePt t="91671" x="6253163" y="6037263"/>
          <p14:tracePt t="91679" x="6129338" y="6045200"/>
          <p14:tracePt t="91688" x="6029325" y="6062663"/>
          <p14:tracePt t="91695" x="5938838" y="6078538"/>
          <p14:tracePt t="91704" x="5864225" y="6078538"/>
          <p14:tracePt t="91712" x="5805488" y="6078538"/>
          <p14:tracePt t="91720" x="5764213" y="6078538"/>
          <p14:tracePt t="91728" x="5715000" y="6078538"/>
          <p14:tracePt t="91736" x="5656263" y="6078538"/>
          <p14:tracePt t="91745" x="5614988" y="6078538"/>
          <p14:tracePt t="91752" x="5532438" y="6078538"/>
          <p14:tracePt t="91760" x="5448300" y="6078538"/>
          <p14:tracePt t="91768" x="5373688" y="6078538"/>
          <p14:tracePt t="91776" x="5249863" y="6045200"/>
          <p14:tracePt t="91784" x="5141913" y="6019800"/>
          <p14:tracePt t="91792" x="5018088" y="5995988"/>
          <p14:tracePt t="91801" x="4884738" y="5954713"/>
          <p14:tracePt t="91809" x="4835525" y="5937250"/>
          <p14:tracePt t="91817" x="4719638" y="5903913"/>
          <p14:tracePt t="91825" x="4619625" y="5895975"/>
          <p14:tracePt t="91833" x="4537075" y="5862638"/>
          <p14:tracePt t="91841" x="4470400" y="5854700"/>
          <p14:tracePt t="91849" x="4395788" y="5854700"/>
          <p14:tracePt t="91857" x="4346575" y="5854700"/>
          <p14:tracePt t="91865" x="4313238" y="5837238"/>
          <p14:tracePt t="91874" x="4271963" y="5837238"/>
          <p14:tracePt t="91881" x="4229100" y="5837238"/>
          <p14:tracePt t="91890" x="4221163" y="5837238"/>
          <p14:tracePt t="91897" x="4171950" y="5837238"/>
          <p14:tracePt t="91907" x="4164013" y="5837238"/>
          <p14:tracePt t="91913" x="4122738" y="5837238"/>
          <p14:tracePt t="91923" x="4064000" y="5837238"/>
          <p14:tracePt t="91930" x="4038600" y="5837238"/>
          <p14:tracePt t="91941" x="3981450" y="5854700"/>
          <p14:tracePt t="91946" x="3881438" y="5862638"/>
          <p14:tracePt t="91957" x="3856038" y="5880100"/>
          <p14:tracePt t="91962" x="3798888" y="5895975"/>
          <p14:tracePt t="91974" x="3673475" y="5921375"/>
          <p14:tracePt t="91978" x="3616325" y="5921375"/>
          <p14:tracePt t="91991" x="3492500" y="5954713"/>
          <p14:tracePt t="91994" x="3425825" y="5954713"/>
          <p14:tracePt t="92007" x="3325813" y="5962650"/>
          <p14:tracePt t="92010" x="3292475" y="5978525"/>
          <p14:tracePt t="92024" x="3201988" y="5995988"/>
          <p14:tracePt t="92027" x="3127375" y="6003925"/>
          <p14:tracePt t="92040" x="3043238" y="6019800"/>
          <p14:tracePt t="92043" x="2978150" y="6037263"/>
          <p14:tracePt t="92057" x="2903538" y="6037263"/>
          <p14:tracePt t="92060" x="2836863" y="6037263"/>
          <p14:tracePt t="92074" x="2778125" y="6037263"/>
          <p14:tracePt t="92076" x="2720975" y="6037263"/>
          <p14:tracePt t="92091" x="2695575" y="6045200"/>
          <p14:tracePt t="92092" x="2654300" y="6045200"/>
          <p14:tracePt t="92099" x="2613025" y="6045200"/>
          <p14:tracePt t="92108" x="2595563" y="6045200"/>
          <p14:tracePt t="92115" x="2571750" y="6045200"/>
          <p14:tracePt t="92124" x="2554288" y="6045200"/>
          <p14:tracePt t="92204" x="2571750" y="6045200"/>
          <p14:tracePt t="92212" x="2595563" y="6045200"/>
          <p14:tracePt t="92220" x="2613025" y="6037263"/>
          <p14:tracePt t="92228" x="2636838" y="6037263"/>
          <p14:tracePt t="92236" x="2695575" y="6019800"/>
          <p14:tracePt t="92245" x="2754313" y="6019800"/>
          <p14:tracePt t="92252" x="2819400" y="6019800"/>
          <p14:tracePt t="92261" x="2894013" y="6003925"/>
          <p14:tracePt t="92269" x="3019425" y="5995988"/>
          <p14:tracePt t="92277" x="3143250" y="5978525"/>
          <p14:tracePt t="92285" x="3251200" y="5978525"/>
          <p14:tracePt t="92293" x="3309938" y="5978525"/>
          <p14:tracePt t="92301" x="3433763" y="5978525"/>
          <p14:tracePt t="92309" x="3533775" y="5978525"/>
          <p14:tracePt t="92317" x="3598863" y="5978525"/>
          <p14:tracePt t="92325" x="3673475" y="5978525"/>
          <p14:tracePt t="92333" x="3732213" y="5978525"/>
          <p14:tracePt t="92341" x="3781425" y="5978525"/>
          <p14:tracePt t="92349" x="3814763" y="5978525"/>
          <p14:tracePt t="92357" x="3856038" y="5978525"/>
          <p14:tracePt t="92366" x="3898900" y="5978525"/>
          <p14:tracePt t="92374" x="3906838" y="5978525"/>
          <p14:tracePt t="92382" x="3956050" y="5978525"/>
          <p14:tracePt t="92390" x="3963988" y="5978525"/>
          <p14:tracePt t="92398" x="4005263" y="5978525"/>
          <p14:tracePt t="92407" x="4064000" y="5978525"/>
          <p14:tracePt t="92414" x="4130675" y="5978525"/>
          <p14:tracePt t="92424" x="4187825" y="5978525"/>
          <p14:tracePt t="92430" x="4262438" y="5978525"/>
          <p14:tracePt t="92441" x="4354513" y="5978525"/>
          <p14:tracePt t="92446" x="4454525" y="5978525"/>
          <p14:tracePt t="92457" x="4537075" y="5978525"/>
          <p14:tracePt t="92462" x="4660900" y="5978525"/>
          <p14:tracePt t="92474" x="4794250" y="5978525"/>
          <p14:tracePt t="92479" x="4884738" y="5978525"/>
          <p14:tracePt t="92490" x="5018088" y="5954713"/>
          <p14:tracePt t="92495" x="5059363" y="5954713"/>
          <p14:tracePt t="92507" x="5149850" y="5954713"/>
          <p14:tracePt t="92511" x="5249863" y="5954713"/>
          <p14:tracePt t="92524" x="5324475" y="5954713"/>
          <p14:tracePt t="92527" x="5416550" y="5954713"/>
          <p14:tracePt t="92541" x="5491163" y="5954713"/>
          <p14:tracePt t="92543" x="5540375" y="5954713"/>
          <p14:tracePt t="92557" x="5614988" y="5954713"/>
          <p14:tracePt t="92560" x="5673725" y="5954713"/>
          <p14:tracePt t="92574" x="5722938" y="5954713"/>
          <p14:tracePt t="92577" x="5764213" y="5954713"/>
          <p14:tracePt t="92590" x="5805488" y="5954713"/>
          <p14:tracePt t="92592" x="5854700" y="5954713"/>
          <p14:tracePt t="92607" x="5897563" y="5954713"/>
          <p14:tracePt t="92608" x="5921375" y="5954713"/>
          <p14:tracePt t="92616" x="5962650" y="5954713"/>
          <p14:tracePt t="92624" x="5980113" y="5954713"/>
          <p14:tracePt t="92632" x="6021388" y="5954713"/>
          <p14:tracePt t="92641" x="6070600" y="5954713"/>
          <p14:tracePt t="92648" x="6103938" y="5954713"/>
          <p14:tracePt t="92657" x="6129338" y="5954713"/>
          <p14:tracePt t="92664" x="6162675" y="5954713"/>
          <p14:tracePt t="92674" x="6203950" y="5954713"/>
          <p14:tracePt t="92681" x="6229350" y="5954713"/>
          <p14:tracePt t="92697" x="6245225" y="5954713"/>
          <p14:tracePt t="92707" x="6253163" y="5954713"/>
          <p14:tracePt t="92721" x="6270625" y="5954713"/>
          <p14:tracePt t="92761" x="6270625" y="5962650"/>
          <p14:tracePt t="92923" x="6253163" y="5962650"/>
          <p14:tracePt t="92940" x="6253163" y="5978525"/>
          <p14:tracePt t="92963" x="6245225" y="5978525"/>
          <p14:tracePt t="92995" x="6245225" y="5995988"/>
          <p14:tracePt t="93044" x="6229350" y="6003925"/>
          <p14:tracePt t="94312" x="6245225" y="6003925"/>
          <p14:tracePt t="94319" x="6294438" y="6003925"/>
          <p14:tracePt t="94328" x="6369050" y="6003925"/>
          <p14:tracePt t="94336" x="6435725" y="6003925"/>
          <p14:tracePt t="94344" x="6561138" y="6003925"/>
          <p14:tracePt t="94352" x="6718300" y="5995988"/>
          <p14:tracePt t="94360" x="6900863" y="5995988"/>
          <p14:tracePt t="94368" x="7124700" y="5995988"/>
          <p14:tracePt t="94376" x="7331075" y="5995988"/>
          <p14:tracePt t="94384" x="7556500" y="5995988"/>
          <p14:tracePt t="94392" x="7737475" y="5995988"/>
          <p14:tracePt t="94400" x="7821613" y="5995988"/>
          <p14:tracePt t="94408" x="7929563" y="5995988"/>
          <p14:tracePt t="94416" x="8061325" y="6003925"/>
          <p14:tracePt t="94425" x="8128000" y="6019800"/>
          <p14:tracePt t="94433" x="8210550" y="6019800"/>
          <p14:tracePt t="94440" x="8251825" y="6037263"/>
          <p14:tracePt t="94448" x="8310563" y="6045200"/>
          <p14:tracePt t="94457" x="8335963" y="6045200"/>
          <p14:tracePt t="94465" x="8351838" y="6062663"/>
          <p14:tracePt t="94474" x="8369300" y="6062663"/>
          <p14:tracePt t="94481" x="8377238" y="6062663"/>
          <p14:tracePt t="94497" x="8393113" y="6078538"/>
          <p14:tracePt t="94691" x="8377238" y="6078538"/>
          <p14:tracePt t="94707" x="8369300" y="6078538"/>
          <p14:tracePt t="94715" x="8351838" y="6078538"/>
          <p14:tracePt t="94731" x="8326438" y="6078538"/>
          <p14:tracePt t="94743" x="8269288" y="6078538"/>
          <p14:tracePt t="94747" x="8210550" y="6078538"/>
          <p14:tracePt t="94757" x="8194675" y="6078538"/>
          <p14:tracePt t="94763" x="8128000" y="6078538"/>
          <p14:tracePt t="94773" x="8069263" y="6078538"/>
          <p14:tracePt t="94780" x="8004175" y="6078538"/>
          <p14:tracePt t="94788" x="7920038" y="6078538"/>
          <p14:tracePt t="94796" x="7878763" y="6078538"/>
          <p14:tracePt t="94804" x="7821613" y="6078538"/>
          <p14:tracePt t="94812" x="7780338" y="6078538"/>
          <p14:tracePt t="94820" x="7754938" y="6078538"/>
          <p14:tracePt t="94828" x="7721600" y="6078538"/>
          <p14:tracePt t="94836" x="7696200" y="6078538"/>
          <p14:tracePt t="94844" x="7680325" y="6078538"/>
          <p14:tracePt t="94852" x="7654925" y="6078538"/>
          <p14:tracePt t="94860" x="7639050" y="6078538"/>
          <p14:tracePt t="94868" x="7621588" y="6078538"/>
          <p14:tracePt t="94876" x="7597775" y="6078538"/>
          <p14:tracePt t="94884" x="7580313" y="6078538"/>
          <p14:tracePt t="94893" x="7556500" y="6078538"/>
          <p14:tracePt t="94900" x="7531100" y="6078538"/>
          <p14:tracePt t="94909" x="7513638" y="6078538"/>
          <p14:tracePt t="94917" x="7472363" y="6078538"/>
          <p14:tracePt t="94925" x="7456488" y="6078538"/>
          <p14:tracePt t="94933" x="7415213" y="6078538"/>
          <p14:tracePt t="94941" x="7373938" y="6078538"/>
          <p14:tracePt t="94949" x="7348538" y="6078538"/>
          <p14:tracePt t="94957" x="7289800" y="6078538"/>
          <p14:tracePt t="94965" x="7232650" y="6078538"/>
          <p14:tracePt t="94973" x="7173913" y="6078538"/>
          <p14:tracePt t="94981" x="7150100" y="6078538"/>
          <p14:tracePt t="94991" x="7091363" y="6078538"/>
          <p14:tracePt t="94998" x="7042150" y="6078538"/>
          <p14:tracePt t="95007" x="7008813" y="6078538"/>
          <p14:tracePt t="95014" x="6958013" y="6062663"/>
          <p14:tracePt t="95024" x="6916738" y="6045200"/>
          <p14:tracePt t="95030" x="6900863" y="6045200"/>
          <p14:tracePt t="95040" x="6867525" y="6045200"/>
          <p14:tracePt t="95046" x="6859588" y="6045200"/>
          <p14:tracePt t="95057" x="6826250" y="6037263"/>
          <p14:tracePt t="95062" x="6818313" y="6037263"/>
          <p14:tracePt t="95073" x="6800850" y="6037263"/>
          <p14:tracePt t="95078" x="6784975" y="6037263"/>
          <p14:tracePt t="95091" x="6775450" y="6037263"/>
          <p14:tracePt t="95094" x="6759575" y="6037263"/>
          <p14:tracePt t="95107" x="6743700" y="6019800"/>
          <p14:tracePt t="95119" x="6734175" y="6019800"/>
          <p14:tracePt t="95135" x="6718300" y="6019800"/>
          <p14:tracePt t="95208" x="6718300" y="6003925"/>
          <p14:tracePt t="95248" x="6718300" y="5995988"/>
          <p14:tracePt t="95257" x="6734175" y="5995988"/>
          <p14:tracePt t="95288" x="6743700" y="5995988"/>
          <p14:tracePt t="95328" x="6743700" y="5978525"/>
          <p14:tracePt t="95345" x="6759575" y="5978525"/>
          <p14:tracePt t="95401" x="6759575" y="5962650"/>
          <p14:tracePt t="95474" x="6743700" y="5962650"/>
          <p14:tracePt t="95482" x="6734175" y="5962650"/>
          <p14:tracePt t="95498" x="6718300" y="5962650"/>
          <p14:tracePt t="95508" x="6700838" y="5962650"/>
          <p14:tracePt t="95524" x="6692900" y="5962650"/>
          <p14:tracePt t="95530" x="6677025" y="5962650"/>
          <p14:tracePt t="95540" x="6659563" y="5962650"/>
          <p14:tracePt t="95547" x="6651625" y="5962650"/>
          <p14:tracePt t="95554" x="6635750" y="5962650"/>
          <p14:tracePt t="95571" x="6618288" y="5962650"/>
          <p14:tracePt t="95579" x="6602413" y="5962650"/>
          <p14:tracePt t="95587" x="6592888" y="5962650"/>
          <p14:tracePt t="95595" x="6577013" y="5962650"/>
          <p14:tracePt t="95611" x="6561138" y="5962650"/>
          <p14:tracePt t="95627" x="6551613" y="5962650"/>
          <p14:tracePt t="95700" x="6561138" y="5962650"/>
          <p14:tracePt t="95708" x="6592888" y="5962650"/>
          <p14:tracePt t="95716" x="6692900" y="5962650"/>
          <p14:tracePt t="95724" x="6734175" y="5962650"/>
          <p14:tracePt t="95743" x="7008813" y="5962650"/>
          <p14:tracePt t="95749" x="7191375" y="6003925"/>
          <p14:tracePt t="95757" x="7415213" y="6045200"/>
          <p14:tracePt t="95764" x="7597775" y="6078538"/>
          <p14:tracePt t="95774" x="7821613" y="6119813"/>
          <p14:tracePt t="95781" x="7886700" y="6127750"/>
          <p14:tracePt t="95790" x="8045450" y="6145213"/>
          <p14:tracePt t="95797" x="8169275" y="6161088"/>
          <p14:tracePt t="95807" x="8235950" y="6169025"/>
          <p14:tracePt t="95813" x="8310563" y="6186488"/>
          <p14:tracePt t="95823" x="8351838" y="6202363"/>
          <p14:tracePt t="95829" x="8377238" y="6202363"/>
          <p14:tracePt t="95840" x="8393113" y="6202363"/>
          <p14:tracePt t="95845" x="8410575" y="6202363"/>
          <p14:tracePt t="95861" x="8418513" y="6202363"/>
          <p14:tracePt t="95950" x="8410575" y="6202363"/>
          <p14:tracePt t="95974" x="8393113" y="6202363"/>
          <p14:tracePt t="95982" x="8377238" y="6202363"/>
          <p14:tracePt t="96023" x="8369300" y="6202363"/>
          <p14:tracePt t="96168" x="8377238" y="6202363"/>
          <p14:tracePt t="96192" x="8377238" y="6186488"/>
          <p14:tracePt t="96233" x="8393113" y="6186488"/>
          <p14:tracePt t="96273" x="8393113" y="6169025"/>
          <p14:tracePt t="96362" x="8377238" y="6169025"/>
          <p14:tracePt t="96370" x="8369300" y="6169025"/>
          <p14:tracePt t="96378" x="8335963" y="6169025"/>
          <p14:tracePt t="96386" x="8326438" y="6169025"/>
          <p14:tracePt t="96394" x="8293100" y="6169025"/>
          <p14:tracePt t="96402" x="8269288" y="6169025"/>
          <p14:tracePt t="96410" x="8228013" y="6169025"/>
          <p14:tracePt t="96418" x="8169275" y="6169025"/>
          <p14:tracePt t="96427" x="8112125" y="6169025"/>
          <p14:tracePt t="96435" x="8045450" y="6169025"/>
          <p14:tracePt t="96443" x="7986713" y="6169025"/>
          <p14:tracePt t="96451" x="7945438" y="6169025"/>
          <p14:tracePt t="96459" x="7886700" y="6169025"/>
          <p14:tracePt t="96467" x="7837488" y="6169025"/>
          <p14:tracePt t="96475" x="7796213" y="6169025"/>
          <p14:tracePt t="96483" x="7780338" y="6169025"/>
          <p14:tracePt t="96491" x="7754938" y="6169025"/>
          <p14:tracePt t="96499" x="7737475" y="6169025"/>
          <p14:tracePt t="96507" x="7737475" y="6161088"/>
          <p14:tracePt t="96515" x="7721600" y="6161088"/>
          <p14:tracePt t="96548" x="7721600" y="6145213"/>
          <p14:tracePt t="96588" x="7754938" y="6145213"/>
          <p14:tracePt t="96596" x="7878763" y="6145213"/>
          <p14:tracePt t="96604" x="8027988" y="6127750"/>
          <p14:tracePt t="96612" x="8153400" y="6127750"/>
          <p14:tracePt t="96620" x="8335963" y="6127750"/>
          <p14:tracePt t="96628" x="8518525" y="6119813"/>
          <p14:tracePt t="96636" x="8742363" y="6119813"/>
          <p14:tracePt t="96645" x="8924925" y="6119813"/>
          <p14:tracePt t="96653" x="8990013" y="6119813"/>
          <p14:tracePt t="96661" x="9123363" y="6103938"/>
          <p14:tracePt t="96669" x="9213850" y="6103938"/>
          <p14:tracePt t="96677" x="9272588" y="6103938"/>
          <p14:tracePt t="96685" x="9297988" y="6103938"/>
          <p14:tracePt t="96693" x="9313863" y="6086475"/>
          <p14:tracePt t="96701" x="9331325" y="6086475"/>
          <p14:tracePt t="96717" x="9339263" y="6086475"/>
          <p14:tracePt t="96782" x="9331325" y="6086475"/>
          <p14:tracePt t="96798" x="9313863" y="6086475"/>
          <p14:tracePt t="96814" x="9297988" y="6086475"/>
          <p14:tracePt t="96830" x="9288463" y="6086475"/>
          <p14:tracePt t="96839" x="9272588" y="6086475"/>
          <p14:tracePt t="96846" x="9256713" y="6086475"/>
          <p14:tracePt t="96854" x="9247188" y="6078538"/>
          <p14:tracePt t="96862" x="9231313" y="6078538"/>
          <p14:tracePt t="96871" x="9205913" y="6078538"/>
          <p14:tracePt t="96879" x="9190038" y="6062663"/>
          <p14:tracePt t="96887" x="9164638" y="6062663"/>
          <p14:tracePt t="96895" x="9131300" y="6045200"/>
          <p14:tracePt t="96903" x="9105900" y="6045200"/>
          <p14:tracePt t="96911" x="9082088" y="6037263"/>
          <p14:tracePt t="96919" x="9048750" y="6019800"/>
          <p14:tracePt t="96927" x="9023350" y="6019800"/>
          <p14:tracePt t="96935" x="9007475" y="6003925"/>
          <p14:tracePt t="96943" x="8982075" y="6003925"/>
          <p14:tracePt t="96951" x="8966200" y="5995988"/>
          <p14:tracePt t="96959" x="8940800" y="5995988"/>
          <p14:tracePt t="96967" x="8924925" y="5995988"/>
          <p14:tracePt t="96975" x="8907463" y="5978525"/>
          <p14:tracePt t="96983" x="8882063" y="5978525"/>
          <p14:tracePt t="96992" x="8866188" y="5978525"/>
          <p14:tracePt t="97000" x="8858250" y="5962650"/>
          <p14:tracePt t="97008" x="8824913" y="5962650"/>
          <p14:tracePt t="97016" x="8824913" y="5954713"/>
          <p14:tracePt t="97024" x="8799513" y="5954713"/>
          <p14:tracePt t="97032" x="8783638" y="5954713"/>
          <p14:tracePt t="97041" x="8766175" y="5954713"/>
          <p14:tracePt t="97048" x="8758238" y="5937250"/>
          <p14:tracePt t="97064" x="8742363" y="5921375"/>
          <p14:tracePt t="97090" x="8724900" y="5921375"/>
          <p14:tracePt t="97097" x="8724900" y="5903913"/>
          <p14:tracePt t="97153" x="8724900" y="5895975"/>
          <p14:tracePt t="97226" x="8724900" y="5880100"/>
          <p14:tracePt t="97307" x="8742363" y="5880100"/>
          <p14:tracePt t="97347" x="8758238" y="5880100"/>
          <p14:tracePt t="97420" x="8758238" y="5895975"/>
          <p14:tracePt t="97428" x="8742363" y="5903913"/>
          <p14:tracePt t="97436" x="8724900" y="5903913"/>
          <p14:tracePt t="97444" x="8716963" y="5921375"/>
          <p14:tracePt t="97457" x="8699500" y="5937250"/>
          <p14:tracePt t="97460" x="8683625" y="5937250"/>
          <p14:tracePt t="97474" x="8658225" y="5954713"/>
          <p14:tracePt t="97477" x="8642350" y="5954713"/>
          <p14:tracePt t="97490" x="8634413" y="5962650"/>
          <p14:tracePt t="97493" x="8601075" y="5962650"/>
          <p14:tracePt t="97507" x="8575675" y="5978525"/>
          <p14:tracePt t="97509" x="8550275" y="5978525"/>
          <p14:tracePt t="97524" x="8518525" y="5995988"/>
          <p14:tracePt t="97524" x="8493125" y="5995988"/>
          <p14:tracePt t="97532" x="8451850" y="5995988"/>
          <p14:tracePt t="97541" x="8434388" y="5995988"/>
          <p14:tracePt t="97549" x="8393113" y="5995988"/>
          <p14:tracePt t="97557" x="8377238" y="5995988"/>
          <p14:tracePt t="97565" x="8369300" y="5995988"/>
          <p14:tracePt t="97574" x="8351838" y="5995988"/>
          <p14:tracePt t="97638" x="8369300" y="5995988"/>
          <p14:tracePt t="97646" x="8377238" y="5978525"/>
          <p14:tracePt t="97654" x="8459788" y="5978525"/>
          <p14:tracePt t="97662" x="8534400" y="5978525"/>
          <p14:tracePt t="97670" x="8658225" y="5962650"/>
          <p14:tracePt t="97691" x="8948738" y="5954713"/>
          <p14:tracePt t="97694" x="9172575" y="5954713"/>
          <p14:tracePt t="97707" x="9331325" y="5954713"/>
          <p14:tracePt t="97710" x="9396413" y="5954713"/>
          <p14:tracePt t="97724" x="9555163" y="5954713"/>
          <p14:tracePt t="97727" x="9653588" y="5954713"/>
          <p14:tracePt t="97743" x="9745663" y="5954713"/>
          <p14:tracePt t="97747" x="9802813" y="5954713"/>
          <p14:tracePt t="97750" x="9828213" y="5954713"/>
          <p14:tracePt t="97759" x="9861550" y="5954713"/>
          <p14:tracePt t="97767" x="9869488" y="5954713"/>
          <p14:tracePt t="97783" x="9886950" y="5954713"/>
          <p14:tracePt t="97969" x="9902825" y="5954713"/>
          <p14:tracePt t="97977" x="9944100" y="5954713"/>
          <p14:tracePt t="97985" x="10002838" y="5937250"/>
          <p14:tracePt t="97993" x="10044113" y="5937250"/>
          <p14:tracePt t="98001" x="10085388" y="5937250"/>
          <p14:tracePt t="98009" x="10134600" y="5921375"/>
          <p14:tracePt t="98017" x="10209213" y="5921375"/>
          <p14:tracePt t="98025" x="10267950" y="5921375"/>
          <p14:tracePt t="98033" x="10309225" y="5921375"/>
          <p14:tracePt t="98041" x="10358438" y="5921375"/>
          <p14:tracePt t="98049" x="10401300" y="5903913"/>
          <p14:tracePt t="98057" x="10417175" y="5903913"/>
          <p14:tracePt t="98065" x="10450513" y="5903913"/>
          <p14:tracePt t="98073" x="10458450" y="5903913"/>
          <p14:tracePt t="98081" x="10475913" y="5903913"/>
          <p14:tracePt t="98106" x="10491788" y="5903913"/>
          <p14:tracePt t="98356" x="10491788" y="5921375"/>
          <p14:tracePt t="104392" x="10450513" y="5921375"/>
          <p14:tracePt t="104399" x="10391775" y="5921375"/>
          <p14:tracePt t="104410" x="10334625" y="5921375"/>
          <p14:tracePt t="104415" x="10275888" y="5921375"/>
          <p14:tracePt t="104426" x="10152063" y="5903913"/>
          <p14:tracePt t="104431" x="10010775" y="5903913"/>
          <p14:tracePt t="104443" x="9861550" y="5895975"/>
          <p14:tracePt t="104447" x="9704388" y="5880100"/>
          <p14:tracePt t="104459" x="9555163" y="5854700"/>
          <p14:tracePt t="104463" x="9429750" y="5837238"/>
          <p14:tracePt t="104476" x="9297988" y="5813425"/>
          <p14:tracePt t="104479" x="9256713" y="5813425"/>
          <p14:tracePt t="104491" x="9164638" y="5795963"/>
          <p14:tracePt t="104495" x="9064625" y="5780088"/>
          <p14:tracePt t="104508" x="8990013" y="5772150"/>
          <p14:tracePt t="104511" x="8940800" y="5772150"/>
          <p14:tracePt t="104524" x="8882063" y="5772150"/>
          <p14:tracePt t="104527" x="8824913" y="5772150"/>
          <p14:tracePt t="104541" x="8799513" y="5772150"/>
          <p14:tracePt t="104543" x="8742363" y="5772150"/>
          <p14:tracePt t="104558" x="8699500" y="5772150"/>
          <p14:tracePt t="104560" x="8658225" y="5772150"/>
          <p14:tracePt t="104575" x="8616950" y="5772150"/>
          <p14:tracePt t="104576" x="8559800" y="5772150"/>
          <p14:tracePt t="104584" x="8534400" y="5772150"/>
          <p14:tracePt t="104591" x="8493125" y="5772150"/>
          <p14:tracePt t="104600" x="8459788" y="5772150"/>
          <p14:tracePt t="104608" x="8434388" y="5772150"/>
          <p14:tracePt t="104616" x="8410575" y="5772150"/>
          <p14:tracePt t="104624" x="8393113" y="5772150"/>
          <p14:tracePt t="104632" x="8377238" y="5772150"/>
          <p14:tracePt t="104641" x="8351838" y="5772150"/>
          <p14:tracePt t="104648" x="8335963" y="5772150"/>
          <p14:tracePt t="104657" x="8310563" y="5772150"/>
          <p14:tracePt t="104664" x="8269288" y="5772150"/>
          <p14:tracePt t="104674" x="8251825" y="5772150"/>
          <p14:tracePt t="104681" x="8210550" y="5772150"/>
          <p14:tracePt t="104690" x="8186738" y="5772150"/>
          <p14:tracePt t="104697" x="8143875" y="5772150"/>
          <p14:tracePt t="104707" x="8128000" y="5772150"/>
          <p14:tracePt t="104713" x="8102600" y="5772150"/>
          <p14:tracePt t="104724" x="8069263" y="5772150"/>
          <p14:tracePt t="104729" x="8061325" y="5772150"/>
          <p14:tracePt t="104743" x="8045450" y="5772150"/>
          <p14:tracePt t="104748" x="8027988" y="5772150"/>
          <p14:tracePt t="104757" x="8020050" y="5772150"/>
          <p14:tracePt t="104761" x="8004175" y="5772150"/>
          <p14:tracePt t="104777" x="7986713" y="5772150"/>
          <p14:tracePt t="104790" x="7970838" y="5772150"/>
          <p14:tracePt t="104802" x="7962900" y="5772150"/>
          <p14:tracePt t="104810" x="7945438" y="5772150"/>
          <p14:tracePt t="104834" x="7929563" y="5780088"/>
          <p14:tracePt t="104858" x="7920038" y="5780088"/>
          <p14:tracePt t="104866" x="7920038" y="5795963"/>
          <p14:tracePt t="104882" x="7904163" y="5795963"/>
          <p14:tracePt t="104891" x="7904163" y="5813425"/>
          <p14:tracePt t="104898" x="7886700" y="5813425"/>
          <p14:tracePt t="104915" x="7886700" y="5821363"/>
          <p14:tracePt t="104931" x="7878763" y="5821363"/>
          <p14:tracePt t="105003" x="7878763" y="5837238"/>
          <p14:tracePt t="105044" x="7862888" y="5854700"/>
          <p14:tracePt t="105068" x="7862888" y="5862638"/>
          <p14:tracePt t="105084" x="7845425" y="5862638"/>
          <p14:tracePt t="105092" x="7845425" y="5880100"/>
          <p14:tracePt t="105181" x="7862888" y="5880100"/>
          <p14:tracePt t="105190" x="7886700" y="5880100"/>
          <p14:tracePt t="105197" x="7945438" y="5880100"/>
          <p14:tracePt t="105207" x="8020050" y="5880100"/>
          <p14:tracePt t="105214" x="8112125" y="5880100"/>
          <p14:tracePt t="105223" x="8210550" y="5895975"/>
          <p14:tracePt t="105229" x="8369300" y="5903913"/>
          <p14:tracePt t="105238" x="8493125" y="5921375"/>
          <p14:tracePt t="105246" x="8601075" y="5937250"/>
          <p14:tracePt t="105254" x="8658225" y="5954713"/>
          <p14:tracePt t="105262" x="8783638" y="5962650"/>
          <p14:tracePt t="105270" x="8858250" y="5962650"/>
          <p14:tracePt t="105278" x="8948738" y="5962650"/>
          <p14:tracePt t="105286" x="9023350" y="5962650"/>
          <p14:tracePt t="105294" x="9082088" y="5962650"/>
          <p14:tracePt t="105302" x="9148763" y="5978525"/>
          <p14:tracePt t="105310" x="9205913" y="5978525"/>
          <p14:tracePt t="105318" x="9256713" y="5978525"/>
          <p14:tracePt t="105326" x="9313863" y="5978525"/>
          <p14:tracePt t="105335" x="9355138" y="5978525"/>
          <p14:tracePt t="105343" x="9413875" y="5978525"/>
          <p14:tracePt t="105351" x="9455150" y="5978525"/>
          <p14:tracePt t="105358" x="9512300" y="5978525"/>
          <p14:tracePt t="105367" x="9537700" y="5978525"/>
          <p14:tracePt t="105375" x="9563100" y="5978525"/>
          <p14:tracePt t="105383" x="9596438" y="5978525"/>
          <p14:tracePt t="105391" x="9637713" y="5978525"/>
          <p14:tracePt t="105399" x="9663113" y="5978525"/>
          <p14:tracePt t="105407" x="9704388" y="5978525"/>
          <p14:tracePt t="105415" x="9737725" y="5978525"/>
          <p14:tracePt t="105424" x="9761538" y="5978525"/>
          <p14:tracePt t="105431" x="9786938" y="5978525"/>
          <p14:tracePt t="105441" x="9802813" y="5978525"/>
          <p14:tracePt t="105447" x="9828213" y="5995988"/>
          <p14:tracePt t="105457" x="9861550" y="5995988"/>
          <p14:tracePt t="105464" x="9869488" y="6003925"/>
          <p14:tracePt t="105474" x="9886950" y="6003925"/>
          <p14:tracePt t="105480" x="9902825" y="6003925"/>
          <p14:tracePt t="105490" x="9918700" y="6003925"/>
          <p14:tracePt t="105496" x="9928225" y="6003925"/>
          <p14:tracePt t="105507" x="9961563" y="6003925"/>
          <p14:tracePt t="105512" x="9969500" y="6003925"/>
          <p14:tracePt t="105524" x="9985375" y="6003925"/>
          <p14:tracePt t="105528" x="10002838" y="6003925"/>
          <p14:tracePt t="105540" x="10010775" y="6003925"/>
          <p14:tracePt t="105544" x="10026650" y="6003925"/>
          <p14:tracePt t="105557" x="10044113" y="6003925"/>
          <p14:tracePt t="105560" x="10052050" y="6003925"/>
          <p14:tracePt t="105585" x="10069513" y="6003925"/>
          <p14:tracePt t="105601" x="10085388" y="6003925"/>
          <p14:tracePt t="105617" x="10093325" y="6003925"/>
          <p14:tracePt t="105633" x="10110788" y="6003925"/>
          <p14:tracePt t="105649" x="10126663" y="6003925"/>
          <p14:tracePt t="105657" x="10126663" y="5995988"/>
          <p14:tracePt t="105730" x="10093325" y="5995988"/>
          <p14:tracePt t="105740" x="10026650" y="5995988"/>
          <p14:tracePt t="105746" x="9961563" y="5995988"/>
          <p14:tracePt t="105754" x="9828213" y="6003925"/>
          <p14:tracePt t="105774" x="9521825" y="6045200"/>
          <p14:tracePt t="105778" x="9313863" y="6045200"/>
          <p14:tracePt t="105791" x="9090025" y="6045200"/>
          <p14:tracePt t="105795" x="8907463" y="6045200"/>
          <p14:tracePt t="105807" x="8824913" y="6045200"/>
          <p14:tracePt t="105811" x="8675688" y="6045200"/>
          <p14:tracePt t="105823" x="8559800" y="6045200"/>
          <p14:tracePt t="105827" x="8335963" y="6045200"/>
          <p14:tracePt t="105841" x="8235950" y="6045200"/>
          <p14:tracePt t="105843" x="8112125" y="6045200"/>
          <p14:tracePt t="105857" x="8020050" y="6045200"/>
          <p14:tracePt t="105860" x="7970838" y="6045200"/>
          <p14:tracePt t="105874" x="7886700" y="6045200"/>
          <p14:tracePt t="105876" x="7821613" y="6045200"/>
          <p14:tracePt t="105890" x="7754938" y="6045200"/>
          <p14:tracePt t="105892" x="7696200" y="6045200"/>
          <p14:tracePt t="105907" x="7662863" y="6045200"/>
          <p14:tracePt t="105908" x="7621588" y="6045200"/>
          <p14:tracePt t="105916" x="7580313" y="6045200"/>
          <p14:tracePt t="105924" x="7572375" y="6045200"/>
          <p14:tracePt t="105932" x="7539038" y="6045200"/>
          <p14:tracePt t="105941" x="7531100" y="6045200"/>
          <p14:tracePt t="105948" x="7497763" y="6045200"/>
          <p14:tracePt t="105957" x="7472363" y="6062663"/>
          <p14:tracePt t="105964" x="7456488" y="6062663"/>
          <p14:tracePt t="105974" x="7415213" y="6062663"/>
          <p14:tracePt t="105980" x="7389813" y="6062663"/>
          <p14:tracePt t="105990" x="7331075" y="6062663"/>
          <p14:tracePt t="105997" x="7289800" y="6062663"/>
          <p14:tracePt t="106007" x="7248525" y="6062663"/>
          <p14:tracePt t="106013" x="7207250" y="6062663"/>
          <p14:tracePt t="106024" x="7165975" y="6062663"/>
          <p14:tracePt t="106029" x="7132638" y="6062663"/>
          <p14:tracePt t="106041" x="7091363" y="6062663"/>
          <p14:tracePt t="106045" x="7065963" y="6062663"/>
          <p14:tracePt t="106057" x="7024688" y="6062663"/>
          <p14:tracePt t="106061" x="6983413" y="6078538"/>
          <p14:tracePt t="106074" x="6958013" y="6078538"/>
          <p14:tracePt t="106077" x="6916738" y="6078538"/>
          <p14:tracePt t="106090" x="6883400" y="6078538"/>
          <p14:tracePt t="106094" x="6842125" y="6078538"/>
          <p14:tracePt t="106107" x="6826250" y="6078538"/>
          <p14:tracePt t="106110" x="6784975" y="6078538"/>
          <p14:tracePt t="106123" x="6759575" y="6078538"/>
          <p14:tracePt t="106126" x="6743700" y="6078538"/>
          <p14:tracePt t="106141" x="6734175" y="6078538"/>
          <p14:tracePt t="106143" x="6718300" y="6078538"/>
          <p14:tracePt t="106157" x="6700838" y="6078538"/>
          <p14:tracePt t="106159" x="6692900" y="6078538"/>
          <p14:tracePt t="106175" x="6677025" y="6078538"/>
          <p14:tracePt t="106182" x="6659563" y="6078538"/>
          <p14:tracePt t="106191" x="6651625" y="6078538"/>
          <p14:tracePt t="106198" x="6635750" y="6078538"/>
          <p14:tracePt t="106207" x="6618288" y="6078538"/>
          <p14:tracePt t="106224" x="6602413" y="6078538"/>
          <p14:tracePt t="106240" x="6592888" y="6078538"/>
          <p14:tracePt t="106256" x="6577013" y="6078538"/>
          <p14:tracePt t="106279" x="6561138" y="6078538"/>
          <p14:tracePt t="106352" x="6561138" y="6062663"/>
          <p14:tracePt t="106424" x="6561138" y="6045200"/>
          <p14:tracePt t="106432" x="6602413" y="6045200"/>
          <p14:tracePt t="106440" x="6659563" y="6045200"/>
          <p14:tracePt t="106449" x="6734175" y="6037263"/>
          <p14:tracePt t="106457" x="6826250" y="6019800"/>
          <p14:tracePt t="106465" x="6924675" y="6019800"/>
          <p14:tracePt t="106474" x="7008813" y="6003925"/>
          <p14:tracePt t="106481" x="7132638" y="5995988"/>
          <p14:tracePt t="106491" x="7289800" y="5962650"/>
          <p14:tracePt t="106497" x="7415213" y="5954713"/>
          <p14:tracePt t="106507" x="7539038" y="5937250"/>
          <p14:tracePt t="106513" x="7621588" y="5921375"/>
          <p14:tracePt t="106521" x="7680325" y="5921375"/>
          <p14:tracePt t="106529" x="7862888" y="5895975"/>
          <p14:tracePt t="106538" x="7962900" y="5895975"/>
          <p14:tracePt t="106546" x="8061325" y="5880100"/>
          <p14:tracePt t="106554" x="8186738" y="5854700"/>
          <p14:tracePt t="106562" x="8285163" y="5854700"/>
          <p14:tracePt t="106570" x="8410575" y="5854700"/>
          <p14:tracePt t="106578" x="8518525" y="5854700"/>
          <p14:tracePt t="106586" x="8642350" y="5854700"/>
          <p14:tracePt t="106594" x="8699500" y="5854700"/>
          <p14:tracePt t="106602" x="8799513" y="5854700"/>
          <p14:tracePt t="106610" x="8866188" y="5854700"/>
          <p14:tracePt t="106618" x="8940800" y="5854700"/>
          <p14:tracePt t="106626" x="8990013" y="5854700"/>
          <p14:tracePt t="106634" x="9048750" y="5854700"/>
          <p14:tracePt t="106642" x="9082088" y="5854700"/>
          <p14:tracePt t="106650" x="9123363" y="5837238"/>
          <p14:tracePt t="106658" x="9164638" y="5837238"/>
          <p14:tracePt t="106667" x="9172575" y="5837238"/>
          <p14:tracePt t="106675" x="9213850" y="5837238"/>
          <p14:tracePt t="106683" x="9247188" y="5837238"/>
          <p14:tracePt t="106691" x="9288463" y="5821363"/>
          <p14:tracePt t="106699" x="9313863" y="5821363"/>
          <p14:tracePt t="106707" x="9355138" y="5821363"/>
          <p14:tracePt t="106715" x="9396413" y="5813425"/>
          <p14:tracePt t="106724" x="9429750" y="5813425"/>
          <p14:tracePt t="106731" x="9471025" y="5813425"/>
          <p14:tracePt t="106742" x="9496425" y="5813425"/>
          <p14:tracePt t="106748" x="9537700" y="5813425"/>
          <p14:tracePt t="106757" x="9555163" y="5813425"/>
          <p14:tracePt t="106763" x="9578975" y="5813425"/>
          <p14:tracePt t="106773" x="9596438" y="5813425"/>
          <p14:tracePt t="106780" x="9604375" y="5813425"/>
          <p14:tracePt t="106790" x="9620250" y="5813425"/>
          <p14:tracePt t="106804" x="9637713" y="5813425"/>
          <p14:tracePt t="106828" x="9653588" y="5813425"/>
          <p14:tracePt t="106965" x="9637713" y="5813425"/>
          <p14:tracePt t="106974" x="9596438" y="5813425"/>
          <p14:tracePt t="106981" x="9537700" y="5813425"/>
          <p14:tracePt t="106991" x="9471025" y="5821363"/>
          <p14:tracePt t="106998" x="9372600" y="5837238"/>
          <p14:tracePt t="107007" x="9213850" y="5837238"/>
          <p14:tracePt t="107014" x="9082088" y="5837238"/>
          <p14:tracePt t="107023" x="8882063" y="5854700"/>
          <p14:tracePt t="107030" x="8699500" y="5854700"/>
          <p14:tracePt t="107038" x="8518525" y="5880100"/>
          <p14:tracePt t="107046" x="8335963" y="5880100"/>
          <p14:tracePt t="107054" x="8186738" y="5880100"/>
          <p14:tracePt t="107062" x="8027988" y="5880100"/>
          <p14:tracePt t="107070" x="7878763" y="5880100"/>
          <p14:tracePt t="107078" x="7821613" y="5880100"/>
          <p14:tracePt t="107087" x="7597775" y="5880100"/>
          <p14:tracePt t="107094" x="7572375" y="5880100"/>
          <p14:tracePt t="107102" x="7472363" y="5880100"/>
          <p14:tracePt t="107111" x="7373938" y="5880100"/>
          <p14:tracePt t="107119" x="7307263" y="5880100"/>
          <p14:tracePt t="107127" x="7232650" y="5880100"/>
          <p14:tracePt t="107135" x="7150100" y="5880100"/>
          <p14:tracePt t="107143" x="7107238" y="5880100"/>
          <p14:tracePt t="107151" x="7050088" y="5880100"/>
          <p14:tracePt t="107159" x="7008813" y="5880100"/>
          <p14:tracePt t="107167" x="6983413" y="5880100"/>
          <p14:tracePt t="107175" x="6942138" y="5880100"/>
          <p14:tracePt t="107183" x="6916738" y="5880100"/>
          <p14:tracePt t="107191" x="6867525" y="5895975"/>
          <p14:tracePt t="107199" x="6842125" y="5895975"/>
          <p14:tracePt t="107207" x="6826250" y="5903913"/>
          <p14:tracePt t="107216" x="6800850" y="5903913"/>
          <p14:tracePt t="107224" x="6784975" y="5903913"/>
          <p14:tracePt t="107232" x="6759575" y="5921375"/>
          <p14:tracePt t="107240" x="6743700" y="5921375"/>
          <p14:tracePt t="107248" x="6734175" y="5921375"/>
          <p14:tracePt t="107257" x="6718300" y="5921375"/>
          <p14:tracePt t="107264" x="6700838" y="5937250"/>
          <p14:tracePt t="107274" x="6692900" y="5937250"/>
          <p14:tracePt t="107280" x="6677025" y="5937250"/>
          <p14:tracePt t="107304" x="6659563" y="5937250"/>
          <p14:tracePt t="107377" x="6677025" y="5937250"/>
          <p14:tracePt t="107385" x="6734175" y="5937250"/>
          <p14:tracePt t="107393" x="6826250" y="5937250"/>
          <p14:tracePt t="107401" x="6942138" y="5937250"/>
          <p14:tracePt t="107409" x="7091363" y="5937250"/>
          <p14:tracePt t="107424" x="7248525" y="5937250"/>
          <p14:tracePt t="107426" x="7431088" y="5937250"/>
          <p14:tracePt t="107441" x="7613650" y="5937250"/>
          <p14:tracePt t="107442" x="7762875" y="5937250"/>
          <p14:tracePt t="107450" x="7920038" y="5937250"/>
          <p14:tracePt t="107458" x="7986713" y="5937250"/>
          <p14:tracePt t="107466" x="8086725" y="5921375"/>
          <p14:tracePt t="107474" x="8186738" y="5921375"/>
          <p14:tracePt t="107482" x="8285163" y="5903913"/>
          <p14:tracePt t="107491" x="8335963" y="5903913"/>
          <p14:tracePt t="107498" x="8393113" y="5903913"/>
          <p14:tracePt t="107507" x="8418513" y="5895975"/>
          <p14:tracePt t="107514" x="8459788" y="5895975"/>
          <p14:tracePt t="107524" x="8475663" y="5895975"/>
          <p14:tracePt t="107530" x="8501063" y="5895975"/>
          <p14:tracePt t="107540" x="8534400" y="5895975"/>
          <p14:tracePt t="107547" x="8559800" y="5895975"/>
          <p14:tracePt t="107557" x="8593138" y="5895975"/>
          <p14:tracePt t="107563" x="8616950" y="5895975"/>
          <p14:tracePt t="107573" x="8675688" y="5895975"/>
          <p14:tracePt t="107579" x="8716963" y="5895975"/>
          <p14:tracePt t="107590" x="8816975" y="5895975"/>
          <p14:tracePt t="107595" x="8840788" y="5895975"/>
          <p14:tracePt t="107607" x="8907463" y="5895975"/>
          <p14:tracePt t="107611" x="8990013" y="5895975"/>
          <p14:tracePt t="107624" x="9064625" y="5903913"/>
          <p14:tracePt t="107627" x="9131300" y="5903913"/>
          <p14:tracePt t="107641" x="9205913" y="5921375"/>
          <p14:tracePt t="107643" x="9256713" y="5937250"/>
          <p14:tracePt t="107657" x="9313863" y="5954713"/>
          <p14:tracePt t="107660" x="9372600" y="5962650"/>
          <p14:tracePt t="107673" x="9413875" y="5962650"/>
          <p14:tracePt t="107676" x="9455150" y="5978525"/>
          <p14:tracePt t="107690" x="9480550" y="5995988"/>
          <p14:tracePt t="107693" x="9521825" y="5995988"/>
          <p14:tracePt t="107707" x="9537700" y="6003925"/>
          <p14:tracePt t="107709" x="9563100" y="6003925"/>
          <p14:tracePt t="107724" x="9563100" y="6019800"/>
          <p14:tracePt t="107725" x="9578975" y="6019800"/>
          <p14:tracePt t="107743" x="9596438" y="6019800"/>
          <p14:tracePt t="107765" x="9604375" y="6019800"/>
          <p14:tracePt t="107789" x="9620250" y="6019800"/>
          <p14:tracePt t="107813" x="9637713" y="6019800"/>
          <p14:tracePt t="107821" x="9637713" y="6037263"/>
          <p14:tracePt t="107837" x="9653588" y="6037263"/>
          <p14:tracePt t="107853" x="9653588" y="6045200"/>
          <p14:tracePt t="110061" x="9620250" y="6045200"/>
          <p14:tracePt t="110069" x="9596438" y="6045200"/>
          <p14:tracePt t="110077" x="9578975" y="6045200"/>
          <p14:tracePt t="110085" x="9555163" y="6045200"/>
          <p14:tracePt t="110093" x="9537700" y="6045200"/>
          <p14:tracePt t="110101" x="9521825" y="6045200"/>
          <p14:tracePt t="110109" x="9496425" y="6045200"/>
          <p14:tracePt t="110117" x="9480550" y="6045200"/>
          <p14:tracePt t="110125" x="9455150" y="6045200"/>
          <p14:tracePt t="110133" x="9437688" y="6045200"/>
          <p14:tracePt t="110141" x="9429750" y="6045200"/>
          <p14:tracePt t="110149" x="9396413" y="6045200"/>
          <p14:tracePt t="110158" x="9372600" y="6045200"/>
          <p14:tracePt t="110165" x="9339263" y="6045200"/>
          <p14:tracePt t="110174" x="9331325" y="6037263"/>
          <p14:tracePt t="110182" x="9297988" y="6037263"/>
          <p14:tracePt t="110190" x="9288463" y="6037263"/>
          <p14:tracePt t="110198" x="9272588" y="6019800"/>
          <p14:tracePt t="110207" x="9256713" y="6019800"/>
          <p14:tracePt t="110214" x="9247188" y="6019800"/>
          <p14:tracePt t="110224" x="9231313" y="6003925"/>
          <p14:tracePt t="110240" x="9213850" y="5995988"/>
          <p14:tracePt t="110262" x="9205913" y="5978525"/>
          <p14:tracePt t="110286" x="9190038" y="5978525"/>
          <p14:tracePt t="110311" x="9172575" y="5978525"/>
          <p14:tracePt t="110327" x="9164638" y="5978525"/>
          <p14:tracePt t="110335" x="9148763" y="5978525"/>
          <p14:tracePt t="110343" x="9131300" y="5978525"/>
          <p14:tracePt t="110351" x="9123363" y="5978525"/>
          <p14:tracePt t="110359" x="9090025" y="5978525"/>
          <p14:tracePt t="110367" x="9082088" y="5995988"/>
          <p14:tracePt t="110375" x="9048750" y="5995988"/>
          <p14:tracePt t="110383" x="9031288" y="5995988"/>
          <p14:tracePt t="110391" x="9023350" y="6003925"/>
          <p14:tracePt t="110407" x="9007475" y="6003925"/>
          <p14:tracePt t="110497" x="9064625" y="6003925"/>
          <p14:tracePt t="110504" x="9123363" y="6003925"/>
          <p14:tracePt t="110513" x="9213850" y="6037263"/>
          <p14:tracePt t="110521" x="9313863" y="6078538"/>
          <p14:tracePt t="110529" x="9437688" y="6127750"/>
          <p14:tracePt t="110537" x="9521825" y="6161088"/>
          <p14:tracePt t="110545" x="9578975" y="6169025"/>
          <p14:tracePt t="110553" x="9704388" y="6202363"/>
          <p14:tracePt t="110561" x="9779000" y="6227763"/>
          <p14:tracePt t="110569" x="9844088" y="6243638"/>
          <p14:tracePt t="110577" x="9902825" y="6261100"/>
          <p14:tracePt t="110585" x="9928225" y="6261100"/>
          <p14:tracePt t="110593" x="9944100" y="6269038"/>
          <p14:tracePt t="110601" x="9969500" y="6269038"/>
          <p14:tracePt t="110617" x="9985375" y="6269038"/>
          <p14:tracePt t="110741" x="9985375" y="6261100"/>
          <p14:tracePt t="110795" x="9985375" y="6243638"/>
          <p14:tracePt t="110819" x="10002838" y="6243638"/>
          <p14:tracePt t="110827" x="10052050" y="6227763"/>
          <p14:tracePt t="110835" x="10110788" y="6219825"/>
          <p14:tracePt t="110843" x="10185400" y="6219825"/>
          <p14:tracePt t="110851" x="10275888" y="6202363"/>
          <p14:tracePt t="110860" x="10375900" y="6202363"/>
          <p14:tracePt t="110868" x="10433050" y="6202363"/>
          <p14:tracePt t="110876" x="10517188" y="6202363"/>
          <p14:tracePt t="110884" x="10599738" y="6202363"/>
          <p14:tracePt t="110892" x="10666413" y="6202363"/>
          <p14:tracePt t="110900" x="10723563" y="6202363"/>
          <p14:tracePt t="110908" x="10756900" y="6202363"/>
          <p14:tracePt t="110916" x="10798175" y="6202363"/>
          <p14:tracePt t="110924" x="10807700" y="6202363"/>
          <p14:tracePt t="110932" x="10823575" y="6202363"/>
          <p14:tracePt t="110965" x="10839450" y="6202363"/>
          <p14:tracePt t="110989" x="10839450" y="6186488"/>
          <p14:tracePt t="110997" x="10839450" y="6169025"/>
          <p14:tracePt t="111013" x="10839450" y="6161088"/>
          <p14:tracePt t="111021" x="10823575" y="6127750"/>
          <p14:tracePt t="111029" x="10807700" y="6103938"/>
          <p14:tracePt t="111037" x="10798175" y="6078538"/>
          <p14:tracePt t="111046" x="10782300" y="6037263"/>
          <p14:tracePt t="111054" x="10764838" y="6019800"/>
          <p14:tracePt t="111062" x="10756900" y="5978525"/>
          <p14:tracePt t="111070" x="10741025" y="5962650"/>
          <p14:tracePt t="111078" x="10723563" y="5921375"/>
          <p14:tracePt t="111086" x="10715625" y="5895975"/>
          <p14:tracePt t="111094" x="10715625" y="5880100"/>
          <p14:tracePt t="111102" x="10699750" y="5862638"/>
          <p14:tracePt t="111110" x="10699750" y="5854700"/>
          <p14:tracePt t="111118" x="10682288" y="5821363"/>
          <p14:tracePt t="111134" x="10666413" y="5795963"/>
          <p14:tracePt t="111142" x="10656888" y="5780088"/>
          <p14:tracePt t="111151" x="10656888" y="5772150"/>
          <p14:tracePt t="111158" x="10641013" y="5754688"/>
          <p14:tracePt t="111175" x="10625138" y="5738813"/>
          <p14:tracePt t="111183" x="10625138" y="5730875"/>
          <p14:tracePt t="111279" x="10615613" y="5730875"/>
          <p14:tracePt t="111304" x="10599738" y="5730875"/>
          <p14:tracePt t="111320" x="10574338" y="5738813"/>
          <p14:tracePt t="111328" x="10558463" y="5772150"/>
          <p14:tracePt t="111336" x="10541000" y="5772150"/>
          <p14:tracePt t="111344" x="10517188" y="5795963"/>
          <p14:tracePt t="111352" x="10499725" y="5821363"/>
          <p14:tracePt t="111360" x="10475913" y="5854700"/>
          <p14:tracePt t="111368" x="10458450" y="5862638"/>
          <p14:tracePt t="111377" x="10450513" y="5880100"/>
          <p14:tracePt t="111384" x="10433050" y="5895975"/>
          <p14:tracePt t="111393" x="10433050" y="5903913"/>
          <p14:tracePt t="111408" x="10433050" y="5921375"/>
          <p14:tracePt t="111417" x="10417175" y="5921375"/>
          <p14:tracePt t="111562" x="10433050" y="5921375"/>
          <p14:tracePt t="113008" x="10433050" y="5903913"/>
          <p14:tracePt t="113015" x="10433050" y="5862638"/>
          <p14:tracePt t="113024" x="10450513" y="5837238"/>
          <p14:tracePt t="113032" x="10458450" y="5795963"/>
          <p14:tracePt t="113042" x="10491788" y="5730875"/>
          <p14:tracePt t="113048" x="10517188" y="5672138"/>
          <p14:tracePt t="113057" x="10541000" y="5613400"/>
          <p14:tracePt t="113064" x="10558463" y="5572125"/>
          <p14:tracePt t="113073" x="10582275" y="5530850"/>
          <p14:tracePt t="113080" x="10582275" y="5489575"/>
          <p14:tracePt t="113089" x="10599738" y="5473700"/>
          <p14:tracePt t="113096" x="10599738" y="5464175"/>
          <p14:tracePt t="113104" x="10615613" y="5464175"/>
          <p14:tracePt t="113112" x="10615613" y="5448300"/>
          <p14:tracePt t="113161" x="10599738" y="5448300"/>
          <p14:tracePt t="113177" x="10574338" y="5464175"/>
          <p14:tracePt t="113185" x="10558463" y="5489575"/>
          <p14:tracePt t="113193" x="10533063" y="5507038"/>
          <p14:tracePt t="113201" x="10517188" y="5514975"/>
          <p14:tracePt t="113209" x="10491788" y="5548313"/>
          <p14:tracePt t="113217" x="10458450" y="5556250"/>
          <p14:tracePt t="113225" x="10433050" y="5589588"/>
          <p14:tracePt t="113233" x="10417175" y="5597525"/>
          <p14:tracePt t="113241" x="10391775" y="5613400"/>
          <p14:tracePt t="113249" x="10375900" y="5630863"/>
          <p14:tracePt t="113257" x="10350500" y="5656263"/>
          <p14:tracePt t="113266" x="10334625" y="5672138"/>
          <p14:tracePt t="113274" x="10317163" y="5688013"/>
          <p14:tracePt t="113282" x="10309225" y="5697538"/>
          <p14:tracePt t="113291" x="10293350" y="5713413"/>
          <p14:tracePt t="113298" x="10275888" y="5730875"/>
          <p14:tracePt t="113307" x="10267950" y="5738813"/>
          <p14:tracePt t="113314" x="10250488" y="5738813"/>
          <p14:tracePt t="113324" x="10250488" y="5754688"/>
          <p14:tracePt t="113339" x="10234613" y="5754688"/>
          <p14:tracePt t="113346" x="10234613" y="5772150"/>
          <p14:tracePt t="113379" x="10209213" y="5780088"/>
          <p14:tracePt t="113823" x="10167938" y="5780088"/>
          <p14:tracePt t="113831" x="10152063" y="5780088"/>
          <p14:tracePt t="113840" x="10126663" y="5795963"/>
          <p14:tracePt t="113847" x="10110788" y="5795963"/>
          <p14:tracePt t="113857" x="10093325" y="5813425"/>
          <p14:tracePt t="113871" x="10085388" y="5813425"/>
          <p14:tracePt t="113879" x="10085388" y="5821363"/>
          <p14:tracePt t="114041" x="10093325" y="5821363"/>
          <p14:tracePt t="114097" x="10093325" y="5837238"/>
          <p14:tracePt t="114113" x="10085388" y="5837238"/>
          <p14:tracePt t="114123" x="10069513" y="5837238"/>
          <p14:tracePt t="114129" x="10069513" y="5854700"/>
          <p14:tracePt t="114137" x="10044113" y="5854700"/>
          <p14:tracePt t="114146" x="10010775" y="5862638"/>
          <p14:tracePt t="114154" x="10002838" y="5880100"/>
          <p14:tracePt t="114162" x="9961563" y="5895975"/>
          <p14:tracePt t="114170" x="9928225" y="5903913"/>
          <p14:tracePt t="114178" x="9886950" y="5921375"/>
          <p14:tracePt t="114186" x="9828213" y="5937250"/>
          <p14:tracePt t="114194" x="9779000" y="5954713"/>
          <p14:tracePt t="114202" x="9737725" y="5962650"/>
          <p14:tracePt t="114210" x="9678988" y="5978525"/>
          <p14:tracePt t="114218" x="9620250" y="5978525"/>
          <p14:tracePt t="114226" x="9596438" y="5995988"/>
          <p14:tracePt t="114235" x="9563100" y="6003925"/>
          <p14:tracePt t="114243" x="9537700" y="6003925"/>
          <p14:tracePt t="114250" x="9521825" y="6003925"/>
          <p14:tracePt t="114267" x="9512300" y="6003925"/>
          <p14:tracePt t="114283" x="9496425" y="6003925"/>
          <p14:tracePt t="114291" x="9480550" y="6003925"/>
          <p14:tracePt t="114299" x="9455150" y="6019800"/>
          <p14:tracePt t="114307" x="9396413" y="6019800"/>
          <p14:tracePt t="114315" x="9331325" y="6037263"/>
          <p14:tracePt t="114324" x="9205913" y="6062663"/>
          <p14:tracePt t="114331" x="8940800" y="6161088"/>
          <p14:tracePt t="114341" x="8683625" y="6202363"/>
          <p14:tracePt t="114347" x="8335963" y="6269038"/>
          <p14:tracePt t="114357" x="7929563" y="6327775"/>
          <p14:tracePt t="114363" x="7489825" y="6351588"/>
          <p14:tracePt t="114373" x="6983413" y="6384925"/>
          <p14:tracePt t="114380" x="6759575" y="6392863"/>
          <p14:tracePt t="114388" x="6411913" y="6392863"/>
          <p14:tracePt t="114396" x="6070600" y="6392863"/>
          <p14:tracePt t="114404" x="5988050" y="6392863"/>
          <p14:tracePt t="114412" x="5780088" y="6392863"/>
          <p14:tracePt t="114420" x="5630863" y="6392863"/>
          <p14:tracePt t="114428" x="5532438" y="6392863"/>
          <p14:tracePt t="114436" x="5457825" y="6392863"/>
          <p14:tracePt t="114444" x="5407025" y="6369050"/>
          <p14:tracePt t="114452" x="5365750" y="6351588"/>
          <p14:tracePt t="114460" x="5349875" y="6343650"/>
          <p14:tracePt t="114468" x="5332413" y="6327775"/>
          <p14:tracePt t="114477" x="5324475" y="6310313"/>
          <p14:tracePt t="114485" x="5308600" y="6302375"/>
          <p14:tracePt t="114493" x="5291138" y="6286500"/>
          <p14:tracePt t="114501" x="5291138" y="6269038"/>
          <p14:tracePt t="114509" x="5275263" y="6261100"/>
          <p14:tracePt t="114517" x="5267325" y="6243638"/>
          <p14:tracePt t="114525" x="5267325" y="6227763"/>
          <p14:tracePt t="114533" x="5249863" y="6219825"/>
          <p14:tracePt t="114541" x="5233988" y="6186488"/>
          <p14:tracePt t="114557" x="5224463" y="6161088"/>
          <p14:tracePt t="114565" x="5208588" y="6127750"/>
          <p14:tracePt t="114574" x="5208588" y="6119813"/>
          <p14:tracePt t="114581" x="5192713" y="6078538"/>
          <p14:tracePt t="114590" x="5192713" y="6062663"/>
          <p14:tracePt t="114598" x="5183188" y="6037263"/>
          <p14:tracePt t="114607" x="5167313" y="6003925"/>
          <p14:tracePt t="114614" x="5149850" y="5978525"/>
          <p14:tracePt t="114623" x="5149850" y="5954713"/>
          <p14:tracePt t="114630" x="5141913" y="5921375"/>
          <p14:tracePt t="114638" x="5141913" y="5895975"/>
          <p14:tracePt t="114646" x="5141913" y="5862638"/>
          <p14:tracePt t="114654" x="5141913" y="5854700"/>
          <p14:tracePt t="114662" x="5141913" y="5821363"/>
          <p14:tracePt t="114670" x="5141913" y="5813425"/>
          <p14:tracePt t="114678" x="5141913" y="5795963"/>
          <p14:tracePt t="114687" x="5141913" y="5754688"/>
          <p14:tracePt t="114694" x="5192713" y="5730875"/>
          <p14:tracePt t="114703" x="5332413" y="5638800"/>
          <p14:tracePt t="114711" x="5491163" y="5548313"/>
          <p14:tracePt t="114719" x="5697538" y="5448300"/>
          <p14:tracePt t="114727" x="5988050" y="5332413"/>
          <p14:tracePt t="114735" x="6337300" y="5207000"/>
          <p14:tracePt t="114745" x="6494463" y="5157788"/>
          <p14:tracePt t="114751" x="6842125" y="5057775"/>
          <p14:tracePt t="114759" x="7191375" y="4983163"/>
          <p14:tracePt t="114767" x="7821613" y="4892675"/>
          <p14:tracePt t="114775" x="7970838" y="4892675"/>
          <p14:tracePt t="114783" x="8269288" y="4892675"/>
          <p14:tracePt t="114791" x="8575675" y="4892675"/>
          <p14:tracePt t="114800" x="8840788" y="4892675"/>
          <p14:tracePt t="114808" x="9090025" y="4892675"/>
          <p14:tracePt t="114816" x="9313863" y="4892675"/>
          <p14:tracePt t="114824" x="9496425" y="4892675"/>
          <p14:tracePt t="114832" x="9678988" y="4900613"/>
          <p14:tracePt t="114841" x="9761538" y="4933950"/>
          <p14:tracePt t="114848" x="9869488" y="4959350"/>
          <p14:tracePt t="114857" x="9969500" y="4983163"/>
          <p14:tracePt t="114864" x="10044113" y="5016500"/>
          <p14:tracePt t="114874" x="10093325" y="5057775"/>
          <p14:tracePt t="114880" x="10134600" y="5083175"/>
          <p14:tracePt t="114890" x="10185400" y="5108575"/>
          <p14:tracePt t="114896" x="10193338" y="5141913"/>
          <p14:tracePt t="114907" x="10226675" y="5165725"/>
          <p14:tracePt t="114912" x="10234613" y="5207000"/>
          <p14:tracePt t="114924" x="10250488" y="5249863"/>
          <p14:tracePt t="114929" x="10267950" y="5291138"/>
          <p14:tracePt t="114941" x="10275888" y="5348288"/>
          <p14:tracePt t="114945" x="10275888" y="5407025"/>
          <p14:tracePt t="114957" x="10275888" y="5464175"/>
          <p14:tracePt t="114961" x="10275888" y="5514975"/>
          <p14:tracePt t="114974" x="10275888" y="5548313"/>
          <p14:tracePt t="114977" x="10275888" y="5572125"/>
          <p14:tracePt t="114990" x="10275888" y="5597525"/>
          <p14:tracePt t="114993" x="10275888" y="5656263"/>
          <p14:tracePt t="115007" x="10250488" y="5688013"/>
          <p14:tracePt t="115010" x="10167938" y="5738813"/>
          <p14:tracePt t="115024" x="10052050" y="5795963"/>
          <p14:tracePt t="115026" x="9902825" y="5862638"/>
          <p14:tracePt t="115041" x="9555163" y="5995988"/>
          <p14:tracePt t="115043" x="9297988" y="6062663"/>
          <p14:tracePt t="115057" x="9148763" y="6086475"/>
          <p14:tracePt t="115058" x="8840788" y="6161088"/>
          <p14:tracePt t="115066" x="8593138" y="6202363"/>
          <p14:tracePt t="115074" x="8326438" y="6243638"/>
          <p14:tracePt t="115082" x="8228013" y="6261100"/>
          <p14:tracePt t="115091" x="8069263" y="6269038"/>
          <p14:tracePt t="115098" x="7929563" y="6302375"/>
          <p14:tracePt t="115108" x="7804150" y="6310313"/>
          <p14:tracePt t="115114" x="7737475" y="6310313"/>
          <p14:tracePt t="115124" x="7654925" y="6310313"/>
          <p14:tracePt t="115130" x="7613650" y="6310313"/>
          <p14:tracePt t="115141" x="7489825" y="6310313"/>
          <p14:tracePt t="115147" x="7389813" y="6310313"/>
          <p14:tracePt t="115157" x="7289800" y="6310313"/>
          <p14:tracePt t="115163" x="7165975" y="6310313"/>
          <p14:tracePt t="115174" x="7008813" y="6310313"/>
          <p14:tracePt t="115179" x="6826250" y="6310313"/>
          <p14:tracePt t="115190" x="6677025" y="6310313"/>
          <p14:tracePt t="115195" x="6494463" y="6310313"/>
          <p14:tracePt t="115207" x="6337300" y="6302375"/>
          <p14:tracePt t="115211" x="6186488" y="6269038"/>
          <p14:tracePt t="115224" x="6029325" y="6269038"/>
          <p14:tracePt t="115227" x="5921375" y="6261100"/>
          <p14:tracePt t="115241" x="5797550" y="6227763"/>
          <p14:tracePt t="115244" x="5756275" y="6219825"/>
          <p14:tracePt t="115257" x="5656263" y="6202363"/>
          <p14:tracePt t="115260" x="5589588" y="6186488"/>
          <p14:tracePt t="115274" x="5532438" y="6161088"/>
          <p14:tracePt t="115277" x="5491163" y="6145213"/>
          <p14:tracePt t="115290" x="5448300" y="6103938"/>
          <p14:tracePt t="115293" x="5407025" y="6078538"/>
          <p14:tracePt t="115307" x="5373688" y="6045200"/>
          <p14:tracePt t="115309" x="5349875" y="6019800"/>
          <p14:tracePt t="115323" x="5332413" y="5995988"/>
          <p14:tracePt t="115324" x="5324475" y="5962650"/>
          <p14:tracePt t="115332" x="5324475" y="5954713"/>
          <p14:tracePt t="115341" x="5308600" y="5921375"/>
          <p14:tracePt t="115348" x="5308600" y="5903913"/>
          <p14:tracePt t="115357" x="5308600" y="5880100"/>
          <p14:tracePt t="115364" x="5308600" y="5862638"/>
          <p14:tracePt t="115374" x="5308600" y="5854700"/>
          <p14:tracePt t="115381" x="5308600" y="5837238"/>
          <p14:tracePt t="115397" x="5308600" y="5821363"/>
          <p14:tracePt t="115407" x="5308600" y="5780088"/>
          <p14:tracePt t="115413" x="5308600" y="5772150"/>
          <p14:tracePt t="115423" x="5432425" y="5656263"/>
          <p14:tracePt t="115429" x="5540375" y="5556250"/>
          <p14:tracePt t="115440" x="5780088" y="5432425"/>
          <p14:tracePt t="115445" x="6103938" y="5249863"/>
          <p14:tracePt t="115457" x="6477000" y="5100638"/>
          <p14:tracePt t="115462" x="6900863" y="4933950"/>
          <p14:tracePt t="115474" x="7456488" y="4802188"/>
          <p14:tracePt t="115478" x="8027988" y="4676775"/>
          <p14:tracePt t="115490" x="8235950" y="4668838"/>
          <p14:tracePt t="115494" x="8699500" y="4594225"/>
          <p14:tracePt t="115507" x="9148763" y="4568825"/>
          <p14:tracePt t="115510" x="9596438" y="4568825"/>
          <p14:tracePt t="115524" x="9944100" y="4568825"/>
          <p14:tracePt t="115526" x="10234613" y="4568825"/>
          <p14:tracePt t="115540" x="10317163" y="4568825"/>
          <p14:tracePt t="115543" x="10458450" y="4594225"/>
          <p14:tracePt t="115557" x="10582275" y="4635500"/>
          <p14:tracePt t="115559" x="10641013" y="4651375"/>
          <p14:tracePt t="115575" x="10682288" y="4694238"/>
          <p14:tracePt t="115575" x="10723563" y="4710113"/>
          <p14:tracePt t="115591" x="10741025" y="4718050"/>
          <p14:tracePt t="115599" x="10741025" y="4735513"/>
          <p14:tracePt t="115608" x="10756900" y="4735513"/>
          <p14:tracePt t="115615" x="10756900" y="4751388"/>
          <p14:tracePt t="115624" x="10756900" y="4759325"/>
          <p14:tracePt t="115647" x="10756900" y="4776788"/>
          <p14:tracePt t="115680" x="10756900" y="4792663"/>
          <p14:tracePt t="115688" x="10741025" y="4792663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222BB-2AEE-944F-3816-7581B8A9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Priority Sampling Estimator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31BD84-400B-BEA6-2EC6-74D6459392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Redefine the notations: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noProof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general keys</a:t>
                </a:r>
                <a14:m>
                  <m:oMath xmlns:m="http://schemas.openxmlformats.org/officeDocument/2006/math">
                    <m:r>
                      <a:rPr lang="en-US" sz="1800" b="0" i="0" noProof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(not necessarily Gumbel perturbations),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b="0" i="1" noProof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0" i="1" noProof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800" b="0" i="1" noProof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being the threshold.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actual distribution of the key does not influence the unbiasedness.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determine the effective sampling scheme.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shorthand notation: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noProof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b="0" i="1" noProof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b="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18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sz="1800" b="0" i="1" noProof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8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noProof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US" sz="1800" b="0" i="0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noProof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-th largest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noProof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1800" i="1" noProof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i.e., the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threshold.</a:t>
                </a:r>
                <a:endParaRPr lang="en-US" sz="1800" noProof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331BD84-400B-BEA6-2EC6-74D645939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音訊 14">
            <a:extLst>
              <a:ext uri="{FF2B5EF4-FFF2-40B4-BE49-F238E27FC236}">
                <a16:creationId xmlns:a16="http://schemas.microsoft.com/office/drawing/2014/main" id="{B5B6CA17-926C-FADE-2423-ADA87AE69F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6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00"/>
    </mc:Choice>
    <mc:Fallback xmlns="">
      <p:transition spd="slow" advTm="7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35" x="10741025" y="4792663"/>
          <p14:tracePt t="642" x="10599738" y="4710113"/>
          <p14:tracePt t="651" x="10391775" y="4552950"/>
          <p14:tracePt t="659" x="10085388" y="4362450"/>
          <p14:tracePt t="668" x="9869488" y="4203700"/>
          <p14:tracePt t="675" x="9396413" y="3856038"/>
          <p14:tracePt t="683" x="8866188" y="3490913"/>
          <p14:tracePt t="691" x="8410575" y="3159125"/>
          <p14:tracePt t="700" x="8228013" y="3017838"/>
          <p14:tracePt t="708" x="7878763" y="2778125"/>
          <p14:tracePt t="717" x="7613650" y="2554288"/>
          <p14:tracePt t="723" x="7389813" y="2371725"/>
          <p14:tracePt t="733" x="7207250" y="2230438"/>
          <p14:tracePt t="740" x="7065963" y="2106613"/>
          <p14:tracePt t="747" x="6883400" y="1965325"/>
          <p14:tracePt t="755" x="6734175" y="1841500"/>
          <p14:tracePt t="764" x="6469063" y="1617663"/>
          <p14:tracePt t="772" x="6229350" y="1409700"/>
          <p14:tracePt t="780" x="5988050" y="1201738"/>
          <p14:tracePt t="788" x="5880100" y="1077913"/>
          <p14:tracePt t="796" x="5681663" y="879475"/>
          <p14:tracePt t="804" x="5491163" y="688975"/>
          <p14:tracePt t="812" x="5324475" y="530225"/>
          <p14:tracePt t="820" x="5275263" y="488950"/>
          <p14:tracePt t="828" x="5167313" y="365125"/>
          <p14:tracePt t="836" x="5067300" y="282575"/>
          <p14:tracePt t="844" x="5000625" y="207963"/>
          <p14:tracePt t="852" x="4943475" y="141288"/>
          <p14:tracePt t="861" x="4902200" y="100013"/>
          <p14:tracePt t="868" x="4860925" y="58738"/>
          <p14:tracePt t="877" x="4843463" y="15875"/>
          <p14:tracePt t="885" x="4835525" y="15875"/>
          <p14:tracePt t="1038" x="4943475" y="66675"/>
          <p14:tracePt t="1046" x="5026025" y="141288"/>
          <p14:tracePt t="1054" x="5167313" y="249238"/>
          <p14:tracePt t="1062" x="5491163" y="488950"/>
          <p14:tracePt t="1070" x="5722938" y="696913"/>
          <p14:tracePt t="1078" x="5946775" y="903288"/>
          <p14:tracePt t="1086" x="6062663" y="1036638"/>
          <p14:tracePt t="1095" x="6245225" y="1227138"/>
          <p14:tracePt t="1103" x="6427788" y="1425575"/>
          <p14:tracePt t="1111" x="6561138" y="1608138"/>
          <p14:tracePt t="1119" x="6677025" y="1749425"/>
          <p14:tracePt t="1127" x="6784975" y="1898650"/>
          <p14:tracePt t="1135" x="6800850" y="1924050"/>
          <p14:tracePt t="1143" x="6859588" y="2039938"/>
          <p14:tracePt t="1151" x="6900863" y="2106613"/>
          <p14:tracePt t="1159" x="6924675" y="2163763"/>
          <p14:tracePt t="1167" x="6942138" y="2222500"/>
          <p14:tracePt t="1175" x="6958013" y="2247900"/>
          <p14:tracePt t="1183" x="6958013" y="2289175"/>
          <p14:tracePt t="1191" x="6967538" y="2305050"/>
          <p14:tracePt t="1200" x="6967538" y="2330450"/>
          <p14:tracePt t="1208" x="6967538" y="2346325"/>
          <p14:tracePt t="1217" x="6967538" y="2363788"/>
          <p14:tracePt t="1224" x="6967538" y="2371725"/>
          <p14:tracePt t="1240" x="6967538" y="2387600"/>
          <p14:tracePt t="1264" x="6967538" y="2405063"/>
          <p14:tracePt t="1288" x="6967538" y="2413000"/>
          <p14:tracePt t="1312" x="6967538" y="2430463"/>
          <p14:tracePt t="1345" x="6967538" y="2446338"/>
          <p14:tracePt t="1369" x="6967538" y="2454275"/>
          <p14:tracePt t="1506" x="6967538" y="2446338"/>
          <p14:tracePt t="1516" x="6958013" y="2430463"/>
          <p14:tracePt t="1522" x="6916738" y="2413000"/>
          <p14:tracePt t="1531" x="6859588" y="2387600"/>
          <p14:tracePt t="1539" x="6784975" y="2346325"/>
          <p14:tracePt t="1547" x="6677025" y="2281238"/>
          <p14:tracePt t="1555" x="6535738" y="2163763"/>
          <p14:tracePt t="1563" x="6369050" y="2055813"/>
          <p14:tracePt t="1571" x="6203950" y="1882775"/>
          <p14:tracePt t="1579" x="6005513" y="1692275"/>
          <p14:tracePt t="1587" x="5838825" y="1509713"/>
          <p14:tracePt t="1595" x="5681663" y="1343025"/>
          <p14:tracePt t="1603" x="5499100" y="1144588"/>
          <p14:tracePt t="1611" x="5391150" y="995363"/>
          <p14:tracePt t="1619" x="5349875" y="954088"/>
          <p14:tracePt t="1627" x="5275263" y="879475"/>
          <p14:tracePt t="1636" x="5208588" y="795338"/>
          <p14:tracePt t="1644" x="5167313" y="730250"/>
          <p14:tracePt t="1652" x="5126038" y="688975"/>
          <p14:tracePt t="1660" x="5084763" y="655638"/>
          <p14:tracePt t="1667" x="5059363" y="630238"/>
          <p14:tracePt t="1676" x="5026025" y="614363"/>
          <p14:tracePt t="1684" x="5018088" y="614363"/>
          <p14:tracePt t="1692" x="5000625" y="596900"/>
          <p14:tracePt t="1700" x="4967288" y="596900"/>
          <p14:tracePt t="1708" x="4959350" y="596900"/>
          <p14:tracePt t="1717" x="4943475" y="596900"/>
          <p14:tracePt t="1724" x="4918075" y="596900"/>
          <p14:tracePt t="1733" x="4884738" y="596900"/>
          <p14:tracePt t="1741" x="4860925" y="614363"/>
          <p14:tracePt t="1751" x="4794250" y="638175"/>
          <p14:tracePt t="1757" x="4752975" y="688975"/>
          <p14:tracePt t="1767" x="4694238" y="712788"/>
          <p14:tracePt t="1773" x="4635500" y="771525"/>
          <p14:tracePt t="1784" x="4594225" y="779463"/>
          <p14:tracePt t="1789" x="4537075" y="838200"/>
          <p14:tracePt t="1800" x="4486275" y="862013"/>
          <p14:tracePt t="1805" x="4429125" y="903288"/>
          <p14:tracePt t="1817" x="4387850" y="954088"/>
          <p14:tracePt t="1821" x="4329113" y="977900"/>
          <p14:tracePt t="1833" x="4287838" y="1003300"/>
          <p14:tracePt t="1837" x="4246563" y="1036638"/>
          <p14:tracePt t="1851" x="4229100" y="1044575"/>
          <p14:tracePt t="1854" x="4205288" y="1077913"/>
          <p14:tracePt t="1866" x="4171950" y="1085850"/>
          <p14:tracePt t="1870" x="4146550" y="1085850"/>
          <p14:tracePt t="1883" x="4130675" y="1103313"/>
          <p14:tracePt t="1886" x="4122738" y="1119188"/>
          <p14:tracePt t="1902" x="4105275" y="1127125"/>
          <p14:tracePt t="1916" x="4089400" y="1127125"/>
          <p14:tracePt t="1919" x="4089400" y="1144588"/>
          <p14:tracePt t="1950" x="4089400" y="1185863"/>
          <p14:tracePt t="2225" x="4038600" y="1185863"/>
          <p14:tracePt t="2234" x="3981450" y="1185863"/>
          <p14:tracePt t="2241" x="3922713" y="1185863"/>
          <p14:tracePt t="2253" x="3865563" y="1185863"/>
          <p14:tracePt t="2257" x="3822700" y="1185863"/>
          <p14:tracePt t="2267" x="3773488" y="1185863"/>
          <p14:tracePt t="2273" x="3673475" y="1169988"/>
          <p14:tracePt t="2282" x="3575050" y="1160463"/>
          <p14:tracePt t="2290" x="3508375" y="1144588"/>
          <p14:tracePt t="2298" x="3433763" y="1127125"/>
          <p14:tracePt t="2306" x="3351213" y="1119188"/>
          <p14:tracePt t="2314" x="3309938" y="1103313"/>
          <p14:tracePt t="2322" x="3251200" y="1103313"/>
          <p14:tracePt t="2330" x="3209925" y="1103313"/>
          <p14:tracePt t="2338" x="3168650" y="1085850"/>
          <p14:tracePt t="2346" x="3127375" y="1085850"/>
          <p14:tracePt t="2354" x="3086100" y="1085850"/>
          <p14:tracePt t="2362" x="3060700" y="1085850"/>
          <p14:tracePt t="2370" x="3001963" y="1085850"/>
          <p14:tracePt t="2378" x="2978150" y="1085850"/>
          <p14:tracePt t="2386" x="2944813" y="1085850"/>
          <p14:tracePt t="2394" x="2903538" y="1085850"/>
          <p14:tracePt t="2402" x="2894013" y="1085850"/>
          <p14:tracePt t="2410" x="2860675" y="1085850"/>
          <p14:tracePt t="2418" x="2836863" y="1085850"/>
          <p14:tracePt t="2435" x="2819400" y="1085850"/>
          <p14:tracePt t="2443" x="2803525" y="1077913"/>
          <p14:tracePt t="2451" x="2795588" y="1077913"/>
          <p14:tracePt t="2693" x="2754313" y="1077913"/>
          <p14:tracePt t="2701" x="2654300" y="1103313"/>
          <p14:tracePt t="2710" x="2538413" y="1144588"/>
          <p14:tracePt t="2717" x="2230438" y="1260475"/>
          <p14:tracePt t="2725" x="2106613" y="1301750"/>
          <p14:tracePt t="2734" x="1882775" y="1368425"/>
          <p14:tracePt t="2741" x="1674813" y="1425575"/>
          <p14:tracePt t="2750" x="1476375" y="1484313"/>
          <p14:tracePt t="2758" x="1409700" y="1492250"/>
          <p14:tracePt t="2767" x="1260475" y="1525588"/>
          <p14:tracePt t="2774" x="1144588" y="1550988"/>
          <p14:tracePt t="2783" x="1062038" y="1566863"/>
          <p14:tracePt t="2790" x="995363" y="1576388"/>
          <p14:tracePt t="2799" x="962025" y="1592263"/>
          <p14:tracePt t="2806" x="954088" y="1592263"/>
          <p14:tracePt t="2814" x="936625" y="1608138"/>
          <p14:tracePt t="2879" x="977900" y="1608138"/>
          <p14:tracePt t="2887" x="1044575" y="1608138"/>
          <p14:tracePt t="2895" x="1144588" y="1608138"/>
          <p14:tracePt t="2903" x="1393825" y="1608138"/>
          <p14:tracePt t="2911" x="1550988" y="1608138"/>
          <p14:tracePt t="2919" x="1816100" y="1608138"/>
          <p14:tracePt t="2927" x="2039938" y="1608138"/>
          <p14:tracePt t="2935" x="2289175" y="1608138"/>
          <p14:tracePt t="2943" x="2554288" y="1608138"/>
          <p14:tracePt t="2951" x="2778125" y="1608138"/>
          <p14:tracePt t="2959" x="2960688" y="1608138"/>
          <p14:tracePt t="2967" x="3143250" y="1608138"/>
          <p14:tracePt t="2975" x="3201988" y="1608138"/>
          <p14:tracePt t="2984" x="3325813" y="1608138"/>
          <p14:tracePt t="2992" x="3408363" y="1608138"/>
          <p14:tracePt t="3000" x="3492500" y="1608138"/>
          <p14:tracePt t="3008" x="3557588" y="1608138"/>
          <p14:tracePt t="3017" x="3616325" y="1608138"/>
          <p14:tracePt t="3024" x="3657600" y="1608138"/>
          <p14:tracePt t="3033" x="3716338" y="1608138"/>
          <p14:tracePt t="3040" x="3740150" y="1608138"/>
          <p14:tracePt t="3050" x="3798888" y="1608138"/>
          <p14:tracePt t="3056" x="3822700" y="1608138"/>
          <p14:tracePt t="3066" x="3865563" y="1608138"/>
          <p14:tracePt t="3072" x="3940175" y="1608138"/>
          <p14:tracePt t="3080" x="4005263" y="1608138"/>
          <p14:tracePt t="3089" x="4079875" y="1608138"/>
          <p14:tracePt t="3096" x="4164013" y="1608138"/>
          <p14:tracePt t="3105" x="4246563" y="1608138"/>
          <p14:tracePt t="3113" x="4346575" y="1608138"/>
          <p14:tracePt t="3121" x="4470400" y="1608138"/>
          <p14:tracePt t="3129" x="4570413" y="1617663"/>
          <p14:tracePt t="3137" x="4694238" y="1633538"/>
          <p14:tracePt t="3145" x="4794250" y="1651000"/>
          <p14:tracePt t="3153" x="4926013" y="1658938"/>
          <p14:tracePt t="3161" x="5059363" y="1658938"/>
          <p14:tracePt t="3169" x="5208588" y="1674813"/>
          <p14:tracePt t="3178" x="5365750" y="1692275"/>
          <p14:tracePt t="3186" x="5514975" y="1716088"/>
          <p14:tracePt t="3194" x="5589588" y="1716088"/>
          <p14:tracePt t="3201" x="5805488" y="1733550"/>
          <p14:tracePt t="3210" x="5864225" y="1733550"/>
          <p14:tracePt t="3218" x="5946775" y="1733550"/>
          <p14:tracePt t="3226" x="6029325" y="1733550"/>
          <p14:tracePt t="3234" x="6103938" y="1733550"/>
          <p14:tracePt t="3242" x="6162675" y="1733550"/>
          <p14:tracePt t="3252" x="6186488" y="1733550"/>
          <p14:tracePt t="3258" x="6229350" y="1733550"/>
          <p14:tracePt t="3267" x="6245225" y="1733550"/>
          <p14:tracePt t="3274" x="6253163" y="1733550"/>
          <p14:tracePt t="3291" x="6270625" y="1733550"/>
          <p14:tracePt t="3396" x="6229350" y="1733550"/>
          <p14:tracePt t="3404" x="6186488" y="1733550"/>
          <p14:tracePt t="3411" x="6088063" y="1733550"/>
          <p14:tracePt t="3419" x="5962650" y="1733550"/>
          <p14:tracePt t="3428" x="5838825" y="1716088"/>
          <p14:tracePt t="3436" x="5681663" y="1700213"/>
          <p14:tracePt t="3444" x="5540375" y="1674813"/>
          <p14:tracePt t="3452" x="5391150" y="1674813"/>
          <p14:tracePt t="3460" x="5332413" y="1674813"/>
          <p14:tracePt t="3468" x="5208588" y="1674813"/>
          <p14:tracePt t="3476" x="5108575" y="1658938"/>
          <p14:tracePt t="3484" x="5041900" y="1651000"/>
          <p14:tracePt t="3492" x="4984750" y="1633538"/>
          <p14:tracePt t="3500" x="4926013" y="1617663"/>
          <p14:tracePt t="3508" x="4902200" y="1617663"/>
          <p14:tracePt t="3517" x="4876800" y="1608138"/>
          <p14:tracePt t="3524" x="4860925" y="1608138"/>
          <p14:tracePt t="3541" x="4843463" y="1592263"/>
          <p14:tracePt t="3622" x="4902200" y="1592263"/>
          <p14:tracePt t="3630" x="4967288" y="1592263"/>
          <p14:tracePt t="3638" x="5100638" y="1592263"/>
          <p14:tracePt t="3646" x="5249863" y="1592263"/>
          <p14:tracePt t="3654" x="5407025" y="1592263"/>
          <p14:tracePt t="3662" x="5589588" y="1592263"/>
          <p14:tracePt t="3670" x="5805488" y="1592263"/>
          <p14:tracePt t="3678" x="5988050" y="1592263"/>
          <p14:tracePt t="3686" x="6211888" y="1592263"/>
          <p14:tracePt t="3694" x="6394450" y="1592263"/>
          <p14:tracePt t="3702" x="6577013" y="1592263"/>
          <p14:tracePt t="3710" x="6734175" y="1592263"/>
          <p14:tracePt t="3718" x="6859588" y="1592263"/>
          <p14:tracePt t="3726" x="6983413" y="1592263"/>
          <p14:tracePt t="3734" x="7107238" y="1592263"/>
          <p14:tracePt t="3742" x="7191375" y="1633538"/>
          <p14:tracePt t="3751" x="7289800" y="1674813"/>
          <p14:tracePt t="3759" x="7331075" y="1692275"/>
          <p14:tracePt t="3767" x="7415213" y="1749425"/>
          <p14:tracePt t="3775" x="7456488" y="1774825"/>
          <p14:tracePt t="3784" x="7513638" y="1831975"/>
          <p14:tracePt t="3791" x="7539038" y="1857375"/>
          <p14:tracePt t="3800" x="7572375" y="1882775"/>
          <p14:tracePt t="3807" x="7580313" y="1882775"/>
          <p14:tracePt t="3817" x="7580313" y="1898650"/>
          <p14:tracePt t="3823" x="7597775" y="1916113"/>
          <p14:tracePt t="3872" x="7556500" y="1916113"/>
          <p14:tracePt t="3880" x="7531100" y="1916113"/>
          <p14:tracePt t="3888" x="7497763" y="1916113"/>
          <p14:tracePt t="3896" x="7456488" y="1916113"/>
          <p14:tracePt t="3904" x="7431088" y="1916113"/>
          <p14:tracePt t="3912" x="7397750" y="1898650"/>
          <p14:tracePt t="3920" x="7389813" y="1882775"/>
          <p14:tracePt t="3928" x="7356475" y="1874838"/>
          <p14:tracePt t="3936" x="7331075" y="1874838"/>
          <p14:tracePt t="3952" x="7315200" y="1874838"/>
          <p14:tracePt t="3960" x="7315200" y="1857375"/>
          <p14:tracePt t="4033" x="7356475" y="1857375"/>
          <p14:tracePt t="4041" x="7415213" y="1857375"/>
          <p14:tracePt t="4050" x="7489825" y="1857375"/>
          <p14:tracePt t="4057" x="7513638" y="1857375"/>
          <p14:tracePt t="4067" x="7572375" y="1874838"/>
          <p14:tracePt t="4074" x="7639050" y="1874838"/>
          <p14:tracePt t="4083" x="7696200" y="1882775"/>
          <p14:tracePt t="4090" x="7737475" y="1882775"/>
          <p14:tracePt t="4099" x="7762875" y="1882775"/>
          <p14:tracePt t="4106" x="7804150" y="1882775"/>
          <p14:tracePt t="4114" x="7837488" y="1882775"/>
          <p14:tracePt t="4122" x="7845425" y="1882775"/>
          <p14:tracePt t="4130" x="7862888" y="1882775"/>
          <p14:tracePt t="4138" x="7878763" y="1882775"/>
          <p14:tracePt t="4146" x="7886700" y="1882775"/>
          <p14:tracePt t="4162" x="7904163" y="1882775"/>
          <p14:tracePt t="4187" x="7920038" y="1874838"/>
          <p14:tracePt t="4203" x="7929563" y="1857375"/>
          <p14:tracePt t="4219" x="7945438" y="1857375"/>
          <p14:tracePt t="4227" x="7962900" y="1841500"/>
          <p14:tracePt t="4243" x="7986713" y="1831975"/>
          <p14:tracePt t="4253" x="8004175" y="1831975"/>
          <p14:tracePt t="4259" x="8004175" y="1816100"/>
          <p14:tracePt t="4267" x="8020050" y="1816100"/>
          <p14:tracePt t="4275" x="8045450" y="1800225"/>
          <p14:tracePt t="4283" x="8061325" y="1800225"/>
          <p14:tracePt t="4291" x="8061325" y="1790700"/>
          <p14:tracePt t="4300" x="8069263" y="1790700"/>
          <p14:tracePt t="4317" x="8086725" y="1790700"/>
          <p14:tracePt t="4364" x="8069263" y="1790700"/>
          <p14:tracePt t="4372" x="8027988" y="1790700"/>
          <p14:tracePt t="4380" x="7929563" y="1790700"/>
          <p14:tracePt t="4389" x="7705725" y="1790700"/>
          <p14:tracePt t="4396" x="7580313" y="1790700"/>
          <p14:tracePt t="4405" x="7397750" y="1749425"/>
          <p14:tracePt t="4413" x="7307263" y="1733550"/>
          <p14:tracePt t="4421" x="7150100" y="1700213"/>
          <p14:tracePt t="4429" x="7024688" y="1658938"/>
          <p14:tracePt t="4437" x="6942138" y="1633538"/>
          <p14:tracePt t="4445" x="6859588" y="1617663"/>
          <p14:tracePt t="4453" x="6784975" y="1608138"/>
          <p14:tracePt t="4461" x="6759575" y="1592263"/>
          <p14:tracePt t="4469" x="6700838" y="1576388"/>
          <p14:tracePt t="4477" x="6659563" y="1576388"/>
          <p14:tracePt t="4485" x="6592888" y="1550988"/>
          <p14:tracePt t="4493" x="6518275" y="1525588"/>
          <p14:tracePt t="4501" x="6427788" y="1492250"/>
          <p14:tracePt t="4509" x="6294438" y="1468438"/>
          <p14:tracePt t="4517" x="6245225" y="1435100"/>
          <p14:tracePt t="4526" x="6145213" y="1409700"/>
          <p14:tracePt t="4534" x="6070600" y="1368425"/>
          <p14:tracePt t="4542" x="6005513" y="1350963"/>
          <p14:tracePt t="4550" x="5946775" y="1309688"/>
          <p14:tracePt t="4558" x="5921375" y="1301750"/>
          <p14:tracePt t="4567" x="5864225" y="1268413"/>
          <p14:tracePt t="4574" x="5838825" y="1268413"/>
          <p14:tracePt t="4583" x="5805488" y="1260475"/>
          <p14:tracePt t="4590" x="5756275" y="1219200"/>
          <p14:tracePt t="4600" x="5715000" y="1185863"/>
          <p14:tracePt t="4607" x="5640388" y="1160463"/>
          <p14:tracePt t="4616" x="5614988" y="1127125"/>
          <p14:tracePt t="4623" x="5556250" y="1103313"/>
          <p14:tracePt t="4633" x="5499100" y="1077913"/>
          <p14:tracePt t="4638" x="5457825" y="1044575"/>
          <p14:tracePt t="4650" x="5432425" y="1020763"/>
          <p14:tracePt t="4655" x="5407025" y="995363"/>
          <p14:tracePt t="4667" x="5391150" y="995363"/>
          <p14:tracePt t="4671" x="5373688" y="977900"/>
          <p14:tracePt t="4683" x="5365750" y="962025"/>
          <p14:tracePt t="4687" x="5365750" y="954088"/>
          <p14:tracePt t="4703" x="5349875" y="936625"/>
          <p14:tracePt t="4717" x="5349875" y="920750"/>
          <p14:tracePt t="4727" x="5349875" y="903288"/>
          <p14:tracePt t="4736" x="5349875" y="895350"/>
          <p14:tracePt t="4744" x="5349875" y="862013"/>
          <p14:tracePt t="4752" x="5349875" y="854075"/>
          <p14:tracePt t="4760" x="5349875" y="812800"/>
          <p14:tracePt t="4768" x="5373688" y="771525"/>
          <p14:tracePt t="4776" x="5457825" y="730250"/>
          <p14:tracePt t="4784" x="5573713" y="688975"/>
          <p14:tracePt t="4792" x="5697538" y="638175"/>
          <p14:tracePt t="4800" x="5880100" y="596900"/>
          <p14:tracePt t="4808" x="6070600" y="588963"/>
          <p14:tracePt t="4817" x="6518275" y="555625"/>
          <p14:tracePt t="4824" x="6818313" y="555625"/>
          <p14:tracePt t="4834" x="6942138" y="555625"/>
          <p14:tracePt t="4840" x="7207250" y="555625"/>
          <p14:tracePt t="4850" x="7456488" y="630238"/>
          <p14:tracePt t="4857" x="7680325" y="688975"/>
          <p14:tracePt t="4867" x="7886700" y="779463"/>
          <p14:tracePt t="4873" x="8069263" y="854075"/>
          <p14:tracePt t="4883" x="8228013" y="920750"/>
          <p14:tracePt t="4889" x="8377238" y="1020763"/>
          <p14:tracePt t="4900" x="8518525" y="1103313"/>
          <p14:tracePt t="4905" x="8559800" y="1127125"/>
          <p14:tracePt t="4917" x="8642350" y="1185863"/>
          <p14:tracePt t="4921" x="8716963" y="1260475"/>
          <p14:tracePt t="4934" x="8783638" y="1327150"/>
          <p14:tracePt t="4938" x="8816975" y="1368425"/>
          <p14:tracePt t="4950" x="8824913" y="1393825"/>
          <p14:tracePt t="4953" x="8840788" y="1435100"/>
          <p14:tracePt t="4967" x="8858250" y="1484313"/>
          <p14:tracePt t="4970" x="8858250" y="1525588"/>
          <p14:tracePt t="4983" x="8858250" y="1566863"/>
          <p14:tracePt t="4986" x="8816975" y="1592263"/>
          <p14:tracePt t="5000" x="8724900" y="1617663"/>
          <p14:tracePt t="5003" x="8616950" y="1651000"/>
          <p14:tracePt t="5016" x="8459788" y="1658938"/>
          <p14:tracePt t="5019" x="8335963" y="1674813"/>
          <p14:tracePt t="5034" x="8186738" y="1700213"/>
          <p14:tracePt t="5034" x="8112125" y="1716088"/>
          <p14:tracePt t="5042" x="7886700" y="1733550"/>
          <p14:tracePt t="5050" x="7762875" y="1749425"/>
          <p14:tracePt t="5059" x="7654925" y="1757363"/>
          <p14:tracePt t="5067" x="7613650" y="1757363"/>
          <p14:tracePt t="5075" x="7513638" y="1774825"/>
          <p14:tracePt t="5084" x="7331075" y="1790700"/>
          <p14:tracePt t="5091" x="7265988" y="1790700"/>
          <p14:tracePt t="5100" x="7165975" y="1800225"/>
          <p14:tracePt t="5107" x="7065963" y="1800225"/>
          <p14:tracePt t="5117" x="6942138" y="1800225"/>
          <p14:tracePt t="5123" x="6826250" y="1800225"/>
          <p14:tracePt t="5133" x="6775450" y="1800225"/>
          <p14:tracePt t="5139" x="6677025" y="1800225"/>
          <p14:tracePt t="5150" x="6602413" y="1800225"/>
          <p14:tracePt t="5155" x="6551613" y="1800225"/>
          <p14:tracePt t="5167" x="6494463" y="1790700"/>
          <p14:tracePt t="5172" x="6469063" y="1774825"/>
          <p14:tracePt t="5183" x="6435725" y="1774825"/>
          <p14:tracePt t="5188" x="6427788" y="1757363"/>
          <p14:tracePt t="5200" x="6394450" y="1749425"/>
          <p14:tracePt t="5212" x="6386513" y="1749425"/>
          <p14:tracePt t="5220" x="6369050" y="1733550"/>
          <p14:tracePt t="5228" x="6353175" y="1733550"/>
          <p14:tracePt t="5236" x="6327775" y="1716088"/>
          <p14:tracePt t="5253" x="6294438" y="1700213"/>
          <p14:tracePt t="5260" x="6270625" y="1692275"/>
          <p14:tracePt t="5268" x="6253163" y="1692275"/>
          <p14:tracePt t="5276" x="6211888" y="1674813"/>
          <p14:tracePt t="5284" x="6145213" y="1658938"/>
          <p14:tracePt t="5293" x="6088063" y="1651000"/>
          <p14:tracePt t="5301" x="5988050" y="1633538"/>
          <p14:tracePt t="5309" x="5897563" y="1608138"/>
          <p14:tracePt t="5317" x="5780088" y="1576388"/>
          <p14:tracePt t="5325" x="5630863" y="1550988"/>
          <p14:tracePt t="5334" x="5499100" y="1525588"/>
          <p14:tracePt t="5341" x="5448300" y="1492250"/>
          <p14:tracePt t="5350" x="5332413" y="1468438"/>
          <p14:tracePt t="5357" x="5233988" y="1435100"/>
          <p14:tracePt t="5367" x="5149850" y="1409700"/>
          <p14:tracePt t="5373" x="5108575" y="1393825"/>
          <p14:tracePt t="5383" x="5059363" y="1368425"/>
          <p14:tracePt t="5390" x="5000625" y="1350963"/>
          <p14:tracePt t="5399" x="4959350" y="1343025"/>
          <p14:tracePt t="5406" x="4943475" y="1327150"/>
          <p14:tracePt t="5414" x="4902200" y="1309688"/>
          <p14:tracePt t="5422" x="4884738" y="1301750"/>
          <p14:tracePt t="5430" x="4860925" y="1285875"/>
          <p14:tracePt t="5438" x="4835525" y="1260475"/>
          <p14:tracePt t="5446" x="4802188" y="1227138"/>
          <p14:tracePt t="5454" x="4794250" y="1219200"/>
          <p14:tracePt t="5462" x="4794250" y="1185863"/>
          <p14:tracePt t="5470" x="4776788" y="1169988"/>
          <p14:tracePt t="5486" x="4776788" y="1160463"/>
          <p14:tracePt t="5494" x="4776788" y="1144588"/>
          <p14:tracePt t="5503" x="4776788" y="1127125"/>
          <p14:tracePt t="5511" x="4776788" y="1119188"/>
          <p14:tracePt t="5519" x="4776788" y="1103313"/>
          <p14:tracePt t="5527" x="4776788" y="1085850"/>
          <p14:tracePt t="5535" x="4818063" y="1062038"/>
          <p14:tracePt t="5543" x="4902200" y="1036638"/>
          <p14:tracePt t="5551" x="5108575" y="962025"/>
          <p14:tracePt t="5559" x="5332413" y="920750"/>
          <p14:tracePt t="5567" x="5640388" y="903288"/>
          <p14:tracePt t="5575" x="6029325" y="879475"/>
          <p14:tracePt t="5584" x="6435725" y="879475"/>
          <p14:tracePt t="5591" x="6826250" y="879475"/>
          <p14:tracePt t="5600" x="7050088" y="879475"/>
          <p14:tracePt t="5608" x="7439025" y="879475"/>
          <p14:tracePt t="5617" x="7796213" y="879475"/>
          <p14:tracePt t="5624" x="8102600" y="954088"/>
          <p14:tracePt t="5634" x="8393113" y="1020763"/>
          <p14:tracePt t="5640" x="8658225" y="1077913"/>
          <p14:tracePt t="5649" x="8858250" y="1185863"/>
          <p14:tracePt t="5656" x="9048750" y="1260475"/>
          <p14:tracePt t="5664" x="9231313" y="1327150"/>
          <p14:tracePt t="5672" x="9355138" y="1393825"/>
          <p14:tracePt t="5680" x="9396413" y="1425575"/>
          <p14:tracePt t="5688" x="9496425" y="1492250"/>
          <p14:tracePt t="5696" x="9578975" y="1550988"/>
          <p14:tracePt t="5704" x="9620250" y="1592263"/>
          <p14:tracePt t="5712" x="9663113" y="1617663"/>
          <p14:tracePt t="5721" x="9678988" y="1633538"/>
          <p14:tracePt t="5729" x="9694863" y="1633538"/>
          <p14:tracePt t="5737" x="9694863" y="1651000"/>
          <p14:tracePt t="5745" x="9704388" y="1658938"/>
          <p14:tracePt t="5769" x="9704388" y="1674813"/>
          <p14:tracePt t="5809" x="9678988" y="1674813"/>
          <p14:tracePt t="5817" x="9620250" y="1692275"/>
          <p14:tracePt t="5826" x="9604375" y="1692275"/>
          <p14:tracePt t="5833" x="9555163" y="1692275"/>
          <p14:tracePt t="5842" x="9496425" y="1700213"/>
          <p14:tracePt t="5850" x="9437688" y="1700213"/>
          <p14:tracePt t="5857" x="9413875" y="1716088"/>
          <p14:tracePt t="5867" x="9372600" y="1716088"/>
          <p14:tracePt t="5874" x="9355138" y="1716088"/>
          <p14:tracePt t="5883" x="9331325" y="1716088"/>
          <p14:tracePt t="5890" x="9313863" y="1733550"/>
          <p14:tracePt t="5900" x="9297988" y="1733550"/>
          <p14:tracePt t="5906" x="9288463" y="1733550"/>
          <p14:tracePt t="6035" x="9331325" y="1733550"/>
          <p14:tracePt t="6044" x="9355138" y="1733550"/>
          <p14:tracePt t="6052" x="9413875" y="1733550"/>
          <p14:tracePt t="6060" x="9455150" y="1733550"/>
          <p14:tracePt t="6068" x="9496425" y="1733550"/>
          <p14:tracePt t="6076" x="9537700" y="1733550"/>
          <p14:tracePt t="6084" x="9578975" y="1749425"/>
          <p14:tracePt t="6092" x="9596438" y="1757363"/>
          <p14:tracePt t="6100" x="9604375" y="1757363"/>
          <p14:tracePt t="6108" x="9620250" y="1757363"/>
          <p14:tracePt t="6117" x="9620250" y="1774825"/>
          <p14:tracePt t="6124" x="9637713" y="1774825"/>
          <p14:tracePt t="6164" x="9620250" y="1774825"/>
          <p14:tracePt t="6173" x="9596438" y="1774825"/>
          <p14:tracePt t="6180" x="9555163" y="1774825"/>
          <p14:tracePt t="6189" x="9521825" y="1749425"/>
          <p14:tracePt t="6197" x="9471025" y="1733550"/>
          <p14:tracePt t="6205" x="9429750" y="1716088"/>
          <p14:tracePt t="6213" x="9372600" y="1692275"/>
          <p14:tracePt t="6221" x="9339263" y="1674813"/>
          <p14:tracePt t="6229" x="9313863" y="1658938"/>
          <p14:tracePt t="6237" x="9297988" y="1651000"/>
          <p14:tracePt t="6245" x="9272588" y="1633538"/>
          <p14:tracePt t="6255" x="9256713" y="1617663"/>
          <p14:tracePt t="6261" x="9247188" y="1617663"/>
          <p14:tracePt t="6269" x="9213850" y="1608138"/>
          <p14:tracePt t="6277" x="9190038" y="1592263"/>
          <p14:tracePt t="6286" x="9172575" y="1576388"/>
          <p14:tracePt t="6294" x="9148763" y="1550988"/>
          <p14:tracePt t="6302" x="9123363" y="1533525"/>
          <p14:tracePt t="6310" x="9105900" y="1525588"/>
          <p14:tracePt t="6318" x="9082088" y="1492250"/>
          <p14:tracePt t="6326" x="9064625" y="1492250"/>
          <p14:tracePt t="6334" x="9048750" y="1484313"/>
          <p14:tracePt t="6342" x="9048750" y="1468438"/>
          <p14:tracePt t="6350" x="9031288" y="1450975"/>
          <p14:tracePt t="6367" x="9023350" y="1450975"/>
          <p14:tracePt t="6383" x="9023350" y="1435100"/>
          <p14:tracePt t="6400" x="9007475" y="1425575"/>
          <p14:tracePt t="6416" x="9007475" y="1409700"/>
          <p14:tracePt t="6447" x="9007475" y="1393825"/>
          <p14:tracePt t="6455" x="9007475" y="1384300"/>
          <p14:tracePt t="6479" x="9007475" y="1368425"/>
          <p14:tracePt t="6487" x="9007475" y="1350963"/>
          <p14:tracePt t="6495" x="9007475" y="1343025"/>
          <p14:tracePt t="6503" x="9007475" y="1327150"/>
          <p14:tracePt t="6511" x="9048750" y="1301750"/>
          <p14:tracePt t="6520" x="9090025" y="1268413"/>
          <p14:tracePt t="6528" x="9148763" y="1244600"/>
          <p14:tracePt t="6536" x="9213850" y="1227138"/>
          <p14:tracePt t="6544" x="9313863" y="1219200"/>
          <p14:tracePt t="6552" x="9413875" y="1219200"/>
          <p14:tracePt t="6560" x="9563100" y="1219200"/>
          <p14:tracePt t="6568" x="9720263" y="1219200"/>
          <p14:tracePt t="6576" x="9902825" y="1219200"/>
          <p14:tracePt t="6584" x="10085388" y="1244600"/>
          <p14:tracePt t="6592" x="10234613" y="1309688"/>
          <p14:tracePt t="6601" x="10401300" y="1409700"/>
          <p14:tracePt t="6608" x="10517188" y="1468438"/>
          <p14:tracePt t="6617" x="10615613" y="1533525"/>
          <p14:tracePt t="6625" x="10723563" y="1617663"/>
          <p14:tracePt t="6633" x="10756900" y="1658938"/>
          <p14:tracePt t="6641" x="10823575" y="1733550"/>
          <p14:tracePt t="6650" x="10882313" y="1816100"/>
          <p14:tracePt t="6657" x="10906125" y="1874838"/>
          <p14:tracePt t="6667" x="10931525" y="1916113"/>
          <p14:tracePt t="6673" x="10931525" y="1965325"/>
          <p14:tracePt t="6683" x="10947400" y="2014538"/>
          <p14:tracePt t="6689" x="10947400" y="2039938"/>
          <p14:tracePt t="6700" x="10947400" y="2081213"/>
          <p14:tracePt t="6705" x="10947400" y="2098675"/>
          <p14:tracePt t="6717" x="10931525" y="2106613"/>
          <p14:tracePt t="6722" x="10906125" y="2139950"/>
          <p14:tracePt t="6734" x="10848975" y="2147888"/>
          <p14:tracePt t="6738" x="10756900" y="2181225"/>
          <p14:tracePt t="6750" x="10682288" y="2189163"/>
          <p14:tracePt t="6754" x="10615613" y="2206625"/>
          <p14:tracePt t="6767" x="10517188" y="2222500"/>
          <p14:tracePt t="6770" x="10417175" y="2222500"/>
          <p14:tracePt t="6783" x="10293350" y="2222500"/>
          <p14:tracePt t="6786" x="10167938" y="2222500"/>
          <p14:tracePt t="6800" x="10010775" y="2222500"/>
          <p14:tracePt t="6802" x="9828213" y="2222500"/>
          <p14:tracePt t="6817" x="9480550" y="2222500"/>
          <p14:tracePt t="6818" x="9231313" y="2181225"/>
          <p14:tracePt t="6827" x="9082088" y="2139950"/>
          <p14:tracePt t="6834" x="8816975" y="2081213"/>
          <p14:tracePt t="6843" x="8593138" y="2039938"/>
          <p14:tracePt t="6851" x="8377238" y="1998663"/>
          <p14:tracePt t="6859" x="8153400" y="1957388"/>
          <p14:tracePt t="6867" x="7929563" y="1916113"/>
          <p14:tracePt t="6875" x="7754938" y="1898650"/>
          <p14:tracePt t="6884" x="7531100" y="1874838"/>
          <p14:tracePt t="6891" x="7348538" y="1874838"/>
          <p14:tracePt t="6900" x="7165975" y="1857375"/>
          <p14:tracePt t="6907" x="6967538" y="1841500"/>
          <p14:tracePt t="6917" x="6784975" y="1800225"/>
          <p14:tracePt t="6923" x="6561138" y="1790700"/>
          <p14:tracePt t="6933" x="6353175" y="1716088"/>
          <p14:tracePt t="6939" x="6129338" y="1658938"/>
          <p14:tracePt t="6950" x="5897563" y="1550988"/>
          <p14:tracePt t="6956" x="5715000" y="1484313"/>
          <p14:tracePt t="6967" x="5640388" y="1425575"/>
          <p14:tracePt t="7182" x="5448300" y="1425575"/>
          <p14:tracePt t="7190" x="5192713" y="1425575"/>
          <p14:tracePt t="7200" x="4884738" y="1425575"/>
          <p14:tracePt t="7206" x="4495800" y="1425575"/>
          <p14:tracePt t="7214" x="4089400" y="1425575"/>
          <p14:tracePt t="7222" x="3906838" y="1425575"/>
          <p14:tracePt t="7230" x="3557588" y="1425575"/>
          <p14:tracePt t="7238" x="3251200" y="1425575"/>
          <p14:tracePt t="7246" x="3184525" y="1425575"/>
          <p14:tracePt t="7254" x="3001963" y="1425575"/>
          <p14:tracePt t="7263" x="2852738" y="1425575"/>
          <p14:tracePt t="7270" x="2754313" y="1425575"/>
          <p14:tracePt t="7278" x="2654300" y="1425575"/>
          <p14:tracePt t="7286" x="2587625" y="1425575"/>
          <p14:tracePt t="7295" x="2454275" y="1425575"/>
          <p14:tracePt t="7303" x="2389188" y="1425575"/>
          <p14:tracePt t="7311" x="2289175" y="1425575"/>
          <p14:tracePt t="7319" x="2181225" y="1425575"/>
          <p14:tracePt t="7327" x="2024063" y="1409700"/>
          <p14:tracePt t="7335" x="1874838" y="1393825"/>
          <p14:tracePt t="7343" x="1741488" y="1384300"/>
          <p14:tracePt t="7351" x="1692275" y="1384300"/>
          <p14:tracePt t="7359" x="1576388" y="1368425"/>
          <p14:tracePt t="7367" x="1476375" y="1350963"/>
          <p14:tracePt t="7376" x="1393825" y="1343025"/>
          <p14:tracePt t="7384" x="1352550" y="1343025"/>
          <p14:tracePt t="7392" x="1301750" y="1327150"/>
          <p14:tracePt t="7400" x="1260475" y="1327150"/>
          <p14:tracePt t="7408" x="1227138" y="1309688"/>
          <p14:tracePt t="7417" x="1203325" y="1301750"/>
          <p14:tracePt t="7424" x="1185863" y="1301750"/>
          <p14:tracePt t="7433" x="1169988" y="1285875"/>
          <p14:tracePt t="7440" x="1160463" y="1285875"/>
          <p14:tracePt t="7450" x="1144588" y="1268413"/>
          <p14:tracePt t="7466" x="1144588" y="1260475"/>
          <p14:tracePt t="7480" x="1144588" y="1244600"/>
          <p14:tracePt t="7497" x="1144588" y="1227138"/>
          <p14:tracePt t="7513" x="1160463" y="1227138"/>
          <p14:tracePt t="7521" x="1211263" y="1219200"/>
          <p14:tracePt t="7529" x="1309688" y="1169988"/>
          <p14:tracePt t="7537" x="1525588" y="1127125"/>
          <p14:tracePt t="7545" x="1741488" y="1077913"/>
          <p14:tracePt t="7553" x="2057400" y="1020763"/>
          <p14:tracePt t="7561" x="2405063" y="977900"/>
          <p14:tracePt t="7569" x="2587625" y="954088"/>
          <p14:tracePt t="7577" x="3209925" y="920750"/>
          <p14:tracePt t="7585" x="3598863" y="920750"/>
          <p14:tracePt t="7593" x="4005263" y="920750"/>
          <p14:tracePt t="7602" x="4187825" y="920750"/>
          <p14:tracePt t="7610" x="4537075" y="920750"/>
          <p14:tracePt t="7618" x="4835525" y="920750"/>
          <p14:tracePt t="7626" x="5100638" y="995363"/>
          <p14:tracePt t="7634" x="5324475" y="1044575"/>
          <p14:tracePt t="7642" x="5499100" y="1103313"/>
          <p14:tracePt t="7650" x="5556250" y="1127125"/>
          <p14:tracePt t="7658" x="5673725" y="1185863"/>
          <p14:tracePt t="7667" x="5756275" y="1219200"/>
          <p14:tracePt t="7674" x="5797550" y="1244600"/>
          <p14:tracePt t="7683" x="5838825" y="1285875"/>
          <p14:tracePt t="7690" x="5864225" y="1301750"/>
          <p14:tracePt t="7700" x="5864225" y="1309688"/>
          <p14:tracePt t="7706" x="5880100" y="1309688"/>
          <p14:tracePt t="7716" x="5880100" y="1343025"/>
          <p14:tracePt t="7723" x="5880100" y="1350963"/>
          <p14:tracePt t="7731" x="5880100" y="1368425"/>
          <p14:tracePt t="7739" x="5880100" y="1384300"/>
          <p14:tracePt t="7755" x="5838825" y="1425575"/>
          <p14:tracePt t="7763" x="5797550" y="1468438"/>
          <p14:tracePt t="7771" x="5738813" y="1509713"/>
          <p14:tracePt t="7779" x="5656263" y="1566863"/>
          <p14:tracePt t="7787" x="5540375" y="1651000"/>
          <p14:tracePt t="7795" x="5448300" y="1716088"/>
          <p14:tracePt t="7803" x="5324475" y="1774825"/>
          <p14:tracePt t="7811" x="5183188" y="1857375"/>
          <p14:tracePt t="7820" x="5026025" y="1924050"/>
          <p14:tracePt t="7828" x="4918075" y="1981200"/>
          <p14:tracePt t="7836" x="4860925" y="1998663"/>
          <p14:tracePt t="7844" x="4760913" y="2039938"/>
          <p14:tracePt t="7852" x="4660900" y="2065338"/>
          <p14:tracePt t="7860" x="4570413" y="2081213"/>
          <p14:tracePt t="7868" x="4411663" y="2106613"/>
          <p14:tracePt t="7876" x="4346575" y="2122488"/>
          <p14:tracePt t="7884" x="4221163" y="2122488"/>
          <p14:tracePt t="7892" x="4105275" y="2122488"/>
          <p14:tracePt t="7900" x="3956050" y="2122488"/>
          <p14:tracePt t="7908" x="3822700" y="2122488"/>
          <p14:tracePt t="7917" x="3673475" y="2122488"/>
          <p14:tracePt t="7924" x="3516313" y="2106613"/>
          <p14:tracePt t="7933" x="3467100" y="2098675"/>
          <p14:tracePt t="7941" x="3375025" y="2055813"/>
          <p14:tracePt t="7951" x="3284538" y="2024063"/>
          <p14:tracePt t="7957" x="3209925" y="1998663"/>
          <p14:tracePt t="7967" x="3160713" y="1957388"/>
          <p14:tracePt t="7973" x="3109913" y="1924050"/>
          <p14:tracePt t="7983" x="3068638" y="1898650"/>
          <p14:tracePt t="7989" x="3043238" y="1874838"/>
          <p14:tracePt t="8000" x="3019425" y="1831975"/>
          <p14:tracePt t="8005" x="3001963" y="1800225"/>
          <p14:tracePt t="8017" x="2986088" y="1774825"/>
          <p14:tracePt t="8021" x="2978150" y="1733550"/>
          <p14:tracePt t="8033" x="2960688" y="1716088"/>
          <p14:tracePt t="8037" x="2960688" y="1674813"/>
          <p14:tracePt t="8050" x="2960688" y="1658938"/>
          <p14:tracePt t="8054" x="2960688" y="1633538"/>
          <p14:tracePt t="8067" x="2960688" y="1608138"/>
          <p14:tracePt t="8070" x="2960688" y="1592263"/>
          <p14:tracePt t="8086" x="2960688" y="1576388"/>
          <p14:tracePt t="8100" x="2978150" y="1550988"/>
          <p14:tracePt t="8103" x="3019425" y="1525588"/>
          <p14:tracePt t="8117" x="3086100" y="1492250"/>
          <p14:tracePt t="8119" x="3309938" y="1409700"/>
          <p14:tracePt t="8133" x="3492500" y="1384300"/>
          <p14:tracePt t="8135" x="3781425" y="1327150"/>
          <p14:tracePt t="8150" x="4130675" y="1309688"/>
          <p14:tracePt t="8151" x="4486275" y="1309688"/>
          <p14:tracePt t="8159" x="4926013" y="1309688"/>
          <p14:tracePt t="8167" x="5126038" y="1309688"/>
          <p14:tracePt t="8175" x="5514975" y="1309688"/>
          <p14:tracePt t="8184" x="5822950" y="1393825"/>
          <p14:tracePt t="8191" x="6070600" y="1492250"/>
          <p14:tracePt t="8200" x="6129338" y="1525588"/>
          <p14:tracePt t="8207" x="6294438" y="1608138"/>
          <p14:tracePt t="8217" x="6386513" y="1658938"/>
          <p14:tracePt t="8223" x="6435725" y="1700213"/>
          <p14:tracePt t="8234" x="6469063" y="1749425"/>
          <p14:tracePt t="8239" x="6477000" y="1749425"/>
          <p14:tracePt t="8252" x="6477000" y="1774825"/>
          <p14:tracePt t="8257" x="6477000" y="1790700"/>
          <p14:tracePt t="8272" x="6477000" y="1800225"/>
          <p14:tracePt t="8283" x="6477000" y="1816100"/>
          <p14:tracePt t="8287" x="6427788" y="1831975"/>
          <p14:tracePt t="8300" x="6353175" y="1841500"/>
          <p14:tracePt t="8304" x="6229350" y="1882775"/>
          <p14:tracePt t="8317" x="6070600" y="1898650"/>
          <p14:tracePt t="8320" x="5921375" y="1916113"/>
          <p14:tracePt t="8334" x="5715000" y="1916113"/>
          <p14:tracePt t="8336" x="5491163" y="1916113"/>
          <p14:tracePt t="8350" x="5267325" y="1916113"/>
          <p14:tracePt t="8353" x="5000625" y="1916113"/>
          <p14:tracePt t="8367" x="4794250" y="1916113"/>
          <p14:tracePt t="8369" x="4529138" y="1841500"/>
          <p14:tracePt t="8384" x="4346575" y="1774825"/>
          <p14:tracePt t="8386" x="4164013" y="1700213"/>
          <p14:tracePt t="8400" x="4005263" y="1633538"/>
          <p14:tracePt t="8401" x="3865563" y="1550988"/>
          <p14:tracePt t="8409" x="3732213" y="1468438"/>
          <p14:tracePt t="8417" x="3641725" y="1393825"/>
          <p14:tracePt t="8425" x="3575050" y="1327150"/>
          <p14:tracePt t="8434" x="3533775" y="1285875"/>
          <p14:tracePt t="8441" x="3467100" y="1219200"/>
          <p14:tracePt t="8450" x="3408363" y="1127125"/>
          <p14:tracePt t="8457" x="3367088" y="1077913"/>
          <p14:tracePt t="8467" x="3333750" y="1020763"/>
          <p14:tracePt t="8474" x="3309938" y="962025"/>
          <p14:tracePt t="8484" x="3292475" y="936625"/>
          <p14:tracePt t="8489" x="3284538" y="895350"/>
          <p14:tracePt t="8500" x="3267075" y="862013"/>
          <p14:tracePt t="8506" x="3251200" y="854075"/>
          <p14:tracePt t="8517" x="3251200" y="820738"/>
          <p14:tracePt t="8522" x="3251200" y="812800"/>
          <p14:tracePt t="8538" x="3251200" y="795338"/>
          <p14:tracePt t="8550" x="3251200" y="779463"/>
          <p14:tracePt t="8554" x="3251200" y="771525"/>
          <p14:tracePt t="8567" x="3251200" y="738188"/>
          <p14:tracePt t="8570" x="3267075" y="712788"/>
          <p14:tracePt t="8584" x="3309938" y="688975"/>
          <p14:tracePt t="8587" x="3367088" y="614363"/>
          <p14:tracePt t="8861" x="3367088" y="630238"/>
          <p14:tracePt t="8869" x="3367088" y="655638"/>
          <p14:tracePt t="8877" x="3367088" y="696913"/>
          <p14:tracePt t="8885" x="3375025" y="795338"/>
          <p14:tracePt t="8893" x="3375025" y="820738"/>
          <p14:tracePt t="8901" x="3392488" y="895350"/>
          <p14:tracePt t="8909" x="3392488" y="954088"/>
          <p14:tracePt t="8917" x="3408363" y="1003300"/>
          <p14:tracePt t="8925" x="3408363" y="1062038"/>
          <p14:tracePt t="8933" x="3408363" y="1119188"/>
          <p14:tracePt t="8942" x="3408363" y="1144588"/>
          <p14:tracePt t="8950" x="3408363" y="1169988"/>
          <p14:tracePt t="8958" x="3408363" y="1185863"/>
          <p14:tracePt t="8967" x="3408363" y="1219200"/>
          <p14:tracePt t="8974" x="3408363" y="1227138"/>
          <p14:tracePt t="8983" x="3408363" y="1244600"/>
          <p14:tracePt t="8990" x="3425825" y="1244600"/>
          <p14:tracePt t="9000" x="3425825" y="1260475"/>
          <p14:tracePt t="9006" x="3425825" y="1268413"/>
          <p14:tracePt t="9016" x="3433763" y="1268413"/>
          <p14:tracePt t="9022" x="3433763" y="1301750"/>
          <p14:tracePt t="9031" x="3449638" y="1343025"/>
          <p14:tracePt t="9039" x="3475038" y="1384300"/>
          <p14:tracePt t="9047" x="3508375" y="1425575"/>
          <p14:tracePt t="9055" x="3533775" y="1509713"/>
          <p14:tracePt t="9063" x="3557588" y="1550988"/>
          <p14:tracePt t="9071" x="3590925" y="1592263"/>
          <p14:tracePt t="9079" x="3632200" y="1674813"/>
          <p14:tracePt t="9087" x="3641725" y="1716088"/>
          <p14:tracePt t="9095" x="3657600" y="1757363"/>
          <p14:tracePt t="9103" x="3673475" y="1800225"/>
          <p14:tracePt t="9111" x="3690938" y="1831975"/>
          <p14:tracePt t="9119" x="3698875" y="1841500"/>
          <p14:tracePt t="9127" x="3698875" y="1857375"/>
          <p14:tracePt t="9136" x="3716338" y="1874838"/>
          <p14:tracePt t="9224" x="3698875" y="1874838"/>
          <p14:tracePt t="9240" x="3690938" y="1874838"/>
          <p14:tracePt t="9253" x="3632200" y="1874838"/>
          <p14:tracePt t="9256" x="3575050" y="1874838"/>
          <p14:tracePt t="9266" x="3516313" y="1874838"/>
          <p14:tracePt t="9273" x="3449638" y="1874838"/>
          <p14:tracePt t="9281" x="3375025" y="1857375"/>
          <p14:tracePt t="9289" x="3309938" y="1841500"/>
          <p14:tracePt t="9297" x="3209925" y="1816100"/>
          <p14:tracePt t="9305" x="3109913" y="1790700"/>
          <p14:tracePt t="9313" x="3068638" y="1774825"/>
          <p14:tracePt t="9322" x="2919413" y="1700213"/>
          <p14:tracePt t="9329" x="2836863" y="1674813"/>
          <p14:tracePt t="9337" x="2795588" y="1658938"/>
          <p14:tracePt t="9345" x="2720975" y="1617663"/>
          <p14:tracePt t="9353" x="2654300" y="1592263"/>
          <p14:tracePt t="9362" x="2571750" y="1550988"/>
          <p14:tracePt t="9370" x="2528888" y="1525588"/>
          <p14:tracePt t="9378" x="2487613" y="1492250"/>
          <p14:tracePt t="9386" x="2446338" y="1450975"/>
          <p14:tracePt t="9394" x="2413000" y="1435100"/>
          <p14:tracePt t="9402" x="2389188" y="1409700"/>
          <p14:tracePt t="9410" x="2371725" y="1409700"/>
          <p14:tracePt t="9418" x="2363788" y="1393825"/>
          <p14:tracePt t="9426" x="2363788" y="1384300"/>
          <p14:tracePt t="9434" x="2347913" y="1368425"/>
          <p14:tracePt t="9450" x="2347913" y="1350963"/>
          <p14:tracePt t="9467" x="2347913" y="1343025"/>
          <p14:tracePt t="9491" x="2347913" y="1327150"/>
          <p14:tracePt t="9523" x="2363788" y="1309688"/>
          <p14:tracePt t="9532" x="2389188" y="1301750"/>
          <p14:tracePt t="9539" x="2430463" y="1285875"/>
          <p14:tracePt t="9547" x="2497138" y="1268413"/>
          <p14:tracePt t="9555" x="2595563" y="1244600"/>
          <p14:tracePt t="9564" x="2720975" y="1185863"/>
          <p14:tracePt t="9571" x="2852738" y="1160463"/>
          <p14:tracePt t="9580" x="2960688" y="1127125"/>
          <p14:tracePt t="9588" x="3086100" y="1085850"/>
          <p14:tracePt t="9596" x="3243263" y="1044575"/>
          <p14:tracePt t="9604" x="3367088" y="1036638"/>
          <p14:tracePt t="9612" x="3492500" y="1003300"/>
          <p14:tracePt t="9620" x="3598863" y="995363"/>
          <p14:tracePt t="9628" x="3698875" y="995363"/>
          <p14:tracePt t="9636" x="3757613" y="995363"/>
          <p14:tracePt t="9644" x="3856038" y="995363"/>
          <p14:tracePt t="9652" x="4005263" y="995363"/>
          <p14:tracePt t="9660" x="4038600" y="995363"/>
          <p14:tracePt t="9668" x="4164013" y="995363"/>
          <p14:tracePt t="9676" x="4229100" y="1003300"/>
          <p14:tracePt t="9684" x="4329113" y="1044575"/>
          <p14:tracePt t="9692" x="4395788" y="1077913"/>
          <p14:tracePt t="9700" x="4486275" y="1144588"/>
          <p14:tracePt t="9708" x="4570413" y="1201738"/>
          <p14:tracePt t="9717" x="4660900" y="1301750"/>
          <p14:tracePt t="9725" x="4752975" y="1368425"/>
          <p14:tracePt t="9734" x="4835525" y="1450975"/>
          <p14:tracePt t="9741" x="4926013" y="1550988"/>
          <p14:tracePt t="9750" x="4967288" y="1592263"/>
          <p14:tracePt t="9757" x="5041900" y="1658938"/>
          <p14:tracePt t="9767" x="5108575" y="1733550"/>
          <p14:tracePt t="9773" x="5167313" y="1800225"/>
          <p14:tracePt t="9783" x="5224463" y="1857375"/>
          <p14:tracePt t="9790" x="5267325" y="1898650"/>
          <p14:tracePt t="9800" x="5291138" y="1939925"/>
          <p14:tracePt t="9805" x="5324475" y="1965325"/>
          <p14:tracePt t="9817" x="5349875" y="1998663"/>
          <p14:tracePt t="9822" x="5373688" y="2024063"/>
          <p14:tracePt t="9833" x="5407025" y="2055813"/>
          <p14:tracePt t="9838" x="5432425" y="2065338"/>
          <p14:tracePt t="9850" x="5432425" y="2081213"/>
          <p14:tracePt t="9854" x="5448300" y="2081213"/>
          <p14:tracePt t="9867" x="5457825" y="2098675"/>
          <p14:tracePt t="9870" x="5457825" y="2106613"/>
          <p14:tracePt t="9886" x="5473700" y="2106613"/>
          <p14:tracePt t="9910" x="5473700" y="2122488"/>
          <p14:tracePt t="10024" x="5457825" y="2122488"/>
          <p14:tracePt t="10048" x="5448300" y="2122488"/>
          <p14:tracePt t="10056" x="5432425" y="2139950"/>
          <p14:tracePt t="10072" x="5416550" y="2139950"/>
          <p14:tracePt t="10080" x="5407025" y="2139950"/>
          <p14:tracePt t="10088" x="5391150" y="2139950"/>
          <p14:tracePt t="10096" x="5373688" y="2139950"/>
          <p14:tracePt t="10104" x="5365750" y="2139950"/>
          <p14:tracePt t="10120" x="5349875" y="2139950"/>
          <p14:tracePt t="10128" x="5332413" y="2139950"/>
          <p14:tracePt t="10136" x="5324475" y="2139950"/>
          <p14:tracePt t="10153" x="5308600" y="2139950"/>
          <p14:tracePt t="10169" x="5291138" y="2139950"/>
          <p14:tracePt t="10193" x="5275263" y="2139950"/>
          <p14:tracePt t="10330" x="5275263" y="2122488"/>
          <p14:tracePt t="10928" x="5291138" y="2122488"/>
          <p14:tracePt t="10936" x="5365750" y="2122488"/>
          <p14:tracePt t="10944" x="5457825" y="2122488"/>
          <p14:tracePt t="10952" x="5556250" y="2122488"/>
          <p14:tracePt t="10960" x="5681663" y="2122488"/>
          <p14:tracePt t="10968" x="5797550" y="2122488"/>
          <p14:tracePt t="10976" x="5946775" y="2122488"/>
          <p14:tracePt t="10984" x="6070600" y="2147888"/>
          <p14:tracePt t="10992" x="6129338" y="2147888"/>
          <p14:tracePt t="11000" x="6229350" y="2181225"/>
          <p14:tracePt t="11009" x="6327775" y="2189163"/>
          <p14:tracePt t="11017" x="6394450" y="2222500"/>
          <p14:tracePt t="11025" x="6435725" y="2230438"/>
          <p14:tracePt t="11034" x="6494463" y="2263775"/>
          <p14:tracePt t="11041" x="6535738" y="2281238"/>
          <p14:tracePt t="11050" x="6551613" y="2281238"/>
          <p14:tracePt t="11057" x="6561138" y="2289175"/>
          <p14:tracePt t="11067" x="6577013" y="2289175"/>
          <p14:tracePt t="11082" x="6592888" y="2305050"/>
          <p14:tracePt t="11138" x="6577013" y="2305050"/>
          <p14:tracePt t="11146" x="6535738" y="2322513"/>
          <p14:tracePt t="11154" x="6477000" y="2322513"/>
          <p14:tracePt t="11162" x="6411913" y="2330450"/>
          <p14:tracePt t="11170" x="6311900" y="2330450"/>
          <p14:tracePt t="11178" x="6186488" y="2330450"/>
          <p14:tracePt t="11186" x="6029325" y="2346325"/>
          <p14:tracePt t="11194" x="5854700" y="2346325"/>
          <p14:tracePt t="11202" x="5630863" y="2346325"/>
          <p14:tracePt t="11210" x="5407025" y="2371725"/>
          <p14:tracePt t="11218" x="5192713" y="2371725"/>
          <p14:tracePt t="11226" x="4967288" y="2371725"/>
          <p14:tracePt t="11234" x="4794250" y="2371725"/>
          <p14:tracePt t="11243" x="4570413" y="2371725"/>
          <p14:tracePt t="11255" x="4122738" y="2371725"/>
          <p14:tracePt t="11259" x="3856038" y="2371725"/>
          <p14:tracePt t="11267" x="3698875" y="2330450"/>
          <p14:tracePt t="11275" x="3449638" y="2281238"/>
          <p14:tracePt t="11283" x="3184525" y="2206625"/>
          <p14:tracePt t="11291" x="2960688" y="2147888"/>
          <p14:tracePt t="11300" x="2894013" y="2139950"/>
          <p14:tracePt t="11307" x="2736850" y="2081213"/>
          <p14:tracePt t="11317" x="2613025" y="2055813"/>
          <p14:tracePt t="11323" x="2513013" y="2024063"/>
          <p14:tracePt t="11333" x="2446338" y="2014538"/>
          <p14:tracePt t="11339" x="2389188" y="1998663"/>
          <p14:tracePt t="11350" x="2363788" y="1981200"/>
          <p14:tracePt t="11356" x="2330450" y="1965325"/>
          <p14:tracePt t="11367" x="2322513" y="1965325"/>
          <p14:tracePt t="11372" x="2305050" y="1965325"/>
          <p14:tracePt t="11383" x="2305050" y="1957388"/>
          <p14:tracePt t="11444" x="2322513" y="1939925"/>
          <p14:tracePt t="11452" x="2363788" y="1939925"/>
          <p14:tracePt t="11460" x="2405063" y="1916113"/>
          <p14:tracePt t="11469" x="2487613" y="1882775"/>
          <p14:tracePt t="11477" x="2554288" y="1874838"/>
          <p14:tracePt t="11485" x="2613025" y="1857375"/>
          <p14:tracePt t="11493" x="2679700" y="1831975"/>
          <p14:tracePt t="11501" x="2754313" y="1816100"/>
          <p14:tracePt t="11509" x="2819400" y="1800225"/>
          <p14:tracePt t="11517" x="2878138" y="1800225"/>
          <p14:tracePt t="11525" x="2935288" y="1790700"/>
          <p14:tracePt t="11534" x="2986088" y="1774825"/>
          <p14:tracePt t="11541" x="3019425" y="1774825"/>
          <p14:tracePt t="11550" x="3060700" y="1774825"/>
          <p14:tracePt t="11558" x="3086100" y="1774825"/>
          <p14:tracePt t="11567" x="3143250" y="1774825"/>
          <p14:tracePt t="11574" x="3243263" y="1774825"/>
          <p14:tracePt t="11583" x="3309938" y="1774825"/>
          <p14:tracePt t="11590" x="3375025" y="1774825"/>
          <p14:tracePt t="11599" x="3508375" y="1774825"/>
          <p14:tracePt t="11606" x="3632200" y="1774825"/>
          <p14:tracePt t="11614" x="3781425" y="1774825"/>
          <p14:tracePt t="11622" x="3963988" y="1774825"/>
          <p14:tracePt t="11630" x="4122738" y="1774825"/>
          <p14:tracePt t="11638" x="4305300" y="1774825"/>
          <p14:tracePt t="11646" x="4486275" y="1800225"/>
          <p14:tracePt t="11654" x="4678363" y="1831975"/>
          <p14:tracePt t="11663" x="4818063" y="1882775"/>
          <p14:tracePt t="11671" x="5018088" y="1939925"/>
          <p14:tracePt t="11679" x="5167313" y="1981200"/>
          <p14:tracePt t="11687" x="5308600" y="2039938"/>
          <p14:tracePt t="11695" x="5457825" y="2106613"/>
          <p14:tracePt t="11703" x="5514975" y="2122488"/>
          <p14:tracePt t="11711" x="5614988" y="2163763"/>
          <p14:tracePt t="11719" x="5681663" y="2206625"/>
          <p14:tracePt t="11727" x="5756275" y="2230438"/>
          <p14:tracePt t="11735" x="5797550" y="2263775"/>
          <p14:tracePt t="11743" x="5822950" y="2281238"/>
          <p14:tracePt t="11751" x="5854700" y="2281238"/>
          <p14:tracePt t="11759" x="5854700" y="2289175"/>
          <p14:tracePt t="11783" x="5864225" y="2305050"/>
          <p14:tracePt t="11832" x="5822950" y="2322513"/>
          <p14:tracePt t="11840" x="5756275" y="2322513"/>
          <p14:tracePt t="11850" x="5630863" y="2346325"/>
          <p14:tracePt t="11856" x="5499100" y="2363788"/>
          <p14:tracePt t="11864" x="5365750" y="2371725"/>
          <p14:tracePt t="11872" x="5208588" y="2387600"/>
          <p14:tracePt t="11880" x="5059363" y="2387600"/>
          <p14:tracePt t="11889" x="4902200" y="2405063"/>
          <p14:tracePt t="11897" x="4843463" y="2405063"/>
          <p14:tracePt t="11905" x="4719638" y="2405063"/>
          <p14:tracePt t="11913" x="4635500" y="2405063"/>
          <p14:tracePt t="11921" x="4552950" y="2405063"/>
          <p14:tracePt t="11929" x="4511675" y="2405063"/>
          <p14:tracePt t="11937" x="4454525" y="2405063"/>
          <p14:tracePt t="11945" x="4411663" y="2405063"/>
          <p14:tracePt t="11953" x="4387850" y="2405063"/>
          <p14:tracePt t="11961" x="4354513" y="2405063"/>
          <p14:tracePt t="11969" x="4329113" y="2387600"/>
          <p14:tracePt t="11977" x="4313238" y="2387600"/>
          <p14:tracePt t="11985" x="4305300" y="2371725"/>
          <p14:tracePt t="11993" x="4287838" y="2371725"/>
          <p14:tracePt t="12001" x="4271963" y="2371725"/>
          <p14:tracePt t="12009" x="4246563" y="2363788"/>
          <p14:tracePt t="12017" x="4229100" y="2363788"/>
          <p14:tracePt t="12026" x="4187825" y="2363788"/>
          <p14:tracePt t="12034" x="4164013" y="2363788"/>
          <p14:tracePt t="12042" x="4089400" y="2363788"/>
          <p14:tracePt t="12050" x="4038600" y="2363788"/>
          <p14:tracePt t="12058" x="3940175" y="2363788"/>
          <p14:tracePt t="12067" x="3814763" y="2363788"/>
          <p14:tracePt t="12074" x="3690938" y="2363788"/>
          <p14:tracePt t="12083" x="3549650" y="2363788"/>
          <p14:tracePt t="12090" x="3351213" y="2363788"/>
          <p14:tracePt t="12100" x="2960688" y="2387600"/>
          <p14:tracePt t="12107" x="2695575" y="2454275"/>
          <p14:tracePt t="12116" x="2554288" y="2471738"/>
          <p14:tracePt t="12123" x="2289175" y="2513013"/>
          <p14:tracePt t="12133" x="2024063" y="2587625"/>
          <p14:tracePt t="12139" x="1816100" y="2628900"/>
          <p14:tracePt t="12150" x="1733550" y="2628900"/>
          <p14:tracePt t="12155" x="1576388" y="2670175"/>
          <p14:tracePt t="12167" x="1468438" y="2695575"/>
          <p14:tracePt t="12171" x="1368425" y="2719388"/>
          <p14:tracePt t="12183" x="1301750" y="2736850"/>
          <p14:tracePt t="12187" x="1260475" y="2752725"/>
          <p14:tracePt t="12200" x="1211263" y="2760663"/>
          <p14:tracePt t="12203" x="1203325" y="2760663"/>
          <p14:tracePt t="12217" x="1185863" y="2778125"/>
          <p14:tracePt t="12220" x="1169988" y="2778125"/>
          <p14:tracePt t="12300" x="1169988" y="2760663"/>
          <p14:tracePt t="12317" x="1185863" y="2752725"/>
          <p14:tracePt t="12333" x="1203325" y="2736850"/>
          <p14:tracePt t="12341" x="1244600" y="2719388"/>
          <p14:tracePt t="12350" x="1301750" y="2719388"/>
          <p14:tracePt t="12357" x="1427163" y="2711450"/>
          <p14:tracePt t="12367" x="1609725" y="2670175"/>
          <p14:tracePt t="12373" x="1733550" y="2654300"/>
          <p14:tracePt t="12381" x="1941513" y="2628900"/>
          <p14:tracePt t="12389" x="2165350" y="2611438"/>
          <p14:tracePt t="12397" x="2389188" y="2587625"/>
          <p14:tracePt t="12405" x="2571750" y="2570163"/>
          <p14:tracePt t="12413" x="2636838" y="2570163"/>
          <p14:tracePt t="12421" x="2795588" y="2554288"/>
          <p14:tracePt t="12429" x="2919413" y="2554288"/>
          <p14:tracePt t="12437" x="3019425" y="2546350"/>
          <p14:tracePt t="12446" x="3068638" y="2546350"/>
          <p14:tracePt t="12453" x="3109913" y="2546350"/>
          <p14:tracePt t="12462" x="3160713" y="2528888"/>
          <p14:tracePt t="12470" x="3184525" y="2528888"/>
          <p14:tracePt t="12486" x="3201988" y="2528888"/>
          <p14:tracePt t="12494" x="3209925" y="2528888"/>
          <p14:tracePt t="12542" x="3201988" y="2528888"/>
          <p14:tracePt t="12559" x="3168650" y="2528888"/>
          <p14:tracePt t="12567" x="3127375" y="2528888"/>
          <p14:tracePt t="12575" x="3086100" y="2528888"/>
          <p14:tracePt t="12583" x="2960688" y="2528888"/>
          <p14:tracePt t="12591" x="2778125" y="2528888"/>
          <p14:tracePt t="12600" x="2513013" y="2528888"/>
          <p14:tracePt t="12607" x="2363788" y="2528888"/>
          <p14:tracePt t="12616" x="2106613" y="2495550"/>
          <p14:tracePt t="12623" x="2006600" y="2487613"/>
          <p14:tracePt t="12633" x="1816100" y="2454275"/>
          <p14:tracePt t="12640" x="1674813" y="2446338"/>
          <p14:tracePt t="12647" x="1576388" y="2430463"/>
          <p14:tracePt t="12656" x="1509713" y="2430463"/>
          <p14:tracePt t="12663" x="1468438" y="2413000"/>
          <p14:tracePt t="12672" x="1435100" y="2413000"/>
          <p14:tracePt t="12680" x="1427163" y="2413000"/>
          <p14:tracePt t="12712" x="1409700" y="2413000"/>
          <p14:tracePt t="12793" x="1409700" y="2405063"/>
          <p14:tracePt t="12801" x="1427163" y="2405063"/>
          <p14:tracePt t="12825" x="1435100" y="2405063"/>
          <p14:tracePt t="12841" x="1468438" y="2405063"/>
          <p14:tracePt t="12850" x="1492250" y="2405063"/>
          <p14:tracePt t="12857" x="1550988" y="2405063"/>
          <p14:tracePt t="12866" x="1617663" y="2405063"/>
          <p14:tracePt t="12873" x="1692275" y="2405063"/>
          <p14:tracePt t="12883" x="1733550" y="2405063"/>
          <p14:tracePt t="12890" x="1800225" y="2405063"/>
          <p14:tracePt t="12899" x="1874838" y="2405063"/>
          <p14:tracePt t="12906" x="1916113" y="2405063"/>
          <p14:tracePt t="12914" x="1965325" y="2405063"/>
          <p14:tracePt t="12922" x="1982788" y="2405063"/>
          <p14:tracePt t="12930" x="2006600" y="2405063"/>
          <p14:tracePt t="12938" x="2024063" y="2405063"/>
          <p14:tracePt t="12946" x="2039938" y="2405063"/>
          <p14:tracePt t="13035" x="2024063" y="2405063"/>
          <p14:tracePt t="13043" x="2006600" y="2405063"/>
          <p14:tracePt t="13051" x="1982788" y="2405063"/>
          <p14:tracePt t="13059" x="1957388" y="2405063"/>
          <p14:tracePt t="13067" x="1916113" y="2405063"/>
          <p14:tracePt t="13075" x="1841500" y="2405063"/>
          <p14:tracePt t="13083" x="1774825" y="2405063"/>
          <p14:tracePt t="13091" x="1733550" y="2405063"/>
          <p14:tracePt t="13100" x="1674813" y="2405063"/>
          <p14:tracePt t="13108" x="1609725" y="2405063"/>
          <p14:tracePt t="13117" x="1550988" y="2405063"/>
          <p14:tracePt t="13124" x="1492250" y="2405063"/>
          <p14:tracePt t="13133" x="1450975" y="2405063"/>
          <p14:tracePt t="13140" x="1409700" y="2405063"/>
          <p14:tracePt t="13149" x="1384300" y="2405063"/>
          <p14:tracePt t="13156" x="1368425" y="2405063"/>
          <p14:tracePt t="13164" x="1343025" y="2405063"/>
          <p14:tracePt t="13172" x="1327150" y="2405063"/>
          <p14:tracePt t="13188" x="1309688" y="2405063"/>
          <p14:tracePt t="13213" x="1309688" y="2387600"/>
          <p14:tracePt t="13293" x="1327150" y="2387600"/>
          <p14:tracePt t="13301" x="1327150" y="2371725"/>
          <p14:tracePt t="13309" x="1352550" y="2371725"/>
          <p14:tracePt t="13318" x="1384300" y="2371725"/>
          <p14:tracePt t="13325" x="1435100" y="2363788"/>
          <p14:tracePt t="13334" x="1535113" y="2363788"/>
          <p14:tracePt t="13342" x="1658938" y="2346325"/>
          <p14:tracePt t="13350" x="1816100" y="2346325"/>
          <p14:tracePt t="13358" x="1998663" y="2346325"/>
          <p14:tracePt t="13367" x="2181225" y="2346325"/>
          <p14:tracePt t="13374" x="2363788" y="2330450"/>
          <p14:tracePt t="13383" x="2538413" y="2330450"/>
          <p14:tracePt t="13390" x="2762250" y="2330450"/>
          <p14:tracePt t="13399" x="3027363" y="2330450"/>
          <p14:tracePt t="13407" x="3209925" y="2330450"/>
          <p14:tracePt t="13416" x="3433763" y="2330450"/>
          <p14:tracePt t="13423" x="3616325" y="2330450"/>
          <p14:tracePt t="13430" x="3773488" y="2330450"/>
          <p14:tracePt t="13439" x="3922713" y="2330450"/>
          <p14:tracePt t="13447" x="4048125" y="2330450"/>
          <p14:tracePt t="13455" x="4089400" y="2330450"/>
          <p14:tracePt t="13463" x="4221163" y="2330450"/>
          <p14:tracePt t="13471" x="4313238" y="2346325"/>
          <p14:tracePt t="13479" x="4387850" y="2346325"/>
          <p14:tracePt t="13487" x="4486275" y="2346325"/>
          <p14:tracePt t="13495" x="4537075" y="2346325"/>
          <p14:tracePt t="13503" x="4611688" y="2363788"/>
          <p14:tracePt t="13511" x="4652963" y="2363788"/>
          <p14:tracePt t="13519" x="4694238" y="2363788"/>
          <p14:tracePt t="13528" x="4719638" y="2363788"/>
          <p14:tracePt t="13536" x="4752975" y="2363788"/>
          <p14:tracePt t="13544" x="4760913" y="2363788"/>
          <p14:tracePt t="13552" x="4776788" y="2363788"/>
          <p14:tracePt t="13567" x="4794250" y="2363788"/>
          <p14:tracePt t="13640" x="4794250" y="2371725"/>
          <p14:tracePt t="13651" x="4776788" y="2371725"/>
          <p14:tracePt t="13664" x="4760913" y="2371725"/>
          <p14:tracePt t="13673" x="4735513" y="2371725"/>
          <p14:tracePt t="13684" x="4719638" y="2387600"/>
          <p14:tracePt t="13689" x="4694238" y="2405063"/>
          <p14:tracePt t="13700" x="4660900" y="2405063"/>
          <p14:tracePt t="13705" x="4652963" y="2413000"/>
          <p14:tracePt t="13717" x="4619625" y="2413000"/>
          <p14:tracePt t="13721" x="4611688" y="2430463"/>
          <p14:tracePt t="13733" x="4578350" y="2430463"/>
          <p14:tracePt t="13737" x="4552950" y="2430463"/>
          <p14:tracePt t="13750" x="4511675" y="2446338"/>
          <p14:tracePt t="13753" x="4454525" y="2446338"/>
          <p14:tracePt t="13766" x="4387850" y="2446338"/>
          <p14:tracePt t="13770" x="4346575" y="2446338"/>
          <p14:tracePt t="13783" x="4271963" y="2446338"/>
          <p14:tracePt t="13786" x="4187825" y="2446338"/>
          <p14:tracePt t="13800" x="4122738" y="2446338"/>
          <p14:tracePt t="13803" x="4089400" y="2446338"/>
          <p14:tracePt t="13817" x="4038600" y="2454275"/>
          <p14:tracePt t="13819" x="3997325" y="2454275"/>
          <p14:tracePt t="13833" x="3981450" y="2454275"/>
          <p14:tracePt t="13834" x="3963988" y="2454275"/>
          <p14:tracePt t="13842" x="3940175" y="2454275"/>
          <p14:tracePt t="13850" x="3922713" y="2454275"/>
          <p14:tracePt t="13858" x="3906838" y="2454275"/>
          <p14:tracePt t="13867" x="3865563" y="2454275"/>
          <p14:tracePt t="13875" x="3814763" y="2454275"/>
          <p14:tracePt t="13884" x="3773488" y="2454275"/>
          <p14:tracePt t="13891" x="3690938" y="2454275"/>
          <p14:tracePt t="13900" x="3657600" y="2454275"/>
          <p14:tracePt t="13907" x="3557588" y="2454275"/>
          <p14:tracePt t="13917" x="3492500" y="2454275"/>
          <p14:tracePt t="13923" x="3433763" y="2454275"/>
          <p14:tracePt t="13933" x="3375025" y="2454275"/>
          <p14:tracePt t="13939" x="3325813" y="2454275"/>
          <p14:tracePt t="13950" x="3292475" y="2454275"/>
          <p14:tracePt t="13955" x="3251200" y="2454275"/>
          <p14:tracePt t="13966" x="3243263" y="2454275"/>
          <p14:tracePt t="13971" x="3225800" y="2446338"/>
          <p14:tracePt t="13983" x="3209925" y="2446338"/>
          <p14:tracePt t="13987" x="3201988" y="2430463"/>
          <p14:tracePt t="14012" x="3201988" y="2413000"/>
          <p14:tracePt t="14028" x="3201988" y="2405063"/>
          <p14:tracePt t="14044" x="3201988" y="2387600"/>
          <p14:tracePt t="14060" x="3201988" y="2371725"/>
          <p14:tracePt t="14068" x="3201988" y="2363788"/>
          <p14:tracePt t="14084" x="3201988" y="2346325"/>
          <p14:tracePt t="14092" x="3201988" y="2330450"/>
          <p14:tracePt t="14101" x="3201988" y="2322513"/>
          <p14:tracePt t="14117" x="3201988" y="2305050"/>
          <p14:tracePt t="14125" x="3209925" y="2289175"/>
          <p14:tracePt t="14133" x="3209925" y="2281238"/>
          <p14:tracePt t="14150" x="3225800" y="2263775"/>
          <p14:tracePt t="14157" x="3225800" y="2247900"/>
          <p14:tracePt t="14167" x="3243263" y="2247900"/>
          <p14:tracePt t="14173" x="3267075" y="2230438"/>
          <p14:tracePt t="14183" x="3309938" y="2206625"/>
          <p14:tracePt t="14190" x="3351213" y="2163763"/>
          <p14:tracePt t="14197" x="3392488" y="2139950"/>
          <p14:tracePt t="14206" x="3449638" y="2122488"/>
          <p14:tracePt t="14214" x="3549650" y="2081213"/>
          <p14:tracePt t="14222" x="3641725" y="2039938"/>
          <p14:tracePt t="14230" x="3740150" y="2014538"/>
          <p14:tracePt t="14238" x="3865563" y="1957388"/>
          <p14:tracePt t="14246" x="3981450" y="1924050"/>
          <p14:tracePt t="14255" x="4105275" y="1898650"/>
          <p14:tracePt t="14262" x="4229100" y="1874838"/>
          <p14:tracePt t="14270" x="4354513" y="1857375"/>
          <p14:tracePt t="14278" x="4470400" y="1841500"/>
          <p14:tracePt t="14287" x="4619625" y="1841500"/>
          <p14:tracePt t="14294" x="4752975" y="1831975"/>
          <p14:tracePt t="14302" x="4902200" y="1831975"/>
          <p14:tracePt t="14311" x="5059363" y="1831975"/>
          <p14:tracePt t="14319" x="5208588" y="1831975"/>
          <p14:tracePt t="14327" x="5365750" y="1831975"/>
          <p14:tracePt t="14335" x="5473700" y="1831975"/>
          <p14:tracePt t="14343" x="5599113" y="1831975"/>
          <p14:tracePt t="14351" x="5756275" y="1841500"/>
          <p14:tracePt t="14359" x="5880100" y="1874838"/>
          <p14:tracePt t="14367" x="6029325" y="1898650"/>
          <p14:tracePt t="14375" x="6145213" y="1939925"/>
          <p14:tracePt t="14384" x="6294438" y="1981200"/>
          <p14:tracePt t="14391" x="6453188" y="2024063"/>
          <p14:tracePt t="14400" x="6577013" y="2065338"/>
          <p14:tracePt t="14407" x="6734175" y="2098675"/>
          <p14:tracePt t="14417" x="6842125" y="2147888"/>
          <p14:tracePt t="14424" x="6967538" y="2181225"/>
          <p14:tracePt t="14433" x="7065963" y="2206625"/>
          <p14:tracePt t="14440" x="7191375" y="2247900"/>
          <p14:tracePt t="14450" x="7224713" y="2263775"/>
          <p14:tracePt t="14456" x="7315200" y="2289175"/>
          <p14:tracePt t="14466" x="7389813" y="2322513"/>
          <p14:tracePt t="14472" x="7472363" y="2346325"/>
          <p14:tracePt t="14484" x="7539038" y="2371725"/>
          <p14:tracePt t="14488" x="7597775" y="2387600"/>
          <p14:tracePt t="14500" x="7621588" y="2413000"/>
          <p14:tracePt t="14505" x="7680325" y="2430463"/>
          <p14:tracePt t="14517" x="7721600" y="2454275"/>
          <p14:tracePt t="14521" x="7754938" y="2471738"/>
          <p14:tracePt t="14533" x="7762875" y="2487613"/>
          <p14:tracePt t="14537" x="7796213" y="2513013"/>
          <p14:tracePt t="14550" x="7804150" y="2528888"/>
          <p14:tracePt t="14553" x="7821613" y="2528888"/>
          <p14:tracePt t="14566" x="7837488" y="2528888"/>
          <p14:tracePt t="14569" x="7837488" y="2546350"/>
          <p14:tracePt t="14585" x="7845425" y="2546350"/>
          <p14:tracePt t="14600" x="7845425" y="2554288"/>
          <p14:tracePt t="14706" x="7821613" y="2554288"/>
          <p14:tracePt t="14714" x="7804150" y="2554288"/>
          <p14:tracePt t="14722" x="7762875" y="2554288"/>
          <p14:tracePt t="14730" x="7696200" y="2554288"/>
          <p14:tracePt t="14739" x="7639050" y="2554288"/>
          <p14:tracePt t="14746" x="7572375" y="2554288"/>
          <p14:tracePt t="14755" x="7513638" y="2570163"/>
          <p14:tracePt t="14763" x="7439025" y="2570163"/>
          <p14:tracePt t="14771" x="7373938" y="2570163"/>
          <p14:tracePt t="14779" x="7289800" y="2587625"/>
          <p14:tracePt t="14787" x="7224713" y="2587625"/>
          <p14:tracePt t="14795" x="7150100" y="2587625"/>
          <p14:tracePt t="14803" x="6999288" y="2587625"/>
          <p14:tracePt t="14811" x="6900863" y="2587625"/>
          <p14:tracePt t="14819" x="6775450" y="2587625"/>
          <p14:tracePt t="14827" x="6677025" y="2587625"/>
          <p14:tracePt t="14835" x="6561138" y="2587625"/>
          <p14:tracePt t="14844" x="6510338" y="2587625"/>
          <p14:tracePt t="14851" x="6411913" y="2587625"/>
          <p14:tracePt t="14859" x="6337300" y="2587625"/>
          <p14:tracePt t="14868" x="6270625" y="2587625"/>
          <p14:tracePt t="14876" x="6186488" y="2587625"/>
          <p14:tracePt t="14884" x="6145213" y="2587625"/>
          <p14:tracePt t="14892" x="6103938" y="2587625"/>
          <p14:tracePt t="14900" x="6062663" y="2595563"/>
          <p14:tracePt t="14908" x="6029325" y="2595563"/>
          <p14:tracePt t="14917" x="5988050" y="2595563"/>
          <p14:tracePt t="14924" x="5921375" y="2611438"/>
          <p14:tracePt t="14933" x="5854700" y="2611438"/>
          <p14:tracePt t="14940" x="5756275" y="2628900"/>
          <p14:tracePt t="14950" x="5630863" y="2636838"/>
          <p14:tracePt t="14956" x="5473700" y="2654300"/>
          <p14:tracePt t="14967" x="5324475" y="2678113"/>
          <p14:tracePt t="14973" x="5183188" y="2695575"/>
          <p14:tracePt t="14983" x="5026025" y="2711450"/>
          <p14:tracePt t="14988" x="4876800" y="2719388"/>
          <p14:tracePt t="15000" x="4719638" y="2719388"/>
          <p14:tracePt t="15005" x="4594225" y="2719388"/>
          <p14:tracePt t="15017" x="4470400" y="2736850"/>
          <p14:tracePt t="15021" x="4354513" y="2736850"/>
          <p14:tracePt t="15033" x="4229100" y="2736850"/>
          <p14:tracePt t="15037" x="4105275" y="2736850"/>
          <p14:tracePt t="15050" x="3981450" y="2736850"/>
          <p14:tracePt t="15053" x="3840163" y="2736850"/>
          <p14:tracePt t="15066" x="3716338" y="2736850"/>
          <p14:tracePt t="15070" x="3533775" y="2736850"/>
          <p14:tracePt t="15083" x="3375025" y="2736850"/>
          <p14:tracePt t="15086" x="3184525" y="2719388"/>
          <p14:tracePt t="15100" x="3043238" y="2670175"/>
          <p14:tracePt t="15103" x="2986088" y="2670175"/>
          <p14:tracePt t="15117" x="2894013" y="2628900"/>
          <p14:tracePt t="15119" x="2795588" y="2595563"/>
          <p14:tracePt t="15133" x="2720975" y="2554288"/>
          <p14:tracePt t="15134" x="2670175" y="2546350"/>
          <p14:tracePt t="15142" x="2636838" y="2513013"/>
          <p14:tracePt t="15150" x="2595563" y="2471738"/>
          <p14:tracePt t="15158" x="2587625" y="2454275"/>
          <p14:tracePt t="15166" x="2571750" y="2446338"/>
          <p14:tracePt t="15174" x="2571750" y="2413000"/>
          <p14:tracePt t="15183" x="2554288" y="2405063"/>
          <p14:tracePt t="15191" x="2554288" y="2387600"/>
          <p14:tracePt t="15200" x="2554288" y="2371725"/>
          <p14:tracePt t="15207" x="2554288" y="2363788"/>
          <p14:tracePt t="15217" x="2554288" y="2346325"/>
          <p14:tracePt t="15223" x="2554288" y="2330450"/>
          <p14:tracePt t="15239" x="2554288" y="2322513"/>
          <p14:tracePt t="15247" x="2554288" y="2305050"/>
          <p14:tracePt t="15263" x="2554288" y="2289175"/>
          <p14:tracePt t="15271" x="2571750" y="2281238"/>
          <p14:tracePt t="15279" x="2613025" y="2247900"/>
          <p14:tracePt t="15287" x="2679700" y="2206625"/>
          <p14:tracePt t="15296" x="2795588" y="2147888"/>
          <p14:tracePt t="15303" x="2903538" y="2081213"/>
          <p14:tracePt t="15312" x="3060700" y="2014538"/>
          <p14:tracePt t="15320" x="3243263" y="1939925"/>
          <p14:tracePt t="15328" x="3433763" y="1874838"/>
          <p14:tracePt t="15336" x="3641725" y="1816100"/>
          <p14:tracePt t="15344" x="4105275" y="1674813"/>
          <p14:tracePt t="15352" x="4221163" y="1651000"/>
          <p14:tracePt t="15360" x="4529138" y="1576388"/>
          <p14:tracePt t="15368" x="4776788" y="1566863"/>
          <p14:tracePt t="15376" x="5000625" y="1525588"/>
          <p14:tracePt t="15385" x="5267325" y="1492250"/>
          <p14:tracePt t="15392" x="5514975" y="1492250"/>
          <p14:tracePt t="15400" x="5738813" y="1492250"/>
          <p14:tracePt t="15408" x="6005513" y="1492250"/>
          <p14:tracePt t="15417" x="6229350" y="1492250"/>
          <p14:tracePt t="15425" x="6435725" y="1492250"/>
          <p14:tracePt t="15433" x="6635750" y="1492250"/>
          <p14:tracePt t="15441" x="6818313" y="1492250"/>
          <p14:tracePt t="15450" x="6999288" y="1525588"/>
          <p14:tracePt t="15457" x="7173913" y="1550988"/>
          <p14:tracePt t="15467" x="7356475" y="1592263"/>
          <p14:tracePt t="15473" x="7513638" y="1617663"/>
          <p14:tracePt t="15483" x="7572375" y="1633538"/>
          <p14:tracePt t="15489" x="7696200" y="1674813"/>
          <p14:tracePt t="15500" x="7796213" y="1700213"/>
          <p14:tracePt t="15505" x="7862888" y="1749425"/>
          <p14:tracePt t="15517" x="7929563" y="1774825"/>
          <p14:tracePt t="15521" x="7986713" y="1800225"/>
          <p14:tracePt t="15533" x="8045450" y="1831975"/>
          <p14:tracePt t="15538" x="8102600" y="1874838"/>
          <p14:tracePt t="15550" x="8143875" y="1898650"/>
          <p14:tracePt t="15554" x="8186738" y="1924050"/>
          <p14:tracePt t="15567" x="8228013" y="1957388"/>
          <p14:tracePt t="15570" x="8251825" y="1981200"/>
          <p14:tracePt t="15584" x="8269288" y="2014538"/>
          <p14:tracePt t="15586" x="8310563" y="2055813"/>
          <p14:tracePt t="15600" x="8335963" y="2081213"/>
          <p14:tracePt t="15602" x="8351838" y="2098675"/>
          <p14:tracePt t="15617" x="8351838" y="2122488"/>
          <p14:tracePt t="15619" x="8369300" y="2139950"/>
          <p14:tracePt t="15635" x="8377238" y="2147888"/>
          <p14:tracePt t="15659" x="8377238" y="2163763"/>
          <p14:tracePt t="15683" x="8377238" y="2181225"/>
          <p14:tracePt t="15699" x="8369300" y="2181225"/>
          <p14:tracePt t="15707" x="8351838" y="2189163"/>
          <p14:tracePt t="15717" x="8335963" y="2189163"/>
          <p14:tracePt t="15724" x="8285163" y="2222500"/>
          <p14:tracePt t="15733" x="8251825" y="2230438"/>
          <p14:tracePt t="15740" x="8228013" y="2247900"/>
          <p14:tracePt t="15749" x="8153400" y="2281238"/>
          <p14:tracePt t="15756" x="8061325" y="2305050"/>
          <p14:tracePt t="15764" x="7986713" y="2346325"/>
          <p14:tracePt t="15772" x="7886700" y="2371725"/>
          <p14:tracePt t="15780" x="7796213" y="2387600"/>
          <p14:tracePt t="15788" x="7662863" y="2413000"/>
          <p14:tracePt t="15796" x="7556500" y="2430463"/>
          <p14:tracePt t="15804" x="7513638" y="2446338"/>
          <p14:tracePt t="15812" x="7415213" y="2454275"/>
          <p14:tracePt t="15820" x="7348538" y="2454275"/>
          <p14:tracePt t="15828" x="7248525" y="2471738"/>
          <p14:tracePt t="15836" x="7191375" y="2487613"/>
          <p14:tracePt t="15845" x="7124700" y="2487613"/>
          <p14:tracePt t="15853" x="7050088" y="2487613"/>
          <p14:tracePt t="15861" x="6958013" y="2495550"/>
          <p14:tracePt t="15869" x="6883400" y="2495550"/>
          <p14:tracePt t="15877" x="6800850" y="2495550"/>
          <p14:tracePt t="15885" x="6775450" y="2495550"/>
          <p14:tracePt t="15893" x="6677025" y="2495550"/>
          <p14:tracePt t="15901" x="6602413" y="2495550"/>
          <p14:tracePt t="15909" x="6551613" y="2495550"/>
          <p14:tracePt t="15917" x="6477000" y="2495550"/>
          <p14:tracePt t="15925" x="6427788" y="2495550"/>
          <p14:tracePt t="15933" x="6353175" y="2495550"/>
          <p14:tracePt t="15941" x="6294438" y="2495550"/>
          <p14:tracePt t="15950" x="6203950" y="2495550"/>
          <p14:tracePt t="15957" x="6129338" y="2495550"/>
          <p14:tracePt t="15967" x="6029325" y="2495550"/>
          <p14:tracePt t="15974" x="5938838" y="2495550"/>
          <p14:tracePt t="15984" x="5838825" y="2495550"/>
          <p14:tracePt t="15990" x="5722938" y="2495550"/>
          <p14:tracePt t="16000" x="5599113" y="2495550"/>
          <p14:tracePt t="16006" x="5473700" y="2495550"/>
          <p14:tracePt t="16017" x="5349875" y="2495550"/>
          <p14:tracePt t="16022" x="5224463" y="2495550"/>
          <p14:tracePt t="16033" x="5141913" y="2495550"/>
          <p14:tracePt t="16038" x="5018088" y="2495550"/>
          <p14:tracePt t="16051" x="4884738" y="2495550"/>
          <p14:tracePt t="16054" x="4794250" y="2487613"/>
          <p14:tracePt t="16067" x="4735513" y="2487613"/>
          <p14:tracePt t="16070" x="4660900" y="2487613"/>
          <p14:tracePt t="16083" x="4594225" y="2471738"/>
          <p14:tracePt t="16087" x="4529138" y="2471738"/>
          <p14:tracePt t="16100" x="4486275" y="2471738"/>
          <p14:tracePt t="16103" x="4454525" y="2471738"/>
          <p14:tracePt t="16117" x="4411663" y="2471738"/>
          <p14:tracePt t="16120" x="4387850" y="2454275"/>
          <p14:tracePt t="16135" x="4354513" y="2454275"/>
          <p14:tracePt t="16150" x="4354513" y="2446338"/>
          <p14:tracePt t="16152" x="4346575" y="2446338"/>
          <p14:tracePt t="16176" x="4346575" y="2430463"/>
          <p14:tracePt t="16200" x="4346575" y="2413000"/>
          <p14:tracePt t="16224" x="4346575" y="2405063"/>
          <p14:tracePt t="16254" x="4346575" y="2387600"/>
          <p14:tracePt t="16410" x="4346575" y="2405063"/>
          <p14:tracePt t="16426" x="4329113" y="2405063"/>
          <p14:tracePt t="16442" x="4329113" y="2413000"/>
          <p14:tracePt t="16466" x="4329113" y="2430463"/>
          <p14:tracePt t="16474" x="4313238" y="2430463"/>
          <p14:tracePt t="16490" x="4305300" y="2446338"/>
          <p14:tracePt t="16500" x="4271963" y="2446338"/>
          <p14:tracePt t="16507" x="4262438" y="2454275"/>
          <p14:tracePt t="16516" x="4229100" y="2454275"/>
          <p14:tracePt t="16523" x="4171950" y="2471738"/>
          <p14:tracePt t="16531" x="4122738" y="2487613"/>
          <p14:tracePt t="16539" x="4105275" y="2487613"/>
          <p14:tracePt t="16547" x="4022725" y="2495550"/>
          <p14:tracePt t="16555" x="3981450" y="2513013"/>
          <p14:tracePt t="16563" x="3922713" y="2528888"/>
          <p14:tracePt t="16571" x="3865563" y="2528888"/>
          <p14:tracePt t="16579" x="3814763" y="2546350"/>
          <p14:tracePt t="16587" x="3757613" y="2546350"/>
          <p14:tracePt t="16595" x="3740150" y="2546350"/>
          <p14:tracePt t="16603" x="3698875" y="2546350"/>
          <p14:tracePt t="16612" x="3690938" y="2546350"/>
          <p14:tracePt t="16620" x="3657600" y="2546350"/>
          <p14:tracePt t="16636" x="3641725" y="2546350"/>
          <p14:tracePt t="16652" x="3632200" y="2546350"/>
          <p14:tracePt t="16757" x="3641725" y="2528888"/>
          <p14:tracePt t="16782" x="3657600" y="2513013"/>
          <p14:tracePt t="16789" x="3673475" y="2513013"/>
          <p14:tracePt t="16797" x="3698875" y="2513013"/>
          <p14:tracePt t="16806" x="3757613" y="2513013"/>
          <p14:tracePt t="16813" x="3822700" y="2513013"/>
          <p14:tracePt t="16821" x="3906838" y="2513013"/>
          <p14:tracePt t="16829" x="4005263" y="2513013"/>
          <p14:tracePt t="16838" x="4089400" y="2513013"/>
          <p14:tracePt t="16846" x="4187825" y="2513013"/>
          <p14:tracePt t="16853" x="4313238" y="2513013"/>
          <p14:tracePt t="16862" x="4437063" y="2513013"/>
          <p14:tracePt t="16870" x="4537075" y="2513013"/>
          <p14:tracePt t="16878" x="4652963" y="2513013"/>
          <p14:tracePt t="16886" x="4776788" y="2513013"/>
          <p14:tracePt t="16894" x="4902200" y="2495550"/>
          <p14:tracePt t="16902" x="5000625" y="2495550"/>
          <p14:tracePt t="16910" x="5126038" y="2495550"/>
          <p14:tracePt t="16918" x="5208588" y="2487613"/>
          <p14:tracePt t="16926" x="5332413" y="2487613"/>
          <p14:tracePt t="16934" x="5432425" y="2471738"/>
          <p14:tracePt t="16943" x="5556250" y="2471738"/>
          <p14:tracePt t="16951" x="5681663" y="2471738"/>
          <p14:tracePt t="16959" x="5822950" y="2471738"/>
          <p14:tracePt t="16967" x="5946775" y="2454275"/>
          <p14:tracePt t="16975" x="6103938" y="2454275"/>
          <p14:tracePt t="16984" x="6253163" y="2454275"/>
          <p14:tracePt t="16991" x="6386513" y="2454275"/>
          <p14:tracePt t="17000" x="6535738" y="2454275"/>
          <p14:tracePt t="17007" x="6651625" y="2454275"/>
          <p14:tracePt t="17017" x="6775450" y="2454275"/>
          <p14:tracePt t="17023" x="6900863" y="2454275"/>
          <p14:tracePt t="17033" x="7024688" y="2454275"/>
          <p14:tracePt t="17039" x="7065963" y="2454275"/>
          <p14:tracePt t="17050" x="7165975" y="2454275"/>
          <p14:tracePt t="17056" x="7265988" y="2454275"/>
          <p14:tracePt t="17066" x="7331075" y="2454275"/>
          <p14:tracePt t="17071" x="7389813" y="2454275"/>
          <p14:tracePt t="17084" x="7431088" y="2471738"/>
          <p14:tracePt t="17088" x="7456488" y="2471738"/>
          <p14:tracePt t="17100" x="7489825" y="2471738"/>
          <p14:tracePt t="17104" x="7497763" y="2471738"/>
          <p14:tracePt t="17117" x="7513638" y="2471738"/>
          <p14:tracePt t="17128" x="7531100" y="2471738"/>
          <p14:tracePt t="17160" x="7539038" y="2471738"/>
          <p14:tracePt t="17241" x="7556500" y="2471738"/>
          <p14:tracePt t="17267" x="7572375" y="2471738"/>
          <p14:tracePt t="17283" x="7580313" y="2471738"/>
          <p14:tracePt t="17290" x="7597775" y="2471738"/>
          <p14:tracePt t="17299" x="7613650" y="2471738"/>
          <p14:tracePt t="17306" x="7613650" y="2454275"/>
          <p14:tracePt t="17314" x="7621588" y="2454275"/>
          <p14:tracePt t="17330" x="7639050" y="2454275"/>
          <p14:tracePt t="17338" x="7654925" y="2454275"/>
          <p14:tracePt t="17427" x="7639050" y="2454275"/>
          <p14:tracePt t="17435" x="7621588" y="2454275"/>
          <p14:tracePt t="17443" x="7613650" y="2454275"/>
          <p14:tracePt t="17451" x="7597775" y="2454275"/>
          <p14:tracePt t="17459" x="7580313" y="2454275"/>
          <p14:tracePt t="17468" x="7556500" y="2454275"/>
          <p14:tracePt t="17475" x="7489825" y="2454275"/>
          <p14:tracePt t="17483" x="7431088" y="2471738"/>
          <p14:tracePt t="17492" x="7331075" y="2487613"/>
          <p14:tracePt t="17500" x="7207250" y="2495550"/>
          <p14:tracePt t="17508" x="7065963" y="2495550"/>
          <p14:tracePt t="17517" x="6867525" y="2513013"/>
          <p14:tracePt t="17524" x="6659563" y="2513013"/>
          <p14:tracePt t="17533" x="6435725" y="2546350"/>
          <p14:tracePt t="17540" x="6211888" y="2546350"/>
          <p14:tracePt t="17550" x="6029325" y="2546350"/>
          <p14:tracePt t="17556" x="5938838" y="2546350"/>
          <p14:tracePt t="17564" x="5805488" y="2546350"/>
          <p14:tracePt t="17572" x="5681663" y="2546350"/>
          <p14:tracePt t="17580" x="5599113" y="2546350"/>
          <p14:tracePt t="17588" x="5514975" y="2546350"/>
          <p14:tracePt t="17597" x="5473700" y="2546350"/>
          <p14:tracePt t="17605" x="5416550" y="2546350"/>
          <p14:tracePt t="17613" x="5373688" y="2546350"/>
          <p14:tracePt t="17621" x="5349875" y="2546350"/>
          <p14:tracePt t="17629" x="5308600" y="2546350"/>
          <p14:tracePt t="17637" x="5275263" y="2546350"/>
          <p14:tracePt t="17645" x="5249863" y="2546350"/>
          <p14:tracePt t="17653" x="5208588" y="2546350"/>
          <p14:tracePt t="17661" x="5183188" y="2554288"/>
          <p14:tracePt t="17669" x="5141913" y="2554288"/>
          <p14:tracePt t="17677" x="5100638" y="2554288"/>
          <p14:tracePt t="17685" x="5067300" y="2570163"/>
          <p14:tracePt t="17693" x="5018088" y="2587625"/>
          <p14:tracePt t="17702" x="4984750" y="2587625"/>
          <p14:tracePt t="17709" x="4926013" y="2595563"/>
          <p14:tracePt t="17718" x="4876800" y="2595563"/>
          <p14:tracePt t="17726" x="4818063" y="2611438"/>
          <p14:tracePt t="17734" x="4760913" y="2611438"/>
          <p14:tracePt t="17742" x="4735513" y="2628900"/>
          <p14:tracePt t="17750" x="4678363" y="2636838"/>
          <p14:tracePt t="17758" x="4619625" y="2654300"/>
          <p14:tracePt t="17767" x="4594225" y="2654300"/>
          <p14:tracePt t="17774" x="4537075" y="2654300"/>
          <p14:tracePt t="17783" x="4511675" y="2670175"/>
          <p14:tracePt t="17790" x="4486275" y="2670175"/>
          <p14:tracePt t="17800" x="4454525" y="2670175"/>
          <p14:tracePt t="17806" x="4429125" y="2670175"/>
          <p14:tracePt t="17823" x="4411663" y="2670175"/>
          <p14:tracePt t="17833" x="4395788" y="2670175"/>
          <p14:tracePt t="17871" x="4395788" y="2654300"/>
          <p14:tracePt t="17887" x="4395788" y="2636838"/>
          <p14:tracePt t="17911" x="4411663" y="2628900"/>
          <p14:tracePt t="17920" x="4429125" y="2628900"/>
          <p14:tracePt t="17928" x="4454525" y="2611438"/>
          <p14:tracePt t="17936" x="4486275" y="2611438"/>
          <p14:tracePt t="17944" x="4537075" y="2595563"/>
          <p14:tracePt t="17952" x="4660900" y="2587625"/>
          <p14:tracePt t="17960" x="4884738" y="2554288"/>
          <p14:tracePt t="17968" x="4984750" y="2554288"/>
          <p14:tracePt t="17976" x="5192713" y="2546350"/>
          <p14:tracePt t="17984" x="5416550" y="2546350"/>
          <p14:tracePt t="17992" x="5640388" y="2546350"/>
          <p14:tracePt t="18000" x="5897563" y="2546350"/>
          <p14:tracePt t="18008" x="6162675" y="2546350"/>
          <p14:tracePt t="18017" x="6427788" y="2546350"/>
          <p14:tracePt t="18025" x="6677025" y="2546350"/>
          <p14:tracePt t="18033" x="6900863" y="2546350"/>
          <p14:tracePt t="18040" x="7124700" y="2546350"/>
          <p14:tracePt t="18050" x="7307263" y="2546350"/>
          <p14:tracePt t="18057" x="7489825" y="2554288"/>
          <p14:tracePt t="18066" x="7639050" y="2570163"/>
          <p14:tracePt t="18073" x="7796213" y="2595563"/>
          <p14:tracePt t="18081" x="7845425" y="2595563"/>
          <p14:tracePt t="18089" x="7970838" y="2611438"/>
          <p14:tracePt t="18097" x="8061325" y="2628900"/>
          <p14:tracePt t="18105" x="8153400" y="2636838"/>
          <p14:tracePt t="18113" x="8210550" y="2654300"/>
          <p14:tracePt t="18121" x="8269288" y="2670175"/>
          <p14:tracePt t="18129" x="8326438" y="2678113"/>
          <p14:tracePt t="18137" x="8335963" y="2678113"/>
          <p14:tracePt t="18146" x="8369300" y="2678113"/>
          <p14:tracePt t="18153" x="8377238" y="2678113"/>
          <p14:tracePt t="18162" x="8393113" y="2678113"/>
          <p14:tracePt t="18170" x="8410575" y="2678113"/>
          <p14:tracePt t="18186" x="8418513" y="2678113"/>
          <p14:tracePt t="18210" x="8434388" y="2678113"/>
          <p14:tracePt t="18234" x="8451850" y="2678113"/>
          <p14:tracePt t="18347" x="8451850" y="2670175"/>
          <p14:tracePt t="18380" x="8434388" y="2670175"/>
          <p14:tracePt t="18388" x="8418513" y="2670175"/>
          <p14:tracePt t="18404" x="8410575" y="2670175"/>
          <p14:tracePt t="18412" x="8393113" y="2670175"/>
          <p14:tracePt t="18428" x="8377238" y="2670175"/>
          <p14:tracePt t="18436" x="8351838" y="2670175"/>
          <p14:tracePt t="18444" x="8335963" y="2670175"/>
          <p14:tracePt t="18452" x="8293100" y="2670175"/>
          <p14:tracePt t="18460" x="8251825" y="2670175"/>
          <p14:tracePt t="18469" x="8228013" y="2670175"/>
          <p14:tracePt t="18476" x="8186738" y="2670175"/>
          <p14:tracePt t="18485" x="8128000" y="2670175"/>
          <p14:tracePt t="18493" x="8102600" y="2670175"/>
          <p14:tracePt t="18501" x="8061325" y="2670175"/>
          <p14:tracePt t="18509" x="8027988" y="2670175"/>
          <p14:tracePt t="18517" x="7986713" y="2670175"/>
          <p14:tracePt t="18525" x="7962900" y="2670175"/>
          <p14:tracePt t="18533" x="7929563" y="2670175"/>
          <p14:tracePt t="18541" x="7904163" y="2670175"/>
          <p14:tracePt t="18550" x="7886700" y="2670175"/>
          <p14:tracePt t="18567" x="7862888" y="2670175"/>
          <p14:tracePt t="18574" x="7845425" y="2670175"/>
          <p14:tracePt t="18583" x="7837488" y="2670175"/>
          <p14:tracePt t="18590" x="7821613" y="2670175"/>
          <p14:tracePt t="18599" x="7796213" y="2670175"/>
          <p14:tracePt t="18606" x="7721600" y="2670175"/>
          <p14:tracePt t="18856" x="7705725" y="2670175"/>
          <p14:tracePt t="18864" x="7639050" y="2670175"/>
          <p14:tracePt t="18872" x="7373938" y="2695575"/>
          <p14:tracePt t="18880" x="7248525" y="2711450"/>
          <p14:tracePt t="18888" x="6859588" y="2778125"/>
          <p14:tracePt t="18896" x="6453188" y="2836863"/>
          <p14:tracePt t="18905" x="6005513" y="2860675"/>
          <p14:tracePt t="18912" x="5499100" y="2894013"/>
          <p14:tracePt t="18921" x="5000625" y="2960688"/>
          <p14:tracePt t="18929" x="4495800" y="2986088"/>
          <p14:tracePt t="18937" x="3997325" y="3017838"/>
          <p14:tracePt t="18945" x="3814763" y="3017838"/>
          <p14:tracePt t="18953" x="3408363" y="3043238"/>
          <p14:tracePt t="18961" x="3019425" y="3043238"/>
          <p14:tracePt t="18969" x="2670175" y="3043238"/>
          <p14:tracePt t="18977" x="2363788" y="3060700"/>
          <p14:tracePt t="18985" x="2065338" y="3060700"/>
          <p14:tracePt t="18993" x="1841500" y="3060700"/>
          <p14:tracePt t="19001" x="1617663" y="3060700"/>
          <p14:tracePt t="19009" x="1550988" y="3060700"/>
          <p14:tracePt t="19017" x="1393825" y="3060700"/>
          <p14:tracePt t="19026" x="1268413" y="3060700"/>
          <p14:tracePt t="19034" x="1169988" y="3076575"/>
          <p14:tracePt t="19308" x="1119188" y="3076575"/>
          <p14:tracePt t="19317" x="1077913" y="3076575"/>
          <p14:tracePt t="19324" x="1036638" y="3076575"/>
          <p14:tracePt t="19334" x="977900" y="3076575"/>
          <p14:tracePt t="19340" x="920750" y="3076575"/>
          <p14:tracePt t="19350" x="879475" y="3076575"/>
          <p14:tracePt t="19357" x="854075" y="3076575"/>
          <p14:tracePt t="19366" x="820738" y="3076575"/>
          <p14:tracePt t="19373" x="812800" y="3076575"/>
          <p14:tracePt t="19382" x="796925" y="3076575"/>
          <p14:tracePt t="19405" x="779463" y="3076575"/>
          <p14:tracePt t="19454" x="796925" y="3076575"/>
          <p14:tracePt t="19469" x="812800" y="3076575"/>
          <p14:tracePt t="19478" x="854075" y="3076575"/>
          <p14:tracePt t="19486" x="903288" y="3076575"/>
          <p14:tracePt t="19494" x="1003300" y="3076575"/>
          <p14:tracePt t="19502" x="1128713" y="3076575"/>
          <p14:tracePt t="19510" x="1260475" y="3076575"/>
          <p14:tracePt t="19518" x="1393825" y="3076575"/>
          <p14:tracePt t="19526" x="1525588" y="3076575"/>
          <p14:tracePt t="19534" x="1674813" y="3076575"/>
          <p14:tracePt t="19542" x="1733550" y="3076575"/>
          <p14:tracePt t="19551" x="1833563" y="3076575"/>
          <p14:tracePt t="19558" x="1957388" y="3076575"/>
          <p14:tracePt t="19566" x="2024063" y="3076575"/>
          <p14:tracePt t="19574" x="2122488" y="3076575"/>
          <p14:tracePt t="19583" x="2189163" y="3076575"/>
          <p14:tracePt t="19591" x="2247900" y="3076575"/>
          <p14:tracePt t="19600" x="2322513" y="3076575"/>
          <p14:tracePt t="19607" x="2371725" y="3076575"/>
          <p14:tracePt t="19617" x="2405063" y="3076575"/>
          <p14:tracePt t="19623" x="2446338" y="3076575"/>
          <p14:tracePt t="19632" x="2471738" y="3076575"/>
          <p14:tracePt t="19639" x="2513013" y="3076575"/>
          <p14:tracePt t="19647" x="2528888" y="3076575"/>
          <p14:tracePt t="19655" x="2538413" y="3076575"/>
          <p14:tracePt t="19663" x="2571750" y="3076575"/>
          <p14:tracePt t="19672" x="2587625" y="3076575"/>
          <p14:tracePt t="19679" x="2595563" y="3076575"/>
          <p14:tracePt t="19688" x="2613025" y="3076575"/>
          <p14:tracePt t="19696" x="2628900" y="3076575"/>
          <p14:tracePt t="19704" x="2636838" y="3076575"/>
          <p14:tracePt t="19712" x="2654300" y="3076575"/>
          <p14:tracePt t="19720" x="2670175" y="3076575"/>
          <p14:tracePt t="19728" x="2679700" y="3076575"/>
          <p14:tracePt t="19736" x="2695575" y="3076575"/>
          <p14:tracePt t="19744" x="2711450" y="3076575"/>
          <p14:tracePt t="19752" x="2711450" y="3060700"/>
          <p14:tracePt t="19760" x="2720975" y="3060700"/>
          <p14:tracePt t="19776" x="2736850" y="3060700"/>
          <p14:tracePt t="19801" x="2754313" y="3060700"/>
          <p14:tracePt t="19817" x="2762250" y="3060700"/>
          <p14:tracePt t="19825" x="2778125" y="3060700"/>
          <p14:tracePt t="19834" x="2795588" y="3060700"/>
          <p14:tracePt t="19841" x="2803525" y="3060700"/>
          <p14:tracePt t="19850" x="2819400" y="3060700"/>
          <p14:tracePt t="19867" x="2852738" y="3060700"/>
          <p14:tracePt t="19873" x="2860675" y="3060700"/>
          <p14:tracePt t="19883" x="2878138" y="3060700"/>
          <p14:tracePt t="20164" x="2894013" y="3060700"/>
          <p14:tracePt t="20172" x="2944813" y="3060700"/>
          <p14:tracePt t="20180" x="3019425" y="3043238"/>
          <p14:tracePt t="20188" x="3086100" y="3043238"/>
          <p14:tracePt t="20196" x="3160713" y="3027363"/>
          <p14:tracePt t="20204" x="3284538" y="3001963"/>
          <p14:tracePt t="20212" x="3408363" y="2986088"/>
          <p14:tracePt t="20220" x="3467100" y="2976563"/>
          <p14:tracePt t="20229" x="3575050" y="2960688"/>
          <p14:tracePt t="20237" x="3657600" y="2943225"/>
          <p14:tracePt t="20245" x="3732213" y="2943225"/>
          <p14:tracePt t="20254" x="3781425" y="2935288"/>
          <p14:tracePt t="20261" x="3798888" y="2919413"/>
          <p14:tracePt t="20269" x="3822700" y="2919413"/>
          <p14:tracePt t="20277" x="3840163" y="2919413"/>
          <p14:tracePt t="20342" x="3822700" y="2919413"/>
          <p14:tracePt t="20350" x="3814763" y="2901950"/>
          <p14:tracePt t="20358" x="3781425" y="2901950"/>
          <p14:tracePt t="20367" x="3757613" y="2901950"/>
          <p14:tracePt t="20374" x="3716338" y="2901950"/>
          <p14:tracePt t="20383" x="3657600" y="2901950"/>
          <p14:tracePt t="20390" x="3590925" y="2894013"/>
          <p14:tracePt t="20400" x="3533775" y="2894013"/>
          <p14:tracePt t="20406" x="3492500" y="2894013"/>
          <p14:tracePt t="20414" x="3425825" y="2894013"/>
          <p14:tracePt t="20422" x="3351213" y="2894013"/>
          <p14:tracePt t="20430" x="3284538" y="2894013"/>
          <p14:tracePt t="20439" x="3225800" y="2894013"/>
          <p14:tracePt t="20447" x="3168650" y="2894013"/>
          <p14:tracePt t="20455" x="3109913" y="2894013"/>
          <p14:tracePt t="20463" x="3060700" y="2894013"/>
          <p14:tracePt t="20471" x="3027363" y="2894013"/>
          <p14:tracePt t="20479" x="2986088" y="2894013"/>
          <p14:tracePt t="20487" x="2960688" y="2894013"/>
          <p14:tracePt t="20495" x="2903538" y="2894013"/>
          <p14:tracePt t="20503" x="2860675" y="2894013"/>
          <p14:tracePt t="20511" x="2852738" y="2894013"/>
          <p14:tracePt t="20519" x="2803525" y="2894013"/>
          <p14:tracePt t="20527" x="2762250" y="2894013"/>
          <p14:tracePt t="20535" x="2754313" y="2894013"/>
          <p14:tracePt t="20544" x="2720975" y="2901950"/>
          <p14:tracePt t="20551" x="2711450" y="2901950"/>
          <p14:tracePt t="20560" x="2695575" y="2919413"/>
          <p14:tracePt t="20568" x="2670175" y="2919413"/>
          <p14:tracePt t="20576" x="2654300" y="2935288"/>
          <p14:tracePt t="20592" x="2636838" y="2943225"/>
          <p14:tracePt t="20600" x="2628900" y="2943225"/>
          <p14:tracePt t="20616" x="2613025" y="2943225"/>
          <p14:tracePt t="20640" x="2595563" y="2960688"/>
          <p14:tracePt t="20649" x="2587625" y="2960688"/>
          <p14:tracePt t="20689" x="2571750" y="2960688"/>
          <p14:tracePt t="20713" x="2554288" y="2960688"/>
          <p14:tracePt t="20729" x="2538413" y="2960688"/>
          <p14:tracePt t="20737" x="2528888" y="2960688"/>
          <p14:tracePt t="20753" x="2513013" y="2960688"/>
          <p14:tracePt t="20761" x="2497138" y="2960688"/>
          <p14:tracePt t="20770" x="2487613" y="2960688"/>
          <p14:tracePt t="20785" x="2471738" y="2960688"/>
          <p14:tracePt t="20794" x="2454275" y="2960688"/>
          <p14:tracePt t="20810" x="2446338" y="2960688"/>
          <p14:tracePt t="20826" x="2430463" y="2960688"/>
          <p14:tracePt t="20834" x="2413000" y="2960688"/>
          <p14:tracePt t="20850" x="2405063" y="2960688"/>
          <p14:tracePt t="20858" x="2389188" y="2960688"/>
          <p14:tracePt t="20867" x="2371725" y="2960688"/>
          <p14:tracePt t="20883" x="2363788" y="2960688"/>
          <p14:tracePt t="20907" x="2347913" y="2960688"/>
          <p14:tracePt t="20931" x="2330450" y="2960688"/>
          <p14:tracePt t="21004" x="2330450" y="2943225"/>
          <p14:tracePt t="21052" x="2330450" y="2935288"/>
          <p14:tracePt t="21092" x="2330450" y="2919413"/>
          <p14:tracePt t="21149" x="2347913" y="2919413"/>
          <p14:tracePt t="21157" x="2347913" y="2901950"/>
          <p14:tracePt t="21173" x="2363788" y="2901950"/>
          <p14:tracePt t="21189" x="2371725" y="2901950"/>
          <p14:tracePt t="21197" x="2405063" y="2894013"/>
          <p14:tracePt t="21206" x="2430463" y="2894013"/>
          <p14:tracePt t="21214" x="2471738" y="2894013"/>
          <p14:tracePt t="21222" x="2513013" y="2894013"/>
          <p14:tracePt t="21230" x="2554288" y="2894013"/>
          <p14:tracePt t="21238" x="2595563" y="2894013"/>
          <p14:tracePt t="21246" x="2654300" y="2894013"/>
          <p14:tracePt t="21255" x="2711450" y="2894013"/>
          <p14:tracePt t="21262" x="2754313" y="2894013"/>
          <p14:tracePt t="21270" x="2803525" y="2894013"/>
          <p14:tracePt t="21278" x="2852738" y="2878138"/>
          <p14:tracePt t="21286" x="2878138" y="2878138"/>
          <p14:tracePt t="21294" x="2903538" y="2878138"/>
          <p14:tracePt t="21302" x="2935288" y="2878138"/>
          <p14:tracePt t="21311" x="2960688" y="2878138"/>
          <p14:tracePt t="21319" x="2986088" y="2878138"/>
          <p14:tracePt t="21327" x="3001963" y="2878138"/>
          <p14:tracePt t="21335" x="3027363" y="2878138"/>
          <p14:tracePt t="21343" x="3043238" y="2878138"/>
          <p14:tracePt t="21351" x="3068638" y="2878138"/>
          <p14:tracePt t="21359" x="3101975" y="2878138"/>
          <p14:tracePt t="21367" x="3109913" y="2878138"/>
          <p14:tracePt t="21375" x="3143250" y="2878138"/>
          <p14:tracePt t="21383" x="3160713" y="2878138"/>
          <p14:tracePt t="21392" x="3184525" y="2878138"/>
          <p14:tracePt t="21400" x="3209925" y="2878138"/>
          <p14:tracePt t="21416" x="3243263" y="2878138"/>
          <p14:tracePt t="21423" x="3251200" y="2878138"/>
          <p14:tracePt t="21433" x="3267075" y="2878138"/>
          <p14:tracePt t="21440" x="3284538" y="2878138"/>
          <p14:tracePt t="21456" x="3292475" y="2878138"/>
          <p14:tracePt t="21464" x="3309938" y="2878138"/>
          <p14:tracePt t="21472" x="3325813" y="2878138"/>
          <p14:tracePt t="21480" x="3351213" y="2878138"/>
          <p14:tracePt t="21496" x="3375025" y="2878138"/>
          <p14:tracePt t="21504" x="3425825" y="2878138"/>
          <p14:tracePt t="21512" x="3433763" y="2878138"/>
          <p14:tracePt t="21520" x="3467100" y="2878138"/>
          <p14:tracePt t="21528" x="3492500" y="2878138"/>
          <p14:tracePt t="21537" x="3516313" y="2878138"/>
          <p14:tracePt t="21545" x="3549650" y="2878138"/>
          <p14:tracePt t="21553" x="3575050" y="2878138"/>
          <p14:tracePt t="21561" x="3598863" y="2878138"/>
          <p14:tracePt t="21569" x="3616325" y="2878138"/>
          <p14:tracePt t="21577" x="3632200" y="2894013"/>
          <p14:tracePt t="21585" x="3657600" y="2894013"/>
          <p14:tracePt t="21593" x="3673475" y="2894013"/>
          <p14:tracePt t="21601" x="3698875" y="2894013"/>
          <p14:tracePt t="21609" x="3740150" y="2894013"/>
          <p14:tracePt t="21617" x="3757613" y="2894013"/>
          <p14:tracePt t="21625" x="3781425" y="2894013"/>
          <p14:tracePt t="21633" x="3814763" y="2894013"/>
          <p14:tracePt t="21641" x="3840163" y="2894013"/>
          <p14:tracePt t="21650" x="3856038" y="2901950"/>
          <p14:tracePt t="21658" x="3865563" y="2901950"/>
          <p14:tracePt t="21667" x="3881438" y="2901950"/>
          <p14:tracePt t="21683" x="3898900" y="2901950"/>
          <p14:tracePt t="21690" x="3906838" y="2901950"/>
          <p14:tracePt t="21787" x="3906838" y="2919413"/>
          <p14:tracePt t="21835" x="3906838" y="2935288"/>
          <p14:tracePt t="21844" x="3898900" y="2935288"/>
          <p14:tracePt t="21851" x="3881438" y="2935288"/>
          <p14:tracePt t="21860" x="3865563" y="2935288"/>
          <p14:tracePt t="21868" x="3856038" y="2943225"/>
          <p14:tracePt t="21876" x="3840163" y="2943225"/>
          <p14:tracePt t="21892" x="3814763" y="2943225"/>
          <p14:tracePt t="21900" x="3781425" y="2943225"/>
          <p14:tracePt t="21908" x="3773488" y="2943225"/>
          <p14:tracePt t="21916" x="3740150" y="2943225"/>
          <p14:tracePt t="21924" x="3716338" y="2943225"/>
          <p14:tracePt t="21933" x="3690938" y="2943225"/>
          <p14:tracePt t="21940" x="3657600" y="2943225"/>
          <p14:tracePt t="21949" x="3632200" y="2943225"/>
          <p14:tracePt t="21956" x="3590925" y="2943225"/>
          <p14:tracePt t="21966" x="3557588" y="2943225"/>
          <p14:tracePt t="21972" x="3533775" y="2943225"/>
          <p14:tracePt t="21981" x="3492500" y="2943225"/>
          <p14:tracePt t="21989" x="3467100" y="2943225"/>
          <p14:tracePt t="21997" x="3433763" y="2943225"/>
          <p14:tracePt t="22005" x="3425825" y="2935288"/>
          <p14:tracePt t="22013" x="3392488" y="2919413"/>
          <p14:tracePt t="22021" x="3375025" y="2901950"/>
          <p14:tracePt t="22029" x="3367088" y="2894013"/>
          <p14:tracePt t="22045" x="3351213" y="2878138"/>
          <p14:tracePt t="22053" x="3351213" y="2860675"/>
          <p14:tracePt t="22061" x="3351213" y="2852738"/>
          <p14:tracePt t="22070" x="3333750" y="2852738"/>
          <p14:tracePt t="22077" x="3333750" y="2836863"/>
          <p14:tracePt t="22085" x="3333750" y="2819400"/>
          <p14:tracePt t="22101" x="3333750" y="2811463"/>
          <p14:tracePt t="22110" x="3333750" y="2794000"/>
          <p14:tracePt t="22126" x="3333750" y="2778125"/>
          <p14:tracePt t="22134" x="3333750" y="2760663"/>
          <p14:tracePt t="22142" x="3333750" y="2752725"/>
          <p14:tracePt t="22150" x="3333750" y="2719388"/>
          <p14:tracePt t="22167" x="3333750" y="2711450"/>
          <p14:tracePt t="22174" x="3333750" y="2695575"/>
          <p14:tracePt t="22190" x="3333750" y="2678113"/>
          <p14:tracePt t="22215" x="3351213" y="2670175"/>
          <p14:tracePt t="22239" x="3367088" y="2670175"/>
          <p14:tracePt t="22263" x="3375025" y="2670175"/>
          <p14:tracePt t="22271" x="3392488" y="2654300"/>
          <p14:tracePt t="22279" x="3408363" y="2654300"/>
          <p14:tracePt t="22287" x="3433763" y="2654300"/>
          <p14:tracePt t="22296" x="3475038" y="2636838"/>
          <p14:tracePt t="22304" x="3508375" y="2628900"/>
          <p14:tracePt t="22312" x="3549650" y="2628900"/>
          <p14:tracePt t="22320" x="3598863" y="2611438"/>
          <p14:tracePt t="22328" x="3641725" y="2611438"/>
          <p14:tracePt t="22336" x="3698875" y="2595563"/>
          <p14:tracePt t="22344" x="3773488" y="2595563"/>
          <p14:tracePt t="22352" x="3822700" y="2595563"/>
          <p14:tracePt t="22360" x="3865563" y="2595563"/>
          <p14:tracePt t="22368" x="3906838" y="2595563"/>
          <p14:tracePt t="22376" x="3956050" y="2595563"/>
          <p14:tracePt t="22384" x="3981450" y="2595563"/>
          <p14:tracePt t="22392" x="3997325" y="2595563"/>
          <p14:tracePt t="22400" x="4005263" y="2611438"/>
          <p14:tracePt t="22408" x="4022725" y="2611438"/>
          <p14:tracePt t="22416" x="4038600" y="2628900"/>
          <p14:tracePt t="22425" x="4048125" y="2636838"/>
          <p14:tracePt t="22434" x="4048125" y="2654300"/>
          <p14:tracePt t="22450" x="4064000" y="2670175"/>
          <p14:tracePt t="22457" x="4064000" y="2678113"/>
          <p14:tracePt t="22467" x="4079875" y="2695575"/>
          <p14:tracePt t="22473" x="4079875" y="2711450"/>
          <p14:tracePt t="22482" x="4079875" y="2719388"/>
          <p14:tracePt t="22489" x="4079875" y="2752725"/>
          <p14:tracePt t="22497" x="4089400" y="2778125"/>
          <p14:tracePt t="22506" x="4089400" y="2794000"/>
          <p14:tracePt t="22513" x="4089400" y="2819400"/>
          <p14:tracePt t="22522" x="4089400" y="2852738"/>
          <p14:tracePt t="22530" x="4089400" y="2901950"/>
          <p14:tracePt t="22538" x="4089400" y="2943225"/>
          <p14:tracePt t="22546" x="4089400" y="3001963"/>
          <p14:tracePt t="22554" x="4089400" y="3043238"/>
          <p14:tracePt t="22562" x="4089400" y="3084513"/>
          <p14:tracePt t="22570" x="4089400" y="3117850"/>
          <p14:tracePt t="22578" x="4089400" y="3159125"/>
          <p14:tracePt t="22586" x="4089400" y="3200400"/>
          <p14:tracePt t="22594" x="4089400" y="3209925"/>
          <p14:tracePt t="22602" x="4089400" y="3225800"/>
          <p14:tracePt t="22610" x="4089400" y="3251200"/>
          <p14:tracePt t="22627" x="4079875" y="3251200"/>
          <p14:tracePt t="22634" x="4079875" y="3267075"/>
          <p14:tracePt t="22643" x="4048125" y="3267075"/>
          <p14:tracePt t="22651" x="4038600" y="3284538"/>
          <p14:tracePt t="22659" x="4005263" y="3284538"/>
          <p14:tracePt t="22667" x="3963988" y="3284538"/>
          <p14:tracePt t="22675" x="3922713" y="3284538"/>
          <p14:tracePt t="22683" x="3898900" y="3284538"/>
          <p14:tracePt t="22691" x="3840163" y="3284538"/>
          <p14:tracePt t="22700" x="3781425" y="3284538"/>
          <p14:tracePt t="22707" x="3732213" y="3284538"/>
          <p14:tracePt t="22716" x="3698875" y="3251200"/>
          <p14:tracePt t="22723" x="3657600" y="3225800"/>
          <p14:tracePt t="22733" x="3598863" y="3200400"/>
          <p14:tracePt t="22740" x="3575050" y="3159125"/>
          <p14:tracePt t="22749" x="3533775" y="3117850"/>
          <p14:tracePt t="22756" x="3492500" y="3076575"/>
          <p14:tracePt t="22764" x="3449638" y="3017838"/>
          <p14:tracePt t="22772" x="3425825" y="2976563"/>
          <p14:tracePt t="22780" x="3392488" y="2919413"/>
          <p14:tracePt t="22788" x="3367088" y="2878138"/>
          <p14:tracePt t="22796" x="3333750" y="2852738"/>
          <p14:tracePt t="22804" x="3309938" y="2794000"/>
          <p14:tracePt t="22812" x="3292475" y="2752725"/>
          <p14:tracePt t="22820" x="3284538" y="2719388"/>
          <p14:tracePt t="22828" x="3267075" y="2678113"/>
          <p14:tracePt t="22836" x="3251200" y="2636838"/>
          <p14:tracePt t="22844" x="3251200" y="2611438"/>
          <p14:tracePt t="22852" x="3243263" y="2570163"/>
          <p14:tracePt t="22860" x="3243263" y="2554288"/>
          <p14:tracePt t="22869" x="3243263" y="2528888"/>
          <p14:tracePt t="22877" x="3243263" y="2513013"/>
          <p14:tracePt t="22885" x="3243263" y="2495550"/>
          <p14:tracePt t="22901" x="3243263" y="2487613"/>
          <p14:tracePt t="22917" x="3267075" y="2471738"/>
          <p14:tracePt t="22925" x="3292475" y="2471738"/>
          <p14:tracePt t="22933" x="3351213" y="2446338"/>
          <p14:tracePt t="22941" x="3408363" y="2446338"/>
          <p14:tracePt t="22950" x="3475038" y="2430463"/>
          <p14:tracePt t="22957" x="3598863" y="2387600"/>
          <p14:tracePt t="22967" x="3732213" y="2371725"/>
          <p14:tracePt t="22973" x="3840163" y="2363788"/>
          <p14:tracePt t="22983" x="3997325" y="2363788"/>
          <p14:tracePt t="22990" x="4146550" y="2363788"/>
          <p14:tracePt t="22999" x="4305300" y="2363788"/>
          <p14:tracePt t="23006" x="4454525" y="2363788"/>
          <p14:tracePt t="23014" x="4578350" y="2363788"/>
          <p14:tracePt t="23022" x="4694238" y="2371725"/>
          <p14:tracePt t="23030" x="4818063" y="2446338"/>
          <p14:tracePt t="23038" x="4943475" y="2495550"/>
          <p14:tracePt t="23046" x="5084763" y="2587625"/>
          <p14:tracePt t="23054" x="5183188" y="2654300"/>
          <p14:tracePt t="23062" x="5324475" y="2736850"/>
          <p14:tracePt t="23070" x="5432425" y="2794000"/>
          <p14:tracePt t="23078" x="5540375" y="2852738"/>
          <p14:tracePt t="23087" x="5656263" y="2919413"/>
          <p14:tracePt t="23095" x="5780088" y="2976563"/>
          <p14:tracePt t="23103" x="5905500" y="3017838"/>
          <p14:tracePt t="23111" x="6046788" y="3084513"/>
          <p14:tracePt t="23119" x="6270625" y="3159125"/>
          <p14:tracePt t="23127" x="6453188" y="3200400"/>
          <p14:tracePt t="23135" x="6677025" y="3241675"/>
          <p14:tracePt t="23143" x="6900863" y="3284538"/>
          <p14:tracePt t="23151" x="7083425" y="3308350"/>
          <p14:tracePt t="23159" x="7307263" y="3325813"/>
          <p14:tracePt t="23167" x="7489825" y="3341688"/>
          <p14:tracePt t="23175" x="7662863" y="3341688"/>
          <p14:tracePt t="23184" x="7862888" y="3341688"/>
          <p14:tracePt t="23191" x="8020050" y="3341688"/>
          <p14:tracePt t="23200" x="8061325" y="3341688"/>
          <p14:tracePt t="23208" x="8186738" y="3341688"/>
          <p14:tracePt t="23217" x="8251825" y="3341688"/>
          <p14:tracePt t="23224" x="8351838" y="3341688"/>
          <p14:tracePt t="23234" x="8418513" y="3341688"/>
          <p14:tracePt t="23240" x="8501063" y="3341688"/>
          <p14:tracePt t="23252" x="8575675" y="3341688"/>
          <p14:tracePt t="23257" x="8642350" y="3341688"/>
          <p14:tracePt t="23267" x="8716963" y="3341688"/>
          <p14:tracePt t="23272" x="8766175" y="3341688"/>
          <p14:tracePt t="23283" x="8840788" y="3341688"/>
          <p14:tracePt t="23288" x="8899525" y="3341688"/>
          <p14:tracePt t="23300" x="8948738" y="3341688"/>
          <p14:tracePt t="23304" x="8982075" y="3341688"/>
          <p14:tracePt t="23317" x="9023350" y="3341688"/>
          <p14:tracePt t="23321" x="9048750" y="3341688"/>
          <p14:tracePt t="23337" x="9082088" y="3341688"/>
          <p14:tracePt t="23353" x="9090025" y="3341688"/>
          <p14:tracePt t="23377" x="9105900" y="3341688"/>
          <p14:tracePt t="23515" x="9090025" y="3341688"/>
          <p14:tracePt t="23531" x="9048750" y="3341688"/>
          <p14:tracePt t="23539" x="9007475" y="3341688"/>
          <p14:tracePt t="23547" x="8924925" y="3341688"/>
          <p14:tracePt t="23555" x="8840788" y="3341688"/>
          <p14:tracePt t="23563" x="8716963" y="3341688"/>
          <p14:tracePt t="23571" x="8593138" y="3341688"/>
          <p14:tracePt t="23579" x="8434388" y="3341688"/>
          <p14:tracePt t="23587" x="8251825" y="3341688"/>
          <p14:tracePt t="23595" x="8102600" y="3325813"/>
          <p14:tracePt t="23603" x="7970838" y="3325813"/>
          <p14:tracePt t="23611" x="7920038" y="3325813"/>
          <p14:tracePt t="23620" x="7804150" y="3308350"/>
          <p14:tracePt t="23628" x="7705725" y="3292475"/>
          <p14:tracePt t="23636" x="7556500" y="3284538"/>
          <p14:tracePt t="23644" x="7456488" y="3267075"/>
          <p14:tracePt t="23652" x="7356475" y="3241675"/>
          <p14:tracePt t="23660" x="7265988" y="3209925"/>
          <p14:tracePt t="23668" x="7150100" y="3184525"/>
          <p14:tracePt t="23676" x="6999288" y="3143250"/>
          <p14:tracePt t="23684" x="6842125" y="3125788"/>
          <p14:tracePt t="23692" x="6692900" y="3101975"/>
          <p14:tracePt t="23700" x="6635750" y="3084513"/>
          <p14:tracePt t="23708" x="6535738" y="3076575"/>
          <p14:tracePt t="23717" x="6494463" y="3060700"/>
          <p14:tracePt t="23725" x="6435725" y="3043238"/>
          <p14:tracePt t="23733" x="6394450" y="3043238"/>
          <p14:tracePt t="23741" x="6386513" y="3043238"/>
          <p14:tracePt t="23750" x="6369050" y="3043238"/>
          <p14:tracePt t="23757" x="6353175" y="3043238"/>
          <p14:tracePt t="23773" x="6337300" y="3043238"/>
          <p14:tracePt t="23854" x="6327775" y="3043238"/>
          <p14:tracePt t="23886" x="6311900" y="3043238"/>
          <p14:tracePt t="23902" x="6311900" y="3060700"/>
          <p14:tracePt t="23910" x="6294438" y="3060700"/>
          <p14:tracePt t="23918" x="6286500" y="3076575"/>
          <p14:tracePt t="23926" x="6253163" y="3084513"/>
          <p14:tracePt t="23934" x="6229350" y="3101975"/>
          <p14:tracePt t="23942" x="6186488" y="3125788"/>
          <p14:tracePt t="23950" x="6145213" y="3159125"/>
          <p14:tracePt t="23959" x="6121400" y="3167063"/>
          <p14:tracePt t="23967" x="6062663" y="3200400"/>
          <p14:tracePt t="23975" x="6005513" y="3225800"/>
          <p14:tracePt t="23983" x="5946775" y="3251200"/>
          <p14:tracePt t="23991" x="5905500" y="3267075"/>
          <p14:tracePt t="24000" x="5854700" y="3308350"/>
          <p14:tracePt t="24007" x="5797550" y="3325813"/>
          <p14:tracePt t="24016" x="5738813" y="3341688"/>
          <p14:tracePt t="24023" x="5681663" y="3349625"/>
          <p14:tracePt t="24033" x="5673725" y="3349625"/>
          <p14:tracePt t="24040" x="5630863" y="3367088"/>
          <p14:tracePt t="24047" x="5614988" y="3367088"/>
          <p14:tracePt t="24055" x="5599113" y="3367088"/>
          <p14:tracePt t="24064" x="5589588" y="3367088"/>
          <p14:tracePt t="24080" x="5573713" y="3367088"/>
          <p14:tracePt t="24168" x="5589588" y="3367088"/>
          <p14:tracePt t="24209" x="5589588" y="3349625"/>
          <p14:tracePt t="24290" x="5573713" y="3349625"/>
          <p14:tracePt t="24299" x="5532438" y="3349625"/>
          <p14:tracePt t="24306" x="5499100" y="3349625"/>
          <p14:tracePt t="24314" x="5457825" y="3349625"/>
          <p14:tracePt t="24322" x="5391150" y="3349625"/>
          <p14:tracePt t="24330" x="5349875" y="3349625"/>
          <p14:tracePt t="24338" x="5233988" y="3349625"/>
          <p14:tracePt t="24346" x="5149850" y="3349625"/>
          <p14:tracePt t="24354" x="5126038" y="3341688"/>
          <p14:tracePt t="24362" x="5026025" y="3341688"/>
          <p14:tracePt t="24370" x="4959350" y="3341688"/>
          <p14:tracePt t="24378" x="4860925" y="3325813"/>
          <p14:tracePt t="24387" x="4794250" y="3325813"/>
          <p14:tracePt t="24395" x="4702175" y="3308350"/>
          <p14:tracePt t="24403" x="4635500" y="3292475"/>
          <p14:tracePt t="24411" x="4570413" y="3284538"/>
          <p14:tracePt t="24419" x="4511675" y="3267075"/>
          <p14:tracePt t="24427" x="4437063" y="3251200"/>
          <p14:tracePt t="24435" x="4387850" y="3251200"/>
          <p14:tracePt t="24443" x="4354513" y="3241675"/>
          <p14:tracePt t="24451" x="4305300" y="3209925"/>
          <p14:tracePt t="24459" x="4271963" y="3209925"/>
          <p14:tracePt t="24467" x="4262438" y="3200400"/>
          <p14:tracePt t="24475" x="4229100" y="3184525"/>
          <p14:tracePt t="24483" x="4221163" y="3184525"/>
          <p14:tracePt t="24491" x="4205288" y="3167063"/>
          <p14:tracePt t="24517" x="4187825" y="3159125"/>
          <p14:tracePt t="24533" x="4187825" y="3143250"/>
          <p14:tracePt t="24556" x="4187825" y="3125788"/>
          <p14:tracePt t="24572" x="4187825" y="3117850"/>
          <p14:tracePt t="24580" x="4187825" y="3101975"/>
          <p14:tracePt t="24588" x="4187825" y="3076575"/>
          <p14:tracePt t="24596" x="4187825" y="3060700"/>
          <p14:tracePt t="24604" x="4187825" y="3043238"/>
          <p14:tracePt t="24612" x="4205288" y="3027363"/>
          <p14:tracePt t="24621" x="4205288" y="3001963"/>
          <p14:tracePt t="24629" x="4221163" y="3001963"/>
          <p14:tracePt t="24637" x="4221163" y="2986088"/>
          <p14:tracePt t="24645" x="4229100" y="2976563"/>
          <p14:tracePt t="24653" x="4229100" y="2960688"/>
          <p14:tracePt t="24661" x="4246563" y="2943225"/>
          <p14:tracePt t="24669" x="4271963" y="2919413"/>
          <p14:tracePt t="24677" x="4313238" y="2894013"/>
          <p14:tracePt t="24685" x="4370388" y="2860675"/>
          <p14:tracePt t="24693" x="4437063" y="2836863"/>
          <p14:tracePt t="24701" x="4511675" y="2794000"/>
          <p14:tracePt t="24709" x="4578350" y="2760663"/>
          <p14:tracePt t="24717" x="4678363" y="2736850"/>
          <p14:tracePt t="24726" x="4776788" y="2695575"/>
          <p14:tracePt t="24734" x="4902200" y="2654300"/>
          <p14:tracePt t="24742" x="5026025" y="2636838"/>
          <p14:tracePt t="24750" x="5141913" y="2611438"/>
          <p14:tracePt t="24758" x="5233988" y="2595563"/>
          <p14:tracePt t="24767" x="5365750" y="2595563"/>
          <p14:tracePt t="24774" x="5491163" y="2587625"/>
          <p14:tracePt t="24783" x="5589588" y="2587625"/>
          <p14:tracePt t="24790" x="5673725" y="2587625"/>
          <p14:tracePt t="24800" x="5764213" y="2587625"/>
          <p14:tracePt t="24807" x="5864225" y="2587625"/>
          <p14:tracePt t="24817" x="5921375" y="2587625"/>
          <p14:tracePt t="24823" x="5988050" y="2587625"/>
          <p14:tracePt t="24833" x="6062663" y="2595563"/>
          <p14:tracePt t="24838" x="6121400" y="2611438"/>
          <p14:tracePt t="24850" x="6170613" y="2611438"/>
          <p14:tracePt t="24855" x="6203950" y="2628900"/>
          <p14:tracePt t="24866" x="6229350" y="2636838"/>
          <p14:tracePt t="24871" x="6245225" y="2636838"/>
          <p14:tracePt t="24884" x="6253163" y="2654300"/>
          <p14:tracePt t="24887" x="6270625" y="2654300"/>
          <p14:tracePt t="24903" x="6270625" y="2670175"/>
          <p14:tracePt t="24935" x="6270625" y="2678113"/>
          <p14:tracePt t="24944" x="6270625" y="2695575"/>
          <p14:tracePt t="24951" x="6253163" y="2711450"/>
          <p14:tracePt t="24960" x="6229350" y="2711450"/>
          <p14:tracePt t="24968" x="6203950" y="2719388"/>
          <p14:tracePt t="24976" x="6170613" y="2752725"/>
          <p14:tracePt t="24984" x="6103938" y="2760663"/>
          <p14:tracePt t="24992" x="6021388" y="2794000"/>
          <p14:tracePt t="25000" x="5946775" y="2819400"/>
          <p14:tracePt t="25008" x="5854700" y="2852738"/>
          <p14:tracePt t="25017" x="5756275" y="2860675"/>
          <p14:tracePt t="25024" x="5640388" y="2894013"/>
          <p14:tracePt t="25033" x="5540375" y="2901950"/>
          <p14:tracePt t="25040" x="5491163" y="2919413"/>
          <p14:tracePt t="25050" x="5391150" y="2935288"/>
          <p14:tracePt t="25056" x="5324475" y="2935288"/>
          <p14:tracePt t="25066" x="5249863" y="2943225"/>
          <p14:tracePt t="25073" x="5183188" y="2943225"/>
          <p14:tracePt t="25081" x="5126038" y="2943225"/>
          <p14:tracePt t="25089" x="5067300" y="2960688"/>
          <p14:tracePt t="25097" x="5026025" y="2960688"/>
          <p14:tracePt t="25105" x="5018088" y="2960688"/>
          <p14:tracePt t="25113" x="4967288" y="2960688"/>
          <p14:tracePt t="25121" x="4959350" y="2960688"/>
          <p14:tracePt t="25129" x="4943475" y="2960688"/>
          <p14:tracePt t="25137" x="4918075" y="2960688"/>
          <p14:tracePt t="25146" x="4902200" y="2960688"/>
          <p14:tracePt t="25153" x="4884738" y="2960688"/>
          <p14:tracePt t="25170" x="4876800" y="2960688"/>
          <p14:tracePt t="25178" x="4860925" y="2960688"/>
          <p14:tracePt t="25186" x="4843463" y="2960688"/>
          <p14:tracePt t="25194" x="4835525" y="2960688"/>
          <p14:tracePt t="25202" x="4818063" y="2960688"/>
          <p14:tracePt t="25210" x="4802188" y="2960688"/>
          <p14:tracePt t="25218" x="4776788" y="2960688"/>
          <p14:tracePt t="25226" x="4752975" y="2960688"/>
          <p14:tracePt t="25234" x="4719638" y="2960688"/>
          <p14:tracePt t="25242" x="4678363" y="2960688"/>
          <p14:tracePt t="25253" x="4652963" y="2976563"/>
          <p14:tracePt t="25258" x="4594225" y="2976563"/>
          <p14:tracePt t="25267" x="4552950" y="2976563"/>
          <p14:tracePt t="25275" x="4529138" y="2976563"/>
          <p14:tracePt t="25283" x="4470400" y="2976563"/>
          <p14:tracePt t="25291" x="4437063" y="2976563"/>
          <p14:tracePt t="25300" x="4395788" y="2976563"/>
          <p14:tracePt t="25307" x="4346575" y="2976563"/>
          <p14:tracePt t="25316" x="4313238" y="2976563"/>
          <p14:tracePt t="25323" x="4271963" y="2976563"/>
          <p14:tracePt t="25332" x="4229100" y="2976563"/>
          <p14:tracePt t="25339" x="4205288" y="2976563"/>
          <p14:tracePt t="25347" x="4171950" y="2976563"/>
          <p14:tracePt t="25356" x="4146550" y="2976563"/>
          <p14:tracePt t="25363" x="4122738" y="2976563"/>
          <p14:tracePt t="25372" x="4105275" y="2960688"/>
          <p14:tracePt t="25380" x="4089400" y="2943225"/>
          <p14:tracePt t="25396" x="4079875" y="2943225"/>
          <p14:tracePt t="25404" x="4079875" y="2935288"/>
          <p14:tracePt t="25420" x="4079875" y="2919413"/>
          <p14:tracePt t="25428" x="4079875" y="2901950"/>
          <p14:tracePt t="25444" x="4079875" y="2894013"/>
          <p14:tracePt t="25452" x="4079875" y="2878138"/>
          <p14:tracePt t="25468" x="4079875" y="2860675"/>
          <p14:tracePt t="25476" x="4079875" y="2852738"/>
          <p14:tracePt t="25492" x="4089400" y="2852738"/>
          <p14:tracePt t="25501" x="4105275" y="2836863"/>
          <p14:tracePt t="25517" x="4146550" y="2819400"/>
          <p14:tracePt t="25525" x="4187825" y="2819400"/>
          <p14:tracePt t="25533" x="4229100" y="2794000"/>
          <p14:tracePt t="25541" x="4313238" y="2760663"/>
          <p14:tracePt t="25550" x="4429125" y="2719388"/>
          <p14:tracePt t="25557" x="4552950" y="2695575"/>
          <p14:tracePt t="25566" x="4702175" y="2670175"/>
          <p14:tracePt t="25573" x="4884738" y="2611438"/>
          <p14:tracePt t="25583" x="5041900" y="2570163"/>
          <p14:tracePt t="25590" x="5100638" y="2554288"/>
          <p14:tracePt t="25599" x="5224463" y="2546350"/>
          <p14:tracePt t="25606" x="5308600" y="2528888"/>
          <p14:tracePt t="25614" x="5407025" y="2513013"/>
          <p14:tracePt t="25622" x="5491163" y="2513013"/>
          <p14:tracePt t="25630" x="5532438" y="2513013"/>
          <p14:tracePt t="25638" x="5589588" y="2513013"/>
          <p14:tracePt t="25646" x="5630863" y="2513013"/>
          <p14:tracePt t="25654" x="5656263" y="2513013"/>
          <p14:tracePt t="25662" x="5697538" y="2513013"/>
          <p14:tracePt t="25670" x="5715000" y="2513013"/>
          <p14:tracePt t="25678" x="5738813" y="2528888"/>
          <p14:tracePt t="25687" x="5756275" y="2546350"/>
          <p14:tracePt t="25695" x="5780088" y="2570163"/>
          <p14:tracePt t="25710" x="5797550" y="2595563"/>
          <p14:tracePt t="25719" x="5805488" y="2628900"/>
          <p14:tracePt t="25727" x="5805488" y="2636838"/>
          <p14:tracePt t="25735" x="5822950" y="2654300"/>
          <p14:tracePt t="25743" x="5822950" y="2678113"/>
          <p14:tracePt t="25751" x="5822950" y="2695575"/>
          <p14:tracePt t="25767" x="5822950" y="2711450"/>
          <p14:tracePt t="25775" x="5822950" y="2719388"/>
          <p14:tracePt t="25783" x="5822950" y="2736850"/>
          <p14:tracePt t="25800" x="5822950" y="2752725"/>
          <p14:tracePt t="25816" x="5797550" y="2760663"/>
          <p14:tracePt t="25833" x="5756275" y="2794000"/>
          <p14:tracePt t="25840" x="5697538" y="2811463"/>
          <p14:tracePt t="25850" x="5640388" y="2836863"/>
          <p14:tracePt t="25856" x="5573713" y="2852738"/>
          <p14:tracePt t="25864" x="5499100" y="2878138"/>
          <p14:tracePt t="25872" x="5373688" y="2901950"/>
          <p14:tracePt t="25880" x="5224463" y="2943225"/>
          <p14:tracePt t="25888" x="5067300" y="2976563"/>
          <p14:tracePt t="25897" x="4884738" y="3017838"/>
          <p14:tracePt t="25905" x="4735513" y="3043238"/>
          <p14:tracePt t="25913" x="4552950" y="3060700"/>
          <p14:tracePt t="25920" x="4486275" y="3076575"/>
          <p14:tracePt t="25929" x="4354513" y="3084513"/>
          <p14:tracePt t="25937" x="4229100" y="3084513"/>
          <p14:tracePt t="25945" x="4130675" y="3101975"/>
          <p14:tracePt t="25953" x="4048125" y="3101975"/>
          <p14:tracePt t="25961" x="3956050" y="3101975"/>
          <p14:tracePt t="25969" x="3898900" y="3101975"/>
          <p14:tracePt t="25977" x="3840163" y="3101975"/>
          <p14:tracePt t="25985" x="3814763" y="3101975"/>
          <p14:tracePt t="25993" x="3773488" y="3101975"/>
          <p14:tracePt t="26001" x="3740150" y="3084513"/>
          <p14:tracePt t="26017" x="3732213" y="3076575"/>
          <p14:tracePt t="26025" x="3732213" y="3060700"/>
          <p14:tracePt t="26041" x="3732213" y="3043238"/>
          <p14:tracePt t="26050" x="3732213" y="3027363"/>
          <p14:tracePt t="26066" x="3732213" y="3017838"/>
          <p14:tracePt t="26074" x="3732213" y="3001963"/>
          <p14:tracePt t="26098" x="3757613" y="3001963"/>
          <p14:tracePt t="26106" x="3798888" y="2986088"/>
          <p14:tracePt t="26114" x="3840163" y="2976563"/>
          <p14:tracePt t="26122" x="3922713" y="2960688"/>
          <p14:tracePt t="26130" x="4005263" y="2935288"/>
          <p14:tracePt t="26138" x="4105275" y="2901950"/>
          <p14:tracePt t="26147" x="4229100" y="2894013"/>
          <p14:tracePt t="26155" x="4387850" y="2860675"/>
          <p14:tracePt t="26163" x="4437063" y="2860675"/>
          <p14:tracePt t="26171" x="4552950" y="2860675"/>
          <p14:tracePt t="26179" x="4652963" y="2860675"/>
          <p14:tracePt t="26187" x="4702175" y="2860675"/>
          <p14:tracePt t="26195" x="4760913" y="2860675"/>
          <p14:tracePt t="26203" x="4776788" y="2860675"/>
          <p14:tracePt t="26211" x="4802188" y="2860675"/>
          <p14:tracePt t="26219" x="4818063" y="2860675"/>
          <p14:tracePt t="26235" x="4835525" y="2860675"/>
          <p14:tracePt t="26268" x="4835525" y="2878138"/>
          <p14:tracePt t="26373" x="4843463" y="2878138"/>
          <p14:tracePt t="26397" x="4860925" y="2894013"/>
          <p14:tracePt t="26405" x="4884738" y="2894013"/>
          <p14:tracePt t="26413" x="4902200" y="2901950"/>
          <p14:tracePt t="26421" x="4918075" y="2901950"/>
          <p14:tracePt t="26429" x="4943475" y="2919413"/>
          <p14:tracePt t="26437" x="4959350" y="2935288"/>
          <p14:tracePt t="26445" x="4967288" y="2935288"/>
          <p14:tracePt t="26454" x="4967288" y="2943225"/>
          <p14:tracePt t="26461" x="4984750" y="2960688"/>
          <p14:tracePt t="26469" x="5000625" y="2960688"/>
          <p14:tracePt t="26486" x="5000625" y="2976563"/>
          <p14:tracePt t="26542" x="4984750" y="2976563"/>
          <p14:tracePt t="26550" x="4967288" y="2976563"/>
          <p14:tracePt t="26558" x="4959350" y="2976563"/>
          <p14:tracePt t="26574" x="4926013" y="2976563"/>
          <p14:tracePt t="26583" x="4902200" y="2976563"/>
          <p14:tracePt t="26591" x="4884738" y="2976563"/>
          <p14:tracePt t="26600" x="4860925" y="2960688"/>
          <p14:tracePt t="26607" x="4843463" y="2943225"/>
          <p14:tracePt t="26617" x="4818063" y="2935288"/>
          <p14:tracePt t="26623" x="4802188" y="2919413"/>
          <p14:tracePt t="26633" x="4794250" y="2901950"/>
          <p14:tracePt t="26639" x="4776788" y="2878138"/>
          <p14:tracePt t="26647" x="4760913" y="2860675"/>
          <p14:tracePt t="26655" x="4760913" y="2852738"/>
          <p14:tracePt t="26663" x="4760913" y="2836863"/>
          <p14:tracePt t="26671" x="4760913" y="2811463"/>
          <p14:tracePt t="26687" x="4760913" y="2794000"/>
          <p14:tracePt t="26712" x="4776788" y="2778125"/>
          <p14:tracePt t="26720" x="4794250" y="2760663"/>
          <p14:tracePt t="26728" x="4835525" y="2752725"/>
          <p14:tracePt t="26736" x="4884738" y="2736850"/>
          <p14:tracePt t="26744" x="4943475" y="2711450"/>
          <p14:tracePt t="26752" x="5018088" y="2695575"/>
          <p14:tracePt t="26760" x="5084763" y="2670175"/>
          <p14:tracePt t="26768" x="5183188" y="2636838"/>
          <p14:tracePt t="26776" x="5275263" y="2628900"/>
          <p14:tracePt t="26785" x="5373688" y="2595563"/>
          <p14:tracePt t="26792" x="5491163" y="2587625"/>
          <p14:tracePt t="26801" x="5532438" y="2587625"/>
          <p14:tracePt t="26809" x="5630863" y="2570163"/>
          <p14:tracePt t="26817" x="5722938" y="2570163"/>
          <p14:tracePt t="26825" x="5797550" y="2570163"/>
          <p14:tracePt t="26834" x="5864225" y="2570163"/>
          <p14:tracePt t="26841" x="5921375" y="2570163"/>
          <p14:tracePt t="26850" x="5980113" y="2570163"/>
          <p14:tracePt t="26857" x="6005513" y="2570163"/>
          <p14:tracePt t="26867" x="6029325" y="2570163"/>
          <p14:tracePt t="26873" x="6046788" y="2570163"/>
          <p14:tracePt t="26882" x="6070600" y="2587625"/>
          <p14:tracePt t="26889" x="6070600" y="2595563"/>
          <p14:tracePt t="26897" x="6088063" y="2611438"/>
          <p14:tracePt t="26906" x="6103938" y="2628900"/>
          <p14:tracePt t="26914" x="6103938" y="2654300"/>
          <p14:tracePt t="26922" x="6121400" y="2678113"/>
          <p14:tracePt t="26930" x="6129338" y="2719388"/>
          <p14:tracePt t="26938" x="6129338" y="2760663"/>
          <p14:tracePt t="26946" x="6145213" y="2852738"/>
          <p14:tracePt t="26954" x="6162675" y="2894013"/>
          <p14:tracePt t="26962" x="6162675" y="2943225"/>
          <p14:tracePt t="26970" x="6170613" y="3017838"/>
          <p14:tracePt t="26978" x="6170613" y="3076575"/>
          <p14:tracePt t="26986" x="6170613" y="3125788"/>
          <p14:tracePt t="26994" x="6170613" y="3159125"/>
          <p14:tracePt t="27002" x="6170613" y="3200400"/>
          <p14:tracePt t="27010" x="6170613" y="3209925"/>
          <p14:tracePt t="27019" x="6170613" y="3225800"/>
          <p14:tracePt t="27026" x="6170613" y="3241675"/>
          <p14:tracePt t="27043" x="6170613" y="3251200"/>
          <p14:tracePt t="27156" x="6186488" y="3241675"/>
          <p14:tracePt t="27180" x="6186488" y="3225800"/>
          <p14:tracePt t="27204" x="6203950" y="3225800"/>
          <p14:tracePt t="27212" x="6203950" y="3209925"/>
          <p14:tracePt t="27236" x="6203950" y="3200400"/>
          <p14:tracePt t="27277" x="6203950" y="3184525"/>
          <p14:tracePt t="27293" x="6186488" y="3184525"/>
          <p14:tracePt t="27301" x="6170613" y="3184525"/>
          <p14:tracePt t="27309" x="6162675" y="3184525"/>
          <p14:tracePt t="27317" x="6129338" y="3167063"/>
          <p14:tracePt t="27325" x="6103938" y="3167063"/>
          <p14:tracePt t="27333" x="6088063" y="3159125"/>
          <p14:tracePt t="27341" x="6046788" y="3159125"/>
          <p14:tracePt t="27350" x="6029325" y="3159125"/>
          <p14:tracePt t="27358" x="5988050" y="3143250"/>
          <p14:tracePt t="27367" x="5946775" y="3143250"/>
          <p14:tracePt t="27374" x="5921375" y="3125788"/>
          <p14:tracePt t="27383" x="5880100" y="3125788"/>
          <p14:tracePt t="27390" x="5854700" y="3117850"/>
          <p14:tracePt t="27399" x="5797550" y="3117850"/>
          <p14:tracePt t="27406" x="5738813" y="3117850"/>
          <p14:tracePt t="27414" x="5681663" y="3117850"/>
          <p14:tracePt t="27422" x="5614988" y="3117850"/>
          <p14:tracePt t="27430" x="5556250" y="3117850"/>
          <p14:tracePt t="27438" x="5514975" y="3117850"/>
          <p14:tracePt t="27447" x="5457825" y="3117850"/>
          <p14:tracePt t="27454" x="5416550" y="3117850"/>
          <p14:tracePt t="27463" x="5391150" y="3117850"/>
          <p14:tracePt t="27471" x="5365750" y="3117850"/>
          <p14:tracePt t="27479" x="5349875" y="3117850"/>
          <p14:tracePt t="27487" x="5332413" y="3117850"/>
          <p14:tracePt t="27495" x="5324475" y="3117850"/>
          <p14:tracePt t="27543" x="5324475" y="3101975"/>
          <p14:tracePt t="27584" x="5324475" y="3084513"/>
          <p14:tracePt t="27616" x="5324475" y="3076575"/>
          <p14:tracePt t="27640" x="5324475" y="3060700"/>
          <p14:tracePt t="27673" x="5324475" y="3043238"/>
          <p14:tracePt t="27680" x="5324475" y="3027363"/>
          <p14:tracePt t="27697" x="5324475" y="3017838"/>
          <p14:tracePt t="27705" x="5324475" y="3001963"/>
          <p14:tracePt t="27721" x="5308600" y="2986088"/>
          <p14:tracePt t="27729" x="5308600" y="2976563"/>
          <p14:tracePt t="27761" x="5308600" y="2960688"/>
          <p14:tracePt t="27802" x="5324475" y="2960688"/>
          <p14:tracePt t="27818" x="5349875" y="2960688"/>
          <p14:tracePt t="27826" x="5407025" y="2960688"/>
          <p14:tracePt t="27834" x="5473700" y="2960688"/>
          <p14:tracePt t="27842" x="5573713" y="2960688"/>
          <p14:tracePt t="27850" x="5673725" y="2960688"/>
          <p14:tracePt t="27858" x="5797550" y="2943225"/>
          <p14:tracePt t="27867" x="5897563" y="2943225"/>
          <p14:tracePt t="27874" x="5946775" y="2943225"/>
          <p14:tracePt t="27883" x="6029325" y="2943225"/>
          <p14:tracePt t="27890" x="6129338" y="2943225"/>
          <p14:tracePt t="27900" x="6229350" y="2943225"/>
          <p14:tracePt t="27907" x="6294438" y="2943225"/>
          <p14:tracePt t="27916" x="6386513" y="2943225"/>
          <p14:tracePt t="27923" x="6427788" y="2943225"/>
          <p14:tracePt t="27931" x="6510338" y="2943225"/>
          <p14:tracePt t="27939" x="6551613" y="2943225"/>
          <p14:tracePt t="27947" x="6602413" y="2943225"/>
          <p14:tracePt t="27955" x="6659563" y="2943225"/>
          <p14:tracePt t="27963" x="6718300" y="2943225"/>
          <p14:tracePt t="27971" x="6743700" y="2943225"/>
          <p14:tracePt t="27979" x="6800850" y="2960688"/>
          <p14:tracePt t="27987" x="6842125" y="2976563"/>
          <p14:tracePt t="27995" x="6867525" y="2976563"/>
          <p14:tracePt t="28003" x="6916738" y="2986088"/>
          <p14:tracePt t="28012" x="6942138" y="2986088"/>
          <p14:tracePt t="28020" x="6983413" y="3001963"/>
          <p14:tracePt t="28028" x="7024688" y="3001963"/>
          <p14:tracePt t="28036" x="7042150" y="3001963"/>
          <p14:tracePt t="28044" x="7083425" y="3017838"/>
          <p14:tracePt t="28052" x="7091363" y="3017838"/>
          <p14:tracePt t="28060" x="7107238" y="3017838"/>
          <p14:tracePt t="28068" x="7124700" y="3017838"/>
          <p14:tracePt t="28076" x="7132638" y="3017838"/>
          <p14:tracePt t="28084" x="7150100" y="3017838"/>
          <p14:tracePt t="28108" x="7165975" y="3017838"/>
          <p14:tracePt t="28230" x="7150100" y="3017838"/>
          <p14:tracePt t="28238" x="7132638" y="3017838"/>
          <p14:tracePt t="28245" x="7091363" y="3017838"/>
          <p14:tracePt t="28256" x="7042150" y="3017838"/>
          <p14:tracePt t="28262" x="7008813" y="3017838"/>
          <p14:tracePt t="28270" x="6958013" y="3017838"/>
          <p14:tracePt t="28278" x="6883400" y="3017838"/>
          <p14:tracePt t="28286" x="6826250" y="3017838"/>
          <p14:tracePt t="28294" x="6759575" y="3017838"/>
          <p14:tracePt t="28302" x="6692900" y="3017838"/>
          <p14:tracePt t="28310" x="6635750" y="3017838"/>
          <p14:tracePt t="28318" x="6577013" y="3017838"/>
          <p14:tracePt t="28326" x="6518275" y="3017838"/>
          <p14:tracePt t="28335" x="6469063" y="3017838"/>
          <p14:tracePt t="28343" x="6435725" y="3017838"/>
          <p14:tracePt t="28351" x="6394450" y="3017838"/>
          <p14:tracePt t="28358" x="6369050" y="3017838"/>
          <p14:tracePt t="28367" x="6327775" y="3017838"/>
          <p14:tracePt t="28375" x="6311900" y="3017838"/>
          <p14:tracePt t="28383" x="6294438" y="3017838"/>
          <p14:tracePt t="28391" x="6286500" y="3017838"/>
          <p14:tracePt t="28400" x="6270625" y="3017838"/>
          <p14:tracePt t="28416" x="6253163" y="3017838"/>
          <p14:tracePt t="28464" x="6253163" y="3001963"/>
          <p14:tracePt t="28504" x="6270625" y="3001963"/>
          <p14:tracePt t="28512" x="6270625" y="2986088"/>
          <p14:tracePt t="28520" x="6286500" y="2986088"/>
          <p14:tracePt t="28528" x="6294438" y="2986088"/>
          <p14:tracePt t="28536" x="6337300" y="2986088"/>
          <p14:tracePt t="28545" x="6386513" y="2986088"/>
          <p14:tracePt t="28553" x="6453188" y="2986088"/>
          <p14:tracePt t="28561" x="6551613" y="2986088"/>
          <p14:tracePt t="28568" x="6577013" y="2976563"/>
          <p14:tracePt t="28577" x="6677025" y="2976563"/>
          <p14:tracePt t="28585" x="6743700" y="2976563"/>
          <p14:tracePt t="28593" x="6826250" y="2976563"/>
          <p14:tracePt t="28601" x="6867525" y="2976563"/>
          <p14:tracePt t="28609" x="6924675" y="2976563"/>
          <p14:tracePt t="28617" x="6983413" y="2976563"/>
          <p14:tracePt t="28625" x="7024688" y="2976563"/>
          <p14:tracePt t="28634" x="7042150" y="2976563"/>
          <p14:tracePt t="28641" x="7065963" y="2976563"/>
          <p14:tracePt t="28650" x="7083425" y="2976563"/>
          <p14:tracePt t="28657" x="7107238" y="2976563"/>
          <p14:tracePt t="28667" x="7124700" y="2976563"/>
          <p14:tracePt t="28674" x="7132638" y="2976563"/>
          <p14:tracePt t="28690" x="7150100" y="2976563"/>
          <p14:tracePt t="28699" x="7173913" y="2976563"/>
          <p14:tracePt t="28714" x="7191375" y="2976563"/>
          <p14:tracePt t="28722" x="7207250" y="2976563"/>
          <p14:tracePt t="28730" x="7224713" y="2976563"/>
          <p14:tracePt t="28738" x="7232650" y="2976563"/>
          <p14:tracePt t="28754" x="7248525" y="2976563"/>
          <p14:tracePt t="28762" x="7265988" y="2976563"/>
          <p14:tracePt t="28771" x="7273925" y="2976563"/>
          <p14:tracePt t="28778" x="7307263" y="2976563"/>
          <p14:tracePt t="28787" x="7315200" y="2976563"/>
          <p14:tracePt t="28795" x="7348538" y="2976563"/>
          <p14:tracePt t="28803" x="7356475" y="2976563"/>
          <p14:tracePt t="28811" x="7397750" y="2976563"/>
          <p14:tracePt t="28819" x="7431088" y="2976563"/>
          <p14:tracePt t="28827" x="7439025" y="2976563"/>
          <p14:tracePt t="28835" x="7456488" y="2976563"/>
          <p14:tracePt t="28843" x="7472363" y="2976563"/>
          <p14:tracePt t="28851" x="7489825" y="2976563"/>
          <p14:tracePt t="28859" x="7497763" y="2976563"/>
          <p14:tracePt t="28883" x="7513638" y="2976563"/>
          <p14:tracePt t="29053" x="7531100" y="2976563"/>
          <p14:tracePt t="29069" x="7572375" y="2976563"/>
          <p14:tracePt t="29077" x="7621588" y="2976563"/>
          <p14:tracePt t="29085" x="7680325" y="2976563"/>
          <p14:tracePt t="29093" x="7754938" y="2986088"/>
          <p14:tracePt t="29101" x="7821613" y="3001963"/>
          <p14:tracePt t="29110" x="7862888" y="3001963"/>
          <p14:tracePt t="29118" x="7945438" y="3001963"/>
          <p14:tracePt t="29126" x="8027988" y="3001963"/>
          <p14:tracePt t="29134" x="8069263" y="3001963"/>
          <p14:tracePt t="29142" x="8128000" y="3001963"/>
          <p14:tracePt t="29150" x="8194675" y="3001963"/>
          <p14:tracePt t="29158" x="8235950" y="3001963"/>
          <p14:tracePt t="29167" x="8285163" y="3001963"/>
          <p14:tracePt t="29174" x="8310563" y="3001963"/>
          <p14:tracePt t="29183" x="8335963" y="3001963"/>
          <p14:tracePt t="29190" x="8351838" y="3001963"/>
          <p14:tracePt t="29200" x="8369300" y="3001963"/>
          <p14:tracePt t="29206" x="8377238" y="3001963"/>
          <p14:tracePt t="29279" x="8377238" y="3017838"/>
          <p14:tracePt t="29295" x="8351838" y="3017838"/>
          <p14:tracePt t="29303" x="8310563" y="3027363"/>
          <p14:tracePt t="29312" x="8269288" y="3027363"/>
          <p14:tracePt t="29319" x="8186738" y="3027363"/>
          <p14:tracePt t="29328" x="8112125" y="3043238"/>
          <p14:tracePt t="29336" x="8061325" y="3043238"/>
          <p14:tracePt t="29344" x="7970838" y="3043238"/>
          <p14:tracePt t="29352" x="7886700" y="3043238"/>
          <p14:tracePt t="29360" x="7821613" y="3043238"/>
          <p14:tracePt t="29368" x="7721600" y="3060700"/>
          <p14:tracePt t="29376" x="7654925" y="3060700"/>
          <p14:tracePt t="29384" x="7580313" y="3060700"/>
          <p14:tracePt t="29392" x="7531100" y="3076575"/>
          <p14:tracePt t="29400" x="7373938" y="3076575"/>
          <p14:tracePt t="29409" x="7307263" y="3076575"/>
          <p14:tracePt t="29417" x="7207250" y="3076575"/>
          <p14:tracePt t="29425" x="7083425" y="3076575"/>
          <p14:tracePt t="29433" x="7050088" y="3076575"/>
          <p14:tracePt t="29441" x="6958013" y="3076575"/>
          <p14:tracePt t="29450" x="6883400" y="3076575"/>
          <p14:tracePt t="29457" x="6826250" y="3076575"/>
          <p14:tracePt t="29466" x="6784975" y="3076575"/>
          <p14:tracePt t="29473" x="6759575" y="3076575"/>
          <p14:tracePt t="29482" x="6734175" y="3076575"/>
          <p14:tracePt t="29489" x="6718300" y="3076575"/>
          <p14:tracePt t="29497" x="6700838" y="3076575"/>
          <p14:tracePt t="29505" x="6692900" y="3076575"/>
          <p14:tracePt t="29513" x="6677025" y="3076575"/>
          <p14:tracePt t="29521" x="6659563" y="3060700"/>
          <p14:tracePt t="29530" x="6651625" y="3060700"/>
          <p14:tracePt t="29538" x="6635750" y="3043238"/>
          <p14:tracePt t="29546" x="6618288" y="3027363"/>
          <p14:tracePt t="29554" x="6592888" y="3017838"/>
          <p14:tracePt t="29562" x="6561138" y="3001963"/>
          <p14:tracePt t="29570" x="6518275" y="2986088"/>
          <p14:tracePt t="29578" x="6477000" y="2976563"/>
          <p14:tracePt t="29586" x="6411913" y="2943225"/>
          <p14:tracePt t="29594" x="6337300" y="2935288"/>
          <p14:tracePt t="29602" x="6270625" y="2919413"/>
          <p14:tracePt t="29610" x="6170613" y="2894013"/>
          <p14:tracePt t="29618" x="6129338" y="2894013"/>
          <p14:tracePt t="29626" x="6062663" y="2860675"/>
          <p14:tracePt t="29634" x="5962650" y="2852738"/>
          <p14:tracePt t="29643" x="5897563" y="2852738"/>
          <p14:tracePt t="29651" x="5822950" y="2836863"/>
          <p14:tracePt t="29659" x="5764213" y="2836863"/>
          <p14:tracePt t="29667" x="5697538" y="2836863"/>
          <p14:tracePt t="29675" x="5640388" y="2836863"/>
          <p14:tracePt t="29684" x="5573713" y="2836863"/>
          <p14:tracePt t="29691" x="5499100" y="2836863"/>
          <p14:tracePt t="29700" x="5407025" y="2836863"/>
          <p14:tracePt t="29707" x="5324475" y="2836863"/>
          <p14:tracePt t="29717" x="5291138" y="2836863"/>
          <p14:tracePt t="29723" x="5224463" y="2836863"/>
          <p14:tracePt t="29733" x="5167313" y="2836863"/>
          <p14:tracePt t="29739" x="5126038" y="2836863"/>
          <p14:tracePt t="29750" x="5100638" y="2836863"/>
          <p14:tracePt t="29755" x="5067300" y="2836863"/>
          <p14:tracePt t="29766" x="5059363" y="2836863"/>
          <p14:tracePt t="29772" x="5041900" y="2819400"/>
          <p14:tracePt t="29783" x="5026025" y="2819400"/>
          <p14:tracePt t="29860" x="5059363" y="2819400"/>
          <p14:tracePt t="29868" x="5100638" y="2811463"/>
          <p14:tracePt t="29877" x="5167313" y="2811463"/>
          <p14:tracePt t="29885" x="5291138" y="2794000"/>
          <p14:tracePt t="29900" x="5407025" y="2794000"/>
          <p14:tracePt t="29901" x="5556250" y="2778125"/>
          <p14:tracePt t="29909" x="5738813" y="2752725"/>
          <p14:tracePt t="29917" x="5938838" y="2736850"/>
          <p14:tracePt t="29925" x="6121400" y="2736850"/>
          <p14:tracePt t="29934" x="6270625" y="2719388"/>
          <p14:tracePt t="29941" x="6337300" y="2711450"/>
          <p14:tracePt t="29950" x="6435725" y="2695575"/>
          <p14:tracePt t="29957" x="6535738" y="2695575"/>
          <p14:tracePt t="29967" x="6577013" y="2678113"/>
          <p14:tracePt t="29973" x="6618288" y="2678113"/>
          <p14:tracePt t="29983" x="6651625" y="2678113"/>
          <p14:tracePt t="29998" x="6659563" y="2678113"/>
          <p14:tracePt t="30006" x="6677025" y="2678113"/>
          <p14:tracePt t="30014" x="6677025" y="2670175"/>
          <p14:tracePt t="30062" x="6659563" y="2670175"/>
          <p14:tracePt t="30070" x="6635750" y="2670175"/>
          <p14:tracePt t="30078" x="6592888" y="2670175"/>
          <p14:tracePt t="30086" x="6551613" y="2670175"/>
          <p14:tracePt t="30095" x="6477000" y="2695575"/>
          <p14:tracePt t="30103" x="6427788" y="2719388"/>
          <p14:tracePt t="30111" x="6327775" y="2752725"/>
          <p14:tracePt t="30119" x="6294438" y="2760663"/>
          <p14:tracePt t="30127" x="6145213" y="2811463"/>
          <p14:tracePt t="30135" x="6070600" y="2836863"/>
          <p14:tracePt t="30143" x="6029325" y="2852738"/>
          <p14:tracePt t="30151" x="5938838" y="2878138"/>
          <p14:tracePt t="30159" x="5864225" y="2901950"/>
          <p14:tracePt t="30167" x="5805488" y="2901950"/>
          <p14:tracePt t="30175" x="5756275" y="2919413"/>
          <p14:tracePt t="30183" x="5715000" y="2935288"/>
          <p14:tracePt t="30192" x="5681663" y="2935288"/>
          <p14:tracePt t="30200" x="5640388" y="2935288"/>
          <p14:tracePt t="30216" x="5630863" y="2935288"/>
          <p14:tracePt t="30224" x="5614988" y="2935288"/>
          <p14:tracePt t="30305" x="5630863" y="2935288"/>
          <p14:tracePt t="30313" x="5640388" y="2935288"/>
          <p14:tracePt t="30321" x="5656263" y="2935288"/>
          <p14:tracePt t="30329" x="5715000" y="2935288"/>
          <p14:tracePt t="30337" x="5764213" y="2919413"/>
          <p14:tracePt t="30345" x="5864225" y="2901950"/>
          <p14:tracePt t="30353" x="5962650" y="2894013"/>
          <p14:tracePt t="30361" x="6103938" y="2852738"/>
          <p14:tracePt t="30369" x="6294438" y="2836863"/>
          <p14:tracePt t="30377" x="6510338" y="2819400"/>
          <p14:tracePt t="30385" x="6700838" y="2794000"/>
          <p14:tracePt t="30393" x="6883400" y="2760663"/>
          <p14:tracePt t="30401" x="6958013" y="2760663"/>
          <p14:tracePt t="30410" x="7107238" y="2752725"/>
          <p14:tracePt t="30417" x="7232650" y="2719388"/>
          <p14:tracePt t="30426" x="7331075" y="2719388"/>
          <p14:tracePt t="30434" x="7513638" y="2711450"/>
          <p14:tracePt t="30442" x="7539038" y="2711450"/>
          <p14:tracePt t="30450" x="7639050" y="2695575"/>
          <p14:tracePt t="30458" x="7705725" y="2695575"/>
          <p14:tracePt t="30467" x="7762875" y="2695575"/>
          <p14:tracePt t="30474" x="7837488" y="2695575"/>
          <p14:tracePt t="30483" x="7886700" y="2695575"/>
          <p14:tracePt t="30490" x="7929563" y="2695575"/>
          <p14:tracePt t="30500" x="7945438" y="2695575"/>
          <p14:tracePt t="30506" x="7970838" y="2695575"/>
          <p14:tracePt t="30516" x="7986713" y="2695575"/>
          <p14:tracePt t="30539" x="8004175" y="2695575"/>
          <p14:tracePt t="30595" x="7970838" y="2695575"/>
          <p14:tracePt t="30603" x="7929563" y="2695575"/>
          <p14:tracePt t="30611" x="7845425" y="2695575"/>
          <p14:tracePt t="30619" x="7762875" y="2695575"/>
          <p14:tracePt t="30628" x="7662863" y="2736850"/>
          <p14:tracePt t="30636" x="7539038" y="2778125"/>
          <p14:tracePt t="30644" x="7439025" y="2819400"/>
          <p14:tracePt t="30652" x="7389813" y="2852738"/>
          <p14:tracePt t="30660" x="7289800" y="2878138"/>
          <p14:tracePt t="30668" x="7207250" y="2901950"/>
          <p14:tracePt t="30676" x="7124700" y="2935288"/>
          <p14:tracePt t="30684" x="7050088" y="2960688"/>
          <p14:tracePt t="30692" x="6999288" y="2976563"/>
          <p14:tracePt t="30700" x="6967538" y="2976563"/>
          <p14:tracePt t="30708" x="6942138" y="2986088"/>
          <p14:tracePt t="30717" x="6924675" y="2986088"/>
          <p14:tracePt t="30724" x="6924675" y="3001963"/>
          <p14:tracePt t="30740" x="6916738" y="3001963"/>
          <p14:tracePt t="30789" x="6924675" y="3001963"/>
          <p14:tracePt t="30797" x="6942138" y="3001963"/>
          <p14:tracePt t="30805" x="6983413" y="3001963"/>
          <p14:tracePt t="30813" x="7042150" y="3001963"/>
          <p14:tracePt t="30821" x="7107238" y="2976563"/>
          <p14:tracePt t="30829" x="7173913" y="2935288"/>
          <p14:tracePt t="30838" x="7248525" y="2901950"/>
          <p14:tracePt t="30845" x="7331075" y="2852738"/>
          <p14:tracePt t="30854" x="7431088" y="2811463"/>
          <p14:tracePt t="30862" x="7513638" y="2752725"/>
          <p14:tracePt t="30870" x="7613650" y="2711450"/>
          <p14:tracePt t="30878" x="7654925" y="2678113"/>
          <p14:tracePt t="30886" x="7721600" y="2636838"/>
          <p14:tracePt t="30894" x="7780338" y="2611438"/>
          <p14:tracePt t="30902" x="7837488" y="2587625"/>
          <p14:tracePt t="30910" x="7862888" y="2587625"/>
          <p14:tracePt t="30918" x="7886700" y="2554288"/>
          <p14:tracePt t="30926" x="7904163" y="2554288"/>
          <p14:tracePt t="30942" x="7920038" y="2554288"/>
          <p14:tracePt t="31007" x="7920038" y="2587625"/>
          <p14:tracePt t="31023" x="7920038" y="2611438"/>
          <p14:tracePt t="31031" x="7920038" y="2628900"/>
          <p14:tracePt t="31055" x="7920038" y="2636838"/>
          <p14:tracePt t="31079" x="7920038" y="2654300"/>
          <p14:tracePt t="31104" x="7929563" y="2670175"/>
          <p14:tracePt t="31112" x="7970838" y="2670175"/>
          <p14:tracePt t="31120" x="8004175" y="2678113"/>
          <p14:tracePt t="31128" x="8045450" y="2695575"/>
          <p14:tracePt t="31136" x="8102600" y="2695575"/>
          <p14:tracePt t="31144" x="8143875" y="2711450"/>
          <p14:tracePt t="31152" x="8194675" y="2719388"/>
          <p14:tracePt t="31160" x="8251825" y="2736850"/>
          <p14:tracePt t="31168" x="8293100" y="2736850"/>
          <p14:tracePt t="31176" x="8326438" y="2736850"/>
          <p14:tracePt t="31185" x="8351838" y="2736850"/>
          <p14:tracePt t="31193" x="8369300" y="2736850"/>
          <p14:tracePt t="31200" x="8377238" y="2736850"/>
          <p14:tracePt t="31209" x="8393113" y="2736850"/>
          <p14:tracePt t="31225" x="8410575" y="2736850"/>
          <p14:tracePt t="31354" x="8410575" y="2752725"/>
          <p14:tracePt t="31378" x="8410575" y="2760663"/>
          <p14:tracePt t="31394" x="8393113" y="2760663"/>
          <p14:tracePt t="31403" x="8393113" y="2778125"/>
          <p14:tracePt t="31419" x="8377238" y="2794000"/>
          <p14:tracePt t="31443" x="8369300" y="2811463"/>
          <p14:tracePt t="31459" x="8351838" y="2819400"/>
          <p14:tracePt t="31475" x="8335963" y="2819400"/>
          <p14:tracePt t="31483" x="8335963" y="2836863"/>
          <p14:tracePt t="31491" x="8326438" y="2836863"/>
          <p14:tracePt t="31500" x="8310563" y="2852738"/>
          <p14:tracePt t="31516" x="8293100" y="2860675"/>
          <p14:tracePt t="31524" x="8285163" y="2878138"/>
          <p14:tracePt t="31533" x="8269288" y="2878138"/>
          <p14:tracePt t="31540" x="8251825" y="2894013"/>
          <p14:tracePt t="31549" x="8235950" y="2894013"/>
          <p14:tracePt t="31556" x="8228013" y="2901950"/>
          <p14:tracePt t="31564" x="8194675" y="2901950"/>
          <p14:tracePt t="31572" x="8186738" y="2901950"/>
          <p14:tracePt t="31580" x="8169275" y="2919413"/>
          <p14:tracePt t="31588" x="8143875" y="2935288"/>
          <p14:tracePt t="31596" x="8128000" y="2935288"/>
          <p14:tracePt t="31604" x="8102600" y="2943225"/>
          <p14:tracePt t="31612" x="8045450" y="2960688"/>
          <p14:tracePt t="31620" x="8027988" y="2976563"/>
          <p14:tracePt t="31629" x="7945438" y="2986088"/>
          <p14:tracePt t="31637" x="7878763" y="3017838"/>
          <p14:tracePt t="31645" x="7862888" y="3027363"/>
          <p14:tracePt t="31653" x="7804150" y="3060700"/>
          <p14:tracePt t="31661" x="7754938" y="3076575"/>
          <p14:tracePt t="31669" x="7696200" y="3101975"/>
          <p14:tracePt t="31677" x="7662863" y="3101975"/>
          <p14:tracePt t="31685" x="7639050" y="3117850"/>
          <p14:tracePt t="31693" x="7613650" y="3117850"/>
          <p14:tracePt t="31701" x="7613650" y="3125788"/>
          <p14:tracePt t="31709" x="7597775" y="3125788"/>
          <p14:tracePt t="31717" x="7580313" y="3125788"/>
          <p14:tracePt t="31863" x="7597775" y="3125788"/>
          <p14:tracePt t="31871" x="7613650" y="3125788"/>
          <p14:tracePt t="31879" x="7621588" y="3125788"/>
          <p14:tracePt t="31887" x="7639050" y="3125788"/>
          <p14:tracePt t="31895" x="7654925" y="3125788"/>
          <p14:tracePt t="31903" x="7662863" y="3125788"/>
          <p14:tracePt t="31911" x="7696200" y="3125788"/>
          <p14:tracePt t="31919" x="7705725" y="3125788"/>
          <p14:tracePt t="31927" x="7737475" y="3125788"/>
          <p14:tracePt t="31935" x="7762875" y="3125788"/>
          <p14:tracePt t="31943" x="7796213" y="3125788"/>
          <p14:tracePt t="31951" x="7837488" y="3125788"/>
          <p14:tracePt t="31959" x="7845425" y="3125788"/>
          <p14:tracePt t="31968" x="7886700" y="3125788"/>
          <p14:tracePt t="31976" x="7920038" y="3117850"/>
          <p14:tracePt t="31984" x="7962900" y="3117850"/>
          <p14:tracePt t="31992" x="8004175" y="3101975"/>
          <p14:tracePt t="32000" x="8027988" y="3084513"/>
          <p14:tracePt t="32008" x="8061325" y="3076575"/>
          <p14:tracePt t="32016" x="8069263" y="3076575"/>
          <p14:tracePt t="32024" x="8112125" y="3060700"/>
          <p14:tracePt t="32033" x="8143875" y="3060700"/>
          <p14:tracePt t="32040" x="8153400" y="3060700"/>
          <p14:tracePt t="32050" x="8194675" y="3043238"/>
          <p14:tracePt t="32057" x="8269288" y="3017838"/>
          <p14:tracePt t="32067" x="8326438" y="3001963"/>
          <p14:tracePt t="32073" x="8393113" y="3001963"/>
          <p14:tracePt t="32083" x="8459788" y="2986088"/>
          <p14:tracePt t="32088" x="8501063" y="2986088"/>
          <p14:tracePt t="32100" x="8575675" y="2976563"/>
          <p14:tracePt t="32105" x="8642350" y="2976563"/>
          <p14:tracePt t="32117" x="8716963" y="2960688"/>
          <p14:tracePt t="32121" x="8766175" y="2960688"/>
          <p14:tracePt t="32133" x="8824913" y="2960688"/>
          <p14:tracePt t="32137" x="8866188" y="2960688"/>
          <p14:tracePt t="32150" x="8882063" y="2960688"/>
          <p14:tracePt t="32153" x="8907463" y="2960688"/>
          <p14:tracePt t="32167" x="8924925" y="2960688"/>
          <p14:tracePt t="32178" x="8940800" y="2960688"/>
          <p14:tracePt t="32186" x="8948738" y="2943225"/>
          <p14:tracePt t="32202" x="8966200" y="2943225"/>
          <p14:tracePt t="32226" x="8982075" y="2943225"/>
          <p14:tracePt t="32242" x="8982075" y="2935288"/>
          <p14:tracePt t="32371" x="8948738" y="2935288"/>
          <p14:tracePt t="32380" x="8940800" y="2935288"/>
          <p14:tracePt t="32388" x="8924925" y="2935288"/>
          <p14:tracePt t="32396" x="8907463" y="2935288"/>
          <p14:tracePt t="32404" x="8899525" y="2935288"/>
          <p14:tracePt t="32412" x="8882063" y="2943225"/>
          <p14:tracePt t="32420" x="8866188" y="2943225"/>
          <p14:tracePt t="32436" x="8858250" y="2943225"/>
          <p14:tracePt t="32452" x="8840788" y="2943225"/>
          <p14:tracePt t="32468" x="8824913" y="2943225"/>
          <p14:tracePt t="32476" x="8799513" y="2960688"/>
          <p14:tracePt t="32484" x="8783638" y="2960688"/>
          <p14:tracePt t="32500" x="8758238" y="2960688"/>
          <p14:tracePt t="32509" x="8724900" y="2960688"/>
          <p14:tracePt t="32517" x="8716963" y="2960688"/>
          <p14:tracePt t="32525" x="8699500" y="2960688"/>
          <p14:tracePt t="32533" x="8683625" y="2960688"/>
          <p14:tracePt t="32541" x="8675688" y="2960688"/>
          <p14:tracePt t="32550" x="8658225" y="2960688"/>
          <p14:tracePt t="32567" x="8642350" y="2960688"/>
          <p14:tracePt t="32573" x="8634413" y="2960688"/>
          <p14:tracePt t="32597" x="8616950" y="2960688"/>
          <p14:tracePt t="32614" x="8601075" y="2960688"/>
          <p14:tracePt t="32622" x="8593138" y="2960688"/>
          <p14:tracePt t="32654" x="8575675" y="2960688"/>
          <p14:tracePt t="32678" x="8559800" y="2960688"/>
          <p14:tracePt t="32702" x="8550275" y="2960688"/>
          <p14:tracePt t="32726" x="8534400" y="2960688"/>
          <p14:tracePt t="32751" x="8518525" y="2960688"/>
          <p14:tracePt t="32767" x="8501063" y="2960688"/>
          <p14:tracePt t="32775" x="8493125" y="2960688"/>
          <p14:tracePt t="32791" x="8475663" y="2960688"/>
          <p14:tracePt t="32800" x="8459788" y="2960688"/>
          <p14:tracePt t="32807" x="8434388" y="2960688"/>
          <p14:tracePt t="32817" x="8418513" y="2960688"/>
          <p14:tracePt t="32824" x="8393113" y="2960688"/>
          <p14:tracePt t="32833" x="8369300" y="2960688"/>
          <p14:tracePt t="32840" x="8326438" y="2960688"/>
          <p14:tracePt t="32849" x="8285163" y="2943225"/>
          <p14:tracePt t="32856" x="8235950" y="2919413"/>
          <p14:tracePt t="32864" x="8194675" y="2901950"/>
          <p14:tracePt t="32872" x="8153400" y="2894013"/>
          <p14:tracePt t="32880" x="8143875" y="2878138"/>
          <p14:tracePt t="32888" x="8102600" y="2860675"/>
          <p14:tracePt t="32896" x="8086725" y="2852738"/>
          <p14:tracePt t="32904" x="8069263" y="2836863"/>
          <p14:tracePt t="32921" x="8061325" y="2819400"/>
          <p14:tracePt t="32929" x="8061325" y="2811463"/>
          <p14:tracePt t="32937" x="8045450" y="2794000"/>
          <p14:tracePt t="32953" x="8027988" y="2760663"/>
          <p14:tracePt t="32961" x="8027988" y="2736850"/>
          <p14:tracePt t="32969" x="8027988" y="2719388"/>
          <p14:tracePt t="32977" x="8027988" y="2695575"/>
          <p14:tracePt t="32985" x="8027988" y="2678113"/>
          <p14:tracePt t="32993" x="8027988" y="2670175"/>
          <p14:tracePt t="33001" x="8027988" y="2636838"/>
          <p14:tracePt t="33009" x="8027988" y="2628900"/>
          <p14:tracePt t="33017" x="8027988" y="2611438"/>
          <p14:tracePt t="33025" x="8027988" y="2595563"/>
          <p14:tracePt t="33033" x="8027988" y="2587625"/>
          <p14:tracePt t="33042" x="8027988" y="2554288"/>
          <p14:tracePt t="33050" x="8027988" y="2546350"/>
          <p14:tracePt t="33066" x="8045450" y="2528888"/>
          <p14:tracePt t="33074" x="8045450" y="2513013"/>
          <p14:tracePt t="33083" x="8069263" y="2495550"/>
          <p14:tracePt t="33090" x="8102600" y="2487613"/>
          <p14:tracePt t="33100" x="8128000" y="2471738"/>
          <p14:tracePt t="33106" x="8153400" y="2454275"/>
          <p14:tracePt t="33116" x="8186738" y="2454275"/>
          <p14:tracePt t="33122" x="8228013" y="2446338"/>
          <p14:tracePt t="33130" x="8269288" y="2446338"/>
          <p14:tracePt t="33139" x="8310563" y="2446338"/>
          <p14:tracePt t="33146" x="8351838" y="2446338"/>
          <p14:tracePt t="33155" x="8377238" y="2446338"/>
          <p14:tracePt t="33163" x="8434388" y="2446338"/>
          <p14:tracePt t="33171" x="8475663" y="2446338"/>
          <p14:tracePt t="33179" x="8501063" y="2446338"/>
          <p14:tracePt t="33187" x="8559800" y="2446338"/>
          <p14:tracePt t="33195" x="8601075" y="2446338"/>
          <p14:tracePt t="33203" x="8634413" y="2454275"/>
          <p14:tracePt t="33211" x="8683625" y="2487613"/>
          <p14:tracePt t="33219" x="8724900" y="2495550"/>
          <p14:tracePt t="33227" x="8758238" y="2513013"/>
          <p14:tracePt t="33235" x="8799513" y="2546350"/>
          <p14:tracePt t="33243" x="8840788" y="2587625"/>
          <p14:tracePt t="33255" x="8866188" y="2611438"/>
          <p14:tracePt t="33260" x="8907463" y="2654300"/>
          <p14:tracePt t="33268" x="8940800" y="2678113"/>
          <p14:tracePt t="33276" x="8982075" y="2719388"/>
          <p14:tracePt t="33284" x="8990013" y="2752725"/>
          <p14:tracePt t="33292" x="9023350" y="2778125"/>
          <p14:tracePt t="33300" x="9031288" y="2811463"/>
          <p14:tracePt t="33308" x="9031288" y="2819400"/>
          <p14:tracePt t="33317" x="9048750" y="2860675"/>
          <p14:tracePt t="33324" x="9064625" y="2894013"/>
          <p14:tracePt t="33333" x="9064625" y="2901950"/>
          <p14:tracePt t="33340" x="9064625" y="2935288"/>
          <p14:tracePt t="33350" x="9064625" y="2943225"/>
          <p14:tracePt t="33356" x="9064625" y="2976563"/>
          <p14:tracePt t="33366" x="9064625" y="3001963"/>
          <p14:tracePt t="33381" x="9048750" y="3027363"/>
          <p14:tracePt t="33389" x="9031288" y="3043238"/>
          <p14:tracePt t="33397" x="9007475" y="3076575"/>
          <p14:tracePt t="33405" x="8982075" y="3084513"/>
          <p14:tracePt t="33413" x="8948738" y="3117850"/>
          <p14:tracePt t="33421" x="8940800" y="3125788"/>
          <p14:tracePt t="33429" x="8899525" y="3143250"/>
          <p14:tracePt t="33437" x="8866188" y="3159125"/>
          <p14:tracePt t="33445" x="8858250" y="3167063"/>
          <p14:tracePt t="33453" x="8816975" y="3184525"/>
          <p14:tracePt t="33462" x="8799513" y="3184525"/>
          <p14:tracePt t="33469" x="8758238" y="3200400"/>
          <p14:tracePt t="33478" x="8724900" y="3200400"/>
          <p14:tracePt t="33486" x="8716963" y="3200400"/>
          <p14:tracePt t="33494" x="8683625" y="3200400"/>
          <p14:tracePt t="33502" x="8675688" y="3200400"/>
          <p14:tracePt t="33510" x="8642350" y="3200400"/>
          <p14:tracePt t="33518" x="8616950" y="3200400"/>
          <p14:tracePt t="33534" x="8601075" y="3200400"/>
          <p14:tracePt t="33542" x="8593138" y="3200400"/>
          <p14:tracePt t="33550" x="8559800" y="3184525"/>
          <p14:tracePt t="33558" x="8550275" y="3184525"/>
          <p14:tracePt t="33567" x="8550275" y="3167063"/>
          <p14:tracePt t="33574" x="8534400" y="3159125"/>
          <p14:tracePt t="33584" x="8501063" y="3143250"/>
          <p14:tracePt t="33591" x="8493125" y="3143250"/>
          <p14:tracePt t="33600" x="8459788" y="3117850"/>
          <p14:tracePt t="33607" x="8418513" y="3084513"/>
          <p14:tracePt t="33616" x="8410575" y="3076575"/>
          <p14:tracePt t="33623" x="8335963" y="3017838"/>
          <p14:tracePt t="33632" x="8326438" y="2986088"/>
          <p14:tracePt t="33639" x="8269288" y="2943225"/>
          <p14:tracePt t="33647" x="8228013" y="2919413"/>
          <p14:tracePt t="33655" x="8194675" y="2878138"/>
          <p14:tracePt t="33663" x="8153400" y="2852738"/>
          <p14:tracePt t="33671" x="8143875" y="2819400"/>
          <p14:tracePt t="33679" x="8112125" y="2794000"/>
          <p14:tracePt t="33688" x="8102600" y="2778125"/>
          <p14:tracePt t="33695" x="8086725" y="2752725"/>
          <p14:tracePt t="33704" x="8069263" y="2736850"/>
          <p14:tracePt t="33712" x="8069263" y="2719388"/>
          <p14:tracePt t="33720" x="8061325" y="2711450"/>
          <p14:tracePt t="33728" x="8045450" y="2678113"/>
          <p14:tracePt t="33736" x="8027988" y="2654300"/>
          <p14:tracePt t="33744" x="8027988" y="2636838"/>
          <p14:tracePt t="33752" x="8020050" y="2611438"/>
          <p14:tracePt t="33760" x="8004175" y="2595563"/>
          <p14:tracePt t="33768" x="8004175" y="2570163"/>
          <p14:tracePt t="33776" x="7986713" y="2546350"/>
          <p14:tracePt t="33792" x="7970838" y="2513013"/>
          <p14:tracePt t="33800" x="7970838" y="2495550"/>
          <p14:tracePt t="33809" x="7970838" y="2487613"/>
          <p14:tracePt t="33833" x="7970838" y="2471738"/>
          <p14:tracePt t="33873" x="7986713" y="2471738"/>
          <p14:tracePt t="33883" x="8004175" y="2454275"/>
          <p14:tracePt t="33889" x="8027988" y="2454275"/>
          <p14:tracePt t="33898" x="8061325" y="2454275"/>
          <p14:tracePt t="33905" x="8112125" y="2454275"/>
          <p14:tracePt t="33914" x="8169275" y="2454275"/>
          <p14:tracePt t="33922" x="8210550" y="2454275"/>
          <p14:tracePt t="33930" x="8285163" y="2454275"/>
          <p14:tracePt t="33938" x="8335963" y="2454275"/>
          <p14:tracePt t="33946" x="8369300" y="2454275"/>
          <p14:tracePt t="33954" x="8418513" y="2454275"/>
          <p14:tracePt t="33962" x="8451850" y="2454275"/>
          <p14:tracePt t="33970" x="8475663" y="2454275"/>
          <p14:tracePt t="33978" x="8501063" y="2454275"/>
          <p14:tracePt t="33986" x="8518525" y="2454275"/>
          <p14:tracePt t="34002" x="8534400" y="2454275"/>
          <p14:tracePt t="34010" x="8550275" y="2454275"/>
          <p14:tracePt t="34018" x="8550275" y="2471738"/>
          <p14:tracePt t="34043" x="8559800" y="2471738"/>
          <p14:tracePt t="34051" x="8559800" y="2487613"/>
          <p14:tracePt t="34059" x="8575675" y="2495550"/>
          <p14:tracePt t="34067" x="8575675" y="2513013"/>
          <p14:tracePt t="34075" x="8593138" y="2546350"/>
          <p14:tracePt t="34091" x="8593138" y="2554288"/>
          <p14:tracePt t="34100" x="8593138" y="2570163"/>
          <p14:tracePt t="34107" x="8593138" y="2587625"/>
          <p14:tracePt t="34117" x="8593138" y="2595563"/>
          <p14:tracePt t="34124" x="8593138" y="2611438"/>
          <p14:tracePt t="34139" x="8593138" y="2628900"/>
          <p14:tracePt t="34156" x="8601075" y="2636838"/>
          <p14:tracePt t="34164" x="8601075" y="2654300"/>
          <p14:tracePt t="34180" x="8601075" y="2678113"/>
          <p14:tracePt t="34188" x="8601075" y="2695575"/>
          <p14:tracePt t="34204" x="8601075" y="2719388"/>
          <p14:tracePt t="34212" x="8601075" y="2752725"/>
          <p14:tracePt t="34221" x="8601075" y="2778125"/>
          <p14:tracePt t="34229" x="8601075" y="2811463"/>
          <p14:tracePt t="34237" x="8601075" y="2819400"/>
          <p14:tracePt t="34245" x="8601075" y="2852738"/>
          <p14:tracePt t="34253" x="8601075" y="2878138"/>
          <p14:tracePt t="34261" x="8601075" y="2894013"/>
          <p14:tracePt t="34269" x="8601075" y="2919413"/>
          <p14:tracePt t="34277" x="8601075" y="2935288"/>
          <p14:tracePt t="34293" x="8601075" y="2943225"/>
          <p14:tracePt t="34301" x="8601075" y="2960688"/>
          <p14:tracePt t="34325" x="8593138" y="2960688"/>
          <p14:tracePt t="34333" x="8593138" y="2976563"/>
          <p14:tracePt t="34341" x="8575675" y="2976563"/>
          <p14:tracePt t="34350" x="8559800" y="2976563"/>
          <p14:tracePt t="34358" x="8550275" y="2976563"/>
          <p14:tracePt t="34367" x="8518525" y="2976563"/>
          <p14:tracePt t="34374" x="8493125" y="2976563"/>
          <p14:tracePt t="34383" x="8459788" y="2976563"/>
          <p14:tracePt t="34390" x="8410575" y="2976563"/>
          <p14:tracePt t="34399" x="8377238" y="2976563"/>
          <p14:tracePt t="34406" x="8335963" y="2976563"/>
          <p14:tracePt t="34414" x="8285163" y="2976563"/>
          <p14:tracePt t="34422" x="8235950" y="2976563"/>
          <p14:tracePt t="34430" x="8194675" y="2943225"/>
          <p14:tracePt t="34439" x="8153400" y="2919413"/>
          <p14:tracePt t="34446" x="8102600" y="2894013"/>
          <p14:tracePt t="34454" x="8086725" y="2860675"/>
          <p14:tracePt t="34463" x="8061325" y="2836863"/>
          <p14:tracePt t="34471" x="8045450" y="2811463"/>
          <p14:tracePt t="34479" x="8020050" y="2778125"/>
          <p14:tracePt t="34487" x="8020050" y="2752725"/>
          <p14:tracePt t="34495" x="8004175" y="2711450"/>
          <p14:tracePt t="34503" x="7986713" y="2678113"/>
          <p14:tracePt t="34511" x="7986713" y="2628900"/>
          <p14:tracePt t="34519" x="7986713" y="2587625"/>
          <p14:tracePt t="34527" x="7970838" y="2554288"/>
          <p14:tracePt t="34535" x="7970838" y="2495550"/>
          <p14:tracePt t="34543" x="7970838" y="2471738"/>
          <p14:tracePt t="34551" x="7970838" y="2446338"/>
          <p14:tracePt t="34559" x="7970838" y="2413000"/>
          <p14:tracePt t="34568" x="7970838" y="2405063"/>
          <p14:tracePt t="34576" x="7970838" y="2371725"/>
          <p14:tracePt t="34584" x="7986713" y="2363788"/>
          <p14:tracePt t="34592" x="8020050" y="2330450"/>
          <p14:tracePt t="34600" x="8027988" y="2322513"/>
          <p14:tracePt t="34608" x="8069263" y="2322513"/>
          <p14:tracePt t="34617" x="8143875" y="2289175"/>
          <p14:tracePt t="34624" x="8210550" y="2281238"/>
          <p14:tracePt t="34633" x="8293100" y="2281238"/>
          <p14:tracePt t="34640" x="8369300" y="2281238"/>
          <p14:tracePt t="34650" x="8459788" y="2281238"/>
          <p14:tracePt t="34656" x="8534400" y="2281238"/>
          <p14:tracePt t="34667" x="8601075" y="2281238"/>
          <p14:tracePt t="34672" x="8675688" y="2322513"/>
          <p14:tracePt t="34683" x="8758238" y="2346325"/>
          <p14:tracePt t="34688" x="8783638" y="2387600"/>
          <p14:tracePt t="34700" x="8866188" y="2487613"/>
          <p14:tracePt t="34705" x="8899525" y="2513013"/>
          <p14:tracePt t="34717" x="8948738" y="2570163"/>
          <p14:tracePt t="34721" x="8982075" y="2628900"/>
          <p14:tracePt t="34733" x="9007475" y="2678113"/>
          <p14:tracePt t="34737" x="9031288" y="2719388"/>
          <p14:tracePt t="34750" x="9048750" y="2760663"/>
          <p14:tracePt t="34753" x="9064625" y="2819400"/>
          <p14:tracePt t="34766" x="9082088" y="2852738"/>
          <p14:tracePt t="34769" x="9082088" y="2894013"/>
          <p14:tracePt t="34783" x="9082088" y="2919413"/>
          <p14:tracePt t="34786" x="9082088" y="2943225"/>
          <p14:tracePt t="34800" x="9082088" y="2986088"/>
          <p14:tracePt t="34802" x="9082088" y="3017838"/>
          <p14:tracePt t="34817" x="9082088" y="3060700"/>
          <p14:tracePt t="34819" x="9048750" y="3084513"/>
          <p14:tracePt t="34833" x="9023350" y="3143250"/>
          <p14:tracePt t="34834" x="8966200" y="3209925"/>
          <p14:tracePt t="34842" x="8948738" y="3225800"/>
          <p14:tracePt t="34850" x="8924925" y="3284538"/>
          <p14:tracePt t="34858" x="8882063" y="3325813"/>
          <p14:tracePt t="34866" x="8858250" y="3349625"/>
          <p14:tracePt t="34874" x="8816975" y="3382963"/>
          <p14:tracePt t="34883" x="8766175" y="3408363"/>
          <p14:tracePt t="34890" x="8742363" y="3433763"/>
          <p14:tracePt t="34900" x="8642350" y="3467100"/>
          <p14:tracePt t="34907" x="8593138" y="3467100"/>
          <p14:tracePt t="34917" x="8550275" y="3467100"/>
          <p14:tracePt t="34923" x="8501063" y="3467100"/>
          <p14:tracePt t="34933" x="8451850" y="3467100"/>
          <p14:tracePt t="34939" x="8393113" y="3467100"/>
          <p14:tracePt t="34950" x="8351838" y="3467100"/>
          <p14:tracePt t="34955" x="8310563" y="3433763"/>
          <p14:tracePt t="34967" x="8293100" y="3424238"/>
          <p14:tracePt t="34971" x="8269288" y="3408363"/>
          <p14:tracePt t="34983" x="8235950" y="3382963"/>
          <p14:tracePt t="34987" x="8228013" y="3349625"/>
          <p14:tracePt t="35000" x="8210550" y="3341688"/>
          <p14:tracePt t="35003" x="8194675" y="3292475"/>
          <p14:tracePt t="35017" x="8169275" y="3241675"/>
          <p14:tracePt t="35020" x="8169275" y="3209925"/>
          <p14:tracePt t="35033" x="8143875" y="3159125"/>
          <p14:tracePt t="35036" x="8128000" y="3101975"/>
          <p14:tracePt t="35050" x="8128000" y="3060700"/>
          <p14:tracePt t="35053" x="8112125" y="3017838"/>
          <p14:tracePt t="35066" x="8102600" y="2960688"/>
          <p14:tracePt t="35069" x="8102600" y="2935288"/>
          <p14:tracePt t="35083" x="8102600" y="2894013"/>
          <p14:tracePt t="35085" x="8102600" y="2860675"/>
          <p14:tracePt t="35100" x="8102600" y="2836863"/>
          <p14:tracePt t="35101" x="8102600" y="2811463"/>
          <p14:tracePt t="35108" x="8102600" y="2794000"/>
          <p14:tracePt t="35117" x="8102600" y="2778125"/>
          <p14:tracePt t="35125" x="8102600" y="2752725"/>
          <p14:tracePt t="35133" x="8102600" y="2736850"/>
          <p14:tracePt t="35141" x="8102600" y="2719388"/>
          <p14:tracePt t="35150" x="8102600" y="2711450"/>
          <p14:tracePt t="35157" x="8102600" y="2695575"/>
          <p14:tracePt t="35166" x="8102600" y="2670175"/>
          <p14:tracePt t="35182" x="8102600" y="2654300"/>
          <p14:tracePt t="35190" x="8102600" y="2636838"/>
          <p14:tracePt t="35197" x="8112125" y="2611438"/>
          <p14:tracePt t="35206" x="8112125" y="2595563"/>
          <p14:tracePt t="35222" x="8112125" y="2587625"/>
          <p14:tracePt t="35229" x="8128000" y="2587625"/>
          <p14:tracePt t="35238" x="8128000" y="2570163"/>
          <p14:tracePt t="35254" x="8143875" y="2554288"/>
          <p14:tracePt t="35262" x="8169275" y="2554288"/>
          <p14:tracePt t="35270" x="8228013" y="2554288"/>
          <p14:tracePt t="35278" x="8251825" y="2554288"/>
          <p14:tracePt t="35286" x="8310563" y="2554288"/>
          <p14:tracePt t="35294" x="8377238" y="2554288"/>
          <p14:tracePt t="35302" x="8418513" y="2554288"/>
          <p14:tracePt t="35310" x="8475663" y="2554288"/>
          <p14:tracePt t="35318" x="8550275" y="2554288"/>
          <p14:tracePt t="35327" x="8601075" y="2554288"/>
          <p14:tracePt t="35335" x="8634413" y="2554288"/>
          <p14:tracePt t="35343" x="8675688" y="2570163"/>
          <p14:tracePt t="35351" x="8683625" y="2587625"/>
          <p14:tracePt t="35359" x="8716963" y="2595563"/>
          <p14:tracePt t="35367" x="8724900" y="2611438"/>
          <p14:tracePt t="35383" x="8742363" y="2628900"/>
          <p14:tracePt t="35400" x="8758238" y="2636838"/>
          <p14:tracePt t="35423" x="8758238" y="2654300"/>
          <p14:tracePt t="35447" x="8758238" y="2670175"/>
          <p14:tracePt t="35472" x="8742363" y="2678113"/>
          <p14:tracePt t="35488" x="8724900" y="2678113"/>
          <p14:tracePt t="35496" x="8716963" y="2695575"/>
          <p14:tracePt t="35504" x="8683625" y="2695575"/>
          <p14:tracePt t="35512" x="8675688" y="2711450"/>
          <p14:tracePt t="35520" x="8634413" y="2719388"/>
          <p14:tracePt t="35528" x="8601075" y="2719388"/>
          <p14:tracePt t="35536" x="8575675" y="2719388"/>
          <p14:tracePt t="35545" x="8534400" y="2719388"/>
          <p14:tracePt t="35552" x="8518525" y="2719388"/>
          <p14:tracePt t="35561" x="8493125" y="2719388"/>
          <p14:tracePt t="35568" x="8459788" y="2719388"/>
          <p14:tracePt t="35577" x="8451850" y="2719388"/>
          <p14:tracePt t="35585" x="8418513" y="2719388"/>
          <p14:tracePt t="35593" x="8410575" y="2719388"/>
          <p14:tracePt t="35601" x="8393113" y="2719388"/>
          <p14:tracePt t="35609" x="8377238" y="2711450"/>
          <p14:tracePt t="35617" x="8351838" y="2695575"/>
          <p14:tracePt t="35633" x="8335963" y="2678113"/>
          <p14:tracePt t="35641" x="8326438" y="2670175"/>
          <p14:tracePt t="35650" x="8310563" y="2670175"/>
          <p14:tracePt t="35657" x="8293100" y="2654300"/>
          <p14:tracePt t="35667" x="8285163" y="2636838"/>
          <p14:tracePt t="35674" x="8269288" y="2636838"/>
          <p14:tracePt t="35690" x="8251825" y="2636838"/>
          <p14:tracePt t="35699" x="8235950" y="2636838"/>
          <p14:tracePt t="35714" x="8228013" y="2636838"/>
          <p14:tracePt t="35722" x="8210550" y="2636838"/>
          <p14:tracePt t="35738" x="8194675" y="2636838"/>
          <p14:tracePt t="35762" x="8186738" y="2654300"/>
          <p14:tracePt t="35771" x="8186738" y="2670175"/>
          <p14:tracePt t="35779" x="8169275" y="2678113"/>
          <p14:tracePt t="35795" x="8169275" y="2695575"/>
          <p14:tracePt t="35803" x="8169275" y="2711450"/>
          <p14:tracePt t="35811" x="8169275" y="2719388"/>
          <p14:tracePt t="35819" x="8169275" y="2736850"/>
          <p14:tracePt t="35827" x="8169275" y="2752725"/>
          <p14:tracePt t="35835" x="8169275" y="2778125"/>
          <p14:tracePt t="35843" x="8169275" y="2794000"/>
          <p14:tracePt t="35851" x="8169275" y="2811463"/>
          <p14:tracePt t="35867" x="8169275" y="2819400"/>
          <p14:tracePt t="35883" x="8169275" y="2836863"/>
          <p14:tracePt t="35916" x="8186738" y="2836863"/>
          <p14:tracePt t="35933" x="8228013" y="2836863"/>
          <p14:tracePt t="35940" x="8285163" y="2836863"/>
          <p14:tracePt t="35950" x="8310563" y="2836863"/>
          <p14:tracePt t="35956" x="8351838" y="2836863"/>
          <p14:tracePt t="35966" x="8451850" y="2794000"/>
          <p14:tracePt t="35972" x="8459788" y="2778125"/>
          <p14:tracePt t="35980" x="8518525" y="2752725"/>
          <p14:tracePt t="35989" x="8575675" y="2719388"/>
          <p14:tracePt t="35997" x="8601075" y="2711450"/>
          <p14:tracePt t="36005" x="8634413" y="2695575"/>
          <p14:tracePt t="36013" x="8658225" y="2695575"/>
          <p14:tracePt t="36021" x="8675688" y="2678113"/>
          <p14:tracePt t="36134" x="8675688" y="2695575"/>
          <p14:tracePt t="36142" x="8675688" y="2711450"/>
          <p14:tracePt t="36151" x="8675688" y="2719388"/>
          <p14:tracePt t="36158" x="8675688" y="2736850"/>
          <p14:tracePt t="36168" x="8675688" y="2752725"/>
          <p14:tracePt t="36174" x="8658225" y="2794000"/>
          <p14:tracePt t="36183" x="8658225" y="2811463"/>
          <p14:tracePt t="36190" x="8658225" y="2852738"/>
          <p14:tracePt t="36200" x="8642350" y="2860675"/>
          <p14:tracePt t="36206" x="8642350" y="2894013"/>
          <p14:tracePt t="36216" x="8642350" y="2901950"/>
          <p14:tracePt t="36223" x="8642350" y="2919413"/>
          <p14:tracePt t="36231" x="8642350" y="2935288"/>
          <p14:tracePt t="36247" x="8642350" y="2943225"/>
          <p14:tracePt t="36320" x="8658225" y="2943225"/>
          <p14:tracePt t="36328" x="8658225" y="2935288"/>
          <p14:tracePt t="36336" x="8683625" y="2919413"/>
          <p14:tracePt t="36344" x="8716963" y="2901950"/>
          <p14:tracePt t="36352" x="8724900" y="2894013"/>
          <p14:tracePt t="36367" x="8766175" y="2878138"/>
          <p14:tracePt t="36368" x="8783638" y="2852738"/>
          <p14:tracePt t="36376" x="8824913" y="2852738"/>
          <p14:tracePt t="36384" x="8866188" y="2836863"/>
          <p14:tracePt t="36392" x="8882063" y="2836863"/>
          <p14:tracePt t="36400" x="8907463" y="2819400"/>
          <p14:tracePt t="36408" x="8924925" y="2819400"/>
          <p14:tracePt t="36425" x="8940800" y="2819400"/>
          <p14:tracePt t="36433" x="8948738" y="2819400"/>
          <p14:tracePt t="36450" x="8982075" y="2852738"/>
          <p14:tracePt t="36457" x="8982075" y="2860675"/>
          <p14:tracePt t="36467" x="8990013" y="2901950"/>
          <p14:tracePt t="36473" x="9007475" y="2919413"/>
          <p14:tracePt t="36482" x="9031288" y="2960688"/>
          <p14:tracePt t="36489" x="9048750" y="3001963"/>
          <p14:tracePt t="36497" x="9082088" y="3017838"/>
          <p14:tracePt t="36505" x="9090025" y="3043238"/>
          <p14:tracePt t="36513" x="9123363" y="3060700"/>
          <p14:tracePt t="36522" x="9131300" y="3076575"/>
          <p14:tracePt t="36529" x="9164638" y="3084513"/>
          <p14:tracePt t="36538" x="9190038" y="3084513"/>
          <p14:tracePt t="36546" x="9213850" y="3101975"/>
          <p14:tracePt t="36554" x="9256713" y="3117850"/>
          <p14:tracePt t="36562" x="9288463" y="3117850"/>
          <p14:tracePt t="36570" x="9331325" y="3117850"/>
          <p14:tracePt t="36578" x="9339263" y="3117850"/>
          <p14:tracePt t="36586" x="9372600" y="3117850"/>
          <p14:tracePt t="36594" x="9388475" y="3117850"/>
          <p14:tracePt t="36602" x="9396413" y="3117850"/>
          <p14:tracePt t="36610" x="9413875" y="3117850"/>
          <p14:tracePt t="36634" x="9429750" y="3117850"/>
          <p14:tracePt t="36675" x="9413875" y="3117850"/>
          <p14:tracePt t="36683" x="9388475" y="3117850"/>
          <p14:tracePt t="36691" x="9339263" y="3084513"/>
          <p14:tracePt t="36700" x="9313863" y="3060700"/>
          <p14:tracePt t="36707" x="9297988" y="3043238"/>
          <p14:tracePt t="36717" x="9272588" y="3027363"/>
          <p14:tracePt t="36723" x="9256713" y="3001963"/>
          <p14:tracePt t="36733" x="9247188" y="3001963"/>
          <p14:tracePt t="36740" x="9231313" y="2986088"/>
          <p14:tracePt t="36764" x="9213850" y="2976563"/>
          <p14:tracePt t="36828" x="9231313" y="2976563"/>
          <p14:tracePt t="36844" x="9247188" y="2976563"/>
          <p14:tracePt t="36852" x="9272588" y="2976563"/>
          <p14:tracePt t="36860" x="9288463" y="2976563"/>
          <p14:tracePt t="36869" x="9297988" y="2976563"/>
          <p14:tracePt t="36877" x="9313863" y="2976563"/>
          <p14:tracePt t="36893" x="9331325" y="2976563"/>
          <p14:tracePt t="36901" x="9339263" y="2976563"/>
          <p14:tracePt t="36974" x="9331325" y="2976563"/>
          <p14:tracePt t="36984" x="9297988" y="2976563"/>
          <p14:tracePt t="36990" x="9247188" y="2976563"/>
          <p14:tracePt t="36998" x="9190038" y="2960688"/>
          <p14:tracePt t="37017" x="9123363" y="2919413"/>
          <p14:tracePt t="37022" x="9082088" y="2878138"/>
          <p14:tracePt t="37033" x="9031288" y="2852738"/>
          <p14:tracePt t="37038" x="9007475" y="2819400"/>
          <p14:tracePt t="37050" x="8982075" y="2811463"/>
          <p14:tracePt t="37054" x="8966200" y="2794000"/>
          <p14:tracePt t="37066" x="8966200" y="2778125"/>
          <p14:tracePt t="37070" x="8948738" y="2778125"/>
          <p14:tracePt t="37086" x="8948738" y="2760663"/>
          <p14:tracePt t="37103" x="8948738" y="2752725"/>
          <p14:tracePt t="37117" x="8948738" y="2736850"/>
          <p14:tracePt t="37133" x="8948738" y="2719388"/>
          <p14:tracePt t="37136" x="8948738" y="2711450"/>
          <p14:tracePt t="37150" x="8948738" y="2695575"/>
          <p14:tracePt t="37152" x="8948738" y="2678113"/>
          <p14:tracePt t="37166" x="8948738" y="2670175"/>
          <p14:tracePt t="37167" x="8948738" y="2654300"/>
          <p14:tracePt t="37175" x="8948738" y="2636838"/>
          <p14:tracePt t="37183" x="8948738" y="2611438"/>
          <p14:tracePt t="37192" x="8948738" y="2595563"/>
          <p14:tracePt t="37200" x="8966200" y="2587625"/>
          <p14:tracePt t="37208" x="8966200" y="2570163"/>
          <p14:tracePt t="37217" x="8982075" y="2546350"/>
          <p14:tracePt t="37224" x="9007475" y="2528888"/>
          <p14:tracePt t="37234" x="9048750" y="2495550"/>
          <p14:tracePt t="37240" x="9123363" y="2471738"/>
          <p14:tracePt t="37252" x="9172575" y="2454275"/>
          <p14:tracePt t="37258" x="9247188" y="2454275"/>
          <p14:tracePt t="37267" x="9313863" y="2454275"/>
          <p14:tracePt t="37272" x="9413875" y="2454275"/>
          <p14:tracePt t="37283" x="9480550" y="2454275"/>
          <p14:tracePt t="37288" x="9578975" y="2454275"/>
          <p14:tracePt t="37300" x="9620250" y="2454275"/>
          <p14:tracePt t="37304" x="9720263" y="2487613"/>
          <p14:tracePt t="37317" x="9786938" y="2513013"/>
          <p14:tracePt t="37321" x="9861550" y="2546350"/>
          <p14:tracePt t="37333" x="9918700" y="2570163"/>
          <p14:tracePt t="37337" x="9969500" y="2595563"/>
          <p14:tracePt t="37350" x="10026650" y="2611438"/>
          <p14:tracePt t="37353" x="10044113" y="2636838"/>
          <p14:tracePt t="37366" x="10085388" y="2678113"/>
          <p14:tracePt t="37369" x="10110788" y="2695575"/>
          <p14:tracePt t="37383" x="10134600" y="2719388"/>
          <p14:tracePt t="37386" x="10152063" y="2719388"/>
          <p14:tracePt t="37399" x="10167938" y="2752725"/>
          <p14:tracePt t="37402" x="10167938" y="2760663"/>
          <p14:tracePt t="37417" x="10185400" y="2778125"/>
          <p14:tracePt t="37418" x="10185400" y="2794000"/>
          <p14:tracePt t="37426" x="10185400" y="2819400"/>
          <p14:tracePt t="37434" x="10185400" y="2860675"/>
          <p14:tracePt t="37442" x="10185400" y="2878138"/>
          <p14:tracePt t="37450" x="10152063" y="2943225"/>
          <p14:tracePt t="37458" x="10110788" y="2986088"/>
          <p14:tracePt t="37466" x="10052050" y="3060700"/>
          <p14:tracePt t="37474" x="10026650" y="3101975"/>
          <p14:tracePt t="37483" x="9928225" y="3209925"/>
          <p14:tracePt t="37490" x="9902825" y="3241675"/>
          <p14:tracePt t="37500" x="9844088" y="3292475"/>
          <p14:tracePt t="37506" x="9802813" y="3341688"/>
          <p14:tracePt t="37516" x="9737725" y="3382963"/>
          <p14:tracePt t="37522" x="9694863" y="3408363"/>
          <p14:tracePt t="37533" x="9653588" y="3433763"/>
          <p14:tracePt t="37539" x="9596438" y="3433763"/>
          <p14:tracePt t="37550" x="9496425" y="3449638"/>
          <p14:tracePt t="37555" x="9437688" y="3449638"/>
          <p14:tracePt t="37566" x="9413875" y="3449638"/>
          <p14:tracePt t="37571" x="9372600" y="3449638"/>
          <p14:tracePt t="37583" x="9331325" y="3449638"/>
          <p14:tracePt t="37587" x="9297988" y="3433763"/>
          <p14:tracePt t="37600" x="9272588" y="3408363"/>
          <p14:tracePt t="37603" x="9256713" y="3390900"/>
          <p14:tracePt t="37617" x="9247188" y="3382963"/>
          <p14:tracePt t="37620" x="9231313" y="3367088"/>
          <p14:tracePt t="37633" x="9213850" y="3341688"/>
          <p14:tracePt t="37636" x="9213850" y="3308350"/>
          <p14:tracePt t="37650" x="9205913" y="3241675"/>
          <p14:tracePt t="37653" x="9190038" y="3184525"/>
          <p14:tracePt t="37666" x="9190038" y="3143250"/>
          <p14:tracePt t="37669" x="9172575" y="3084513"/>
          <p14:tracePt t="37683" x="9172575" y="3043238"/>
          <p14:tracePt t="37684" x="9172575" y="2986088"/>
          <p14:tracePt t="37692" x="9172575" y="2935288"/>
          <p14:tracePt t="37700" x="9172575" y="2894013"/>
          <p14:tracePt t="37708" x="9172575" y="2860675"/>
          <p14:tracePt t="37716" x="9172575" y="2819400"/>
          <p14:tracePt t="37724" x="9172575" y="2811463"/>
          <p14:tracePt t="37733" x="9172575" y="2778125"/>
          <p14:tracePt t="37741" x="9172575" y="2760663"/>
          <p14:tracePt t="37750" x="9190038" y="2736850"/>
          <p14:tracePt t="37757" x="9205913" y="2719388"/>
          <p14:tracePt t="37767" x="9213850" y="2695575"/>
          <p14:tracePt t="37773" x="9231313" y="2678113"/>
          <p14:tracePt t="37783" x="9272588" y="2670175"/>
          <p14:tracePt t="37789" x="9297988" y="2654300"/>
          <p14:tracePt t="37800" x="9339263" y="2636838"/>
          <p14:tracePt t="37805" x="9396413" y="2628900"/>
          <p14:tracePt t="37817" x="9429750" y="2628900"/>
          <p14:tracePt t="37821" x="9480550" y="2628900"/>
          <p14:tracePt t="37833" x="9537700" y="2628900"/>
          <p14:tracePt t="37837" x="9578975" y="2628900"/>
          <p14:tracePt t="37850" x="9604375" y="2628900"/>
          <p14:tracePt t="37853" x="9653588" y="2628900"/>
          <p14:tracePt t="37866" x="9678988" y="2636838"/>
          <p14:tracePt t="37870" x="9704388" y="2654300"/>
          <p14:tracePt t="37883" x="9737725" y="2678113"/>
          <p14:tracePt t="37886" x="9761538" y="2711450"/>
          <p14:tracePt t="37900" x="9779000" y="2752725"/>
          <p14:tracePt t="37902" x="9786938" y="2760663"/>
          <p14:tracePt t="37917" x="9802813" y="2811463"/>
          <p14:tracePt t="37919" x="9820275" y="2836863"/>
          <p14:tracePt t="37933" x="9828213" y="2878138"/>
          <p14:tracePt t="37935" x="9828213" y="2901950"/>
          <p14:tracePt t="37950" x="9828213" y="2935288"/>
          <p14:tracePt t="37951" x="9828213" y="2976563"/>
          <p14:tracePt t="37959" x="9820275" y="2986088"/>
          <p14:tracePt t="37967" x="9786938" y="3017838"/>
          <p14:tracePt t="37975" x="9761538" y="3027363"/>
          <p14:tracePt t="37984" x="9704388" y="3076575"/>
          <p14:tracePt t="37991" x="9653588" y="3076575"/>
          <p14:tracePt t="38000" x="9596438" y="3101975"/>
          <p14:tracePt t="38007" x="9537700" y="3117850"/>
          <p14:tracePt t="38017" x="9496425" y="3117850"/>
          <p14:tracePt t="38023" x="9413875" y="3125788"/>
          <p14:tracePt t="38033" x="9372600" y="3143250"/>
          <p14:tracePt t="38039" x="9313863" y="3159125"/>
          <p14:tracePt t="38050" x="9247188" y="3159125"/>
          <p14:tracePt t="38056" x="9190038" y="3159125"/>
          <p14:tracePt t="38066" x="9090025" y="3159125"/>
          <p14:tracePt t="38071" x="9023350" y="3159125"/>
          <p14:tracePt t="38083" x="8948738" y="3117850"/>
          <p14:tracePt t="38088" x="8899525" y="3084513"/>
          <p14:tracePt t="38100" x="8816975" y="3027363"/>
          <p14:tracePt t="38104" x="8699500" y="2976563"/>
          <p14:tracePt t="38117" x="8601075" y="2935288"/>
          <p14:tracePt t="38120" x="8501063" y="2860675"/>
          <p14:tracePt t="38133" x="8377238" y="2819400"/>
          <p14:tracePt t="38136" x="8228013" y="2760663"/>
          <p14:tracePt t="38150" x="8069263" y="2736850"/>
          <p14:tracePt t="38153" x="7920038" y="2711450"/>
          <p14:tracePt t="38166" x="7762875" y="2711450"/>
          <p14:tracePt t="38169" x="7556500" y="2711450"/>
          <p14:tracePt t="38184" x="7150100" y="2711450"/>
          <p14:tracePt t="38185" x="6900863" y="2711450"/>
          <p14:tracePt t="38193" x="6551613" y="2711450"/>
          <p14:tracePt t="38201" x="6394450" y="2711450"/>
          <p14:tracePt t="38209" x="6088063" y="2778125"/>
          <p14:tracePt t="38217" x="5797550" y="2860675"/>
          <p14:tracePt t="38225" x="5532438" y="2943225"/>
          <p14:tracePt t="38234" x="5267325" y="3017838"/>
          <p14:tracePt t="38241" x="5084763" y="3076575"/>
          <p14:tracePt t="38252" x="4902200" y="3125788"/>
          <p14:tracePt t="38258" x="4752975" y="3159125"/>
          <p14:tracePt t="38267" x="4594225" y="3200400"/>
          <p14:tracePt t="38273" x="4470400" y="3209925"/>
          <p14:tracePt t="38284" x="4354513" y="3225800"/>
          <p14:tracePt t="38290" x="4229100" y="3241675"/>
          <p14:tracePt t="38300" x="4079875" y="3241675"/>
          <p14:tracePt t="38306" x="3956050" y="3241675"/>
          <p14:tracePt t="38317" x="3822700" y="3241675"/>
          <p14:tracePt t="38322" x="3716338" y="3241675"/>
          <p14:tracePt t="38333" x="3673475" y="3241675"/>
          <p14:tracePt t="38338" x="3575050" y="3241675"/>
          <p14:tracePt t="38350" x="3508375" y="3241675"/>
          <p14:tracePt t="38354" x="3433763" y="3241675"/>
          <p14:tracePt t="38366" x="3375025" y="3241675"/>
          <p14:tracePt t="38370" x="3333750" y="3241675"/>
          <p14:tracePt t="38383" x="3309938" y="3241675"/>
          <p14:tracePt t="38386" x="3251200" y="3241675"/>
          <p14:tracePt t="38400" x="3201988" y="3241675"/>
          <p14:tracePt t="38403" x="3101975" y="3241675"/>
          <p14:tracePt t="38417" x="3060700" y="3241675"/>
          <p14:tracePt t="38419" x="2960688" y="3241675"/>
          <p14:tracePt t="38433" x="2894013" y="3241675"/>
          <p14:tracePt t="38436" x="2852738" y="3251200"/>
          <p14:tracePt t="38451" x="2754313" y="3267075"/>
          <p14:tracePt t="38452" x="2679700" y="3284538"/>
          <p14:tracePt t="38459" x="2613025" y="3284538"/>
          <p14:tracePt t="38467" x="2528888" y="3284538"/>
          <p14:tracePt t="38475" x="2454275" y="3284538"/>
          <p14:tracePt t="38484" x="2405063" y="3292475"/>
          <p14:tracePt t="38491" x="2363788" y="3292475"/>
          <p14:tracePt t="38500" x="2322513" y="3292475"/>
          <p14:tracePt t="38507" x="2273300" y="3292475"/>
          <p14:tracePt t="38517" x="2263775" y="3292475"/>
          <p14:tracePt t="38524" x="2247900" y="3292475"/>
          <p14:tracePt t="38533" x="2230438" y="3267075"/>
          <p14:tracePt t="38540" x="2222500" y="3251200"/>
          <p14:tracePt t="38550" x="2206625" y="3225800"/>
          <p14:tracePt t="38556" x="2206625" y="3200400"/>
          <p14:tracePt t="38566" x="2206625" y="3184525"/>
          <p14:tracePt t="38572" x="2206625" y="3159125"/>
          <p14:tracePt t="38583" x="2206625" y="3143250"/>
          <p14:tracePt t="38596" x="2206625" y="3125788"/>
          <p14:tracePt t="38693" x="2222500" y="3117850"/>
          <p14:tracePt t="38701" x="2247900" y="3101975"/>
          <p14:tracePt t="38709" x="2305050" y="3084513"/>
          <p14:tracePt t="38717" x="2371725" y="3043238"/>
          <p14:tracePt t="38726" x="2497138" y="3001963"/>
          <p14:tracePt t="38734" x="2613025" y="2943225"/>
          <p14:tracePt t="38742" x="2762250" y="2919413"/>
          <p14:tracePt t="38750" x="2944813" y="2860675"/>
          <p14:tracePt t="38758" x="3101975" y="2811463"/>
          <p14:tracePt t="38766" x="3160713" y="2811463"/>
          <p14:tracePt t="38774" x="3309938" y="2778125"/>
          <p14:tracePt t="38783" x="3408363" y="2760663"/>
          <p14:tracePt t="38790" x="3508375" y="2752725"/>
          <p14:tracePt t="38799" x="3598863" y="2752725"/>
          <p14:tracePt t="38806" x="3690938" y="2752725"/>
          <p14:tracePt t="38814" x="3814763" y="2752725"/>
          <p14:tracePt t="38822" x="3856038" y="2752725"/>
          <p14:tracePt t="38830" x="3922713" y="2752725"/>
          <p14:tracePt t="38838" x="4048125" y="2752725"/>
          <p14:tracePt t="38847" x="4079875" y="2752725"/>
          <p14:tracePt t="38855" x="4164013" y="2752725"/>
          <p14:tracePt t="38863" x="4205288" y="2778125"/>
          <p14:tracePt t="38871" x="4262438" y="2794000"/>
          <p14:tracePt t="38879" x="4305300" y="2819400"/>
          <p14:tracePt t="38887" x="4329113" y="2852738"/>
          <p14:tracePt t="38895" x="4329113" y="2860675"/>
          <p14:tracePt t="38903" x="4346575" y="2860675"/>
          <p14:tracePt t="38911" x="4346575" y="2878138"/>
          <p14:tracePt t="38919" x="4354513" y="2894013"/>
          <p14:tracePt t="38935" x="4354513" y="2901950"/>
          <p14:tracePt t="38960" x="4346575" y="2919413"/>
          <p14:tracePt t="38967" x="4329113" y="2919413"/>
          <p14:tracePt t="38976" x="4305300" y="2919413"/>
          <p14:tracePt t="38984" x="4229100" y="2919413"/>
          <p14:tracePt t="38992" x="4205288" y="2919413"/>
          <p14:tracePt t="39000" x="4146550" y="2919413"/>
          <p14:tracePt t="39008" x="4105275" y="2919413"/>
          <p14:tracePt t="39017" x="4064000" y="2919413"/>
          <p14:tracePt t="39024" x="4005263" y="2919413"/>
          <p14:tracePt t="39033" x="3997325" y="2901950"/>
          <p14:tracePt t="39040" x="3963988" y="2878138"/>
          <p14:tracePt t="39050" x="3940175" y="2878138"/>
          <p14:tracePt t="39057" x="3940175" y="2860675"/>
          <p14:tracePt t="39073" x="3922713" y="2852738"/>
          <p14:tracePt t="39129" x="3940175" y="2852738"/>
          <p14:tracePt t="39145" x="3956050" y="2852738"/>
          <p14:tracePt t="39170" x="3963988" y="2852738"/>
          <p14:tracePt t="39194" x="3981450" y="2852738"/>
          <p14:tracePt t="39218" x="3997325" y="2852738"/>
          <p14:tracePt t="39226" x="3997325" y="2860675"/>
          <p14:tracePt t="39242" x="3997325" y="2878138"/>
          <p14:tracePt t="39258" x="3997325" y="2894013"/>
          <p14:tracePt t="39274" x="3997325" y="2901950"/>
          <p14:tracePt t="39291" x="3981450" y="2919413"/>
          <p14:tracePt t="39307" x="3963988" y="2935288"/>
          <p14:tracePt t="39316" x="3940175" y="2943225"/>
          <p14:tracePt t="39323" x="3922713" y="2943225"/>
          <p14:tracePt t="39332" x="3906838" y="2960688"/>
          <p14:tracePt t="39339" x="3865563" y="2960688"/>
          <p14:tracePt t="39347" x="3856038" y="2976563"/>
          <p14:tracePt t="39355" x="3822700" y="2986088"/>
          <p14:tracePt t="39363" x="3798888" y="2986088"/>
          <p14:tracePt t="39371" x="3781425" y="3001963"/>
          <p14:tracePt t="39379" x="3757613" y="3001963"/>
          <p14:tracePt t="39388" x="3740150" y="3001963"/>
          <p14:tracePt t="39396" x="3732213" y="3001963"/>
          <p14:tracePt t="39404" x="3716338" y="3001963"/>
          <p14:tracePt t="39412" x="3690938" y="3001963"/>
          <p14:tracePt t="39420" x="3673475" y="3001963"/>
          <p14:tracePt t="39428" x="3657600" y="3001963"/>
          <p14:tracePt t="39436" x="3632200" y="3001963"/>
          <p14:tracePt t="39444" x="3616325" y="3001963"/>
          <p14:tracePt t="39452" x="3598863" y="3001963"/>
          <p14:tracePt t="39460" x="3575050" y="2986088"/>
          <p14:tracePt t="39468" x="3557588" y="2986088"/>
          <p14:tracePt t="39476" x="3533775" y="2976563"/>
          <p14:tracePt t="39484" x="3516313" y="2960688"/>
          <p14:tracePt t="39492" x="3508375" y="2943225"/>
          <p14:tracePt t="39501" x="3492500" y="2935288"/>
          <p14:tracePt t="39509" x="3475038" y="2901950"/>
          <p14:tracePt t="39517" x="3467100" y="2901950"/>
          <p14:tracePt t="39525" x="3449638" y="2894013"/>
          <p14:tracePt t="39533" x="3449638" y="2878138"/>
          <p14:tracePt t="39541" x="3433763" y="2852738"/>
          <p14:tracePt t="39550" x="3425825" y="2836863"/>
          <p14:tracePt t="39567" x="3408363" y="2819400"/>
          <p14:tracePt t="39573" x="3392488" y="2794000"/>
          <p14:tracePt t="39583" x="3375025" y="2778125"/>
          <p14:tracePt t="39589" x="3375025" y="2760663"/>
          <p14:tracePt t="39597" x="3367088" y="2736850"/>
          <p14:tracePt t="39605" x="3351213" y="2719388"/>
          <p14:tracePt t="39614" x="3351213" y="2711450"/>
          <p14:tracePt t="39622" x="3351213" y="2695575"/>
          <p14:tracePt t="39630" x="3351213" y="2678113"/>
          <p14:tracePt t="39638" x="3333750" y="2654300"/>
          <p14:tracePt t="39646" x="3333750" y="2636838"/>
          <p14:tracePt t="39662" x="3333750" y="2628900"/>
          <p14:tracePt t="39670" x="3333750" y="2611438"/>
          <p14:tracePt t="39694" x="3333750" y="2595563"/>
          <p14:tracePt t="39710" x="3333750" y="2587625"/>
          <p14:tracePt t="39751" x="3351213" y="2587625"/>
          <p14:tracePt t="39767" x="3367088" y="2587625"/>
          <p14:tracePt t="39775" x="3375025" y="2587625"/>
          <p14:tracePt t="39783" x="3408363" y="2587625"/>
          <p14:tracePt t="39791" x="3467100" y="2570163"/>
          <p14:tracePt t="39800" x="3492500" y="2570163"/>
          <p14:tracePt t="39807" x="3533775" y="2570163"/>
          <p14:tracePt t="39817" x="3590925" y="2570163"/>
          <p14:tracePt t="39824" x="3641725" y="2570163"/>
          <p14:tracePt t="39833" x="3690938" y="2570163"/>
          <p14:tracePt t="39840" x="3732213" y="2570163"/>
          <p14:tracePt t="39849" x="3773488" y="2570163"/>
          <p14:tracePt t="39856" x="3798888" y="2570163"/>
          <p14:tracePt t="39864" x="3814763" y="2570163"/>
          <p14:tracePt t="39872" x="3840163" y="2570163"/>
          <p14:tracePt t="39880" x="3856038" y="2570163"/>
          <p14:tracePt t="39888" x="3856038" y="2587625"/>
          <p14:tracePt t="39896" x="3865563" y="2595563"/>
          <p14:tracePt t="39904" x="3881438" y="2611438"/>
          <p14:tracePt t="39920" x="3898900" y="2636838"/>
          <p14:tracePt t="39928" x="3898900" y="2654300"/>
          <p14:tracePt t="39937" x="3906838" y="2670175"/>
          <p14:tracePt t="39945" x="3906838" y="2678113"/>
          <p14:tracePt t="39953" x="3922713" y="2678113"/>
          <p14:tracePt t="39961" x="3922713" y="2695575"/>
          <p14:tracePt t="39969" x="3922713" y="2711450"/>
          <p14:tracePt t="39977" x="3940175" y="2711450"/>
          <p14:tracePt t="39985" x="3940175" y="2719388"/>
          <p14:tracePt t="40001" x="3940175" y="2736850"/>
          <p14:tracePt t="40025" x="3940175" y="2752725"/>
          <p14:tracePt t="40033" x="3940175" y="2760663"/>
          <p14:tracePt t="40050" x="3940175" y="2778125"/>
          <p14:tracePt t="40058" x="3940175" y="2794000"/>
          <p14:tracePt t="40074" x="3940175" y="2811463"/>
          <p14:tracePt t="40090" x="3940175" y="2819400"/>
          <p14:tracePt t="40106" x="3940175" y="2836863"/>
          <p14:tracePt t="40122" x="3940175" y="2852738"/>
          <p14:tracePt t="40130" x="3922713" y="2852738"/>
          <p14:tracePt t="40138" x="3906838" y="2852738"/>
          <p14:tracePt t="40147" x="3881438" y="2860675"/>
          <p14:tracePt t="40155" x="3865563" y="2860675"/>
          <p14:tracePt t="40163" x="3856038" y="2878138"/>
          <p14:tracePt t="40171" x="3814763" y="2894013"/>
          <p14:tracePt t="40179" x="3798888" y="2894013"/>
          <p14:tracePt t="40187" x="3757613" y="2894013"/>
          <p14:tracePt t="40195" x="3716338" y="2894013"/>
          <p14:tracePt t="40203" x="3698875" y="2894013"/>
          <p14:tracePt t="40211" x="3657600" y="2894013"/>
          <p14:tracePt t="40219" x="3641725" y="2894013"/>
          <p14:tracePt t="40227" x="3616325" y="2894013"/>
          <p14:tracePt t="40235" x="3590925" y="2894013"/>
          <p14:tracePt t="40253" x="3575050" y="2894013"/>
          <p14:tracePt t="40259" x="3557588" y="2894013"/>
          <p14:tracePt t="40275" x="3557588" y="2878138"/>
          <p14:tracePt t="40308" x="3557588" y="2860675"/>
          <p14:tracePt t="40340" x="3575050" y="2860675"/>
          <p14:tracePt t="40356" x="3590925" y="2860675"/>
          <p14:tracePt t="40366" x="3598863" y="2860675"/>
          <p14:tracePt t="40380" x="3616325" y="2860675"/>
          <p14:tracePt t="40389" x="3632200" y="2860675"/>
          <p14:tracePt t="40413" x="3641725" y="2860675"/>
          <p14:tracePt t="40445" x="3641725" y="2878138"/>
          <p14:tracePt t="40478" x="3641725" y="2894013"/>
          <p14:tracePt t="40510" x="3632200" y="2894013"/>
          <p14:tracePt t="40518" x="3598863" y="2894013"/>
          <p14:tracePt t="40534" x="3575050" y="2878138"/>
          <p14:tracePt t="40542" x="3549650" y="2860675"/>
          <p14:tracePt t="40550" x="3516313" y="2836863"/>
          <p14:tracePt t="40558" x="3508375" y="2811463"/>
          <p14:tracePt t="40567" x="3475038" y="2778125"/>
          <p14:tracePt t="40574" x="3449638" y="2752725"/>
          <p14:tracePt t="40583" x="3433763" y="2719388"/>
          <p14:tracePt t="40590" x="3433763" y="2695575"/>
          <p14:tracePt t="40600" x="3425825" y="2678113"/>
          <p14:tracePt t="40607" x="3425825" y="2654300"/>
          <p14:tracePt t="40616" x="3425825" y="2636838"/>
          <p14:tracePt t="40623" x="3425825" y="2628900"/>
          <p14:tracePt t="40631" x="3425825" y="2611438"/>
          <p14:tracePt t="40647" x="3425825" y="2595563"/>
          <p14:tracePt t="40663" x="3433763" y="2595563"/>
          <p14:tracePt t="40671" x="3449638" y="2595563"/>
          <p14:tracePt t="40679" x="3492500" y="2587625"/>
          <p14:tracePt t="40688" x="3533775" y="2587625"/>
          <p14:tracePt t="40696" x="3598863" y="2570163"/>
          <p14:tracePt t="40703" x="3657600" y="2570163"/>
          <p14:tracePt t="40712" x="3698875" y="2570163"/>
          <p14:tracePt t="40719" x="3781425" y="2554288"/>
          <p14:tracePt t="40728" x="3856038" y="2554288"/>
          <p14:tracePt t="40736" x="4005263" y="2554288"/>
          <p14:tracePt t="40744" x="4038600" y="2554288"/>
          <p14:tracePt t="40752" x="4187825" y="2554288"/>
          <p14:tracePt t="40760" x="4262438" y="2554288"/>
          <p14:tracePt t="40768" x="4354513" y="2554288"/>
          <p14:tracePt t="40776" x="4454525" y="2587625"/>
          <p14:tracePt t="40784" x="4529138" y="2611438"/>
          <p14:tracePt t="40792" x="4570413" y="2628900"/>
          <p14:tracePt t="40800" x="4719638" y="2670175"/>
          <p14:tracePt t="40808" x="4794250" y="2711450"/>
          <p14:tracePt t="40817" x="4884738" y="2736850"/>
          <p14:tracePt t="40825" x="5018088" y="2760663"/>
          <p14:tracePt t="40834" x="5126038" y="2794000"/>
          <p14:tracePt t="40841" x="5275263" y="2836863"/>
          <p14:tracePt t="40850" x="5457825" y="2852738"/>
          <p14:tracePt t="40857" x="5722938" y="2878138"/>
          <p14:tracePt t="40867" x="5946775" y="2894013"/>
          <p14:tracePt t="40874" x="6453188" y="2919413"/>
          <p14:tracePt t="40883" x="6800850" y="2919413"/>
          <p14:tracePt t="40889" x="7191375" y="2919413"/>
          <p14:tracePt t="40900" x="7539038" y="2919413"/>
          <p14:tracePt t="40905" x="7721600" y="2919413"/>
          <p14:tracePt t="40916" x="8128000" y="2919413"/>
          <p14:tracePt t="40921" x="8475663" y="2919413"/>
          <p14:tracePt t="40933" x="8824913" y="2919413"/>
          <p14:tracePt t="40938" x="9123363" y="2901950"/>
          <p14:tracePt t="40950" x="9247188" y="2878138"/>
          <p14:tracePt t="40954" x="9429750" y="2860675"/>
          <p14:tracePt t="40967" x="9604375" y="2852738"/>
          <p14:tracePt t="40970" x="9704388" y="2836863"/>
          <p14:tracePt t="40983" x="9779000" y="2819400"/>
          <p14:tracePt t="40986" x="9828213" y="2819400"/>
          <p14:tracePt t="41000" x="9869488" y="2811463"/>
          <p14:tracePt t="41003" x="9886950" y="2811463"/>
          <p14:tracePt t="41016" x="9902825" y="2811463"/>
          <p14:tracePt t="41035" x="9918700" y="2811463"/>
          <p14:tracePt t="41099" x="9902825" y="2811463"/>
          <p14:tracePt t="41116" x="9886950" y="2811463"/>
          <p14:tracePt t="41123" x="9869488" y="2811463"/>
          <p14:tracePt t="41133" x="9861550" y="2811463"/>
          <p14:tracePt t="41140" x="9844088" y="2811463"/>
          <p14:tracePt t="41149" x="9828213" y="2819400"/>
          <p14:tracePt t="41156" x="9820275" y="2819400"/>
          <p14:tracePt t="41164" x="9820275" y="2836863"/>
          <p14:tracePt t="41261" x="9828213" y="2836863"/>
          <p14:tracePt t="41268" x="9844088" y="2836863"/>
          <p14:tracePt t="41285" x="9861550" y="2836863"/>
          <p14:tracePt t="41293" x="9869488" y="2836863"/>
          <p14:tracePt t="41301" x="9886950" y="2836863"/>
          <p14:tracePt t="41317" x="9918700" y="2836863"/>
          <p14:tracePt t="41325" x="9928225" y="2836863"/>
          <p14:tracePt t="41333" x="9961563" y="2836863"/>
          <p14:tracePt t="41341" x="9985375" y="2836863"/>
          <p14:tracePt t="41350" x="10010775" y="2836863"/>
          <p14:tracePt t="41357" x="10069513" y="2836863"/>
          <p14:tracePt t="41366" x="10085388" y="2836863"/>
          <p14:tracePt t="41373" x="10126663" y="2836863"/>
          <p14:tracePt t="41383" x="10152063" y="2836863"/>
          <p14:tracePt t="41390" x="10167938" y="2836863"/>
          <p14:tracePt t="41397" x="10185400" y="2836863"/>
          <p14:tracePt t="41406" x="10193338" y="2836863"/>
          <p14:tracePt t="41430" x="10209213" y="2836863"/>
          <p14:tracePt t="41575" x="10234613" y="2836863"/>
          <p14:tracePt t="41583" x="10267950" y="2836863"/>
          <p14:tracePt t="41592" x="10275888" y="2836863"/>
          <p14:tracePt t="41600" x="10309225" y="2836863"/>
          <p14:tracePt t="41608" x="10317163" y="2836863"/>
          <p14:tracePt t="41617" x="10350500" y="2836863"/>
          <p14:tracePt t="41624" x="10358438" y="2836863"/>
          <p14:tracePt t="41633" x="10375900" y="2836863"/>
          <p14:tracePt t="41656" x="10391775" y="2836863"/>
          <p14:tracePt t="41713" x="10334625" y="2811463"/>
          <p14:tracePt t="41721" x="10250488" y="2752725"/>
          <p14:tracePt t="41729" x="10069513" y="2611438"/>
          <p14:tracePt t="41737" x="9969500" y="2546350"/>
          <p14:tracePt t="41745" x="9886950" y="2513013"/>
          <p14:tracePt t="41767" x="9678988" y="2387600"/>
          <p14:tracePt t="41770" x="9604375" y="2363788"/>
          <p14:tracePt t="41784" x="9537700" y="2330450"/>
          <p14:tracePt t="41786" x="9496425" y="2330450"/>
          <p14:tracePt t="41800" x="9471025" y="2330450"/>
          <p14:tracePt t="41802" x="9437688" y="2330450"/>
          <p14:tracePt t="41816" x="9413875" y="2330450"/>
          <p14:tracePt t="41834" x="9372600" y="2430463"/>
          <p14:tracePt t="41842" x="9339263" y="2528888"/>
          <p14:tracePt t="41850" x="9331325" y="2628900"/>
          <p14:tracePt t="41858" x="9331325" y="2670175"/>
          <p14:tracePt t="41867" x="9313863" y="2752725"/>
          <p14:tracePt t="41874" x="9313863" y="2852738"/>
          <p14:tracePt t="41883" x="9313863" y="2894013"/>
          <p14:tracePt t="41890" x="9313863" y="2943225"/>
          <p14:tracePt t="41900" x="9313863" y="2986088"/>
          <p14:tracePt t="41906" x="9313863" y="3001963"/>
          <p14:tracePt t="41916" x="9313863" y="3017838"/>
          <p14:tracePt t="41930" x="9331325" y="3027363"/>
          <p14:tracePt t="41938" x="9339263" y="3027363"/>
          <p14:tracePt t="41947" x="9388475" y="3027363"/>
          <p14:tracePt t="41955" x="9437688" y="3027363"/>
          <p14:tracePt t="41963" x="9480550" y="3001963"/>
          <p14:tracePt t="41971" x="9563100" y="2943225"/>
          <p14:tracePt t="41979" x="9678988" y="2894013"/>
          <p14:tracePt t="41987" x="9761538" y="2836863"/>
          <p14:tracePt t="41995" x="9802813" y="2811463"/>
          <p14:tracePt t="42003" x="9869488" y="2760663"/>
          <p14:tracePt t="42011" x="9928225" y="2719388"/>
          <p14:tracePt t="42020" x="9985375" y="2678113"/>
          <p14:tracePt t="42028" x="10026650" y="2670175"/>
          <p14:tracePt t="42035" x="10044113" y="2654300"/>
          <p14:tracePt t="42044" x="10052050" y="2654300"/>
          <p14:tracePt t="42052" x="10069513" y="2636838"/>
          <p14:tracePt t="42068" x="10085388" y="2636838"/>
          <p14:tracePt t="42132" x="10052050" y="2636838"/>
          <p14:tracePt t="42140" x="10044113" y="2636838"/>
          <p14:tracePt t="42151" x="10026650" y="2636838"/>
          <p14:tracePt t="42156" x="10002838" y="2636838"/>
          <p14:tracePt t="42165" x="9961563" y="2636838"/>
          <p14:tracePt t="42184" x="9928225" y="2670175"/>
          <p14:tracePt t="42189" x="9886950" y="2711450"/>
          <p14:tracePt t="42200" x="9869488" y="2778125"/>
          <p14:tracePt t="42205" x="9844088" y="2860675"/>
          <p14:tracePt t="42217" x="9844088" y="2943225"/>
          <p14:tracePt t="42221" x="9844088" y="3001963"/>
          <p14:tracePt t="42233" x="9844088" y="3101975"/>
          <p14:tracePt t="42237" x="9844088" y="3167063"/>
          <p14:tracePt t="42252" x="9844088" y="3225800"/>
          <p14:tracePt t="42257" x="9844088" y="3284538"/>
          <p14:tracePt t="42267" x="9844088" y="3308350"/>
          <p14:tracePt t="42270" x="9861550" y="3325813"/>
          <p14:tracePt t="42284" x="9886950" y="3341688"/>
          <p14:tracePt t="42287" x="9918700" y="3341688"/>
          <p14:tracePt t="42300" x="9928225" y="3341688"/>
          <p14:tracePt t="42303" x="9961563" y="3341688"/>
          <p14:tracePt t="42317" x="9985375" y="3341688"/>
          <p14:tracePt t="42319" x="10010775" y="3341688"/>
          <p14:tracePt t="42333" x="10044113" y="3308350"/>
          <p14:tracePt t="42336" x="10052050" y="3284538"/>
          <p14:tracePt t="42350" x="10085388" y="3241675"/>
          <p14:tracePt t="42351" x="10093325" y="3209925"/>
          <p14:tracePt t="42359" x="10126663" y="3167063"/>
          <p14:tracePt t="42367" x="10134600" y="3159125"/>
          <p14:tracePt t="42374" x="10152063" y="3125788"/>
          <p14:tracePt t="42383" x="10152063" y="3117850"/>
          <p14:tracePt t="42391" x="10167938" y="3117850"/>
          <p14:tracePt t="42400" x="10167938" y="3101975"/>
          <p14:tracePt t="42431" x="10185400" y="3101975"/>
          <p14:tracePt t="42561" x="10185400" y="3084513"/>
          <p14:tracePt t="42577" x="10185400" y="3076575"/>
          <p14:tracePt t="42585" x="10167938" y="3060700"/>
          <p14:tracePt t="42592" x="10167938" y="3043238"/>
          <p14:tracePt t="42601" x="10167938" y="3027363"/>
          <p14:tracePt t="42609" x="10152063" y="3017838"/>
          <p14:tracePt t="42617" x="10152063" y="3001963"/>
          <p14:tracePt t="42625" x="10152063" y="2986088"/>
          <p14:tracePt t="42633" x="10152063" y="2976563"/>
          <p14:tracePt t="42641" x="10134600" y="2960688"/>
          <p14:tracePt t="42650" x="10134600" y="2943225"/>
          <p14:tracePt t="42667" x="10126663" y="2943225"/>
          <p14:tracePt t="42673" x="10126663" y="2935288"/>
          <p14:tracePt t="42682" x="10126663" y="2919413"/>
          <p14:tracePt t="42689" x="10110788" y="2919413"/>
          <p14:tracePt t="42699" x="10093325" y="2919413"/>
          <p14:tracePt t="42706" x="10085388" y="2919413"/>
          <p14:tracePt t="42714" x="10069513" y="2919413"/>
          <p14:tracePt t="42722" x="10052050" y="2919413"/>
          <p14:tracePt t="42730" x="10044113" y="2919413"/>
          <p14:tracePt t="42738" x="10010775" y="2919413"/>
          <p14:tracePt t="42746" x="10002838" y="2935288"/>
          <p14:tracePt t="42754" x="9969500" y="2960688"/>
          <p14:tracePt t="42762" x="9961563" y="2986088"/>
          <p14:tracePt t="42770" x="9944100" y="3017838"/>
          <p14:tracePt t="42778" x="9944100" y="3027363"/>
          <p14:tracePt t="42786" x="9928225" y="3060700"/>
          <p14:tracePt t="42795" x="9928225" y="3076575"/>
          <p14:tracePt t="42810" x="9928225" y="3084513"/>
          <p14:tracePt t="42835" x="9961563" y="3084513"/>
          <p14:tracePt t="42843" x="10010775" y="3084513"/>
          <p14:tracePt t="42851" x="10044113" y="3076575"/>
          <p14:tracePt t="42859" x="10093325" y="3060700"/>
          <p14:tracePt t="42867" x="10134600" y="3017838"/>
          <p14:tracePt t="42875" x="10193338" y="3001963"/>
          <p14:tracePt t="42883" x="10226675" y="2986088"/>
          <p14:tracePt t="42891" x="10250488" y="2976563"/>
          <p14:tracePt t="42900" x="10267950" y="2976563"/>
          <p14:tracePt t="42907" x="10275888" y="2960688"/>
          <p14:tracePt t="42924" x="10293350" y="2960688"/>
          <p14:tracePt t="43077" x="10309225" y="2986088"/>
          <p14:tracePt t="43093" x="10334625" y="3027363"/>
          <p14:tracePt t="43101" x="10350500" y="3060700"/>
          <p14:tracePt t="43109" x="10375900" y="3101975"/>
          <p14:tracePt t="43117" x="10401300" y="3125788"/>
          <p14:tracePt t="43126" x="10433050" y="3159125"/>
          <p14:tracePt t="43134" x="10450513" y="3159125"/>
          <p14:tracePt t="43142" x="10458450" y="3167063"/>
          <p14:tracePt t="43150" x="10458450" y="3184525"/>
          <p14:tracePt t="43158" x="10475913" y="3184525"/>
          <p14:tracePt t="43167" x="10491788" y="3200400"/>
          <p14:tracePt t="43344" x="10491788" y="3209925"/>
          <p14:tracePt t="43368" x="10491788" y="3225800"/>
          <p14:tracePt t="43416" x="10491788" y="3241675"/>
          <p14:tracePt t="43465" x="10458450" y="3241675"/>
          <p14:tracePt t="43473" x="10417175" y="3241675"/>
          <p14:tracePt t="43481" x="10401300" y="3241675"/>
          <p14:tracePt t="43489" x="10334625" y="3241675"/>
          <p14:tracePt t="43497" x="10293350" y="3241675"/>
          <p14:tracePt t="43505" x="10167938" y="3241675"/>
          <p14:tracePt t="43513" x="10069513" y="3225800"/>
          <p14:tracePt t="43521" x="9918700" y="3225800"/>
          <p14:tracePt t="43529" x="9620250" y="3225800"/>
          <p14:tracePt t="43537" x="9471025" y="3225800"/>
          <p14:tracePt t="43545" x="9247188" y="3225800"/>
          <p14:tracePt t="43553" x="8948738" y="3225800"/>
          <p14:tracePt t="43561" x="8434388" y="3225800"/>
          <p14:tracePt t="43570" x="8293100" y="3225800"/>
          <p14:tracePt t="43578" x="7986713" y="3225800"/>
          <p14:tracePt t="43586" x="7762875" y="3241675"/>
          <p14:tracePt t="43594" x="7696200" y="3251200"/>
          <p14:tracePt t="43602" x="7513638" y="3292475"/>
          <p14:tracePt t="43610" x="7356475" y="3325813"/>
          <p14:tracePt t="43618" x="7265988" y="3349625"/>
          <p14:tracePt t="43626" x="7165975" y="3367088"/>
          <p14:tracePt t="43634" x="7065963" y="3390900"/>
          <p14:tracePt t="43642" x="6999288" y="3408363"/>
          <p14:tracePt t="43650" x="6924675" y="3433763"/>
          <p14:tracePt t="43658" x="6842125" y="3433763"/>
          <p14:tracePt t="43667" x="6800850" y="3449638"/>
          <p14:tracePt t="43674" x="6743700" y="3467100"/>
          <p14:tracePt t="43683" x="6718300" y="3467100"/>
          <p14:tracePt t="43691" x="6692900" y="3467100"/>
          <p14:tracePt t="43700" x="6659563" y="3467100"/>
          <p14:tracePt t="43707" x="6651625" y="3467100"/>
          <p14:tracePt t="43717" x="6635750" y="3467100"/>
          <p14:tracePt t="43779" x="6618288" y="3467100"/>
          <p14:tracePt t="43796" x="6602413" y="3467100"/>
          <p14:tracePt t="43804" x="6592888" y="3467100"/>
          <p14:tracePt t="43811" x="6561138" y="3449638"/>
          <p14:tracePt t="43820" x="6510338" y="3433763"/>
          <p14:tracePt t="43834" x="6453188" y="3424238"/>
          <p14:tracePt t="43837" x="6353175" y="3408363"/>
          <p14:tracePt t="43850" x="6245225" y="3390900"/>
          <p14:tracePt t="43853" x="6121400" y="3382963"/>
          <p14:tracePt t="43867" x="5938838" y="3382963"/>
          <p14:tracePt t="43869" x="5738813" y="3367088"/>
          <p14:tracePt t="43883" x="5556250" y="3349625"/>
          <p14:tracePt t="43886" x="5373688" y="3349625"/>
          <p14:tracePt t="43900" x="5149850" y="3349625"/>
          <p14:tracePt t="43901" x="4967288" y="3325813"/>
          <p14:tracePt t="43908" x="4752975" y="3325813"/>
          <p14:tracePt t="43917" x="4570413" y="3325813"/>
          <p14:tracePt t="43924" x="4346575" y="3325813"/>
          <p14:tracePt t="43933" x="3898900" y="3325813"/>
          <p14:tracePt t="43941" x="3632200" y="3325813"/>
          <p14:tracePt t="43950" x="3284538" y="3325813"/>
          <p14:tracePt t="43957" x="3143250" y="3325813"/>
          <p14:tracePt t="43966" x="2878138" y="3325813"/>
          <p14:tracePt t="43973" x="2613025" y="3349625"/>
          <p14:tracePt t="43983" x="2538413" y="3367088"/>
          <p14:tracePt t="43989" x="2363788" y="3382963"/>
          <p14:tracePt t="44000" x="2230438" y="3390900"/>
          <p14:tracePt t="44005" x="2139950" y="3408363"/>
          <p14:tracePt t="44016" x="2065338" y="3424238"/>
          <p14:tracePt t="44021" x="2006600" y="3433763"/>
          <p14:tracePt t="44033" x="1982788" y="3433763"/>
          <p14:tracePt t="44038" x="1957388" y="3449638"/>
          <p14:tracePt t="44050" x="1941513" y="3467100"/>
          <p14:tracePt t="44054" x="1924050" y="3467100"/>
          <p14:tracePt t="44066" x="1924050" y="3475038"/>
          <p14:tracePt t="44070" x="1916113" y="3475038"/>
          <p14:tracePt t="44094" x="1916113" y="3490913"/>
          <p14:tracePt t="44102" x="1898650" y="3490913"/>
          <p14:tracePt t="44143" x="1898650" y="3508375"/>
          <p14:tracePt t="44151" x="1882775" y="3508375"/>
          <p14:tracePt t="44167" x="1882775" y="3516313"/>
          <p14:tracePt t="44191" x="1882775" y="3532188"/>
          <p14:tracePt t="44223" x="1882775" y="3549650"/>
          <p14:tracePt t="44264" x="1898650" y="3549650"/>
          <p14:tracePt t="44272" x="1916113" y="3549650"/>
          <p14:tracePt t="44280" x="1924050" y="3565525"/>
          <p14:tracePt t="44288" x="1957388" y="3573463"/>
          <p14:tracePt t="44296" x="1982788" y="3606800"/>
          <p14:tracePt t="44304" x="2024063" y="3632200"/>
          <p14:tracePt t="44312" x="2057400" y="3648075"/>
          <p14:tracePt t="44320" x="2106613" y="3690938"/>
          <p14:tracePt t="44328" x="2165350" y="3698875"/>
          <p14:tracePt t="44336" x="2263775" y="3732213"/>
          <p14:tracePt t="44344" x="2330450" y="3740150"/>
          <p14:tracePt t="44353" x="2363788" y="3756025"/>
          <p14:tracePt t="44361" x="2446338" y="3756025"/>
          <p14:tracePt t="44368" x="2513013" y="3756025"/>
          <p14:tracePt t="44377" x="2587625" y="3756025"/>
          <p14:tracePt t="44385" x="2654300" y="3756025"/>
          <p14:tracePt t="44393" x="2736850" y="3756025"/>
          <p14:tracePt t="44401" x="2778125" y="3740150"/>
          <p14:tracePt t="44409" x="2836863" y="3732213"/>
          <p14:tracePt t="44417" x="2894013" y="3714750"/>
          <p14:tracePt t="44425" x="2919413" y="3690938"/>
          <p14:tracePt t="44433" x="2960688" y="3673475"/>
          <p14:tracePt t="44441" x="2986088" y="3657600"/>
          <p14:tracePt t="44450" x="3001963" y="3648075"/>
          <p14:tracePt t="44458" x="3027363" y="3648075"/>
          <p14:tracePt t="44467" x="3043238" y="3632200"/>
          <p14:tracePt t="44490" x="3060700" y="3616325"/>
          <p14:tracePt t="44546" x="3060700" y="3606800"/>
          <p14:tracePt t="44571" x="3060700" y="3590925"/>
          <p14:tracePt t="44579" x="3060700" y="3573463"/>
          <p14:tracePt t="44587" x="3060700" y="3549650"/>
          <p14:tracePt t="44603" x="3060700" y="3532188"/>
          <p14:tracePt t="44616" x="3060700" y="3508375"/>
          <p14:tracePt t="44619" x="3060700" y="3490913"/>
          <p14:tracePt t="44633" x="3060700" y="3475038"/>
          <p14:tracePt t="44636" x="3060700" y="3433763"/>
          <p14:tracePt t="44649" x="3060700" y="3408363"/>
          <p14:tracePt t="44652" x="3060700" y="3390900"/>
          <p14:tracePt t="44667" x="3060700" y="3349625"/>
          <p14:tracePt t="44668" x="3060700" y="3325813"/>
          <p14:tracePt t="44675" x="3060700" y="3284538"/>
          <p14:tracePt t="44684" x="3060700" y="3251200"/>
          <p14:tracePt t="44692" x="3060700" y="3225800"/>
          <p14:tracePt t="44700" x="3060700" y="3200400"/>
          <p14:tracePt t="44708" x="3060700" y="3167063"/>
          <p14:tracePt t="44717" x="3068638" y="3159125"/>
          <p14:tracePt t="44724" x="3068638" y="3125788"/>
          <p14:tracePt t="44734" x="3086100" y="3117850"/>
          <p14:tracePt t="44749" x="3086100" y="3101975"/>
          <p14:tracePt t="44756" x="3101975" y="3084513"/>
          <p14:tracePt t="44766" x="3109913" y="3084513"/>
          <p14:tracePt t="44772" x="3127375" y="3084513"/>
          <p14:tracePt t="44780" x="3143250" y="3076575"/>
          <p14:tracePt t="44789" x="3168650" y="3076575"/>
          <p14:tracePt t="44797" x="3184525" y="3076575"/>
          <p14:tracePt t="44805" x="3201988" y="3060700"/>
          <p14:tracePt t="44813" x="3225800" y="3060700"/>
          <p14:tracePt t="44821" x="3243263" y="3060700"/>
          <p14:tracePt t="44829" x="3251200" y="3060700"/>
          <p14:tracePt t="44837" x="3267075" y="3060700"/>
          <p14:tracePt t="44869" x="3284538" y="3060700"/>
          <p14:tracePt t="44926" x="3284538" y="3043238"/>
          <p14:tracePt t="44950" x="3284538" y="3027363"/>
          <p14:tracePt t="44958" x="3267075" y="3027363"/>
          <p14:tracePt t="44967" x="3267075" y="3017838"/>
          <p14:tracePt t="44974" x="3251200" y="3017838"/>
          <p14:tracePt t="44983" x="3243263" y="3001963"/>
          <p14:tracePt t="44990" x="3209925" y="3001963"/>
          <p14:tracePt t="45000" x="3201988" y="3001963"/>
          <p14:tracePt t="45006" x="3184525" y="3001963"/>
          <p14:tracePt t="45016" x="3160713" y="3001963"/>
          <p14:tracePt t="45023" x="3143250" y="3001963"/>
          <p14:tracePt t="45039" x="3109913" y="3001963"/>
          <p14:tracePt t="45047" x="3101975" y="3001963"/>
          <p14:tracePt t="45055" x="3086100" y="3001963"/>
          <p14:tracePt t="45063" x="3060700" y="3001963"/>
          <p14:tracePt t="45071" x="3019425" y="3001963"/>
          <p14:tracePt t="45079" x="2978150" y="3001963"/>
          <p14:tracePt t="45087" x="2894013" y="3001963"/>
          <p14:tracePt t="45095" x="2819400" y="3001963"/>
          <p14:tracePt t="45103" x="2754313" y="3017838"/>
          <p14:tracePt t="45111" x="2628900" y="3027363"/>
          <p14:tracePt t="45119" x="2528888" y="3043238"/>
          <p14:tracePt t="45128" x="2413000" y="3060700"/>
          <p14:tracePt t="45136" x="2363788" y="3076575"/>
          <p14:tracePt t="45144" x="2289175" y="3076575"/>
          <p14:tracePt t="45152" x="2189163" y="3084513"/>
          <p14:tracePt t="45160" x="2139950" y="3084513"/>
          <p14:tracePt t="45168" x="2081213" y="3084513"/>
          <p14:tracePt t="45176" x="2057400" y="3084513"/>
          <p14:tracePt t="45184" x="2024063" y="3084513"/>
          <p14:tracePt t="45192" x="1998663" y="3084513"/>
          <p14:tracePt t="45200" x="1982788" y="3084513"/>
          <p14:tracePt t="45208" x="1982788" y="3076575"/>
          <p14:tracePt t="45217" x="1982788" y="3060700"/>
          <p14:tracePt t="45224" x="1965325" y="3043238"/>
          <p14:tracePt t="45241" x="1965325" y="3027363"/>
          <p14:tracePt t="45253" x="1965325" y="3017838"/>
          <p14:tracePt t="45273" x="1965325" y="3001963"/>
          <p14:tracePt t="45313" x="1965325" y="2986088"/>
          <p14:tracePt t="45321" x="1982788" y="2986088"/>
          <p14:tracePt t="45362" x="1998663" y="2986088"/>
          <p14:tracePt t="45394" x="2006600" y="2986088"/>
          <p14:tracePt t="45418" x="2024063" y="2986088"/>
          <p14:tracePt t="45426" x="2081213" y="2986088"/>
          <p14:tracePt t="45434" x="2106613" y="2986088"/>
          <p14:tracePt t="45442" x="2147888" y="2986088"/>
          <p14:tracePt t="45451" x="2206625" y="2986088"/>
          <p14:tracePt t="45459" x="2263775" y="2976563"/>
          <p14:tracePt t="45467" x="2305050" y="2976563"/>
          <p14:tracePt t="45475" x="2363788" y="2976563"/>
          <p14:tracePt t="45483" x="2405063" y="2960688"/>
          <p14:tracePt t="45491" x="2430463" y="2960688"/>
          <p14:tracePt t="45500" x="2471738" y="2960688"/>
          <p14:tracePt t="45507" x="2487613" y="2960688"/>
          <p14:tracePt t="45517" x="2513013" y="2960688"/>
          <p14:tracePt t="45523" x="2528888" y="2960688"/>
          <p14:tracePt t="45539" x="2538413" y="2960688"/>
          <p14:tracePt t="45555" x="2554288" y="2960688"/>
          <p14:tracePt t="45580" x="2571750" y="2960688"/>
          <p14:tracePt t="45757" x="2587625" y="2960688"/>
          <p14:tracePt t="45774" x="2613025" y="2960688"/>
          <p14:tracePt t="45783" x="2654300" y="2960688"/>
          <p14:tracePt t="45790" x="2695575" y="2960688"/>
          <p14:tracePt t="45799" x="2754313" y="2960688"/>
          <p14:tracePt t="45806" x="2819400" y="2960688"/>
          <p14:tracePt t="45814" x="2903538" y="2960688"/>
          <p14:tracePt t="45822" x="2944813" y="2960688"/>
          <p14:tracePt t="45830" x="3027363" y="2960688"/>
          <p14:tracePt t="45838" x="3101975" y="2960688"/>
          <p14:tracePt t="45846" x="3168650" y="2960688"/>
          <p14:tracePt t="45854" x="3243263" y="2960688"/>
          <p14:tracePt t="45862" x="3309938" y="2960688"/>
          <p14:tracePt t="45870" x="3367088" y="2960688"/>
          <p14:tracePt t="45878" x="3425825" y="2960688"/>
          <p14:tracePt t="45886" x="3475038" y="2960688"/>
          <p14:tracePt t="45895" x="3508375" y="2960688"/>
          <p14:tracePt t="45903" x="3557588" y="2960688"/>
          <p14:tracePt t="45911" x="3598863" y="2960688"/>
          <p14:tracePt t="45919" x="3616325" y="2943225"/>
          <p14:tracePt t="45927" x="3657600" y="2943225"/>
          <p14:tracePt t="45935" x="3673475" y="2943225"/>
          <p14:tracePt t="45943" x="3698875" y="2943225"/>
          <p14:tracePt t="45951" x="3732213" y="2943225"/>
          <p14:tracePt t="45959" x="3740150" y="2943225"/>
          <p14:tracePt t="45975" x="3757613" y="2943225"/>
          <p14:tracePt t="45983" x="3773488" y="2943225"/>
          <p14:tracePt t="46000" x="3781425" y="2943225"/>
          <p14:tracePt t="46024" x="3798888" y="2943225"/>
          <p14:tracePt t="46064" x="3814763" y="2943225"/>
          <p14:tracePt t="46088" x="3822700" y="2943225"/>
          <p14:tracePt t="46112" x="3840163" y="2943225"/>
          <p14:tracePt t="46128" x="3856038" y="2943225"/>
          <p14:tracePt t="46161" x="3865563" y="2943225"/>
          <p14:tracePt t="46226" x="3856038" y="2943225"/>
          <p14:tracePt t="46234" x="3822700" y="2960688"/>
          <p14:tracePt t="46242" x="3798888" y="2986088"/>
          <p14:tracePt t="46253" x="3740150" y="3017838"/>
          <p14:tracePt t="46267" x="3632200" y="3084513"/>
          <p14:tracePt t="46274" x="3557588" y="3125788"/>
          <p14:tracePt t="46284" x="3475038" y="3184525"/>
          <p14:tracePt t="46290" x="3392488" y="3241675"/>
          <p14:tracePt t="46300" x="3292475" y="3292475"/>
          <p14:tracePt t="46306" x="3168650" y="3367088"/>
          <p14:tracePt t="46316" x="3060700" y="3424238"/>
          <p14:tracePt t="46322" x="2935288" y="3475038"/>
          <p14:tracePt t="46334" x="2803525" y="3565525"/>
          <p14:tracePt t="46339" x="2679700" y="3632200"/>
          <p14:tracePt t="46350" x="2628900" y="3648075"/>
          <p14:tracePt t="46355" x="2513013" y="3714750"/>
          <p14:tracePt t="46367" x="2446338" y="3740150"/>
          <p14:tracePt t="46371" x="2371725" y="3781425"/>
          <p14:tracePt t="46383" x="2330450" y="3797300"/>
          <p14:tracePt t="46387" x="2305050" y="3814763"/>
          <p14:tracePt t="46400" x="2273300" y="3830638"/>
          <p14:tracePt t="46403" x="2263775" y="3856038"/>
          <p14:tracePt t="46417" x="2247900" y="3856038"/>
          <p14:tracePt t="46419" x="2230438" y="3856038"/>
          <p14:tracePt t="46433" x="2230438" y="3871913"/>
          <p14:tracePt t="46436" x="2222500" y="3871913"/>
          <p14:tracePt t="46452" x="2222500" y="3881438"/>
          <p14:tracePt t="46483" x="2222500" y="3897313"/>
          <p14:tracePt t="46508" x="2222500" y="3914775"/>
          <p14:tracePt t="46540" x="2222500" y="3922713"/>
          <p14:tracePt t="46702" x="2263775" y="3922713"/>
          <p14:tracePt t="46710" x="2289175" y="3922713"/>
          <p14:tracePt t="46718" x="2371725" y="3914775"/>
          <p14:tracePt t="46726" x="2405063" y="3914775"/>
          <p14:tracePt t="46734" x="2454275" y="3914775"/>
          <p14:tracePt t="46742" x="2513013" y="3914775"/>
          <p14:tracePt t="46750" x="2554288" y="3897313"/>
          <p14:tracePt t="46758" x="2613025" y="3897313"/>
          <p14:tracePt t="46767" x="2670175" y="3897313"/>
          <p14:tracePt t="46775" x="2720975" y="3881438"/>
          <p14:tracePt t="46783" x="2778125" y="3881438"/>
          <p14:tracePt t="46791" x="2803525" y="3881438"/>
          <p14:tracePt t="46800" x="2860675" y="3881438"/>
          <p14:tracePt t="46807" x="2903538" y="3881438"/>
          <p14:tracePt t="46816" x="2935288" y="3881438"/>
          <p14:tracePt t="46823" x="2978150" y="3881438"/>
          <p14:tracePt t="46832" x="3001963" y="3881438"/>
          <p14:tracePt t="46839" x="3060700" y="3881438"/>
          <p14:tracePt t="46847" x="3101975" y="3881438"/>
          <p14:tracePt t="46856" x="3127375" y="3881438"/>
          <p14:tracePt t="46863" x="3168650" y="3881438"/>
          <p14:tracePt t="46871" x="3225800" y="3881438"/>
          <p14:tracePt t="46880" x="3251200" y="3881438"/>
          <p14:tracePt t="46888" x="3292475" y="3881438"/>
          <p14:tracePt t="46896" x="3333750" y="3881438"/>
          <p14:tracePt t="46904" x="3375025" y="3881438"/>
          <p14:tracePt t="46912" x="3425825" y="3881438"/>
          <p14:tracePt t="46920" x="3449638" y="3881438"/>
          <p14:tracePt t="46928" x="3492500" y="3881438"/>
          <p14:tracePt t="46936" x="3516313" y="3881438"/>
          <p14:tracePt t="46944" x="3557588" y="3881438"/>
          <p14:tracePt t="46952" x="3598863" y="3881438"/>
          <p14:tracePt t="46960" x="3616325" y="3881438"/>
          <p14:tracePt t="46968" x="3657600" y="3881438"/>
          <p14:tracePt t="46976" x="3690938" y="3881438"/>
          <p14:tracePt t="46984" x="3732213" y="3881438"/>
          <p14:tracePt t="46992" x="3757613" y="3881438"/>
          <p14:tracePt t="47001" x="3798888" y="3881438"/>
          <p14:tracePt t="47009" x="3822700" y="3881438"/>
          <p14:tracePt t="47017" x="3856038" y="3881438"/>
          <p14:tracePt t="47025" x="3898900" y="3881438"/>
          <p14:tracePt t="47033" x="3906838" y="3881438"/>
          <p14:tracePt t="47041" x="3940175" y="3881438"/>
          <p14:tracePt t="47050" x="3956050" y="3881438"/>
          <p14:tracePt t="47057" x="3963988" y="3881438"/>
          <p14:tracePt t="47067" x="3981450" y="3881438"/>
          <p14:tracePt t="47073" x="3997325" y="3881438"/>
          <p14:tracePt t="47106" x="4005263" y="3881438"/>
          <p14:tracePt t="47316" x="4022725" y="3881438"/>
          <p14:tracePt t="47324" x="4048125" y="3881438"/>
          <p14:tracePt t="47334" x="4064000" y="3881438"/>
          <p14:tracePt t="47340" x="4105275" y="3881438"/>
          <p14:tracePt t="47348" x="4164013" y="3881438"/>
          <p14:tracePt t="47367" x="4329113" y="3881438"/>
          <p14:tracePt t="47372" x="4354513" y="3881438"/>
          <p14:tracePt t="47383" x="4454525" y="3881438"/>
          <p14:tracePt t="47388" x="4529138" y="3881438"/>
          <p14:tracePt t="47400" x="4611688" y="3881438"/>
          <p14:tracePt t="47404" x="4652963" y="3881438"/>
          <p14:tracePt t="47416" x="4702175" y="3881438"/>
          <p14:tracePt t="47420" x="4760913" y="3881438"/>
          <p14:tracePt t="47434" x="4802188" y="3881438"/>
          <p14:tracePt t="47437" x="4843463" y="3881438"/>
          <p14:tracePt t="47450" x="4884738" y="3881438"/>
          <p14:tracePt t="47453" x="4943475" y="3881438"/>
          <p14:tracePt t="47466" x="4967288" y="3881438"/>
          <p14:tracePt t="47469" x="5018088" y="3881438"/>
          <p14:tracePt t="47483" x="5067300" y="3881438"/>
          <p14:tracePt t="47485" x="5108575" y="3897313"/>
          <p14:tracePt t="47500" x="5149850" y="3897313"/>
          <p14:tracePt t="47502" x="5208588" y="3914775"/>
          <p14:tracePt t="47516" x="5267325" y="3914775"/>
          <p14:tracePt t="47518" x="5308600" y="3922713"/>
          <p14:tracePt t="47533" x="5365750" y="3922713"/>
          <p14:tracePt t="47534" x="5407025" y="3922713"/>
          <p14:tracePt t="47542" x="5457825" y="3938588"/>
          <p14:tracePt t="47550" x="5499100" y="3956050"/>
          <p14:tracePt t="47558" x="5540375" y="3963988"/>
          <p14:tracePt t="47567" x="5573713" y="3963988"/>
          <p14:tracePt t="47574" x="5630863" y="3963988"/>
          <p14:tracePt t="47583" x="5673725" y="3979863"/>
          <p14:tracePt t="47590" x="5738813" y="3997325"/>
          <p14:tracePt t="47600" x="5780088" y="3997325"/>
          <p14:tracePt t="47606" x="5864225" y="3997325"/>
          <p14:tracePt t="47616" x="5946775" y="3997325"/>
          <p14:tracePt t="47623" x="6046788" y="3997325"/>
          <p14:tracePt t="47633" x="6121400" y="4005263"/>
          <p14:tracePt t="47639" x="6170613" y="4005263"/>
          <p14:tracePt t="47650" x="6245225" y="4005263"/>
          <p14:tracePt t="47655" x="6311900" y="4005263"/>
          <p14:tracePt t="47667" x="6386513" y="4005263"/>
          <p14:tracePt t="47671" x="6435725" y="4005263"/>
          <p14:tracePt t="47683" x="6510338" y="4005263"/>
          <p14:tracePt t="47687" x="6551613" y="4005263"/>
          <p14:tracePt t="47700" x="6602413" y="4005263"/>
          <p14:tracePt t="47703" x="6635750" y="4005263"/>
          <p14:tracePt t="47717" x="6677025" y="4005263"/>
          <p14:tracePt t="47719" x="6692900" y="4005263"/>
          <p14:tracePt t="47734" x="6700838" y="4005263"/>
          <p14:tracePt t="47736" x="6734175" y="3997325"/>
          <p14:tracePt t="47767" x="6743700" y="3997325"/>
          <p14:tracePt t="48026" x="6759575" y="3997325"/>
          <p14:tracePt t="48034" x="6784975" y="3997325"/>
          <p14:tracePt t="48042" x="6818313" y="3997325"/>
          <p14:tracePt t="48051" x="6842125" y="3997325"/>
          <p14:tracePt t="48058" x="6883400" y="3997325"/>
          <p14:tracePt t="48067" x="6916738" y="3997325"/>
          <p14:tracePt t="48075" x="6958013" y="3997325"/>
          <p14:tracePt t="48083" x="6983413" y="3997325"/>
          <p14:tracePt t="48091" x="7024688" y="3979863"/>
          <p14:tracePt t="48100" x="7065963" y="3979863"/>
          <p14:tracePt t="48107" x="7091363" y="3979863"/>
          <p14:tracePt t="48116" x="7124700" y="3979863"/>
          <p14:tracePt t="48123" x="7132638" y="3979863"/>
          <p14:tracePt t="48132" x="7165975" y="3963988"/>
          <p14:tracePt t="48139" x="7191375" y="3963988"/>
          <p14:tracePt t="48147" x="7207250" y="3956050"/>
          <p14:tracePt t="48155" x="7232650" y="3938588"/>
          <p14:tracePt t="48163" x="7248525" y="3938588"/>
          <p14:tracePt t="48171" x="7273925" y="3938588"/>
          <p14:tracePt t="48179" x="7307263" y="3922713"/>
          <p14:tracePt t="48187" x="7315200" y="3922713"/>
          <p14:tracePt t="48196" x="7348538" y="3914775"/>
          <p14:tracePt t="48204" x="7356475" y="3914775"/>
          <p14:tracePt t="48212" x="7389813" y="3897313"/>
          <p14:tracePt t="48220" x="7397750" y="3897313"/>
          <p14:tracePt t="48228" x="7415213" y="3881438"/>
          <p14:tracePt t="48236" x="7431088" y="3881438"/>
          <p14:tracePt t="48244" x="7456488" y="3871913"/>
          <p14:tracePt t="48256" x="7472363" y="3856038"/>
          <p14:tracePt t="48261" x="7497763" y="3840163"/>
          <p14:tracePt t="48269" x="7531100" y="3840163"/>
          <p14:tracePt t="48277" x="7539038" y="3830638"/>
          <p14:tracePt t="48285" x="7572375" y="3814763"/>
          <p14:tracePt t="48293" x="7580313" y="3797300"/>
          <p14:tracePt t="48301" x="7613650" y="3781425"/>
          <p14:tracePt t="48745" x="7621588" y="3781425"/>
          <p14:tracePt t="48753" x="7662863" y="3781425"/>
          <p14:tracePt t="48761" x="7705725" y="3781425"/>
          <p14:tracePt t="48769" x="7804150" y="3781425"/>
          <p14:tracePt t="48777" x="7862888" y="3781425"/>
          <p14:tracePt t="48785" x="7929563" y="3781425"/>
          <p14:tracePt t="48793" x="8027988" y="3781425"/>
          <p14:tracePt t="48801" x="8102600" y="3781425"/>
          <p14:tracePt t="48809" x="8186738" y="3781425"/>
          <p14:tracePt t="48817" x="8210550" y="3781425"/>
          <p14:tracePt t="48825" x="8251825" y="3781425"/>
          <p14:tracePt t="48833" x="8285163" y="3781425"/>
          <p14:tracePt t="48842" x="8293100" y="3781425"/>
          <p14:tracePt t="48858" x="8310563" y="3781425"/>
          <p14:tracePt t="51102" x="8251825" y="3781425"/>
          <p14:tracePt t="51110" x="8153400" y="3781425"/>
          <p14:tracePt t="51118" x="7929563" y="3797300"/>
          <p14:tracePt t="51127" x="7821613" y="3814763"/>
          <p14:tracePt t="51134" x="7621588" y="3840163"/>
          <p14:tracePt t="51142" x="7439025" y="3856038"/>
          <p14:tracePt t="51151" x="7265988" y="3871913"/>
          <p14:tracePt t="51159" x="6999288" y="3897313"/>
          <p14:tracePt t="51167" x="6743700" y="3922713"/>
          <p14:tracePt t="51175" x="6477000" y="3938588"/>
          <p14:tracePt t="51183" x="6170613" y="3963988"/>
          <p14:tracePt t="51191" x="5921375" y="3979863"/>
          <p14:tracePt t="51200" x="5416550" y="4005263"/>
          <p14:tracePt t="51207" x="5018088" y="4038600"/>
          <p14:tracePt t="51217" x="4660900" y="4064000"/>
          <p14:tracePt t="51223" x="4486275" y="4064000"/>
          <p14:tracePt t="51233" x="4187825" y="4097338"/>
          <p14:tracePt t="51239" x="4064000" y="4097338"/>
          <p14:tracePt t="51250" x="3881438" y="4105275"/>
          <p14:tracePt t="51256" x="3732213" y="4105275"/>
          <p14:tracePt t="51264" x="3575050" y="4105275"/>
          <p14:tracePt t="51272" x="3508375" y="4105275"/>
          <p14:tracePt t="51280" x="3425825" y="4105275"/>
          <p14:tracePt t="51288" x="3392488" y="4105275"/>
          <p14:tracePt t="51296" x="3367088" y="4105275"/>
          <p14:tracePt t="51304" x="3351213" y="4105275"/>
          <p14:tracePt t="51320" x="3333750" y="4105275"/>
          <p14:tracePt t="51352" x="3325813" y="4105275"/>
          <p14:tracePt t="51369" x="3309938" y="4105275"/>
          <p14:tracePt t="51377" x="3292475" y="4105275"/>
          <p14:tracePt t="51385" x="3284538" y="4121150"/>
          <p14:tracePt t="51393" x="3243263" y="4121150"/>
          <p14:tracePt t="51401" x="3184525" y="4138613"/>
          <p14:tracePt t="51409" x="3160713" y="4146550"/>
          <p14:tracePt t="51417" x="3101975" y="4146550"/>
          <p14:tracePt t="51425" x="3043238" y="4162425"/>
          <p14:tracePt t="51433" x="2978150" y="4187825"/>
          <p14:tracePt t="51441" x="2903538" y="4221163"/>
          <p14:tracePt t="51450" x="2778125" y="4229100"/>
          <p14:tracePt t="51458" x="2736850" y="4229100"/>
          <p14:tracePt t="51466" x="2695575" y="4246563"/>
          <p14:tracePt t="51474" x="2613025" y="4262438"/>
          <p14:tracePt t="51483" x="2571750" y="4262438"/>
          <p14:tracePt t="51490" x="2513013" y="4262438"/>
          <p14:tracePt t="51499" x="2454275" y="4262438"/>
          <p14:tracePt t="51506" x="2413000" y="4262438"/>
          <p14:tracePt t="51514" x="2389188" y="4262438"/>
          <p14:tracePt t="51522" x="2347913" y="4262438"/>
          <p14:tracePt t="51530" x="2330450" y="4262438"/>
          <p14:tracePt t="51538" x="2305050" y="4262438"/>
          <p14:tracePt t="51546" x="2273300" y="4262438"/>
          <p14:tracePt t="51554" x="2263775" y="4262438"/>
          <p14:tracePt t="51562" x="2230438" y="4262438"/>
          <p14:tracePt t="51571" x="2222500" y="4262438"/>
          <p14:tracePt t="51578" x="2189163" y="4262438"/>
          <p14:tracePt t="51587" x="2181225" y="4262438"/>
          <p14:tracePt t="51595" x="2165350" y="4262438"/>
          <p14:tracePt t="51611" x="2147888" y="4262438"/>
          <p14:tracePt t="51619" x="2139950" y="4262438"/>
          <p14:tracePt t="51635" x="2122488" y="4262438"/>
          <p14:tracePt t="51659" x="2106613" y="4262438"/>
          <p14:tracePt t="51837" x="2122488" y="4262438"/>
          <p14:tracePt t="51853" x="2122488" y="4246563"/>
          <p14:tracePt t="51861" x="2139950" y="4246563"/>
          <p14:tracePt t="51869" x="2147888" y="4246563"/>
          <p14:tracePt t="51877" x="2181225" y="4246563"/>
          <p14:tracePt t="51885" x="2189163" y="4246563"/>
          <p14:tracePt t="51893" x="2247900" y="4246563"/>
          <p14:tracePt t="51901" x="2289175" y="4246563"/>
          <p14:tracePt t="51910" x="2347913" y="4246563"/>
          <p14:tracePt t="51917" x="2389188" y="4246563"/>
          <p14:tracePt t="51926" x="2471738" y="4246563"/>
          <p14:tracePt t="51934" x="2513013" y="4246563"/>
          <p14:tracePt t="51942" x="2571750" y="4246563"/>
          <p14:tracePt t="51950" x="2628900" y="4246563"/>
          <p14:tracePt t="51958" x="2679700" y="4262438"/>
          <p14:tracePt t="51967" x="2720975" y="4262438"/>
          <p14:tracePt t="51974" x="2762250" y="4262438"/>
          <p14:tracePt t="51983" x="2819400" y="4270375"/>
          <p14:tracePt t="51990" x="2852738" y="4270375"/>
          <p14:tracePt t="52000" x="2894013" y="4287838"/>
          <p14:tracePt t="52006" x="2935288" y="4287838"/>
          <p14:tracePt t="52016" x="2960688" y="4287838"/>
          <p14:tracePt t="52023" x="2986088" y="4303713"/>
          <p14:tracePt t="52031" x="3001963" y="4303713"/>
          <p14:tracePt t="52039" x="3027363" y="4303713"/>
          <p14:tracePt t="52047" x="3043238" y="4303713"/>
          <p14:tracePt t="52055" x="3060700" y="4303713"/>
          <p14:tracePt t="52063" x="3086100" y="4303713"/>
          <p14:tracePt t="52071" x="3109913" y="4303713"/>
          <p14:tracePt t="52079" x="3127375" y="4303713"/>
          <p14:tracePt t="52087" x="3160713" y="4303713"/>
          <p14:tracePt t="52095" x="3168650" y="4303713"/>
          <p14:tracePt t="52103" x="3201988" y="4303713"/>
          <p14:tracePt t="52112" x="3225800" y="4303713"/>
          <p14:tracePt t="52119" x="3243263" y="4303713"/>
          <p14:tracePt t="52128" x="3267075" y="4303713"/>
          <p14:tracePt t="52135" x="3284538" y="4303713"/>
          <p14:tracePt t="52152" x="3292475" y="4303713"/>
          <p14:tracePt t="52160" x="3309938" y="4303713"/>
          <p14:tracePt t="52168" x="3325813" y="4303713"/>
          <p14:tracePt t="52184" x="3333750" y="4303713"/>
          <p14:tracePt t="52216" x="3351213" y="4303713"/>
          <p14:tracePt t="52253" x="3367088" y="4303713"/>
          <p14:tracePt t="52297" x="3375025" y="4303713"/>
          <p14:tracePt t="52321" x="3392488" y="4303713"/>
          <p14:tracePt t="52329" x="3408363" y="4303713"/>
          <p14:tracePt t="52345" x="3433763" y="4287838"/>
          <p14:tracePt t="52353" x="3449638" y="4287838"/>
          <p14:tracePt t="52362" x="3467100" y="4287838"/>
          <p14:tracePt t="52370" x="3475038" y="4287838"/>
          <p14:tracePt t="52386" x="3492500" y="4287838"/>
          <p14:tracePt t="52394" x="3508375" y="4287838"/>
          <p14:tracePt t="52410" x="3508375" y="4270375"/>
          <p14:tracePt t="52426" x="3516313" y="4270375"/>
          <p14:tracePt t="52507" x="3516313" y="4262438"/>
          <p14:tracePt t="52588" x="3508375" y="4262438"/>
          <p14:tracePt t="52596" x="3492500" y="4262438"/>
          <p14:tracePt t="52620" x="3475038" y="4262438"/>
          <p14:tracePt t="52636" x="3467100" y="4262438"/>
          <p14:tracePt t="52660" x="3449638" y="4262438"/>
          <p14:tracePt t="52693" x="3433763" y="4262438"/>
          <p14:tracePt t="52838" x="3449638" y="4262438"/>
          <p14:tracePt t="52862" x="3475038" y="4262438"/>
          <p14:tracePt t="52870" x="3508375" y="4246563"/>
          <p14:tracePt t="52878" x="3557588" y="4246563"/>
          <p14:tracePt t="52887" x="3632200" y="4246563"/>
          <p14:tracePt t="52894" x="3732213" y="4246563"/>
          <p14:tracePt t="52903" x="3856038" y="4246563"/>
          <p14:tracePt t="52911" x="3981450" y="4246563"/>
          <p14:tracePt t="52919" x="4089400" y="4246563"/>
          <p14:tracePt t="52927" x="4221163" y="4246563"/>
          <p14:tracePt t="52935" x="4346575" y="4246563"/>
          <p14:tracePt t="52943" x="4495800" y="4246563"/>
          <p14:tracePt t="52951" x="4529138" y="4246563"/>
          <p14:tracePt t="52959" x="4652963" y="4246563"/>
          <p14:tracePt t="52967" x="4719638" y="4246563"/>
          <p14:tracePt t="52976" x="4802188" y="4246563"/>
          <p14:tracePt t="52983" x="4843463" y="4246563"/>
          <p14:tracePt t="52991" x="4902200" y="4246563"/>
          <p14:tracePt t="53000" x="4943475" y="4246563"/>
          <p14:tracePt t="53007" x="4959350" y="4246563"/>
          <p14:tracePt t="53017" x="4967288" y="4246563"/>
          <p14:tracePt t="53024" x="4984750" y="4246563"/>
          <p14:tracePt t="53040" x="5000625" y="4246563"/>
          <p14:tracePt t="53169" x="4984750" y="4262438"/>
          <p14:tracePt t="53177" x="4967288" y="4262438"/>
          <p14:tracePt t="53185" x="4943475" y="4262438"/>
          <p14:tracePt t="53193" x="4884738" y="4270375"/>
          <p14:tracePt t="53201" x="4843463" y="4270375"/>
          <p14:tracePt t="53210" x="4802188" y="4270375"/>
          <p14:tracePt t="53217" x="4752975" y="4270375"/>
          <p14:tracePt t="53226" x="4678363" y="4270375"/>
          <p14:tracePt t="53233" x="4619625" y="4270375"/>
          <p14:tracePt t="53242" x="4570413" y="4270375"/>
          <p14:tracePt t="53253" x="4529138" y="4270375"/>
          <p14:tracePt t="53258" x="4470400" y="4270375"/>
          <p14:tracePt t="53267" x="4411663" y="4270375"/>
          <p14:tracePt t="53274" x="4354513" y="4270375"/>
          <p14:tracePt t="53283" x="4313238" y="4270375"/>
          <p14:tracePt t="53290" x="4221163" y="4270375"/>
          <p14:tracePt t="53300" x="4187825" y="4270375"/>
          <p14:tracePt t="53306" x="4122738" y="4270375"/>
          <p14:tracePt t="53316" x="4064000" y="4270375"/>
          <p14:tracePt t="53322" x="4005263" y="4270375"/>
          <p14:tracePt t="53331" x="3981450" y="4270375"/>
          <p14:tracePt t="53339" x="3940175" y="4270375"/>
          <p14:tracePt t="53347" x="3922713" y="4270375"/>
          <p14:tracePt t="53355" x="3898900" y="4270375"/>
          <p14:tracePt t="53363" x="3881438" y="4270375"/>
          <p14:tracePt t="53371" x="3865563" y="4270375"/>
          <p14:tracePt t="53379" x="3865563" y="4262438"/>
          <p14:tracePt t="53468" x="3881438" y="4262438"/>
          <p14:tracePt t="53476" x="3898900" y="4262438"/>
          <p14:tracePt t="53492" x="3906838" y="4262438"/>
          <p14:tracePt t="53500" x="3956050" y="4262438"/>
          <p14:tracePt t="53508" x="4005263" y="4262438"/>
          <p14:tracePt t="53517" x="4048125" y="4262438"/>
          <p14:tracePt t="53524" x="4089400" y="4262438"/>
          <p14:tracePt t="53533" x="4164013" y="4262438"/>
          <p14:tracePt t="53540" x="4221163" y="4262438"/>
          <p14:tracePt t="53550" x="4271963" y="4262438"/>
          <p14:tracePt t="53557" x="4329113" y="4262438"/>
          <p14:tracePt t="53566" x="4370388" y="4262438"/>
          <p14:tracePt t="53573" x="4411663" y="4262438"/>
          <p14:tracePt t="53581" x="4437063" y="4262438"/>
          <p14:tracePt t="53589" x="4454525" y="4262438"/>
          <p14:tracePt t="53597" x="4486275" y="4262438"/>
          <p14:tracePt t="53605" x="4486275" y="4246563"/>
          <p14:tracePt t="53613" x="4495800" y="4246563"/>
          <p14:tracePt t="53629" x="4511675" y="4246563"/>
          <p14:tracePt t="53710" x="4495800" y="4246563"/>
          <p14:tracePt t="53734" x="4486275" y="4246563"/>
          <p14:tracePt t="53758" x="4470400" y="4246563"/>
          <p14:tracePt t="53767" x="4470400" y="4262438"/>
          <p14:tracePt t="53888" x="4495800" y="4262438"/>
          <p14:tracePt t="53896" x="4529138" y="4262438"/>
          <p14:tracePt t="53904" x="4578350" y="4262438"/>
          <p14:tracePt t="53912" x="4635500" y="4262438"/>
          <p14:tracePt t="53920" x="4660900" y="4262438"/>
          <p14:tracePt t="53928" x="4794250" y="4270375"/>
          <p14:tracePt t="53936" x="4835525" y="4287838"/>
          <p14:tracePt t="53944" x="4902200" y="4303713"/>
          <p14:tracePt t="53952" x="4967288" y="4303713"/>
          <p14:tracePt t="53960" x="5041900" y="4311650"/>
          <p14:tracePt t="53968" x="5126038" y="4329113"/>
          <p14:tracePt t="53977" x="5167313" y="4329113"/>
          <p14:tracePt t="53984" x="5224463" y="4344988"/>
          <p14:tracePt t="53992" x="5275263" y="4362450"/>
          <p14:tracePt t="54000" x="5349875" y="4362450"/>
          <p14:tracePt t="54009" x="5448300" y="4370388"/>
          <p14:tracePt t="54017" x="5473700" y="4370388"/>
          <p14:tracePt t="54025" x="5540375" y="4370388"/>
          <p14:tracePt t="54033" x="5599113" y="4370388"/>
          <p14:tracePt t="54041" x="5673725" y="4370388"/>
          <p14:tracePt t="54050" x="5722938" y="4370388"/>
          <p14:tracePt t="54057" x="5764213" y="4370388"/>
          <p14:tracePt t="54066" x="5805488" y="4370388"/>
          <p14:tracePt t="54073" x="5854700" y="4370388"/>
          <p14:tracePt t="54083" x="5880100" y="4370388"/>
          <p14:tracePt t="54089" x="5921375" y="4370388"/>
          <p14:tracePt t="54097" x="5938838" y="4370388"/>
          <p14:tracePt t="54106" x="5962650" y="4370388"/>
          <p14:tracePt t="54114" x="5980113" y="4370388"/>
          <p14:tracePt t="54122" x="5988050" y="4370388"/>
          <p14:tracePt t="54130" x="6005513" y="4362450"/>
          <p14:tracePt t="54138" x="6029325" y="4362450"/>
          <p14:tracePt t="54146" x="6046788" y="4344988"/>
          <p14:tracePt t="54162" x="6062663" y="4329113"/>
          <p14:tracePt t="54171" x="6070600" y="4329113"/>
          <p14:tracePt t="54186" x="6088063" y="4311650"/>
          <p14:tracePt t="54194" x="6103938" y="4311650"/>
          <p14:tracePt t="54218" x="6121400" y="4311650"/>
          <p14:tracePt t="54307" x="6121400" y="4303713"/>
          <p14:tracePt t="54317" x="6103938" y="4303713"/>
          <p14:tracePt t="54324" x="6088063" y="4287838"/>
          <p14:tracePt t="54333" x="6070600" y="4287838"/>
          <p14:tracePt t="54340" x="6029325" y="4270375"/>
          <p14:tracePt t="54349" x="6021388" y="4262438"/>
          <p14:tracePt t="54356" x="5988050" y="4246563"/>
          <p14:tracePt t="54366" x="5946775" y="4246563"/>
          <p14:tracePt t="54372" x="5921375" y="4229100"/>
          <p14:tracePt t="54380" x="5880100" y="4221163"/>
          <p14:tracePt t="54388" x="5854700" y="4221163"/>
          <p14:tracePt t="54396" x="5822950" y="4203700"/>
          <p14:tracePt t="54404" x="5780088" y="4187825"/>
          <p14:tracePt t="54412" x="5764213" y="4187825"/>
          <p14:tracePt t="54420" x="5756275" y="4187825"/>
          <p14:tracePt t="54428" x="5738813" y="4187825"/>
          <p14:tracePt t="54501" x="5756275" y="4187825"/>
          <p14:tracePt t="54509" x="5797550" y="4187825"/>
          <p14:tracePt t="54517" x="5838825" y="4187825"/>
          <p14:tracePt t="54525" x="5938838" y="4187825"/>
          <p14:tracePt t="54533" x="6029325" y="4187825"/>
          <p14:tracePt t="54551" x="6129338" y="4187825"/>
          <p14:tracePt t="54558" x="6229350" y="4203700"/>
          <p14:tracePt t="54567" x="6311900" y="4203700"/>
          <p14:tracePt t="54574" x="6353175" y="4203700"/>
          <p14:tracePt t="54584" x="6394450" y="4221163"/>
          <p14:tracePt t="54590" x="6427788" y="4221163"/>
          <p14:tracePt t="54600" x="6469063" y="4221163"/>
          <p14:tracePt t="54606" x="6494463" y="4221163"/>
          <p14:tracePt t="54617" x="6510338" y="4221163"/>
          <p14:tracePt t="54630" x="6518275" y="4221163"/>
          <p14:tracePt t="54638" x="6535738" y="4221163"/>
          <p14:tracePt t="54654" x="6551613" y="4221163"/>
          <p14:tracePt t="54670" x="6561138" y="4221163"/>
          <p14:tracePt t="54695" x="6577013" y="4221163"/>
          <p14:tracePt t="54727" x="6592888" y="4221163"/>
          <p14:tracePt t="54776" x="6577013" y="4221163"/>
          <p14:tracePt t="54784" x="6551613" y="4221163"/>
          <p14:tracePt t="54792" x="6427788" y="4221163"/>
          <p14:tracePt t="54800" x="6327775" y="4221163"/>
          <p14:tracePt t="54808" x="6145213" y="4229100"/>
          <p14:tracePt t="54817" x="5962650" y="4229100"/>
          <p14:tracePt t="54824" x="5738813" y="4246563"/>
          <p14:tracePt t="54833" x="5432425" y="4270375"/>
          <p14:tracePt t="54840" x="5141913" y="4303713"/>
          <p14:tracePt t="54850" x="4876800" y="4311650"/>
          <p14:tracePt t="54857" x="4611688" y="4344988"/>
          <p14:tracePt t="54866" x="4395788" y="4344988"/>
          <p14:tracePt t="54873" x="4205288" y="4362450"/>
          <p14:tracePt t="54881" x="3956050" y="4386263"/>
          <p14:tracePt t="54889" x="3773488" y="4403725"/>
          <p14:tracePt t="54897" x="3549650" y="4411663"/>
          <p14:tracePt t="54905" x="3367088" y="4445000"/>
          <p14:tracePt t="54913" x="3284538" y="4445000"/>
          <p14:tracePt t="54921" x="3168650" y="4445000"/>
          <p14:tracePt t="54929" x="3068638" y="4445000"/>
          <p14:tracePt t="54937" x="3001963" y="4445000"/>
          <p14:tracePt t="54945" x="2944813" y="4445000"/>
          <p14:tracePt t="54953" x="2894013" y="4445000"/>
          <p14:tracePt t="54961" x="2860675" y="4445000"/>
          <p14:tracePt t="54969" x="2852738" y="4445000"/>
          <p14:tracePt t="54977" x="2836863" y="4445000"/>
          <p14:tracePt t="54985" x="2819400" y="4445000"/>
          <p14:tracePt t="54993" x="2803525" y="4445000"/>
          <p14:tracePt t="55017" x="2795588" y="4445000"/>
          <p14:tracePt t="55090" x="2778125" y="4445000"/>
          <p14:tracePt t="55107" x="2778125" y="4452938"/>
          <p14:tracePt t="55139" x="2762250" y="4470400"/>
          <p14:tracePt t="55179" x="2762250" y="4486275"/>
          <p14:tracePt t="55196" x="2754313" y="4486275"/>
          <p14:tracePt t="55212" x="2754313" y="4494213"/>
          <p14:tracePt t="55228" x="2736850" y="4494213"/>
          <p14:tracePt t="55236" x="2736850" y="4511675"/>
          <p14:tracePt t="55244" x="2720975" y="4527550"/>
          <p14:tracePt t="55253" x="2720975" y="4535488"/>
          <p14:tracePt t="55260" x="2711450" y="4552950"/>
          <p14:tracePt t="55268" x="2679700" y="4568825"/>
          <p14:tracePt t="55276" x="2670175" y="4576763"/>
          <p14:tracePt t="55284" x="2654300" y="4594225"/>
          <p14:tracePt t="55293" x="2636838" y="4594225"/>
          <p14:tracePt t="55300" x="2613025" y="4610100"/>
          <p14:tracePt t="55308" x="2595563" y="4635500"/>
          <p14:tracePt t="55317" x="2571750" y="4651375"/>
          <p14:tracePt t="55325" x="2538413" y="4668838"/>
          <p14:tracePt t="55333" x="2528888" y="4676775"/>
          <p14:tracePt t="55341" x="2497138" y="4676775"/>
          <p14:tracePt t="55350" x="2471738" y="4710113"/>
          <p14:tracePt t="55357" x="2446338" y="4710113"/>
          <p14:tracePt t="55366" x="2405063" y="4718050"/>
          <p14:tracePt t="55373" x="2363788" y="4735513"/>
          <p14:tracePt t="55383" x="2322513" y="4751388"/>
          <p14:tracePt t="55389" x="2263775" y="4751388"/>
          <p14:tracePt t="55399" x="2222500" y="4751388"/>
          <p14:tracePt t="55405" x="2165350" y="4751388"/>
          <p14:tracePt t="55413" x="2122488" y="4751388"/>
          <p14:tracePt t="55421" x="2065338" y="4751388"/>
          <p14:tracePt t="55430" x="2039938" y="4751388"/>
          <p14:tracePt t="55438" x="1998663" y="4751388"/>
          <p14:tracePt t="55446" x="1982788" y="4751388"/>
          <p14:tracePt t="55454" x="1957388" y="4751388"/>
          <p14:tracePt t="55462" x="1924050" y="4735513"/>
          <p14:tracePt t="55470" x="1916113" y="4735513"/>
          <p14:tracePt t="55478" x="1898650" y="4718050"/>
          <p14:tracePt t="55486" x="1874838" y="4718050"/>
          <p14:tracePt t="55494" x="1857375" y="4710113"/>
          <p14:tracePt t="55502" x="1833563" y="4710113"/>
          <p14:tracePt t="55510" x="1800225" y="4694238"/>
          <p14:tracePt t="55518" x="1758950" y="4694238"/>
          <p14:tracePt t="55526" x="1716088" y="4676775"/>
          <p14:tracePt t="55535" x="1692275" y="4676775"/>
          <p14:tracePt t="55543" x="1633538" y="4676775"/>
          <p14:tracePt t="55551" x="1592263" y="4676775"/>
          <p14:tracePt t="55559" x="1550988" y="4676775"/>
          <p14:tracePt t="55567" x="1509713" y="4676775"/>
          <p14:tracePt t="55575" x="1476375" y="4676775"/>
          <p14:tracePt t="55583" x="1427163" y="4676775"/>
          <p14:tracePt t="55591" x="1384300" y="4676775"/>
          <p14:tracePt t="55600" x="1327150" y="4676775"/>
          <p14:tracePt t="55607" x="1301750" y="4694238"/>
          <p14:tracePt t="55617" x="1260475" y="4710113"/>
          <p14:tracePt t="55623" x="1227138" y="4718050"/>
          <p14:tracePt t="55633" x="1185863" y="4735513"/>
          <p14:tracePt t="55639" x="1144588" y="4759325"/>
          <p14:tracePt t="55650" x="1128713" y="4776788"/>
          <p14:tracePt t="55656" x="1119188" y="4776788"/>
          <p14:tracePt t="55666" x="1085850" y="4792663"/>
          <p14:tracePt t="55680" x="1077913" y="4802188"/>
          <p14:tracePt t="55688" x="1077913" y="4818063"/>
          <p14:tracePt t="55712" x="1077913" y="4833938"/>
          <p14:tracePt t="55753" x="1077913" y="4843463"/>
          <p14:tracePt t="55793" x="1085850" y="4843463"/>
          <p14:tracePt t="55817" x="1103313" y="4843463"/>
          <p14:tracePt t="55833" x="1128713" y="4843463"/>
          <p14:tracePt t="55841" x="1169988" y="4843463"/>
          <p14:tracePt t="55850" x="1211263" y="4843463"/>
          <p14:tracePt t="55857" x="1260475" y="4833938"/>
          <p14:tracePt t="55866" x="1309688" y="4833938"/>
          <p14:tracePt t="55874" x="1368425" y="4818063"/>
          <p14:tracePt t="55883" x="1435100" y="4818063"/>
          <p14:tracePt t="55890" x="1509713" y="4818063"/>
          <p14:tracePt t="55899" x="1566863" y="4818063"/>
          <p14:tracePt t="55906" x="1633538" y="4818063"/>
          <p14:tracePt t="55914" x="1692275" y="4818063"/>
          <p14:tracePt t="55923" x="1741488" y="4818063"/>
          <p14:tracePt t="55930" x="1774825" y="4818063"/>
          <p14:tracePt t="55938" x="1833563" y="4818063"/>
          <p14:tracePt t="55946" x="1857375" y="4818063"/>
          <p14:tracePt t="55954" x="1882775" y="4818063"/>
          <p14:tracePt t="55962" x="1916113" y="4818063"/>
          <p14:tracePt t="55970" x="1924050" y="4818063"/>
          <p14:tracePt t="55987" x="1941513" y="4818063"/>
          <p14:tracePt t="55995" x="1957388" y="4818063"/>
          <p14:tracePt t="56051" x="1957388" y="4833938"/>
          <p14:tracePt t="56100" x="1957388" y="4843463"/>
          <p14:tracePt t="56132" x="1957388" y="4859338"/>
          <p14:tracePt t="56150" x="1941513" y="4859338"/>
          <p14:tracePt t="56156" x="1924050" y="4859338"/>
          <p14:tracePt t="56166" x="1916113" y="4859338"/>
          <p14:tracePt t="56172" x="1882775" y="4859338"/>
          <p14:tracePt t="56181" x="1874838" y="4876800"/>
          <p14:tracePt t="56189" x="1857375" y="4876800"/>
          <p14:tracePt t="56196" x="1841500" y="4876800"/>
          <p14:tracePt t="56205" x="1816100" y="4876800"/>
          <p14:tracePt t="56213" x="1800225" y="4876800"/>
          <p14:tracePt t="56229" x="1790700" y="4876800"/>
          <p14:tracePt t="56237" x="1774825" y="4876800"/>
          <p14:tracePt t="56302" x="1774825" y="4859338"/>
          <p14:tracePt t="56326" x="1790700" y="4843463"/>
          <p14:tracePt t="56334" x="1800225" y="4843463"/>
          <p14:tracePt t="56342" x="1857375" y="4833938"/>
          <p14:tracePt t="56350" x="1924050" y="4802188"/>
          <p14:tracePt t="56358" x="2057400" y="4792663"/>
          <p14:tracePt t="56367" x="2165350" y="4776788"/>
          <p14:tracePt t="56374" x="2363788" y="4735513"/>
          <p14:tracePt t="56383" x="2538413" y="4718050"/>
          <p14:tracePt t="56390" x="2720975" y="4710113"/>
          <p14:tracePt t="56400" x="2944813" y="4710113"/>
          <p14:tracePt t="56406" x="3127375" y="4710113"/>
          <p14:tracePt t="56416" x="3309938" y="4710113"/>
          <p14:tracePt t="56423" x="3367088" y="4710113"/>
          <p14:tracePt t="56431" x="3492500" y="4710113"/>
          <p14:tracePt t="56439" x="3590925" y="4710113"/>
          <p14:tracePt t="56447" x="3690938" y="4710113"/>
          <p14:tracePt t="56455" x="3757613" y="4710113"/>
          <p14:tracePt t="56463" x="3814763" y="4710113"/>
          <p14:tracePt t="56471" x="3856038" y="4710113"/>
          <p14:tracePt t="56479" x="3906838" y="4710113"/>
          <p14:tracePt t="56487" x="3963988" y="4710113"/>
          <p14:tracePt t="56495" x="4022725" y="4710113"/>
          <p14:tracePt t="56503" x="4064000" y="4710113"/>
          <p14:tracePt t="56512" x="4122738" y="4718050"/>
          <p14:tracePt t="56520" x="4171950" y="4718050"/>
          <p14:tracePt t="56528" x="4229100" y="4718050"/>
          <p14:tracePt t="56535" x="4287838" y="4718050"/>
          <p14:tracePt t="56544" x="4329113" y="4735513"/>
          <p14:tracePt t="56552" x="4387850" y="4751388"/>
          <p14:tracePt t="56560" x="4437063" y="4759325"/>
          <p14:tracePt t="56568" x="4495800" y="4759325"/>
          <p14:tracePt t="56576" x="4537075" y="4776788"/>
          <p14:tracePt t="56584" x="4619625" y="4792663"/>
          <p14:tracePt t="56592" x="4660900" y="4802188"/>
          <p14:tracePt t="56600" x="4752975" y="4818063"/>
          <p14:tracePt t="56608" x="4794250" y="4833938"/>
          <p14:tracePt t="56617" x="4876800" y="4843463"/>
          <p14:tracePt t="56624" x="4918075" y="4859338"/>
          <p14:tracePt t="56634" x="4959350" y="4876800"/>
          <p14:tracePt t="56640" x="5018088" y="4892675"/>
          <p14:tracePt t="56650" x="5041900" y="4900613"/>
          <p14:tracePt t="56657" x="5084763" y="4900613"/>
          <p14:tracePt t="56667" x="5108575" y="4918075"/>
          <p14:tracePt t="56673" x="5126038" y="4918075"/>
          <p14:tracePt t="56683" x="5141913" y="4933950"/>
          <p14:tracePt t="56689" x="5167313" y="4933950"/>
          <p14:tracePt t="56700" x="5167313" y="4941888"/>
          <p14:tracePt t="56705" x="5183188" y="4941888"/>
          <p14:tracePt t="56716" x="5192713" y="4941888"/>
          <p14:tracePt t="56729" x="5208588" y="4941888"/>
          <p14:tracePt t="56754" x="5224463" y="4941888"/>
          <p14:tracePt t="56770" x="5224463" y="4959350"/>
          <p14:tracePt t="56851" x="5224463" y="4975225"/>
          <p14:tracePt t="57489" x="5167313" y="4975225"/>
          <p14:tracePt t="57497" x="5108575" y="4975225"/>
          <p14:tracePt t="57505" x="5026025" y="4975225"/>
          <p14:tracePt t="57513" x="4926013" y="4959350"/>
          <p14:tracePt t="57521" x="4835525" y="4941888"/>
          <p14:tracePt t="57529" x="4776788" y="4941888"/>
          <p14:tracePt t="57537" x="4652963" y="4933950"/>
          <p14:tracePt t="57545" x="4578350" y="4918075"/>
          <p14:tracePt t="57553" x="4486275" y="4918075"/>
          <p14:tracePt t="57561" x="4411663" y="4900613"/>
          <p14:tracePt t="57569" x="4346575" y="4900613"/>
          <p14:tracePt t="57577" x="4305300" y="4900613"/>
          <p14:tracePt t="57585" x="4271963" y="4900613"/>
          <p14:tracePt t="57593" x="4246563" y="4900613"/>
          <p14:tracePt t="57601" x="4221163" y="4900613"/>
          <p14:tracePt t="57617" x="4205288" y="4900613"/>
          <p14:tracePt t="57626" x="4187825" y="4900613"/>
          <p14:tracePt t="57723" x="4205288" y="4900613"/>
          <p14:tracePt t="57755" x="4221163" y="4900613"/>
          <p14:tracePt t="57803" x="4221163" y="4918075"/>
          <p14:tracePt t="57827" x="4229100" y="4918075"/>
          <p14:tracePt t="58094" x="4229100" y="4900613"/>
          <p14:tracePt t="58239" x="4229100" y="4892675"/>
          <p14:tracePt t="58466" x="4246563" y="4892675"/>
          <p14:tracePt t="58474" x="4313238" y="4892675"/>
          <p14:tracePt t="58483" x="4411663" y="4876800"/>
          <p14:tracePt t="58490" x="4537075" y="4876800"/>
          <p14:tracePt t="58499" x="4652963" y="4859338"/>
          <p14:tracePt t="58506" x="4776788" y="4843463"/>
          <p14:tracePt t="58514" x="4926013" y="4843463"/>
          <p14:tracePt t="58522" x="5084763" y="4833938"/>
          <p14:tracePt t="58530" x="5141913" y="4833938"/>
          <p14:tracePt t="58538" x="5249863" y="4818063"/>
          <p14:tracePt t="58546" x="5349875" y="4818063"/>
          <p14:tracePt t="58554" x="5407025" y="4802188"/>
          <p14:tracePt t="58562" x="5457825" y="4802188"/>
          <p14:tracePt t="58570" x="5514975" y="4792663"/>
          <p14:tracePt t="58578" x="5532438" y="4792663"/>
          <p14:tracePt t="58586" x="5540375" y="4792663"/>
          <p14:tracePt t="58594" x="5556250" y="4792663"/>
          <p14:tracePt t="58619" x="5573713" y="4792663"/>
          <p14:tracePt t="58926" x="5573713" y="4802188"/>
          <p14:tracePt t="59176" x="5556250" y="4802188"/>
          <p14:tracePt t="59184" x="5540375" y="4802188"/>
          <p14:tracePt t="59192" x="5514975" y="4802188"/>
          <p14:tracePt t="59200" x="5499100" y="4802188"/>
          <p14:tracePt t="59208" x="5448300" y="4818063"/>
          <p14:tracePt t="59217" x="5391150" y="4818063"/>
          <p14:tracePt t="59224" x="5349875" y="4818063"/>
          <p14:tracePt t="59233" x="5308600" y="4818063"/>
          <p14:tracePt t="59241" x="5249863" y="4818063"/>
          <p14:tracePt t="59253" x="5183188" y="4818063"/>
          <p14:tracePt t="59257" x="5100638" y="4818063"/>
          <p14:tracePt t="59266" x="4984750" y="4818063"/>
          <p14:tracePt t="59273" x="4943475" y="4818063"/>
          <p14:tracePt t="59281" x="4818063" y="4818063"/>
          <p14:tracePt t="59289" x="4794250" y="4818063"/>
          <p14:tracePt t="59297" x="4719638" y="4818063"/>
          <p14:tracePt t="59305" x="4619625" y="4818063"/>
          <p14:tracePt t="59313" x="4537075" y="4818063"/>
          <p14:tracePt t="59321" x="4495800" y="4802188"/>
          <p14:tracePt t="59329" x="4437063" y="4802188"/>
          <p14:tracePt t="59337" x="4387850" y="4802188"/>
          <p14:tracePt t="59345" x="4354513" y="4792663"/>
          <p14:tracePt t="59353" x="4329113" y="4792663"/>
          <p14:tracePt t="59361" x="4305300" y="4792663"/>
          <p14:tracePt t="59370" x="4287838" y="4792663"/>
          <p14:tracePt t="59378" x="4271963" y="4792663"/>
          <p14:tracePt t="59394" x="4262438" y="4792663"/>
          <p14:tracePt t="59507" x="4271963" y="4792663"/>
          <p14:tracePt t="59516" x="4271963" y="4776788"/>
          <p14:tracePt t="59539" x="4287838" y="4759325"/>
          <p14:tracePt t="59854" x="4305300" y="4759325"/>
          <p14:tracePt t="59862" x="4329113" y="4759325"/>
          <p14:tracePt t="59870" x="4354513" y="4759325"/>
          <p14:tracePt t="59878" x="4387850" y="4759325"/>
          <p14:tracePt t="59887" x="4437063" y="4759325"/>
          <p14:tracePt t="59894" x="4495800" y="4759325"/>
          <p14:tracePt t="59902" x="4570413" y="4759325"/>
          <p14:tracePt t="59911" x="4635500" y="4759325"/>
          <p14:tracePt t="59919" x="4694238" y="4759325"/>
          <p14:tracePt t="59927" x="4760913" y="4759325"/>
          <p14:tracePt t="59935" x="4818063" y="4751388"/>
          <p14:tracePt t="59943" x="4876800" y="4751388"/>
          <p14:tracePt t="59951" x="4902200" y="4735513"/>
          <p14:tracePt t="59959" x="4926013" y="4718050"/>
          <p14:tracePt t="59967" x="4959350" y="4718050"/>
          <p14:tracePt t="59975" x="4959350" y="4710113"/>
          <p14:tracePt t="59983" x="4967288" y="4710113"/>
          <p14:tracePt t="60000" x="4967288" y="4694238"/>
          <p14:tracePt t="60007" x="4984750" y="4694238"/>
          <p14:tracePt t="60017" x="4984750" y="4676775"/>
          <p14:tracePt t="60033" x="4984750" y="4668838"/>
          <p14:tracePt t="60049" x="4984750" y="4651375"/>
          <p14:tracePt t="60056" x="4943475" y="4627563"/>
          <p14:tracePt t="60064" x="4902200" y="4576763"/>
          <p14:tracePt t="60072" x="4835525" y="4527550"/>
          <p14:tracePt t="60080" x="4760913" y="4452938"/>
          <p14:tracePt t="60088" x="4678363" y="4386263"/>
          <p14:tracePt t="60096" x="4578350" y="4287838"/>
          <p14:tracePt t="60104" x="4486275" y="4179888"/>
          <p14:tracePt t="60112" x="4395788" y="4079875"/>
          <p14:tracePt t="60120" x="4354513" y="4038600"/>
          <p14:tracePt t="60128" x="4287838" y="3963988"/>
          <p14:tracePt t="60136" x="4221163" y="3881438"/>
          <p14:tracePt t="60145" x="4171950" y="3840163"/>
          <p14:tracePt t="60153" x="4146550" y="3797300"/>
          <p14:tracePt t="60161" x="4105275" y="3740150"/>
          <p14:tracePt t="60169" x="4079875" y="3698875"/>
          <p14:tracePt t="60177" x="4048125" y="3690938"/>
          <p14:tracePt t="60185" x="4022725" y="3632200"/>
          <p14:tracePt t="60193" x="3981450" y="3590925"/>
          <p14:tracePt t="60201" x="3956050" y="3549650"/>
          <p14:tracePt t="60209" x="3922713" y="3508375"/>
          <p14:tracePt t="60217" x="3898900" y="3467100"/>
          <p14:tracePt t="60225" x="3856038" y="3424238"/>
          <p14:tracePt t="60234" x="3840163" y="3390900"/>
          <p14:tracePt t="60242" x="3822700" y="3349625"/>
          <p14:tracePt t="60252" x="3798888" y="3325813"/>
          <p14:tracePt t="60258" x="3773488" y="3292475"/>
          <p14:tracePt t="60267" x="3757613" y="3267075"/>
          <p14:tracePt t="60274" x="3740150" y="3241675"/>
          <p14:tracePt t="60283" x="3716338" y="3225800"/>
          <p14:tracePt t="60290" x="3690938" y="3200400"/>
          <p14:tracePt t="60300" x="3641725" y="3184525"/>
          <p14:tracePt t="60306" x="3616325" y="3167063"/>
          <p14:tracePt t="60316" x="3575050" y="3143250"/>
          <p14:tracePt t="60322" x="3533775" y="3143250"/>
          <p14:tracePt t="60333" x="3492500" y="3125788"/>
          <p14:tracePt t="60338" x="3433763" y="3117850"/>
          <p14:tracePt t="60350" x="3392488" y="3117850"/>
          <p14:tracePt t="60354" x="3351213" y="3117850"/>
          <p14:tracePt t="60366" x="3309938" y="3117850"/>
          <p14:tracePt t="60370" x="3251200" y="3117850"/>
          <p14:tracePt t="60383" x="3225800" y="3117850"/>
          <p14:tracePt t="60387" x="3184525" y="3117850"/>
          <p14:tracePt t="60400" x="3127375" y="3117850"/>
          <p14:tracePt t="60403" x="3101975" y="3117850"/>
          <p14:tracePt t="60417" x="3060700" y="3117850"/>
          <p14:tracePt t="60419" x="3019425" y="3117850"/>
          <p14:tracePt t="60433" x="2986088" y="3117850"/>
          <p14:tracePt t="60436" x="2960688" y="3117850"/>
          <p14:tracePt t="60450" x="2944813" y="3117850"/>
          <p14:tracePt t="60452" x="2919413" y="3117850"/>
          <p14:tracePt t="60466" x="2903538" y="3117850"/>
          <p14:tracePt t="60468" x="2894013" y="3117850"/>
          <p14:tracePt t="60484" x="2878138" y="3117850"/>
          <p14:tracePt t="60588" x="2894013" y="3117850"/>
          <p14:tracePt t="60597" x="2944813" y="3117850"/>
          <p14:tracePt t="60605" x="3019425" y="3117850"/>
          <p14:tracePt t="60613" x="3109913" y="3117850"/>
          <p14:tracePt t="60621" x="3267075" y="3117850"/>
          <p14:tracePt t="60629" x="3425825" y="3159125"/>
          <p14:tracePt t="60637" x="3632200" y="3225800"/>
          <p14:tracePt t="60645" x="3856038" y="3292475"/>
          <p14:tracePt t="60653" x="4079875" y="3367088"/>
          <p14:tracePt t="60661" x="4262438" y="3449638"/>
          <p14:tracePt t="60670" x="4486275" y="3516313"/>
          <p14:tracePt t="60677" x="4652963" y="3616325"/>
          <p14:tracePt t="60685" x="4702175" y="3648075"/>
          <p14:tracePt t="60694" x="4818063" y="3714750"/>
          <p14:tracePt t="60702" x="4943475" y="3773488"/>
          <p14:tracePt t="60710" x="5026025" y="3830638"/>
          <p14:tracePt t="60718" x="5100638" y="3871913"/>
          <p14:tracePt t="60726" x="5149850" y="3897313"/>
          <p14:tracePt t="60734" x="5208588" y="3922713"/>
          <p14:tracePt t="60742" x="5233988" y="3938588"/>
          <p14:tracePt t="60750" x="5267325" y="3956050"/>
          <p14:tracePt t="60758" x="5291138" y="3979863"/>
          <p14:tracePt t="60766" x="5308600" y="3997325"/>
          <p14:tracePt t="60774" x="5324475" y="3997325"/>
          <p14:tracePt t="60783" x="5332413" y="3997325"/>
          <p14:tracePt t="60791" x="5332413" y="4005263"/>
          <p14:tracePt t="60807" x="5349875" y="4005263"/>
          <p14:tracePt t="60817" x="5349875" y="4021138"/>
          <p14:tracePt t="60831" x="5365750" y="4021138"/>
          <p14:tracePt t="60871" x="5365750" y="4038600"/>
          <p14:tracePt t="60912" x="5373688" y="4038600"/>
          <p14:tracePt t="60928" x="5373688" y="4046538"/>
          <p14:tracePt t="60944" x="5391150" y="4046538"/>
          <p14:tracePt t="60952" x="5391150" y="4064000"/>
          <p14:tracePt t="60968" x="5407025" y="4079875"/>
          <p14:tracePt t="60976" x="5416550" y="4097338"/>
          <p14:tracePt t="60984" x="5457825" y="4138613"/>
          <p14:tracePt t="60992" x="5491163" y="4179888"/>
          <p14:tracePt t="61000" x="5540375" y="4229100"/>
          <p14:tracePt t="61009" x="5589588" y="4287838"/>
          <p14:tracePt t="61017" x="5656263" y="4370388"/>
          <p14:tracePt t="61025" x="5722938" y="4445000"/>
          <p14:tracePt t="61033" x="5822950" y="4535488"/>
          <p14:tracePt t="61041" x="5897563" y="4627563"/>
          <p14:tracePt t="61050" x="5980113" y="4710113"/>
          <p14:tracePt t="61057" x="6070600" y="4802188"/>
          <p14:tracePt t="61067" x="6145213" y="4876800"/>
          <p14:tracePt t="61073" x="6170613" y="4918075"/>
          <p14:tracePt t="61082" x="6245225" y="4983163"/>
          <p14:tracePt t="61089" x="6311900" y="5041900"/>
          <p14:tracePt t="61097" x="6353175" y="5083175"/>
          <p14:tracePt t="61106" x="6386513" y="5124450"/>
          <p14:tracePt t="61113" x="6411913" y="5157788"/>
          <p14:tracePt t="61121" x="6427788" y="5165725"/>
          <p14:tracePt t="61130" x="6453188" y="5199063"/>
          <p14:tracePt t="61145" x="6453188" y="5207000"/>
          <p14:tracePt t="61162" x="6469063" y="5207000"/>
          <p14:tracePt t="61170" x="6469063" y="5224463"/>
          <p14:tracePt t="61194" x="6477000" y="5224463"/>
          <p14:tracePt t="61243" x="6494463" y="5224463"/>
          <p14:tracePt t="61259" x="6510338" y="5224463"/>
          <p14:tracePt t="61267" x="6535738" y="5224463"/>
          <p14:tracePt t="61275" x="6561138" y="5224463"/>
          <p14:tracePt t="61283" x="6618288" y="5224463"/>
          <p14:tracePt t="61291" x="6651625" y="5224463"/>
          <p14:tracePt t="61300" x="6700838" y="5207000"/>
          <p14:tracePt t="61307" x="6743700" y="5199063"/>
          <p14:tracePt t="61317" x="6800850" y="5199063"/>
          <p14:tracePt t="61323" x="6826250" y="5199063"/>
          <p14:tracePt t="61333" x="6867525" y="5199063"/>
          <p14:tracePt t="61339" x="6883400" y="5199063"/>
          <p14:tracePt t="61347" x="6916738" y="5199063"/>
          <p14:tracePt t="61355" x="6942138" y="5199063"/>
          <p14:tracePt t="61372" x="6958013" y="5199063"/>
          <p14:tracePt t="61396" x="6967538" y="5199063"/>
          <p14:tracePt t="62212" x="6958013" y="5199063"/>
          <p14:tracePt t="62324" x="6958013" y="5207000"/>
          <p14:tracePt t="62365" x="6942138" y="5207000"/>
          <p14:tracePt t="63116" x="6958013" y="5207000"/>
          <p14:tracePt t="63657" x="6967538" y="5207000"/>
          <p14:tracePt t="63802" x="6983413" y="5207000"/>
          <p14:tracePt t="63899" x="6999288" y="5207000"/>
          <p14:tracePt t="64270" x="6983413" y="5207000"/>
          <p14:tracePt t="64286" x="6967538" y="5224463"/>
          <p14:tracePt t="64294" x="6958013" y="5224463"/>
          <p14:tracePt t="64302" x="6916738" y="5249863"/>
          <p14:tracePt t="64310" x="6859588" y="5265738"/>
          <p14:tracePt t="64319" x="6734175" y="5291138"/>
          <p14:tracePt t="64327" x="6577013" y="5332413"/>
          <p14:tracePt t="64334" x="6394450" y="5389563"/>
          <p14:tracePt t="64343" x="6211888" y="5422900"/>
          <p14:tracePt t="64351" x="5946775" y="5448300"/>
          <p14:tracePt t="64359" x="5722938" y="5464175"/>
          <p14:tracePt t="64367" x="5540375" y="5489575"/>
          <p14:tracePt t="64375" x="5473700" y="5507038"/>
          <p14:tracePt t="64384" x="5324475" y="5507038"/>
          <p14:tracePt t="64391" x="5067300" y="5507038"/>
          <p14:tracePt t="64400" x="5026025" y="5507038"/>
          <p14:tracePt t="64407" x="4843463" y="5507038"/>
          <p14:tracePt t="64416" x="4794250" y="5507038"/>
          <p14:tracePt t="64424" x="4719638" y="5507038"/>
          <p14:tracePt t="64433" x="4635500" y="5507038"/>
          <p14:tracePt t="64440" x="4570413" y="5507038"/>
          <p14:tracePt t="64450" x="4495800" y="5507038"/>
          <p14:tracePt t="64456" x="4454525" y="5507038"/>
          <p14:tracePt t="64467" x="4411663" y="5507038"/>
          <p14:tracePt t="64472" x="4370388" y="5507038"/>
          <p14:tracePt t="64483" x="4346575" y="5507038"/>
          <p14:tracePt t="64488" x="4313238" y="5507038"/>
          <p14:tracePt t="64500" x="4287838" y="5507038"/>
          <p14:tracePt t="64504" x="4271963" y="5507038"/>
          <p14:tracePt t="64516" x="4246563" y="5507038"/>
          <p14:tracePt t="64520" x="4171950" y="5507038"/>
          <p14:tracePt t="64533" x="4122738" y="5507038"/>
          <p14:tracePt t="66176" x="4048125" y="5507038"/>
          <p14:tracePt t="66184" x="3963988" y="5507038"/>
          <p14:tracePt t="66192" x="3881438" y="5507038"/>
          <p14:tracePt t="66202" x="3822700" y="5514975"/>
          <p14:tracePt t="66208" x="3757613" y="5530850"/>
          <p14:tracePt t="66217" x="3657600" y="5548313"/>
          <p14:tracePt t="66224" x="3575050" y="5556250"/>
          <p14:tracePt t="66235" x="3492500" y="5572125"/>
          <p14:tracePt t="66240" x="3433763" y="5572125"/>
          <p14:tracePt t="66252" x="3367088" y="5572125"/>
          <p14:tracePt t="66257" x="3309938" y="5589588"/>
          <p14:tracePt t="66267" x="3251200" y="5589588"/>
          <p14:tracePt t="66273" x="3201988" y="5589588"/>
          <p14:tracePt t="66283" x="3143250" y="5589588"/>
          <p14:tracePt t="66288" x="3101975" y="5589588"/>
          <p14:tracePt t="66300" x="3001963" y="5589588"/>
          <p14:tracePt t="66305" x="2935288" y="5589588"/>
          <p14:tracePt t="66316" x="2894013" y="5589588"/>
          <p14:tracePt t="66321" x="2836863" y="5589588"/>
          <p14:tracePt t="66333" x="2762250" y="5589588"/>
          <p14:tracePt t="66337" x="2711450" y="5589588"/>
          <p14:tracePt t="66350" x="2636838" y="5589588"/>
          <p14:tracePt t="66353" x="2587625" y="5589588"/>
          <p14:tracePt t="66366" x="2554288" y="5589588"/>
          <p14:tracePt t="66369" x="2513013" y="5589588"/>
          <p14:tracePt t="66383" x="2471738" y="5589588"/>
          <p14:tracePt t="66385" x="2446338" y="5589588"/>
          <p14:tracePt t="66400" x="2405063" y="5589588"/>
          <p14:tracePt t="66402" x="2389188" y="5589588"/>
          <p14:tracePt t="66416" x="2363788" y="5589588"/>
          <p14:tracePt t="66418" x="2330450" y="5589588"/>
          <p14:tracePt t="66433" x="2322513" y="5589588"/>
          <p14:tracePt t="66434" x="2289175" y="5589588"/>
          <p14:tracePt t="66442" x="2273300" y="5589588"/>
          <p14:tracePt t="66450" x="2247900" y="5589588"/>
          <p14:tracePt t="66458" x="2222500" y="5589588"/>
          <p14:tracePt t="66467" x="2206625" y="5589588"/>
          <p14:tracePt t="66474" x="2181225" y="5572125"/>
          <p14:tracePt t="66483" x="2165350" y="5572125"/>
          <p14:tracePt t="66490" x="2139950" y="5572125"/>
          <p14:tracePt t="66500" x="2106613" y="5572125"/>
          <p14:tracePt t="66507" x="2081213" y="5556250"/>
          <p14:tracePt t="66516" x="2057400" y="5548313"/>
          <p14:tracePt t="66523" x="2039938" y="5548313"/>
          <p14:tracePt t="66533" x="1998663" y="5548313"/>
          <p14:tracePt t="66539" x="1965325" y="5548313"/>
          <p14:tracePt t="66550" x="1924050" y="5530850"/>
          <p14:tracePt t="66555" x="1882775" y="5530850"/>
          <p14:tracePt t="66566" x="1841500" y="5514975"/>
          <p14:tracePt t="66571" x="1790700" y="5514975"/>
          <p14:tracePt t="66583" x="1733550" y="5514975"/>
          <p14:tracePt t="66587" x="1658938" y="5514975"/>
          <p14:tracePt t="66600" x="1592263" y="5507038"/>
          <p14:tracePt t="66604" x="1535113" y="5507038"/>
          <p14:tracePt t="66616" x="1476375" y="5489575"/>
          <p14:tracePt t="66620" x="1427163" y="5489575"/>
          <p14:tracePt t="66633" x="1368425" y="5473700"/>
          <p14:tracePt t="66636" x="1327150" y="5473700"/>
          <p14:tracePt t="66650" x="1285875" y="5473700"/>
          <p14:tracePt t="66652" x="1260475" y="5473700"/>
          <p14:tracePt t="66666" x="1227138" y="5464175"/>
          <p14:tracePt t="66669" x="1203325" y="5464175"/>
          <p14:tracePt t="66683" x="1185863" y="5464175"/>
          <p14:tracePt t="66685" x="1169988" y="5464175"/>
          <p14:tracePt t="66700" x="1160463" y="5448300"/>
          <p14:tracePt t="66701" x="1144588" y="5448300"/>
          <p14:tracePt t="66708" x="1128713" y="5448300"/>
          <p14:tracePt t="66717" x="1119188" y="5432425"/>
          <p14:tracePt t="66741" x="1103313" y="5432425"/>
          <p14:tracePt t="66766" x="1085850" y="5432425"/>
          <p14:tracePt t="66805" x="1085850" y="5422900"/>
          <p14:tracePt t="66886" x="1085850" y="5407025"/>
          <p14:tracePt t="66910" x="1103313" y="5407025"/>
          <p14:tracePt t="66918" x="1119188" y="5407025"/>
          <p14:tracePt t="66926" x="1128713" y="5389563"/>
          <p14:tracePt t="66934" x="1185863" y="5389563"/>
          <p14:tracePt t="66942" x="1227138" y="5389563"/>
          <p14:tracePt t="66950" x="1301750" y="5389563"/>
          <p14:tracePt t="66959" x="1368425" y="5389563"/>
          <p14:tracePt t="66967" x="1468438" y="5389563"/>
          <p14:tracePt t="66975" x="1592263" y="5389563"/>
          <p14:tracePt t="66983" x="1674813" y="5389563"/>
          <p14:tracePt t="66991" x="1733550" y="5389563"/>
          <p14:tracePt t="67000" x="1833563" y="5389563"/>
          <p14:tracePt t="67007" x="1924050" y="5389563"/>
          <p14:tracePt t="67017" x="1998663" y="5407025"/>
          <p14:tracePt t="67023" x="2057400" y="5422900"/>
          <p14:tracePt t="67032" x="2106613" y="5432425"/>
          <p14:tracePt t="67039" x="2165350" y="5432425"/>
          <p14:tracePt t="67049" x="2181225" y="5448300"/>
          <p14:tracePt t="67056" x="2206625" y="5448300"/>
          <p14:tracePt t="67064" x="2222500" y="5464175"/>
          <p14:tracePt t="67072" x="2230438" y="5464175"/>
          <p14:tracePt t="67080" x="2230438" y="5473700"/>
          <p14:tracePt t="67088" x="2247900" y="5473700"/>
          <p14:tracePt t="67096" x="2263775" y="5473700"/>
          <p14:tracePt t="67168" x="2263775" y="5489575"/>
          <p14:tracePt t="67273" x="2247900" y="5489575"/>
          <p14:tracePt t="67306" x="2230438" y="5489575"/>
          <p14:tracePt t="67314" x="2222500" y="5489575"/>
          <p14:tracePt t="67338" x="2206625" y="5489575"/>
          <p14:tracePt t="67354" x="2189163" y="5489575"/>
          <p14:tracePt t="67362" x="2181225" y="5489575"/>
          <p14:tracePt t="67378" x="2165350" y="5489575"/>
          <p14:tracePt t="67387" x="2147888" y="5489575"/>
          <p14:tracePt t="67395" x="2139950" y="5489575"/>
          <p14:tracePt t="67403" x="2122488" y="5489575"/>
          <p14:tracePt t="67411" x="2106613" y="5489575"/>
          <p14:tracePt t="67427" x="2081213" y="5489575"/>
          <p14:tracePt t="67435" x="2065338" y="5489575"/>
          <p14:tracePt t="67443" x="2057400" y="5489575"/>
          <p14:tracePt t="67451" x="2039938" y="5489575"/>
          <p14:tracePt t="67467" x="2024063" y="5489575"/>
          <p14:tracePt t="67475" x="2006600" y="5489575"/>
          <p14:tracePt t="67483" x="2006600" y="5473700"/>
          <p14:tracePt t="67491" x="1998663" y="5473700"/>
          <p14:tracePt t="67524" x="1998663" y="5464175"/>
          <p14:tracePt t="67596" x="2006600" y="5464175"/>
          <p14:tracePt t="67693" x="2006600" y="5473700"/>
          <p14:tracePt t="67726" x="1998663" y="5473700"/>
          <p14:tracePt t="67734" x="1982788" y="5473700"/>
          <p14:tracePt t="67742" x="1965325" y="5473700"/>
          <p14:tracePt t="67750" x="1941513" y="5473700"/>
          <p14:tracePt t="67758" x="1924050" y="5473700"/>
          <p14:tracePt t="67766" x="1916113" y="5473700"/>
          <p14:tracePt t="67774" x="1882775" y="5473700"/>
          <p14:tracePt t="67783" x="1857375" y="5473700"/>
          <p14:tracePt t="67790" x="1841500" y="5473700"/>
          <p14:tracePt t="67800" x="1816100" y="5473700"/>
          <p14:tracePt t="67806" x="1800225" y="5473700"/>
          <p14:tracePt t="67816" x="1790700" y="5473700"/>
          <p14:tracePt t="67823" x="1774825" y="5473700"/>
          <p14:tracePt t="67839" x="1758950" y="5473700"/>
          <p14:tracePt t="67855" x="1758950" y="5464175"/>
          <p14:tracePt t="67927" x="1774825" y="5464175"/>
          <p14:tracePt t="67959" x="1790700" y="5464175"/>
          <p14:tracePt t="67968" x="1800225" y="5464175"/>
          <p14:tracePt t="67984" x="1841500" y="5464175"/>
          <p14:tracePt t="67992" x="1882775" y="5464175"/>
          <p14:tracePt t="68000" x="1916113" y="5464175"/>
          <p14:tracePt t="68008" x="1957388" y="5448300"/>
          <p14:tracePt t="68017" x="2006600" y="5448300"/>
          <p14:tracePt t="68024" x="2057400" y="5448300"/>
          <p14:tracePt t="68033" x="2106613" y="5448300"/>
          <p14:tracePt t="68041" x="2165350" y="5432425"/>
          <p14:tracePt t="68050" x="2222500" y="5432425"/>
          <p14:tracePt t="68057" x="2263775" y="5432425"/>
          <p14:tracePt t="68066" x="2322513" y="5432425"/>
          <p14:tracePt t="68073" x="2371725" y="5432425"/>
          <p14:tracePt t="68082" x="2430463" y="5432425"/>
          <p14:tracePt t="68089" x="2487613" y="5422900"/>
          <p14:tracePt t="68097" x="2513013" y="5422900"/>
          <p14:tracePt t="68105" x="2554288" y="5422900"/>
          <p14:tracePt t="68113" x="2587625" y="5422900"/>
          <p14:tracePt t="68121" x="2628900" y="5422900"/>
          <p14:tracePt t="68129" x="2636838" y="5422900"/>
          <p14:tracePt t="68138" x="2654300" y="5407025"/>
          <p14:tracePt t="68145" x="2679700" y="5407025"/>
          <p14:tracePt t="68154" x="2695575" y="5407025"/>
          <p14:tracePt t="68162" x="2711450" y="5407025"/>
          <p14:tracePt t="68178" x="2720975" y="5407025"/>
          <p14:tracePt t="68202" x="2736850" y="5407025"/>
          <p14:tracePt t="68218" x="2754313" y="5407025"/>
          <p14:tracePt t="68242" x="2762250" y="5407025"/>
          <p14:tracePt t="68267" x="2778125" y="5407025"/>
          <p14:tracePt t="68275" x="2778125" y="5389563"/>
          <p14:tracePt t="68299" x="2795588" y="5389563"/>
          <p14:tracePt t="68316" x="2803525" y="5389563"/>
          <p14:tracePt t="68323" x="2819400" y="5389563"/>
          <p14:tracePt t="68339" x="2836863" y="5389563"/>
          <p14:tracePt t="68355" x="2852738" y="5389563"/>
          <p14:tracePt t="68363" x="2860675" y="5373688"/>
          <p14:tracePt t="68372" x="2878138" y="5373688"/>
          <p14:tracePt t="68380" x="2903538" y="5373688"/>
          <p14:tracePt t="68388" x="2919413" y="5373688"/>
          <p14:tracePt t="68396" x="2960688" y="5373688"/>
          <p14:tracePt t="68404" x="3019425" y="5373688"/>
          <p14:tracePt t="68412" x="3043238" y="5373688"/>
          <p14:tracePt t="68420" x="3086100" y="5373688"/>
          <p14:tracePt t="68428" x="3143250" y="5373688"/>
          <p14:tracePt t="68436" x="3168650" y="5373688"/>
          <p14:tracePt t="68444" x="3201988" y="5373688"/>
          <p14:tracePt t="68452" x="3225800" y="5373688"/>
          <p14:tracePt t="68460" x="3243263" y="5373688"/>
          <p14:tracePt t="68468" x="3251200" y="5373688"/>
          <p14:tracePt t="68477" x="3267075" y="5373688"/>
          <p14:tracePt t="68485" x="3284538" y="5373688"/>
          <p14:tracePt t="68509" x="3292475" y="5373688"/>
          <p14:tracePt t="68533" x="3309938" y="5373688"/>
          <p14:tracePt t="68550" x="3325813" y="5373688"/>
          <p14:tracePt t="68557" x="3333750" y="5373688"/>
          <p14:tracePt t="68573" x="3375025" y="5373688"/>
          <p14:tracePt t="68583" x="3425825" y="5373688"/>
          <p14:tracePt t="68589" x="3492500" y="5407025"/>
          <p14:tracePt t="68599" x="3549650" y="5422900"/>
          <p14:tracePt t="68606" x="3632200" y="5448300"/>
          <p14:tracePt t="68614" x="3716338" y="5473700"/>
          <p14:tracePt t="68622" x="3798888" y="5473700"/>
          <p14:tracePt t="68630" x="3898900" y="5507038"/>
          <p14:tracePt t="68638" x="3956050" y="5514975"/>
          <p14:tracePt t="68646" x="4048125" y="5548313"/>
          <p14:tracePt t="68654" x="4122738" y="5556250"/>
          <p14:tracePt t="68662" x="4187825" y="5589588"/>
          <p14:tracePt t="68671" x="4271963" y="5597525"/>
          <p14:tracePt t="68678" x="4313238" y="5597525"/>
          <p14:tracePt t="68687" x="4354513" y="5613400"/>
          <p14:tracePt t="68695" x="4395788" y="5630863"/>
          <p14:tracePt t="68703" x="4429125" y="5630863"/>
          <p14:tracePt t="68711" x="4454525" y="5630863"/>
          <p14:tracePt t="68719" x="4470400" y="5630863"/>
          <p14:tracePt t="68727" x="4495800" y="5630863"/>
          <p14:tracePt t="68735" x="4511675" y="5630863"/>
          <p14:tracePt t="68751" x="4529138" y="5638800"/>
          <p14:tracePt t="68767" x="4537075" y="5638800"/>
          <p14:tracePt t="70019" x="4552950" y="5638800"/>
          <p14:tracePt t="70027" x="4635500" y="5589588"/>
          <p14:tracePt t="70035" x="4752975" y="5530850"/>
          <p14:tracePt t="70043" x="4876800" y="5432425"/>
          <p14:tracePt t="70051" x="5000625" y="5373688"/>
          <p14:tracePt t="70059" x="5149850" y="5307013"/>
          <p14:tracePt t="70068" x="5308600" y="5240338"/>
          <p14:tracePt t="70075" x="5457825" y="5183188"/>
          <p14:tracePt t="70083" x="5573713" y="5124450"/>
          <p14:tracePt t="70091" x="5630863" y="5108575"/>
          <p14:tracePt t="70100" x="5697538" y="5067300"/>
          <p14:tracePt t="70108" x="5797550" y="5041900"/>
          <p14:tracePt t="70117" x="5854700" y="5026025"/>
          <p14:tracePt t="70124" x="5897563" y="5000625"/>
          <p14:tracePt t="70134" x="5921375" y="4983163"/>
          <p14:tracePt t="70140" x="5946775" y="4983163"/>
          <p14:tracePt t="70150" x="5962650" y="4975225"/>
          <p14:tracePt t="70156" x="5988050" y="4959350"/>
          <p14:tracePt t="70166" x="6021388" y="4941888"/>
          <p14:tracePt t="70172" x="6021388" y="4933950"/>
          <p14:tracePt t="70183" x="6029325" y="4933950"/>
          <p14:tracePt t="70188" x="6046788" y="4918075"/>
          <p14:tracePt t="70212" x="6062663" y="4918075"/>
          <p14:tracePt t="70221" x="6062663" y="4900613"/>
          <p14:tracePt t="70277" x="6046788" y="4900613"/>
          <p14:tracePt t="70285" x="6029325" y="4900613"/>
          <p14:tracePt t="70293" x="5988050" y="4900613"/>
          <p14:tracePt t="70301" x="5962650" y="4900613"/>
          <p14:tracePt t="70309" x="5880100" y="4900613"/>
          <p14:tracePt t="70317" x="5764213" y="4900613"/>
          <p14:tracePt t="70325" x="5640388" y="4900613"/>
          <p14:tracePt t="70334" x="5514975" y="4900613"/>
          <p14:tracePt t="70342" x="5365750" y="4900613"/>
          <p14:tracePt t="70350" x="5208588" y="4900613"/>
          <p14:tracePt t="70358" x="5149850" y="4900613"/>
          <p14:tracePt t="70367" x="5041900" y="4900613"/>
          <p14:tracePt t="70374" x="4943475" y="4900613"/>
          <p14:tracePt t="70383" x="4760913" y="4900613"/>
          <p14:tracePt t="70390" x="4660900" y="4900613"/>
          <p14:tracePt t="70400" x="4537075" y="4900613"/>
          <p14:tracePt t="70406" x="4411663" y="4900613"/>
          <p14:tracePt t="70416" x="4287838" y="4900613"/>
          <p14:tracePt t="70422" x="4246563" y="4876800"/>
          <p14:tracePt t="70431" x="4164013" y="4843463"/>
          <p14:tracePt t="70438" x="4089400" y="4833938"/>
          <p14:tracePt t="70446" x="4038600" y="4802188"/>
          <p14:tracePt t="70455" x="4022725" y="4792663"/>
          <p14:tracePt t="70463" x="3997325" y="4776788"/>
          <p14:tracePt t="70471" x="3981450" y="4759325"/>
          <p14:tracePt t="70479" x="3981450" y="4751388"/>
          <p14:tracePt t="70487" x="3981450" y="4735513"/>
          <p14:tracePt t="70495" x="3981450" y="4718050"/>
          <p14:tracePt t="70511" x="3981450" y="4710113"/>
          <p14:tracePt t="70519" x="3981450" y="4694238"/>
          <p14:tracePt t="70527" x="3981450" y="4676775"/>
          <p14:tracePt t="70543" x="3981450" y="4668838"/>
          <p14:tracePt t="70560" x="4022725" y="4627563"/>
          <p14:tracePt t="70568" x="4064000" y="4610100"/>
          <p14:tracePt t="70576" x="4122738" y="4576763"/>
          <p14:tracePt t="70584" x="4187825" y="4552950"/>
          <p14:tracePt t="70592" x="4262438" y="4511675"/>
          <p14:tracePt t="70600" x="4354513" y="4470400"/>
          <p14:tracePt t="70608" x="4454525" y="4445000"/>
          <p14:tracePt t="70616" x="4552950" y="4403725"/>
          <p14:tracePt t="70624" x="4652963" y="4370388"/>
          <p14:tracePt t="70633" x="4760913" y="4344988"/>
          <p14:tracePt t="70640" x="4884738" y="4311650"/>
          <p14:tracePt t="70650" x="4943475" y="4311650"/>
          <p14:tracePt t="70657" x="5041900" y="4287838"/>
          <p14:tracePt t="70666" x="5141913" y="4287838"/>
          <p14:tracePt t="70672" x="5208588" y="4270375"/>
          <p14:tracePt t="70681" x="5275263" y="4270375"/>
          <p14:tracePt t="70689" x="5332413" y="4270375"/>
          <p14:tracePt t="70697" x="5391150" y="4270375"/>
          <p14:tracePt t="70705" x="5416550" y="4270375"/>
          <p14:tracePt t="70713" x="5448300" y="4270375"/>
          <p14:tracePt t="70721" x="5457825" y="4270375"/>
          <p14:tracePt t="70729" x="5491163" y="4270375"/>
          <p14:tracePt t="70737" x="5499100" y="4270375"/>
          <p14:tracePt t="70745" x="5514975" y="4270375"/>
          <p14:tracePt t="70770" x="5532438" y="4287838"/>
          <p14:tracePt t="70802" x="5540375" y="4287838"/>
          <p14:tracePt t="70834" x="5540375" y="4303713"/>
          <p14:tracePt t="70874" x="5540375" y="4311650"/>
          <p14:tracePt t="70890" x="5556250" y="4311650"/>
          <p14:tracePt t="70915" x="5573713" y="4329113"/>
          <p14:tracePt t="70923" x="5589588" y="4344988"/>
          <p14:tracePt t="70939" x="5599113" y="4362450"/>
          <p14:tracePt t="70947" x="5630863" y="4370388"/>
          <p14:tracePt t="70955" x="5640388" y="4386263"/>
          <p14:tracePt t="70971" x="5656263" y="4403725"/>
          <p14:tracePt t="70979" x="5681663" y="4411663"/>
          <p14:tracePt t="70988" x="5697538" y="4427538"/>
          <p14:tracePt t="70996" x="5715000" y="4445000"/>
          <p14:tracePt t="71004" x="5738813" y="4452938"/>
          <p14:tracePt t="71012" x="5756275" y="4470400"/>
          <p14:tracePt t="71020" x="5780088" y="4486275"/>
          <p14:tracePt t="71028" x="5822950" y="4511675"/>
          <p14:tracePt t="71036" x="5864225" y="4552950"/>
          <p14:tracePt t="71044" x="5938838" y="4627563"/>
          <p14:tracePt t="71052" x="5962650" y="4635500"/>
          <p14:tracePt t="71060" x="6021388" y="4676775"/>
          <p14:tracePt t="71068" x="6062663" y="4718050"/>
          <p14:tracePt t="71077" x="6103938" y="4751388"/>
          <p14:tracePt t="71084" x="6145213" y="4792663"/>
          <p14:tracePt t="71093" x="6186488" y="4833938"/>
          <p14:tracePt t="71100" x="6229350" y="4876800"/>
          <p14:tracePt t="71109" x="6253163" y="4900613"/>
          <p14:tracePt t="71117" x="6294438" y="4941888"/>
          <p14:tracePt t="71125" x="6327775" y="4983163"/>
          <p14:tracePt t="71133" x="6369050" y="5026025"/>
          <p14:tracePt t="71141" x="6411913" y="5067300"/>
          <p14:tracePt t="71150" x="6435725" y="5100638"/>
          <p14:tracePt t="71157" x="6469063" y="5141913"/>
          <p14:tracePt t="71166" x="6494463" y="5165725"/>
          <p14:tracePt t="71173" x="6510338" y="5183188"/>
          <p14:tracePt t="71183" x="6518275" y="5199063"/>
          <p14:tracePt t="71189" x="6518275" y="5207000"/>
          <p14:tracePt t="71200" x="6535738" y="5207000"/>
          <p14:tracePt t="71206" x="6535738" y="5224463"/>
          <p14:tracePt t="71229" x="6551613" y="5224463"/>
          <p14:tracePt t="71238" x="6551613" y="5240338"/>
          <p14:tracePt t="71310" x="6551613" y="5249863"/>
          <p14:tracePt t="71334" x="6535738" y="5249863"/>
          <p14:tracePt t="72167" x="6535738" y="5265738"/>
          <p14:tracePt t="72174" x="6561138" y="5281613"/>
          <p14:tracePt t="72184" x="6602413" y="5307013"/>
          <p14:tracePt t="72190" x="6651625" y="5332413"/>
          <p14:tracePt t="72200" x="6677025" y="5365750"/>
          <p14:tracePt t="72206" x="6718300" y="5389563"/>
          <p14:tracePt t="72216" x="6759575" y="5432425"/>
          <p14:tracePt t="72223" x="6800850" y="5464175"/>
          <p14:tracePt t="72231" x="6826250" y="5489575"/>
          <p14:tracePt t="72239" x="6867525" y="5514975"/>
          <p14:tracePt t="72247" x="6900863" y="5548313"/>
          <p14:tracePt t="72255" x="6916738" y="5572125"/>
          <p14:tracePt t="72263" x="6942138" y="5589588"/>
          <p14:tracePt t="72271" x="6967538" y="5613400"/>
          <p14:tracePt t="72279" x="6983413" y="5638800"/>
          <p14:tracePt t="72287" x="6999288" y="5638800"/>
          <p14:tracePt t="72296" x="7008813" y="5656263"/>
          <p14:tracePt t="72320" x="7024688" y="5672138"/>
          <p14:tracePt t="72344" x="7024688" y="5688013"/>
          <p14:tracePt t="72368" x="7024688" y="5697538"/>
          <p14:tracePt t="72376" x="7008813" y="5697538"/>
          <p14:tracePt t="72384" x="6999288" y="5697538"/>
          <p14:tracePt t="72392" x="6967538" y="5713413"/>
          <p14:tracePt t="72400" x="6958013" y="5713413"/>
          <p14:tracePt t="72409" x="6924675" y="5713413"/>
          <p14:tracePt t="72416" x="6900863" y="5713413"/>
          <p14:tracePt t="72425" x="6867525" y="5713413"/>
          <p14:tracePt t="72433" x="6826250" y="5713413"/>
          <p14:tracePt t="72441" x="6800850" y="5713413"/>
          <p14:tracePt t="72450" x="6759575" y="5713413"/>
          <p14:tracePt t="72457" x="6734175" y="5713413"/>
          <p14:tracePt t="72466" x="6692900" y="5697538"/>
          <p14:tracePt t="72473" x="6651625" y="5697538"/>
          <p14:tracePt t="72482" x="6618288" y="5697538"/>
          <p14:tracePt t="72489" x="6592888" y="5688013"/>
          <p14:tracePt t="72497" x="6561138" y="5688013"/>
          <p14:tracePt t="72505" x="6518275" y="5672138"/>
          <p14:tracePt t="72513" x="6510338" y="5656263"/>
          <p14:tracePt t="72522" x="6477000" y="5656263"/>
          <p14:tracePt t="72530" x="6453188" y="5656263"/>
          <p14:tracePt t="72538" x="6435725" y="5638800"/>
          <p14:tracePt t="72554" x="6427788" y="5638800"/>
          <p14:tracePt t="72562" x="6411913" y="5638800"/>
          <p14:tracePt t="72570" x="6394450" y="5638800"/>
          <p14:tracePt t="72578" x="6394450" y="5630863"/>
          <p14:tracePt t="72586" x="6386513" y="5630863"/>
          <p14:tracePt t="72610" x="6386513" y="5613400"/>
          <p14:tracePt t="72634" x="6386513" y="5597525"/>
          <p14:tracePt t="72643" x="6369050" y="5589588"/>
          <p14:tracePt t="72659" x="6369050" y="5572125"/>
          <p14:tracePt t="72667" x="6369050" y="5556250"/>
          <p14:tracePt t="72675" x="6369050" y="5548313"/>
          <p14:tracePt t="72683" x="6369050" y="5530850"/>
          <p14:tracePt t="72691" x="6369050" y="5507038"/>
          <p14:tracePt t="72700" x="6369050" y="5489575"/>
          <p14:tracePt t="72707" x="6369050" y="5473700"/>
          <p14:tracePt t="72716" x="6369050" y="5448300"/>
          <p14:tracePt t="72723" x="6369050" y="5432425"/>
          <p14:tracePt t="72733" x="6369050" y="5407025"/>
          <p14:tracePt t="72739" x="6386513" y="5389563"/>
          <p14:tracePt t="72749" x="6386513" y="5365750"/>
          <p14:tracePt t="72756" x="6394450" y="5332413"/>
          <p14:tracePt t="72764" x="6411913" y="5324475"/>
          <p14:tracePt t="72772" x="6427788" y="5307013"/>
          <p14:tracePt t="72780" x="6435725" y="5281613"/>
          <p14:tracePt t="72788" x="6453188" y="5265738"/>
          <p14:tracePt t="72796" x="6469063" y="5249863"/>
          <p14:tracePt t="72804" x="6494463" y="5240338"/>
          <p14:tracePt t="72812" x="6510338" y="5224463"/>
          <p14:tracePt t="72820" x="6551613" y="5224463"/>
          <p14:tracePt t="72828" x="6577013" y="5207000"/>
          <p14:tracePt t="72836" x="6602413" y="5199063"/>
          <p14:tracePt t="72845" x="6635750" y="5199063"/>
          <p14:tracePt t="72853" x="6659563" y="5199063"/>
          <p14:tracePt t="72861" x="6692900" y="5199063"/>
          <p14:tracePt t="72869" x="6700838" y="5199063"/>
          <p14:tracePt t="72877" x="6718300" y="5199063"/>
          <p14:tracePt t="72885" x="6734175" y="5199063"/>
          <p14:tracePt t="72893" x="6743700" y="5199063"/>
          <p14:tracePt t="72909" x="6759575" y="5199063"/>
          <p14:tracePt t="72957" x="6759575" y="5207000"/>
          <p14:tracePt t="72982" x="6743700" y="5240338"/>
          <p14:tracePt t="72990" x="6734175" y="5249863"/>
          <p14:tracePt t="72999" x="6692900" y="5281613"/>
          <p14:tracePt t="73006" x="6618288" y="5332413"/>
          <p14:tracePt t="73014" x="6577013" y="5365750"/>
          <p14:tracePt t="73022" x="6518275" y="5389563"/>
          <p14:tracePt t="73030" x="6453188" y="5432425"/>
          <p14:tracePt t="73038" x="6411913" y="5432425"/>
          <p14:tracePt t="73046" x="6337300" y="5464175"/>
          <p14:tracePt t="73054" x="6270625" y="5489575"/>
          <p14:tracePt t="73062" x="6186488" y="5507038"/>
          <p14:tracePt t="73071" x="6145213" y="5514975"/>
          <p14:tracePt t="73078" x="6088063" y="5514975"/>
          <p14:tracePt t="73087" x="6046788" y="5530850"/>
          <p14:tracePt t="73095" x="6029325" y="5530850"/>
          <p14:tracePt t="73103" x="6005513" y="5530850"/>
          <p14:tracePt t="73111" x="5988050" y="5530850"/>
          <p14:tracePt t="73119" x="5980113" y="5530850"/>
          <p14:tracePt t="73208" x="5980113" y="5514975"/>
          <p14:tracePt t="73224" x="6005513" y="5507038"/>
          <p14:tracePt t="73234" x="6021388" y="5489575"/>
          <p14:tracePt t="73240" x="6088063" y="5473700"/>
          <p14:tracePt t="73253" x="6170613" y="5464175"/>
          <p14:tracePt t="73256" x="6245225" y="5432425"/>
          <p14:tracePt t="73266" x="6337300" y="5422900"/>
          <p14:tracePt t="73272" x="6435725" y="5389563"/>
          <p14:tracePt t="73280" x="6551613" y="5373688"/>
          <p14:tracePt t="73288" x="6651625" y="5373688"/>
          <p14:tracePt t="73297" x="6775450" y="5373688"/>
          <p14:tracePt t="73305" x="6818313" y="5373688"/>
          <p14:tracePt t="73313" x="6999288" y="5373688"/>
          <p14:tracePt t="73321" x="7024688" y="5373688"/>
          <p14:tracePt t="73329" x="7173913" y="5373688"/>
          <p14:tracePt t="73337" x="7224713" y="5373688"/>
          <p14:tracePt t="73345" x="7315200" y="5373688"/>
          <p14:tracePt t="73353" x="7356475" y="5389563"/>
          <p14:tracePt t="73361" x="7439025" y="5407025"/>
          <p14:tracePt t="73369" x="7489825" y="5432425"/>
          <p14:tracePt t="73377" x="7539038" y="5464175"/>
          <p14:tracePt t="73386" x="7580313" y="5473700"/>
          <p14:tracePt t="73394" x="7621588" y="5514975"/>
          <p14:tracePt t="73401" x="7654925" y="5548313"/>
          <p14:tracePt t="73410" x="7680325" y="5572125"/>
          <p14:tracePt t="73426" x="7696200" y="5597525"/>
          <p14:tracePt t="73434" x="7696200" y="5613400"/>
          <p14:tracePt t="73442" x="7696200" y="5630863"/>
          <p14:tracePt t="73450" x="7696200" y="5638800"/>
          <p14:tracePt t="73458" x="7696200" y="5656263"/>
          <p14:tracePt t="73467" x="7662863" y="5688013"/>
          <p14:tracePt t="73474" x="7639050" y="5697538"/>
          <p14:tracePt t="73483" x="7556500" y="5730875"/>
          <p14:tracePt t="73490" x="7489825" y="5738813"/>
          <p14:tracePt t="73500" x="7356475" y="5754688"/>
          <p14:tracePt t="73506" x="7248525" y="5754688"/>
          <p14:tracePt t="73516" x="7124700" y="5754688"/>
          <p14:tracePt t="73523" x="6999288" y="5754688"/>
          <p14:tracePt t="73531" x="6867525" y="5754688"/>
          <p14:tracePt t="73539" x="6759575" y="5754688"/>
          <p14:tracePt t="73547" x="6635750" y="5738813"/>
          <p14:tracePt t="73555" x="6510338" y="5697538"/>
          <p14:tracePt t="73563" x="6469063" y="5688013"/>
          <p14:tracePt t="73571" x="6386513" y="5638800"/>
          <p14:tracePt t="73579" x="6294438" y="5597525"/>
          <p14:tracePt t="73587" x="6253163" y="5589588"/>
          <p14:tracePt t="73595" x="6211888" y="5572125"/>
          <p14:tracePt t="73603" x="6170613" y="5548313"/>
          <p14:tracePt t="73620" x="6162675" y="5530850"/>
          <p14:tracePt t="73628" x="6145213" y="5514975"/>
          <p14:tracePt t="73636" x="6129338" y="5507038"/>
          <p14:tracePt t="73660" x="6129338" y="5489575"/>
          <p14:tracePt t="73676" x="6129338" y="5473700"/>
          <p14:tracePt t="73684" x="6129338" y="5464175"/>
          <p14:tracePt t="73700" x="6162675" y="5448300"/>
          <p14:tracePt t="73708" x="6211888" y="5407025"/>
          <p14:tracePt t="73717" x="6294438" y="5373688"/>
          <p14:tracePt t="73725" x="6394450" y="5348288"/>
          <p14:tracePt t="73733" x="6518275" y="5332413"/>
          <p14:tracePt t="73741" x="6651625" y="5307013"/>
          <p14:tracePt t="73750" x="6800850" y="5291138"/>
          <p14:tracePt t="73757" x="6958013" y="5281613"/>
          <p14:tracePt t="73767" x="7091363" y="5249863"/>
          <p14:tracePt t="73773" x="7289800" y="5240338"/>
          <p14:tracePt t="73782" x="7472363" y="5240338"/>
          <p14:tracePt t="73789" x="7654925" y="5240338"/>
          <p14:tracePt t="73797" x="7837488" y="5240338"/>
          <p14:tracePt t="73805" x="7986713" y="5240338"/>
          <p14:tracePt t="73813" x="8169275" y="5240338"/>
          <p14:tracePt t="73821" x="8326438" y="5240338"/>
          <p14:tracePt t="73829" x="8475663" y="5240338"/>
          <p14:tracePt t="73837" x="8634413" y="5281613"/>
          <p14:tracePt t="73846" x="8683625" y="5281613"/>
          <p14:tracePt t="73854" x="8783638" y="5324475"/>
          <p14:tracePt t="73862" x="8858250" y="5348288"/>
          <p14:tracePt t="73870" x="8924925" y="5389563"/>
          <p14:tracePt t="73878" x="8982075" y="5422900"/>
          <p14:tracePt t="73886" x="9031288" y="5448300"/>
          <p14:tracePt t="73894" x="9064625" y="5473700"/>
          <p14:tracePt t="73902" x="9090025" y="5514975"/>
          <p14:tracePt t="73910" x="9123363" y="5556250"/>
          <p14:tracePt t="73918" x="9131300" y="5589588"/>
          <p14:tracePt t="73926" x="9148763" y="5613400"/>
          <p14:tracePt t="73934" x="9148763" y="5656263"/>
          <p14:tracePt t="73942" x="9148763" y="5672138"/>
          <p14:tracePt t="73950" x="9148763" y="5713413"/>
          <p14:tracePt t="73959" x="9148763" y="5738813"/>
          <p14:tracePt t="73967" x="9148763" y="5754688"/>
          <p14:tracePt t="73975" x="9105900" y="5821363"/>
          <p14:tracePt t="73983" x="9031288" y="5837238"/>
          <p14:tracePt t="73991" x="8966200" y="5862638"/>
          <p14:tracePt t="74000" x="8840788" y="5895975"/>
          <p14:tracePt t="74007" x="8716963" y="5903913"/>
          <p14:tracePt t="74017" x="8534400" y="5903913"/>
          <p14:tracePt t="74023" x="8186738" y="5903913"/>
          <p14:tracePt t="74033" x="7878763" y="5903913"/>
          <p14:tracePt t="74039" x="7580313" y="5862638"/>
          <p14:tracePt t="74050" x="7431088" y="5795963"/>
          <p14:tracePt t="74055" x="7124700" y="5697538"/>
          <p14:tracePt t="74067" x="6883400" y="5597525"/>
          <p14:tracePt t="74071" x="6784975" y="5556250"/>
          <p14:tracePt t="74083" x="6635750" y="5489575"/>
          <p14:tracePt t="74088" x="6477000" y="5432425"/>
          <p14:tracePt t="74100" x="6394450" y="5389563"/>
          <p14:tracePt t="74104" x="6311900" y="5365750"/>
          <p14:tracePt t="74116" x="6270625" y="5332413"/>
          <p14:tracePt t="74120" x="6245225" y="5324475"/>
          <p14:tracePt t="74133" x="6203950" y="5307013"/>
          <p14:tracePt t="74136" x="6203950" y="5291138"/>
          <p14:tracePt t="74150" x="6186488" y="5281613"/>
          <p14:tracePt t="74153" x="6170613" y="5281613"/>
          <p14:tracePt t="74167" x="6170613" y="5265738"/>
          <p14:tracePt t="74169" x="6170613" y="5240338"/>
          <p14:tracePt t="74185" x="6170613" y="5199063"/>
          <p14:tracePt t="74200" x="6170613" y="5183188"/>
          <p14:tracePt t="74202" x="6253163" y="5157788"/>
          <p14:tracePt t="74217" x="6327775" y="5124450"/>
          <p14:tracePt t="74218" x="6427788" y="5108575"/>
          <p14:tracePt t="74225" x="6577013" y="5100638"/>
          <p14:tracePt t="74233" x="6759575" y="5100638"/>
          <p14:tracePt t="74241" x="6942138" y="5100638"/>
          <p14:tracePt t="74252" x="7165975" y="5100638"/>
          <p14:tracePt t="74257" x="7348538" y="5100638"/>
          <p14:tracePt t="74267" x="7497763" y="5124450"/>
          <p14:tracePt t="74273" x="7654925" y="5199063"/>
          <p14:tracePt t="74283" x="7804150" y="5265738"/>
          <p14:tracePt t="74289" x="7904163" y="5332413"/>
          <p14:tracePt t="74299" x="7945438" y="5365750"/>
          <p14:tracePt t="74306" x="8027988" y="5432425"/>
          <p14:tracePt t="74316" x="8102600" y="5507038"/>
          <p14:tracePt t="74322" x="8153400" y="5572125"/>
          <p14:tracePt t="74333" x="8194675" y="5613400"/>
          <p14:tracePt t="74338" x="8210550" y="5656263"/>
          <p14:tracePt t="74349" x="8235950" y="5697538"/>
          <p14:tracePt t="74354" x="8251825" y="5730875"/>
          <p14:tracePt t="74366" x="8251825" y="5772150"/>
          <p14:tracePt t="74370" x="8269288" y="5780088"/>
          <p14:tracePt t="74383" x="8285163" y="5813425"/>
          <p14:tracePt t="74387" x="8285163" y="5821363"/>
          <p14:tracePt t="74399" x="8285163" y="5837238"/>
          <p14:tracePt t="74402" x="8285163" y="5854700"/>
          <p14:tracePt t="74419" x="8293100" y="5862638"/>
          <p14:tracePt t="74433" x="8293100" y="5880100"/>
          <p14:tracePt t="74742" x="8335963" y="5862638"/>
          <p14:tracePt t="74751" x="8377238" y="5854700"/>
          <p14:tracePt t="74758" x="8434388" y="5821363"/>
          <p14:tracePt t="74767" x="8475663" y="5795963"/>
          <p14:tracePt t="74774" x="8518525" y="5772150"/>
          <p14:tracePt t="74784" x="8634413" y="5688013"/>
          <p14:tracePt t="74790" x="8699500" y="5613400"/>
          <p14:tracePt t="74800" x="8816975" y="5548313"/>
          <p14:tracePt t="74806" x="8858250" y="5507038"/>
          <p14:tracePt t="74816" x="8924925" y="5448300"/>
          <p14:tracePt t="74823" x="8982075" y="5373688"/>
          <p14:tracePt t="74831" x="9023350" y="5332413"/>
          <p14:tracePt t="74839" x="9048750" y="5291138"/>
          <p14:tracePt t="74847" x="9082088" y="5249863"/>
          <p14:tracePt t="74855" x="9090025" y="5224463"/>
          <p14:tracePt t="74863" x="9090025" y="5199063"/>
          <p14:tracePt t="74871" x="9090025" y="5165725"/>
          <p14:tracePt t="74879" x="9090025" y="5124450"/>
          <p14:tracePt t="74887" x="9090025" y="5100638"/>
          <p14:tracePt t="74895" x="9048750" y="5057775"/>
          <p14:tracePt t="74903" x="8982075" y="5016500"/>
          <p14:tracePt t="74911" x="8940800" y="4983163"/>
          <p14:tracePt t="74919" x="8899525" y="4959350"/>
          <p14:tracePt t="74927" x="8840788" y="4933950"/>
          <p14:tracePt t="74936" x="8816975" y="4900613"/>
          <p14:tracePt t="74944" x="8766175" y="4892675"/>
          <p14:tracePt t="74952" x="8742363" y="4876800"/>
          <p14:tracePt t="74960" x="8742363" y="4859338"/>
          <p14:tracePt t="74968" x="8724900" y="4859338"/>
          <p14:tracePt t="74976" x="8716963" y="4859338"/>
          <p14:tracePt t="74992" x="8699500" y="4843463"/>
          <p14:tracePt t="75024" x="8683625" y="4843463"/>
          <p14:tracePt t="75105" x="8675688" y="4843463"/>
          <p14:tracePt t="75404" x="8642350" y="4843463"/>
          <p14:tracePt t="75412" x="8601075" y="4843463"/>
          <p14:tracePt t="75420" x="8518525" y="4843463"/>
          <p14:tracePt t="75428" x="8418513" y="4843463"/>
          <p14:tracePt t="75436" x="8335963" y="4859338"/>
          <p14:tracePt t="75444" x="8186738" y="4859338"/>
          <p14:tracePt t="75452" x="8061325" y="4876800"/>
          <p14:tracePt t="75460" x="7929563" y="4876800"/>
          <p14:tracePt t="75468" x="7780338" y="4876800"/>
          <p14:tracePt t="75477" x="7737475" y="4876800"/>
          <p14:tracePt t="75484" x="7513638" y="4876800"/>
          <p14:tracePt t="75492" x="7456488" y="4876800"/>
          <p14:tracePt t="75500" x="7389813" y="4876800"/>
          <p14:tracePt t="75509" x="7289800" y="4876800"/>
          <p14:tracePt t="75517" x="7232650" y="4876800"/>
          <p14:tracePt t="75525" x="7173913" y="4859338"/>
          <p14:tracePt t="75533" x="7150100" y="4859338"/>
          <p14:tracePt t="75541" x="7124700" y="4843463"/>
          <p14:tracePt t="75550" x="7107238" y="4843463"/>
          <p14:tracePt t="75557" x="7107238" y="4833938"/>
          <p14:tracePt t="75598" x="7124700" y="4833938"/>
          <p14:tracePt t="75606" x="7191375" y="4833938"/>
          <p14:tracePt t="75614" x="7315200" y="4833938"/>
          <p14:tracePt t="75622" x="7439025" y="4833938"/>
          <p14:tracePt t="75630" x="7580313" y="4833938"/>
          <p14:tracePt t="75638" x="7780338" y="4833938"/>
          <p14:tracePt t="75646" x="7920038" y="4876800"/>
          <p14:tracePt t="75654" x="8069263" y="4941888"/>
          <p14:tracePt t="75662" x="8194675" y="4983163"/>
          <p14:tracePt t="75670" x="8251825" y="5026025"/>
          <p14:tracePt t="75678" x="8335963" y="5067300"/>
          <p14:tracePt t="75686" x="8418513" y="5124450"/>
          <p14:tracePt t="75694" x="8459788" y="5165725"/>
          <p14:tracePt t="75703" x="8501063" y="5207000"/>
          <p14:tracePt t="75711" x="8518525" y="5240338"/>
          <p14:tracePt t="75719" x="8518525" y="5281613"/>
          <p14:tracePt t="75727" x="8534400" y="5291138"/>
          <p14:tracePt t="75735" x="8534400" y="5324475"/>
          <p14:tracePt t="75743" x="8534400" y="5332413"/>
          <p14:tracePt t="75751" x="8534400" y="5365750"/>
          <p14:tracePt t="75759" x="8534400" y="5389563"/>
          <p14:tracePt t="75767" x="8518525" y="5422900"/>
          <p14:tracePt t="75775" x="8493125" y="5432425"/>
          <p14:tracePt t="75783" x="8459788" y="5464175"/>
          <p14:tracePt t="75791" x="8434388" y="5473700"/>
          <p14:tracePt t="75800" x="8418513" y="5489575"/>
          <p14:tracePt t="75808" x="8410575" y="5507038"/>
          <p14:tracePt t="75816" x="8393113" y="5514975"/>
          <p14:tracePt t="75824" x="8377238" y="5530850"/>
          <p14:tracePt t="75833" x="8369300" y="5530850"/>
          <p14:tracePt t="75840" x="8369300" y="5548313"/>
          <p14:tracePt t="75850" x="8351838" y="5548313"/>
          <p14:tracePt t="75928" x="8369300" y="5548313"/>
          <p14:tracePt t="75937" x="8393113" y="5548313"/>
          <p14:tracePt t="75945" x="8418513" y="5548313"/>
          <p14:tracePt t="75953" x="8475663" y="5530850"/>
          <p14:tracePt t="75967" x="8518525" y="5530850"/>
          <p14:tracePt t="75969" x="8559800" y="5514975"/>
          <p14:tracePt t="75983" x="8616950" y="5514975"/>
          <p14:tracePt t="75986" x="8675688" y="5507038"/>
          <p14:tracePt t="76000" x="8699500" y="5489575"/>
          <p14:tracePt t="76002" x="8724900" y="5489575"/>
          <p14:tracePt t="76016" x="8742363" y="5489575"/>
          <p14:tracePt t="76026" x="8758238" y="5489575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5BE15-6F84-456F-6EFD-2D7D9FD2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Priority Sampling Estimator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43A96E8-CEB7-6818-24E6-3E10A87F1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20177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idea is that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element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sample contributes an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unbiased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estimate of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)]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that the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estimator is unbiased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First, if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𝕀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(which will be proved later), where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indicator, then we have the following.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total estimator is unbiased.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43A96E8-CEB7-6818-24E6-3E10A87F1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20177" cy="4351338"/>
              </a:xfrm>
              <a:blipFill>
                <a:blip r:embed="rId5"/>
                <a:stretch>
                  <a:fillRect l="-871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 descr="一張含有 文字, 字型, 圖表, 印刷術 的圖片&#10;&#10;AI 產生的內容可能不正確。">
            <a:extLst>
              <a:ext uri="{FF2B5EF4-FFF2-40B4-BE49-F238E27FC236}">
                <a16:creationId xmlns:a16="http://schemas.microsoft.com/office/drawing/2014/main" id="{A4F00EA8-30C4-8AEF-83B7-883FBD626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377" y="2152315"/>
            <a:ext cx="4934744" cy="4024648"/>
          </a:xfrm>
          <a:prstGeom prst="rect">
            <a:avLst/>
          </a:prstGeom>
        </p:spPr>
      </p:pic>
      <p:pic>
        <p:nvPicPr>
          <p:cNvPr id="12" name="音訊 11">
            <a:extLst>
              <a:ext uri="{FF2B5EF4-FFF2-40B4-BE49-F238E27FC236}">
                <a16:creationId xmlns:a16="http://schemas.microsoft.com/office/drawing/2014/main" id="{2A5E65A3-C520-4BE4-4191-FBE371FAA9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3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40"/>
    </mc:Choice>
    <mc:Fallback xmlns="">
      <p:transition spd="slow" advTm="1099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54" x="8518525" y="5489575"/>
          <p14:tracePt t="760" x="8369300" y="5473700"/>
          <p14:tracePt t="770" x="8210550" y="5432425"/>
          <p14:tracePt t="776" x="8027988" y="5422900"/>
          <p14:tracePt t="787" x="7878763" y="5389563"/>
          <p14:tracePt t="792" x="7696200" y="5332413"/>
          <p14:tracePt t="802" x="7539038" y="5265738"/>
          <p14:tracePt t="808" x="7356475" y="5199063"/>
          <p14:tracePt t="818" x="6942138" y="5000625"/>
          <p14:tracePt t="824" x="6518275" y="4818063"/>
          <p14:tracePt t="835" x="6311900" y="4718050"/>
          <p14:tracePt t="840" x="5988050" y="4552950"/>
          <p14:tracePt t="851" x="5673725" y="4370388"/>
          <p14:tracePt t="856" x="5373688" y="4179888"/>
          <p14:tracePt t="868" x="5108575" y="3997325"/>
          <p14:tracePt t="872" x="4918075" y="3814763"/>
          <p14:tracePt t="885" x="4719638" y="3648075"/>
          <p14:tracePt t="889" x="4694238" y="3590925"/>
          <p14:tracePt t="901" x="4594225" y="3475038"/>
          <p14:tracePt t="905" x="4511675" y="3367088"/>
          <p14:tracePt t="920" x="4470400" y="3267075"/>
          <p14:tracePt t="923" x="4429125" y="3117850"/>
          <p14:tracePt t="935" x="4411663" y="3027363"/>
          <p14:tracePt t="938" x="4411663" y="2935288"/>
          <p14:tracePt t="951" x="4411663" y="2778125"/>
          <p14:tracePt t="954" x="4429125" y="2628900"/>
          <p14:tracePt t="968" x="4486275" y="2495550"/>
          <p14:tracePt t="971" x="4578350" y="2330450"/>
          <p14:tracePt t="985" x="4694238" y="2189163"/>
          <p14:tracePt t="986" x="4818063" y="2039938"/>
          <p14:tracePt t="994" x="5000625" y="1898650"/>
          <p14:tracePt t="1002" x="5183188" y="1757363"/>
          <p14:tracePt t="1010" x="5373688" y="1633538"/>
          <p14:tracePt t="1019" x="5599113" y="1566863"/>
          <p14:tracePt t="1026" x="5780088" y="1484313"/>
          <p14:tracePt t="1035" x="6005513" y="1425575"/>
          <p14:tracePt t="1042" x="6186488" y="1368425"/>
          <p14:tracePt t="1052" x="6411913" y="1350963"/>
          <p14:tracePt t="1058" x="6635750" y="1327150"/>
          <p14:tracePt t="1068" x="6818313" y="1327150"/>
          <p14:tracePt t="1075" x="6967538" y="1327150"/>
          <p14:tracePt t="1085" x="7042150" y="1327150"/>
          <p14:tracePt t="1091" x="7124700" y="1327150"/>
          <p14:tracePt t="1101" x="7191375" y="1327150"/>
          <p14:tracePt t="1107" x="7224713" y="1343025"/>
          <p14:tracePt t="1118" x="7248525" y="1343025"/>
          <p14:tracePt t="1123" x="7265988" y="1350963"/>
          <p14:tracePt t="1147" x="7265988" y="1368425"/>
          <p14:tracePt t="1163" x="7248525" y="1368425"/>
          <p14:tracePt t="1171" x="7124700" y="1368425"/>
          <p14:tracePt t="1179" x="7024688" y="1384300"/>
          <p14:tracePt t="1187" x="6842125" y="1384300"/>
          <p14:tracePt t="1195" x="6453188" y="1384300"/>
          <p14:tracePt t="1204" x="6145213" y="1384300"/>
          <p14:tracePt t="1211" x="5756275" y="1384300"/>
          <p14:tracePt t="1220" x="5556250" y="1384300"/>
          <p14:tracePt t="1228" x="5224463" y="1384300"/>
          <p14:tracePt t="1236" x="4876800" y="1384300"/>
          <p14:tracePt t="1244" x="4570413" y="1384300"/>
          <p14:tracePt t="1252" x="4305300" y="1384300"/>
          <p14:tracePt t="1260" x="4089400" y="1343025"/>
          <p14:tracePt t="1268" x="4038600" y="1327150"/>
          <p14:tracePt t="1276" x="3881438" y="1301750"/>
          <p14:tracePt t="1285" x="3781425" y="1268413"/>
          <p14:tracePt t="1292" x="3716338" y="1260475"/>
          <p14:tracePt t="1301" x="3657600" y="1244600"/>
          <p14:tracePt t="1309" x="3616325" y="1219200"/>
          <p14:tracePt t="1318" x="3598863" y="1201738"/>
          <p14:tracePt t="1325" x="3575050" y="1201738"/>
          <p14:tracePt t="1334" x="3557588" y="1185863"/>
          <p14:tracePt t="1341" x="3557588" y="1169988"/>
          <p14:tracePt t="1349" x="3549650" y="1160463"/>
          <p14:tracePt t="1357" x="3549650" y="1144588"/>
          <p14:tracePt t="1365" x="3533775" y="1144588"/>
          <p14:tracePt t="1373" x="3533775" y="1127125"/>
          <p14:tracePt t="1381" x="3533775" y="1119188"/>
          <p14:tracePt t="1397" x="3533775" y="1103313"/>
          <p14:tracePt t="1430" x="3549650" y="1085850"/>
          <p14:tracePt t="1438" x="3575050" y="1085850"/>
          <p14:tracePt t="1446" x="3673475" y="1062038"/>
          <p14:tracePt t="1454" x="3798888" y="1044575"/>
          <p14:tracePt t="1462" x="3956050" y="1003300"/>
          <p14:tracePt t="1470" x="4105275" y="977900"/>
          <p14:tracePt t="1478" x="4313238" y="954088"/>
          <p14:tracePt t="1486" x="4578350" y="903288"/>
          <p14:tracePt t="1494" x="4835525" y="895350"/>
          <p14:tracePt t="1502" x="5100638" y="862013"/>
          <p14:tracePt t="1510" x="5365750" y="862013"/>
          <p14:tracePt t="1518" x="5573713" y="854075"/>
          <p14:tracePt t="1527" x="5764213" y="854075"/>
          <p14:tracePt t="1538" x="5946775" y="854075"/>
          <p14:tracePt t="1542" x="6129338" y="854075"/>
          <p14:tracePt t="1552" x="6311900" y="854075"/>
          <p14:tracePt t="1559" x="6469063" y="854075"/>
          <p14:tracePt t="1568" x="6618288" y="854075"/>
          <p14:tracePt t="1575" x="6677025" y="854075"/>
          <p14:tracePt t="1584" x="6775450" y="879475"/>
          <p14:tracePt t="1591" x="6867525" y="920750"/>
          <p14:tracePt t="1600" x="6942138" y="962025"/>
          <p14:tracePt t="1607" x="6999288" y="995363"/>
          <p14:tracePt t="1615" x="7042150" y="1036638"/>
          <p14:tracePt t="1624" x="7065963" y="1044575"/>
          <p14:tracePt t="1631" x="7083425" y="1077913"/>
          <p14:tracePt t="1640" x="7091363" y="1103313"/>
          <p14:tracePt t="1656" x="7091363" y="1119188"/>
          <p14:tracePt t="1664" x="7091363" y="1127125"/>
          <p14:tracePt t="1680" x="7091363" y="1144588"/>
          <p14:tracePt t="1688" x="7091363" y="1160463"/>
          <p14:tracePt t="1704" x="7091363" y="1169988"/>
          <p14:tracePt t="1712" x="7083425" y="1185863"/>
          <p14:tracePt t="1720" x="7024688" y="1219200"/>
          <p14:tracePt t="1728" x="6967538" y="1227138"/>
          <p14:tracePt t="1736" x="6867525" y="1268413"/>
          <p14:tracePt t="1744" x="6759575" y="1327150"/>
          <p14:tracePt t="1752" x="6635750" y="1368425"/>
          <p14:tracePt t="1761" x="6477000" y="1393825"/>
          <p14:tracePt t="1769" x="6294438" y="1435100"/>
          <p14:tracePt t="1777" x="6070600" y="1484313"/>
          <p14:tracePt t="1785" x="5630863" y="1533525"/>
          <p14:tracePt t="1793" x="5499100" y="1550988"/>
          <p14:tracePt t="1801" x="5275263" y="1566863"/>
          <p14:tracePt t="1809" x="5059363" y="1566863"/>
          <p14:tracePt t="1818" x="5018088" y="1566863"/>
          <p14:tracePt t="1825" x="4860925" y="1566863"/>
          <p14:tracePt t="1834" x="4760913" y="1566863"/>
          <p14:tracePt t="1841" x="4694238" y="1566863"/>
          <p14:tracePt t="1851" x="4635500" y="1566863"/>
          <p14:tracePt t="1857" x="4594225" y="1566863"/>
          <p14:tracePt t="1865" x="4578350" y="1550988"/>
          <p14:tracePt t="1874" x="4552950" y="1550988"/>
          <p14:tracePt t="1882" x="4552950" y="1533525"/>
          <p14:tracePt t="1890" x="4537075" y="1533525"/>
          <p14:tracePt t="1898" x="4537075" y="1525588"/>
          <p14:tracePt t="1930" x="4537075" y="1509713"/>
          <p14:tracePt t="1962" x="4570413" y="1492250"/>
          <p14:tracePt t="1970" x="4594225" y="1484313"/>
          <p14:tracePt t="1979" x="4652963" y="1468438"/>
          <p14:tracePt t="1986" x="4719638" y="1435100"/>
          <p14:tracePt t="1995" x="4818063" y="1409700"/>
          <p14:tracePt t="2003" x="4918075" y="1384300"/>
          <p14:tracePt t="2011" x="5041900" y="1350963"/>
          <p14:tracePt t="2019" x="5149850" y="1327150"/>
          <p14:tracePt t="2027" x="5275263" y="1301750"/>
          <p14:tracePt t="2035" x="5332413" y="1285875"/>
          <p14:tracePt t="2043" x="5514975" y="1244600"/>
          <p14:tracePt t="2052" x="5640388" y="1227138"/>
          <p14:tracePt t="2059" x="5738813" y="1201738"/>
          <p14:tracePt t="2068" x="5854700" y="1185863"/>
          <p14:tracePt t="2076" x="6005513" y="1169988"/>
          <p14:tracePt t="2085" x="6162675" y="1160463"/>
          <p14:tracePt t="2092" x="6311900" y="1160463"/>
          <p14:tracePt t="2101" x="6469063" y="1160463"/>
          <p14:tracePt t="2108" x="6618288" y="1160463"/>
          <p14:tracePt t="2117" x="6775450" y="1160463"/>
          <p14:tracePt t="2124" x="6883400" y="1160463"/>
          <p14:tracePt t="2132" x="7008813" y="1160463"/>
          <p14:tracePt t="2140" x="7132638" y="1169988"/>
          <p14:tracePt t="2148" x="7232650" y="1219200"/>
          <p14:tracePt t="2156" x="7348538" y="1268413"/>
          <p14:tracePt t="2164" x="7415213" y="1309688"/>
          <p14:tracePt t="2173" x="7439025" y="1327150"/>
          <p14:tracePt t="2180" x="7531100" y="1384300"/>
          <p14:tracePt t="2189" x="7580313" y="1409700"/>
          <p14:tracePt t="2197" x="7654925" y="1450975"/>
          <p14:tracePt t="2205" x="7705725" y="1484313"/>
          <p14:tracePt t="2213" x="7762875" y="1509713"/>
          <p14:tracePt t="2221" x="7845425" y="1566863"/>
          <p14:tracePt t="2229" x="7878763" y="1576388"/>
          <p14:tracePt t="2237" x="7929563" y="1617663"/>
          <p14:tracePt t="2245" x="8045450" y="1692275"/>
          <p14:tracePt t="2253" x="8061325" y="1700213"/>
          <p14:tracePt t="2261" x="8112125" y="1749425"/>
          <p14:tracePt t="2269" x="8169275" y="1790700"/>
          <p14:tracePt t="2277" x="8210550" y="1816100"/>
          <p14:tracePt t="2285" x="8235950" y="1831975"/>
          <p14:tracePt t="2293" x="8269288" y="1841500"/>
          <p14:tracePt t="2302" x="8269288" y="1857375"/>
          <p14:tracePt t="2310" x="8285163" y="1874838"/>
          <p14:tracePt t="2318" x="8293100" y="1874838"/>
          <p14:tracePt t="2326" x="8293100" y="1882775"/>
          <p14:tracePt t="2358" x="8269288" y="1882775"/>
          <p14:tracePt t="2367" x="8210550" y="1882775"/>
          <p14:tracePt t="2374" x="8143875" y="1882775"/>
          <p14:tracePt t="2382" x="8045450" y="1882775"/>
          <p14:tracePt t="2390" x="7945438" y="1882775"/>
          <p14:tracePt t="2398" x="7837488" y="1882775"/>
          <p14:tracePt t="2407" x="7705725" y="1882775"/>
          <p14:tracePt t="2414" x="7556500" y="1882775"/>
          <p14:tracePt t="2423" x="7431088" y="1882775"/>
          <p14:tracePt t="2431" x="7315200" y="1882775"/>
          <p14:tracePt t="2439" x="7165975" y="1882775"/>
          <p14:tracePt t="2447" x="7042150" y="1882775"/>
          <p14:tracePt t="2455" x="6942138" y="1882775"/>
          <p14:tracePt t="2463" x="6818313" y="1857375"/>
          <p14:tracePt t="2471" x="6659563" y="1841500"/>
          <p14:tracePt t="2479" x="6510338" y="1816100"/>
          <p14:tracePt t="2487" x="6369050" y="1774825"/>
          <p14:tracePt t="2495" x="6311900" y="1757363"/>
          <p14:tracePt t="2503" x="6186488" y="1749425"/>
          <p14:tracePt t="2512" x="6088063" y="1716088"/>
          <p14:tracePt t="2519" x="6021388" y="1700213"/>
          <p14:tracePt t="2528" x="5946775" y="1692275"/>
          <p14:tracePt t="2540" x="5897563" y="1658938"/>
          <p14:tracePt t="2544" x="5838825" y="1651000"/>
          <p14:tracePt t="2552" x="5805488" y="1633538"/>
          <p14:tracePt t="2560" x="5764213" y="1617663"/>
          <p14:tracePt t="2568" x="5722938" y="1592263"/>
          <p14:tracePt t="2576" x="5640388" y="1533525"/>
          <p14:tracePt t="2585" x="5630863" y="1525588"/>
          <p14:tracePt t="2592" x="5573713" y="1468438"/>
          <p14:tracePt t="2601" x="5499100" y="1384300"/>
          <p14:tracePt t="2608" x="5491163" y="1368425"/>
          <p14:tracePt t="2618" x="5448300" y="1327150"/>
          <p14:tracePt t="2624" x="5416550" y="1268413"/>
          <p14:tracePt t="2634" x="5391150" y="1219200"/>
          <p14:tracePt t="2640" x="5373688" y="1160463"/>
          <p14:tracePt t="2651" x="5349875" y="1119188"/>
          <p14:tracePt t="2657" x="5332413" y="1036638"/>
          <p14:tracePt t="2668" x="5324475" y="995363"/>
          <p14:tracePt t="2673" x="5324475" y="903288"/>
          <p14:tracePt t="2685" x="5324475" y="879475"/>
          <p14:tracePt t="2689" x="5324475" y="820738"/>
          <p14:tracePt t="2701" x="5324475" y="795338"/>
          <p14:tracePt t="2705" x="5324475" y="771525"/>
          <p14:tracePt t="2718" x="5324475" y="754063"/>
          <p14:tracePt t="2721" x="5324475" y="730250"/>
          <p14:tracePt t="2734" x="5349875" y="696913"/>
          <p14:tracePt t="2738" x="5373688" y="696913"/>
          <p14:tracePt t="2751" x="5432425" y="671513"/>
          <p14:tracePt t="2754" x="5532438" y="638175"/>
          <p14:tracePt t="2768" x="5656263" y="630238"/>
          <p14:tracePt t="2771" x="5946775" y="588963"/>
          <p14:tracePt t="2785" x="6070600" y="571500"/>
          <p14:tracePt t="2787" x="6294438" y="571500"/>
          <p14:tracePt t="2801" x="6518275" y="571500"/>
          <p14:tracePt t="2802" x="6734175" y="571500"/>
          <p14:tracePt t="2810" x="6999288" y="571500"/>
          <p14:tracePt t="2818" x="7224713" y="571500"/>
          <p14:tracePt t="2826" x="7472363" y="571500"/>
          <p14:tracePt t="2835" x="7696200" y="571500"/>
          <p14:tracePt t="2843" x="7878763" y="596900"/>
          <p14:tracePt t="2852" x="8027988" y="655638"/>
          <p14:tracePt t="2859" x="8186738" y="712788"/>
          <p14:tracePt t="2868" x="8310563" y="754063"/>
          <p14:tracePt t="2875" x="8418513" y="820738"/>
          <p14:tracePt t="2885" x="8534400" y="895350"/>
          <p14:tracePt t="2891" x="8634413" y="977900"/>
          <p14:tracePt t="2901" x="8716963" y="1044575"/>
          <p14:tracePt t="2907" x="8742363" y="1077913"/>
          <p14:tracePt t="2918" x="8816975" y="1160463"/>
          <p14:tracePt t="2923" x="8866188" y="1227138"/>
          <p14:tracePt t="2934" x="8907463" y="1268413"/>
          <p14:tracePt t="2939" x="8940800" y="1327150"/>
          <p14:tracePt t="2951" x="8966200" y="1350963"/>
          <p14:tracePt t="2956" x="8982075" y="1384300"/>
          <p14:tracePt t="2968" x="8990013" y="1409700"/>
          <p14:tracePt t="2972" x="8990013" y="1425575"/>
          <p14:tracePt t="2984" x="8990013" y="1435100"/>
          <p14:tracePt t="2996" x="8990013" y="1450975"/>
          <p14:tracePt t="3004" x="8990013" y="1468438"/>
          <p14:tracePt t="3012" x="8990013" y="1484313"/>
          <p14:tracePt t="3020" x="8966200" y="1492250"/>
          <p14:tracePt t="3028" x="8948738" y="1509713"/>
          <p14:tracePt t="3036" x="8907463" y="1525588"/>
          <p14:tracePt t="3044" x="8882063" y="1533525"/>
          <p14:tracePt t="3052" x="8840788" y="1550988"/>
          <p14:tracePt t="3060" x="8742363" y="1592263"/>
          <p14:tracePt t="3068" x="8683625" y="1608138"/>
          <p14:tracePt t="3077" x="8616950" y="1617663"/>
          <p14:tracePt t="3085" x="8518525" y="1633538"/>
          <p14:tracePt t="3093" x="8451850" y="1651000"/>
          <p14:tracePt t="3101" x="8351838" y="1658938"/>
          <p14:tracePt t="3109" x="8251825" y="1674813"/>
          <p14:tracePt t="3118" x="8169275" y="1692275"/>
          <p14:tracePt t="3125" x="8069263" y="1700213"/>
          <p14:tracePt t="3135" x="8027988" y="1700213"/>
          <p14:tracePt t="3141" x="7929563" y="1700213"/>
          <p14:tracePt t="3151" x="7862888" y="1700213"/>
          <p14:tracePt t="3157" x="7796213" y="1700213"/>
          <p14:tracePt t="3168" x="7721600" y="1700213"/>
          <p14:tracePt t="3173" x="7662863" y="1700213"/>
          <p14:tracePt t="3185" x="7621588" y="1700213"/>
          <p14:tracePt t="3190" x="7597775" y="1692275"/>
          <p14:tracePt t="3201" x="7556500" y="1692275"/>
          <p14:tracePt t="3206" x="7539038" y="1674813"/>
          <p14:tracePt t="3218" x="7531100" y="1674813"/>
          <p14:tracePt t="3222" x="7513638" y="1658938"/>
          <p14:tracePt t="3278" x="7513638" y="1651000"/>
          <p14:tracePt t="3294" x="7556500" y="1651000"/>
          <p14:tracePt t="3302" x="7639050" y="1651000"/>
          <p14:tracePt t="3311" x="7762875" y="1651000"/>
          <p14:tracePt t="3319" x="7920038" y="1651000"/>
          <p14:tracePt t="3327" x="8143875" y="1651000"/>
          <p14:tracePt t="3335" x="8326438" y="1651000"/>
          <p14:tracePt t="3343" x="8550275" y="1651000"/>
          <p14:tracePt t="3351" x="8766175" y="1692275"/>
          <p14:tracePt t="3359" x="8948738" y="1749425"/>
          <p14:tracePt t="3368" x="9131300" y="1800225"/>
          <p14:tracePt t="3375" x="9288463" y="1857375"/>
          <p14:tracePt t="3385" x="9437688" y="1898650"/>
          <p14:tracePt t="3392" x="9563100" y="1965325"/>
          <p14:tracePt t="3401" x="9653588" y="2014538"/>
          <p14:tracePt t="3407" x="9694863" y="2039938"/>
          <p14:tracePt t="3417" x="9761538" y="2081213"/>
          <p14:tracePt t="3424" x="9820275" y="2122488"/>
          <p14:tracePt t="3432" x="9861550" y="2147888"/>
          <p14:tracePt t="3440" x="9902825" y="2181225"/>
          <p14:tracePt t="3448" x="9902825" y="2189163"/>
          <p14:tracePt t="3456" x="9918700" y="2206625"/>
          <p14:tracePt t="3464" x="9928225" y="2206625"/>
          <p14:tracePt t="3472" x="9944100" y="2222500"/>
          <p14:tracePt t="3488" x="9944100" y="2230438"/>
          <p14:tracePt t="3593" x="9944100" y="2247900"/>
          <p14:tracePt t="3633" x="9944100" y="2263775"/>
          <p14:tracePt t="3642" x="9944100" y="2289175"/>
          <p14:tracePt t="3651" x="9944100" y="2322513"/>
          <p14:tracePt t="3658" x="9944100" y="2346325"/>
          <p14:tracePt t="5580" x="9902825" y="2346325"/>
          <p14:tracePt t="5587" x="9869488" y="2363788"/>
          <p14:tracePt t="5595" x="9786938" y="2387600"/>
          <p14:tracePt t="5603" x="9694863" y="2430463"/>
          <p14:tracePt t="5612" x="9578975" y="2471738"/>
          <p14:tracePt t="5619" x="9313863" y="2570163"/>
          <p14:tracePt t="5628" x="9131300" y="2595563"/>
          <p14:tracePt t="5636" x="8982075" y="2628900"/>
          <p14:tracePt t="5644" x="8716963" y="2670175"/>
          <p14:tracePt t="5652" x="8501063" y="2678113"/>
          <p14:tracePt t="5660" x="8285163" y="2695575"/>
          <p14:tracePt t="5668" x="8186738" y="2695575"/>
          <p14:tracePt t="5676" x="8027988" y="2695575"/>
          <p14:tracePt t="5685" x="7929563" y="2695575"/>
          <p14:tracePt t="5692" x="7862888" y="2695575"/>
          <p14:tracePt t="5701" x="7804150" y="2695575"/>
          <p14:tracePt t="5708" x="7780338" y="2695575"/>
          <p14:tracePt t="5718" x="7762875" y="2695575"/>
          <p14:tracePt t="5725" x="7754938" y="2695575"/>
          <p14:tracePt t="5789" x="7780338" y="2678113"/>
          <p14:tracePt t="5797" x="7837488" y="2670175"/>
          <p14:tracePt t="5805" x="7886700" y="2654300"/>
          <p14:tracePt t="5813" x="7986713" y="2628900"/>
          <p14:tracePt t="5822" x="8102600" y="2595563"/>
          <p14:tracePt t="5830" x="8285163" y="2554288"/>
          <p14:tracePt t="5838" x="8475663" y="2546350"/>
          <p14:tracePt t="5846" x="8658225" y="2513013"/>
          <p14:tracePt t="5854" x="8882063" y="2513013"/>
          <p14:tracePt t="5862" x="9064625" y="2513013"/>
          <p14:tracePt t="5870" x="9512300" y="2513013"/>
          <p14:tracePt t="5878" x="9779000" y="2513013"/>
          <p14:tracePt t="5886" x="9928225" y="2546350"/>
          <p14:tracePt t="5894" x="10185400" y="2628900"/>
          <p14:tracePt t="5902" x="10417175" y="2736850"/>
          <p14:tracePt t="5910" x="10656888" y="2860675"/>
          <p14:tracePt t="5918" x="10864850" y="2986088"/>
          <p14:tracePt t="5926" x="11031538" y="3125788"/>
          <p14:tracePt t="5935" x="11196638" y="3241675"/>
          <p14:tracePt t="5942" x="11337925" y="3382963"/>
          <p14:tracePt t="5952" x="11379200" y="3424238"/>
          <p14:tracePt t="5959" x="11495088" y="3516313"/>
          <p14:tracePt t="5968" x="11561763" y="3606800"/>
          <p14:tracePt t="5975" x="11603038" y="3648075"/>
          <p14:tracePt t="5985" x="11636375" y="3690938"/>
          <p14:tracePt t="5991" x="11644313" y="3714750"/>
          <p14:tracePt t="6001" x="11661775" y="3732213"/>
          <p14:tracePt t="6007" x="11677650" y="3740150"/>
          <p14:tracePt t="6018" x="11677650" y="3756025"/>
          <p14:tracePt t="6040" x="11677650" y="3773488"/>
          <p14:tracePt t="6096" x="11661775" y="3773488"/>
          <p14:tracePt t="6104" x="11620500" y="3773488"/>
          <p14:tracePt t="6112" x="11595100" y="3773488"/>
          <p14:tracePt t="6120" x="11503025" y="3756025"/>
          <p14:tracePt t="6128" x="11353800" y="3657600"/>
          <p14:tracePt t="6669" x="11337925" y="3657600"/>
          <p14:tracePt t="6677" x="11271250" y="3657600"/>
          <p14:tracePt t="6685" x="11072813" y="3657600"/>
          <p14:tracePt t="6693" x="10864850" y="3657600"/>
          <p14:tracePt t="6702" x="10599738" y="3690938"/>
          <p14:tracePt t="6710" x="10209213" y="3714750"/>
          <p14:tracePt t="6718" x="9861550" y="3714750"/>
          <p14:tracePt t="6726" x="9413875" y="3714750"/>
          <p14:tracePt t="6735" x="9007475" y="3714750"/>
          <p14:tracePt t="6742" x="8501063" y="3714750"/>
          <p14:tracePt t="6751" x="8004175" y="3714750"/>
          <p14:tracePt t="6758" x="7439025" y="3714750"/>
          <p14:tracePt t="6768" x="6867525" y="3714750"/>
          <p14:tracePt t="6774" x="6311900" y="3648075"/>
          <p14:tracePt t="6782" x="5681663" y="3549650"/>
          <p14:tracePt t="6790" x="5059363" y="3449638"/>
          <p14:tracePt t="6798" x="4843463" y="3408363"/>
          <p14:tracePt t="6806" x="4387850" y="3325813"/>
          <p14:tracePt t="6815" x="3997325" y="3251200"/>
          <p14:tracePt t="6822" x="3865563" y="3241675"/>
          <p14:tracePt t="6831" x="3616325" y="3167063"/>
          <p14:tracePt t="6839" x="3425825" y="3125788"/>
          <p14:tracePt t="6847" x="3309938" y="3117850"/>
          <p14:tracePt t="6855" x="3209925" y="3084513"/>
          <p14:tracePt t="6863" x="3143250" y="3076575"/>
          <p14:tracePt t="6871" x="3086100" y="3076575"/>
          <p14:tracePt t="6879" x="3043238" y="3060700"/>
          <p14:tracePt t="6887" x="3019425" y="3043238"/>
          <p14:tracePt t="6895" x="2986088" y="3043238"/>
          <p14:tracePt t="6903" x="2978150" y="3027363"/>
          <p14:tracePt t="6911" x="2960688" y="3017838"/>
          <p14:tracePt t="6919" x="2944813" y="3017838"/>
          <p14:tracePt t="6928" x="2935288" y="3001963"/>
          <p14:tracePt t="6936" x="2919413" y="2986088"/>
          <p14:tracePt t="6944" x="2903538" y="2976563"/>
          <p14:tracePt t="6960" x="2894013" y="2960688"/>
          <p14:tracePt t="6968" x="2894013" y="2943225"/>
          <p14:tracePt t="6976" x="2878138" y="2919413"/>
          <p14:tracePt t="6984" x="2878138" y="2901950"/>
          <p14:tracePt t="7001" x="2878138" y="2894013"/>
          <p14:tracePt t="7008" x="2878138" y="2878138"/>
          <p14:tracePt t="7018" x="2878138" y="2860675"/>
          <p14:tracePt t="7034" x="2878138" y="2852738"/>
          <p14:tracePt t="7048" x="2878138" y="2836863"/>
          <p14:tracePt t="7057" x="2878138" y="2819400"/>
          <p14:tracePt t="7065" x="2919413" y="2819400"/>
          <p14:tracePt t="7073" x="2986088" y="2794000"/>
          <p14:tracePt t="7081" x="3060700" y="2778125"/>
          <p14:tracePt t="7089" x="3184525" y="2760663"/>
          <p14:tracePt t="7097" x="3309938" y="2752725"/>
          <p14:tracePt t="7105" x="3467100" y="2736850"/>
          <p14:tracePt t="7113" x="3616325" y="2736850"/>
          <p14:tracePt t="7121" x="3732213" y="2736850"/>
          <p14:tracePt t="7129" x="3881438" y="2736850"/>
          <p14:tracePt t="7137" x="4005263" y="2736850"/>
          <p14:tracePt t="7146" x="4164013" y="2736850"/>
          <p14:tracePt t="7154" x="4346575" y="2736850"/>
          <p14:tracePt t="7161" x="4495800" y="2736850"/>
          <p14:tracePt t="7170" x="4619625" y="2778125"/>
          <p14:tracePt t="7178" x="4776788" y="2811463"/>
          <p14:tracePt t="7186" x="4818063" y="2852738"/>
          <p14:tracePt t="7194" x="4918075" y="2878138"/>
          <p14:tracePt t="7202" x="5026025" y="2935288"/>
          <p14:tracePt t="7210" x="5100638" y="2976563"/>
          <p14:tracePt t="7218" x="5167313" y="2986088"/>
          <p14:tracePt t="7226" x="5224463" y="3027363"/>
          <p14:tracePt t="7235" x="5267325" y="3060700"/>
          <p14:tracePt t="7242" x="5308600" y="3084513"/>
          <p14:tracePt t="7251" x="5349875" y="3101975"/>
          <p14:tracePt t="7258" x="5365750" y="3125788"/>
          <p14:tracePt t="7268" x="5373688" y="3125788"/>
          <p14:tracePt t="7275" x="5391150" y="3125788"/>
          <p14:tracePt t="7284" x="5391150" y="3143250"/>
          <p14:tracePt t="7291" x="5407025" y="3143250"/>
          <p14:tracePt t="7307" x="5407025" y="3159125"/>
          <p14:tracePt t="7388" x="5391150" y="3159125"/>
          <p14:tracePt t="7396" x="5365750" y="3159125"/>
          <p14:tracePt t="7404" x="5275263" y="3159125"/>
          <p14:tracePt t="7412" x="5267325" y="3159125"/>
          <p14:tracePt t="7420" x="5192713" y="3143250"/>
          <p14:tracePt t="7435" x="5108575" y="3125788"/>
          <p14:tracePt t="7436" x="5000625" y="3101975"/>
          <p14:tracePt t="7444" x="4918075" y="3076575"/>
          <p14:tracePt t="7452" x="4835525" y="3027363"/>
          <p14:tracePt t="7460" x="4735513" y="3001963"/>
          <p14:tracePt t="7468" x="4611688" y="2976563"/>
          <p14:tracePt t="7476" x="4511675" y="2943225"/>
          <p14:tracePt t="7484" x="4354513" y="2894013"/>
          <p14:tracePt t="7493" x="4229100" y="2860675"/>
          <p14:tracePt t="7502" x="4089400" y="2819400"/>
          <p14:tracePt t="7509" x="3898900" y="2760663"/>
          <p14:tracePt t="7518" x="3716338" y="2719388"/>
          <p14:tracePt t="7525" x="3492500" y="2670175"/>
          <p14:tracePt t="7537" x="3333750" y="2611438"/>
          <p14:tracePt t="7543" x="3267075" y="2587625"/>
          <p14:tracePt t="7551" x="3143250" y="2546350"/>
          <p14:tracePt t="7557" x="3060700" y="2513013"/>
          <p14:tracePt t="7568" x="2978150" y="2487613"/>
          <p14:tracePt t="7573" x="2935288" y="2454275"/>
          <p14:tracePt t="7584" x="2878138" y="2430463"/>
          <p14:tracePt t="7590" x="2836863" y="2413000"/>
          <p14:tracePt t="7601" x="2819400" y="2405063"/>
          <p14:tracePt t="7606" x="2803525" y="2387600"/>
          <p14:tracePt t="7618" x="2795588" y="2371725"/>
          <p14:tracePt t="7630" x="2778125" y="2371725"/>
          <p14:tracePt t="7638" x="2778125" y="2363788"/>
          <p14:tracePt t="7662" x="2778125" y="2346325"/>
          <p14:tracePt t="7670" x="2762250" y="2346325"/>
          <p14:tracePt t="7711" x="2762250" y="2330450"/>
          <p14:tracePt t="7727" x="2754313" y="2330450"/>
          <p14:tracePt t="7735" x="2754313" y="2322513"/>
          <p14:tracePt t="7743" x="2754313" y="2305050"/>
          <p14:tracePt t="7759" x="2754313" y="2289175"/>
          <p14:tracePt t="7768" x="2736850" y="2281238"/>
          <p14:tracePt t="7775" x="2736850" y="2263775"/>
          <p14:tracePt t="7784" x="2736850" y="2247900"/>
          <p14:tracePt t="7792" x="2736850" y="2230438"/>
          <p14:tracePt t="7807" x="2736850" y="2222500"/>
          <p14:tracePt t="7816" x="2736850" y="2206625"/>
          <p14:tracePt t="7840" x="2736850" y="2189163"/>
          <p14:tracePt t="7848" x="2754313" y="2181225"/>
          <p14:tracePt t="7856" x="2795588" y="2147888"/>
          <p14:tracePt t="7864" x="2894013" y="2106613"/>
          <p14:tracePt t="7872" x="3019425" y="2065338"/>
          <p14:tracePt t="7880" x="3168650" y="2014538"/>
          <p14:tracePt t="7888" x="3351213" y="1965325"/>
          <p14:tracePt t="7896" x="3575050" y="1924050"/>
          <p14:tracePt t="7905" x="3641725" y="1924050"/>
          <p14:tracePt t="7913" x="3798888" y="1898650"/>
          <p14:tracePt t="7921" x="3922713" y="1882775"/>
          <p14:tracePt t="7929" x="4022725" y="1882775"/>
          <p14:tracePt t="7937" x="4089400" y="1882775"/>
          <p14:tracePt t="7945" x="4164013" y="1882775"/>
          <p14:tracePt t="7953" x="4221163" y="1882775"/>
          <p14:tracePt t="7961" x="4271963" y="1882775"/>
          <p14:tracePt t="7969" x="4305300" y="1882775"/>
          <p14:tracePt t="7977" x="4346575" y="1882775"/>
          <p14:tracePt t="7985" x="4370388" y="1898650"/>
          <p14:tracePt t="7993" x="4429125" y="1916113"/>
          <p14:tracePt t="8001" x="4470400" y="1957388"/>
          <p14:tracePt t="8009" x="4511675" y="1965325"/>
          <p14:tracePt t="8018" x="4570413" y="2014538"/>
          <p14:tracePt t="8025" x="4619625" y="2065338"/>
          <p14:tracePt t="8035" x="4694238" y="2139950"/>
          <p14:tracePt t="8042" x="4735513" y="2181225"/>
          <p14:tracePt t="8051" x="4776788" y="2222500"/>
          <p14:tracePt t="8058" x="4818063" y="2281238"/>
          <p14:tracePt t="8068" x="4876800" y="2346325"/>
          <p14:tracePt t="8074" x="4902200" y="2387600"/>
          <p14:tracePt t="8084" x="4943475" y="2446338"/>
          <p14:tracePt t="8090" x="4984750" y="2487613"/>
          <p14:tracePt t="8101" x="5000625" y="2513013"/>
          <p14:tracePt t="8106" x="5026025" y="2528888"/>
          <p14:tracePt t="8117" x="5026025" y="2554288"/>
          <p14:tracePt t="8122" x="5026025" y="2570163"/>
          <p14:tracePt t="8134" x="5041900" y="2587625"/>
          <p14:tracePt t="8147" x="5041900" y="2595563"/>
          <p14:tracePt t="8171" x="5041900" y="2611438"/>
          <p14:tracePt t="8179" x="5026025" y="2628900"/>
          <p14:tracePt t="8187" x="5000625" y="2628900"/>
          <p14:tracePt t="8195" x="4926013" y="2654300"/>
          <p14:tracePt t="8203" x="4843463" y="2670175"/>
          <p14:tracePt t="8211" x="4752975" y="2695575"/>
          <p14:tracePt t="8219" x="4611688" y="2711450"/>
          <p14:tracePt t="8227" x="4486275" y="2736850"/>
          <p14:tracePt t="8235" x="4329113" y="2752725"/>
          <p14:tracePt t="8243" x="4146550" y="2778125"/>
          <p14:tracePt t="8251" x="3997325" y="2794000"/>
          <p14:tracePt t="8259" x="3814763" y="2794000"/>
          <p14:tracePt t="8268" x="3657600" y="2794000"/>
          <p14:tracePt t="8276" x="3508375" y="2794000"/>
          <p14:tracePt t="8284" x="3351213" y="2794000"/>
          <p14:tracePt t="8292" x="3225800" y="2794000"/>
          <p14:tracePt t="8302" x="3168650" y="2794000"/>
          <p14:tracePt t="8308" x="3086100" y="2794000"/>
          <p14:tracePt t="8317" x="2986088" y="2794000"/>
          <p14:tracePt t="8324" x="2919413" y="2778125"/>
          <p14:tracePt t="8334" x="2836863" y="2760663"/>
          <p14:tracePt t="8340" x="2795588" y="2752725"/>
          <p14:tracePt t="8348" x="2754313" y="2736850"/>
          <p14:tracePt t="8357" x="2711450" y="2719388"/>
          <p14:tracePt t="8365" x="2679700" y="2711450"/>
          <p14:tracePt t="8373" x="2654300" y="2695575"/>
          <p14:tracePt t="8381" x="2636838" y="2695575"/>
          <p14:tracePt t="8389" x="2628900" y="2678113"/>
          <p14:tracePt t="8397" x="2595563" y="2678113"/>
          <p14:tracePt t="8405" x="2587625" y="2670175"/>
          <p14:tracePt t="8413" x="2571750" y="2670175"/>
          <p14:tracePt t="8421" x="2554288" y="2670175"/>
          <p14:tracePt t="8429" x="2528888" y="2654300"/>
          <p14:tracePt t="8437" x="2471738" y="2636838"/>
          <p14:tracePt t="8446" x="2454275" y="2636838"/>
          <p14:tracePt t="8453" x="2389188" y="2636838"/>
          <p14:tracePt t="8461" x="2363788" y="2636838"/>
          <p14:tracePt t="8469" x="2305050" y="2636838"/>
          <p14:tracePt t="8477" x="2247900" y="2628900"/>
          <p14:tracePt t="8485" x="2206625" y="2611438"/>
          <p14:tracePt t="8494" x="2147888" y="2611438"/>
          <p14:tracePt t="8502" x="2106613" y="2587625"/>
          <p14:tracePt t="8510" x="2081213" y="2570163"/>
          <p14:tracePt t="8518" x="2039938" y="2554288"/>
          <p14:tracePt t="8526" x="2024063" y="2546350"/>
          <p14:tracePt t="8537" x="1998663" y="2513013"/>
          <p14:tracePt t="8543" x="1965325" y="2487613"/>
          <p14:tracePt t="8551" x="1941513" y="2446338"/>
          <p14:tracePt t="8558" x="1941513" y="2413000"/>
          <p14:tracePt t="8568" x="1924050" y="2387600"/>
          <p14:tracePt t="8574" x="1924050" y="2346325"/>
          <p14:tracePt t="8584" x="1924050" y="2322513"/>
          <p14:tracePt t="8591" x="1924050" y="2281238"/>
          <p14:tracePt t="8601" x="1924050" y="2263775"/>
          <p14:tracePt t="8607" x="1924050" y="2230438"/>
          <p14:tracePt t="8618" x="1924050" y="2206625"/>
          <p14:tracePt t="8631" x="1924050" y="2181225"/>
          <p14:tracePt t="8639" x="1924050" y="2163763"/>
          <p14:tracePt t="8647" x="1924050" y="2139950"/>
          <p14:tracePt t="8655" x="1941513" y="2106613"/>
          <p14:tracePt t="8663" x="1982788" y="2065338"/>
          <p14:tracePt t="8672" x="2039938" y="2024063"/>
          <p14:tracePt t="8679" x="2147888" y="1957388"/>
          <p14:tracePt t="8687" x="2273300" y="1898650"/>
          <p14:tracePt t="8696" x="2430463" y="1841500"/>
          <p14:tracePt t="8704" x="2571750" y="1774825"/>
          <p14:tracePt t="8712" x="2720975" y="1716088"/>
          <p14:tracePt t="8720" x="2878138" y="1674813"/>
          <p14:tracePt t="8728" x="2944813" y="1658938"/>
          <p14:tracePt t="8736" x="3168650" y="1617663"/>
          <p14:tracePt t="8744" x="3292475" y="1592263"/>
          <p14:tracePt t="8752" x="3425825" y="1592263"/>
          <p14:tracePt t="8760" x="3533775" y="1576388"/>
          <p14:tracePt t="8768" x="3657600" y="1576388"/>
          <p14:tracePt t="8776" x="3757613" y="1576388"/>
          <p14:tracePt t="8785" x="3881438" y="1576388"/>
          <p14:tracePt t="8793" x="4005263" y="1576388"/>
          <p14:tracePt t="8801" x="4038600" y="1576388"/>
          <p14:tracePt t="8809" x="4221163" y="1617663"/>
          <p14:tracePt t="8818" x="4262438" y="1633538"/>
          <p14:tracePt t="8825" x="4329113" y="1658938"/>
          <p14:tracePt t="8835" x="4429125" y="1692275"/>
          <p14:tracePt t="8841" x="4486275" y="1716088"/>
          <p14:tracePt t="8851" x="4537075" y="1749425"/>
          <p14:tracePt t="8857" x="4578350" y="1757363"/>
          <p14:tracePt t="8868" x="4619625" y="1790700"/>
          <p14:tracePt t="8873" x="4660900" y="1800225"/>
          <p14:tracePt t="8884" x="4678363" y="1816100"/>
          <p14:tracePt t="8889" x="4719638" y="1831975"/>
          <p14:tracePt t="8902" x="4735513" y="1841500"/>
          <p14:tracePt t="8906" x="4760913" y="1857375"/>
          <p14:tracePt t="8918" x="4776788" y="1882775"/>
          <p14:tracePt t="8922" x="4794250" y="1898650"/>
          <p14:tracePt t="8935" x="4802188" y="1916113"/>
          <p14:tracePt t="8938" x="4802188" y="1924050"/>
          <p14:tracePt t="8951" x="4818063" y="1957388"/>
          <p14:tracePt t="8954" x="4818063" y="1965325"/>
          <p14:tracePt t="8968" x="4835525" y="1981200"/>
          <p14:tracePt t="8984" x="4835525" y="1998663"/>
          <p14:tracePt t="8987" x="4835525" y="2014538"/>
          <p14:tracePt t="9003" x="4835525" y="2024063"/>
          <p14:tracePt t="9018" x="4835525" y="2039938"/>
          <p14:tracePt t="9019" x="4818063" y="2039938"/>
          <p14:tracePt t="9027" x="4802188" y="2055813"/>
          <p14:tracePt t="9035" x="4776788" y="2055813"/>
          <p14:tracePt t="9043" x="4735513" y="2098675"/>
          <p14:tracePt t="9051" x="4678363" y="2106613"/>
          <p14:tracePt t="9059" x="4635500" y="2122488"/>
          <p14:tracePt t="9068" x="4578350" y="2147888"/>
          <p14:tracePt t="9075" x="4537075" y="2181225"/>
          <p14:tracePt t="9085" x="4495800" y="2189163"/>
          <p14:tracePt t="9091" x="4437063" y="2206625"/>
          <p14:tracePt t="9101" x="4429125" y="2222500"/>
          <p14:tracePt t="9107" x="4387850" y="2230438"/>
          <p14:tracePt t="9118" x="4354513" y="2230438"/>
          <p14:tracePt t="9123" x="4346575" y="2247900"/>
          <p14:tracePt t="9135" x="4329113" y="2247900"/>
          <p14:tracePt t="9140" x="4313238" y="2263775"/>
          <p14:tracePt t="9151" x="4305300" y="2263775"/>
          <p14:tracePt t="9164" x="4287838" y="2263775"/>
          <p14:tracePt t="9172" x="4271963" y="2263775"/>
          <p14:tracePt t="9188" x="4262438" y="2263775"/>
          <p14:tracePt t="9196" x="4262438" y="2281238"/>
          <p14:tracePt t="9212" x="4246563" y="2281238"/>
          <p14:tracePt t="9228" x="4229100" y="2281238"/>
          <p14:tracePt t="9244" x="4221163" y="2281238"/>
          <p14:tracePt t="9261" x="4205288" y="2281238"/>
          <p14:tracePt t="9269" x="4187825" y="2281238"/>
          <p14:tracePt t="9277" x="4187825" y="2289175"/>
          <p14:tracePt t="9285" x="4164013" y="2289175"/>
          <p14:tracePt t="9293" x="4122738" y="2289175"/>
          <p14:tracePt t="9301" x="4089400" y="2289175"/>
          <p14:tracePt t="9309" x="4048125" y="2305050"/>
          <p14:tracePt t="9318" x="4005263" y="2305050"/>
          <p14:tracePt t="9325" x="3956050" y="2322513"/>
          <p14:tracePt t="9335" x="3898900" y="2322513"/>
          <p14:tracePt t="9341" x="3822700" y="2322513"/>
          <p14:tracePt t="9351" x="3773488" y="2330450"/>
          <p14:tracePt t="9358" x="3641725" y="2346325"/>
          <p14:tracePt t="9367" x="3575050" y="2346325"/>
          <p14:tracePt t="9374" x="3475038" y="2363788"/>
          <p14:tracePt t="9382" x="3375025" y="2371725"/>
          <p14:tracePt t="9390" x="3309938" y="2371725"/>
          <p14:tracePt t="9398" x="3251200" y="2371725"/>
          <p14:tracePt t="9406" x="3101975" y="2371725"/>
          <p14:tracePt t="9414" x="3068638" y="2371725"/>
          <p14:tracePt t="9422" x="2978150" y="2371725"/>
          <p14:tracePt t="9430" x="2903538" y="2371725"/>
          <p14:tracePt t="9438" x="2852738" y="2371725"/>
          <p14:tracePt t="9446" x="2778125" y="2371725"/>
          <p14:tracePt t="9454" x="2720975" y="2371725"/>
          <p14:tracePt t="9463" x="2679700" y="2371725"/>
          <p14:tracePt t="9471" x="2654300" y="2371725"/>
          <p14:tracePt t="9479" x="2613025" y="2363788"/>
          <p14:tracePt t="9487" x="2587625" y="2330450"/>
          <p14:tracePt t="9495" x="2571750" y="2305050"/>
          <p14:tracePt t="9503" x="2554288" y="2289175"/>
          <p14:tracePt t="9511" x="2538413" y="2263775"/>
          <p14:tracePt t="9519" x="2528888" y="2247900"/>
          <p14:tracePt t="9527" x="2528888" y="2222500"/>
          <p14:tracePt t="9540" x="2528888" y="2189163"/>
          <p14:tracePt t="9543" x="2528888" y="2181225"/>
          <p14:tracePt t="9552" x="2528888" y="2147888"/>
          <p14:tracePt t="9559" x="2528888" y="2139950"/>
          <p14:tracePt t="9568" x="2528888" y="2122488"/>
          <p14:tracePt t="9576" x="2528888" y="2106613"/>
          <p14:tracePt t="9585" x="2528888" y="2081213"/>
          <p14:tracePt t="9592" x="2538413" y="2065338"/>
          <p14:tracePt t="9602" x="2587625" y="2024063"/>
          <p14:tracePt t="9608" x="2628900" y="1981200"/>
          <p14:tracePt t="9618" x="2711450" y="1924050"/>
          <p14:tracePt t="9624" x="2819400" y="1874838"/>
          <p14:tracePt t="9635" x="3060700" y="1757363"/>
          <p14:tracePt t="9640" x="3168650" y="1716088"/>
          <p14:tracePt t="9651" x="3392488" y="1658938"/>
          <p14:tracePt t="9656" x="3657600" y="1592263"/>
          <p14:tracePt t="9668" x="3881438" y="1550988"/>
          <p14:tracePt t="9672" x="4089400" y="1533525"/>
          <p14:tracePt t="9684" x="4313238" y="1509713"/>
          <p14:tracePt t="9689" x="4578350" y="1509713"/>
          <p14:tracePt t="9701" x="4802188" y="1509713"/>
          <p14:tracePt t="9705" x="4984750" y="1509713"/>
          <p14:tracePt t="9717" x="5141913" y="1509713"/>
          <p14:tracePt t="9721" x="5208588" y="1509713"/>
          <p14:tracePt t="9734" x="5308600" y="1525588"/>
          <p14:tracePt t="9737" x="5407025" y="1533525"/>
          <p14:tracePt t="9751" x="5473700" y="1576388"/>
          <p14:tracePt t="9753" x="5540375" y="1608138"/>
          <p14:tracePt t="9768" x="5589588" y="1617663"/>
          <p14:tracePt t="9770" x="5630863" y="1651000"/>
          <p14:tracePt t="9784" x="5656263" y="1658938"/>
          <p14:tracePt t="9787" x="5681663" y="1692275"/>
          <p14:tracePt t="9801" x="5715000" y="1716088"/>
          <p14:tracePt t="9802" x="5722938" y="1733550"/>
          <p14:tracePt t="9810" x="5722938" y="1757363"/>
          <p14:tracePt t="9818" x="5738813" y="1757363"/>
          <p14:tracePt t="9826" x="5738813" y="1774825"/>
          <p14:tracePt t="9834" x="5756275" y="1790700"/>
          <p14:tracePt t="9842" x="5756275" y="1800225"/>
          <p14:tracePt t="9858" x="5756275" y="1816100"/>
          <p14:tracePt t="9874" x="5756275" y="1831975"/>
          <p14:tracePt t="9890" x="5756275" y="1841500"/>
          <p14:tracePt t="9915" x="5756275" y="1857375"/>
          <p14:tracePt t="9922" x="5756275" y="1874838"/>
          <p14:tracePt t="9939" x="5756275" y="1882775"/>
          <p14:tracePt t="9947" x="5756275" y="1898650"/>
          <p14:tracePt t="9963" x="5738813" y="1916113"/>
          <p14:tracePt t="9971" x="5738813" y="1924050"/>
          <p14:tracePt t="9979" x="5722938" y="1957388"/>
          <p14:tracePt t="9987" x="5715000" y="1957388"/>
          <p14:tracePt t="9995" x="5697538" y="1981200"/>
          <p14:tracePt t="10003" x="5681663" y="1998663"/>
          <p14:tracePt t="10012" x="5673725" y="2014538"/>
          <p14:tracePt t="10020" x="5656263" y="2024063"/>
          <p14:tracePt t="10028" x="5630863" y="2039938"/>
          <p14:tracePt t="10036" x="5630863" y="2055813"/>
          <p14:tracePt t="10044" x="5614988" y="2065338"/>
          <p14:tracePt t="10052" x="5599113" y="2081213"/>
          <p14:tracePt t="10060" x="5573713" y="2098675"/>
          <p14:tracePt t="10068" x="5556250" y="2106613"/>
          <p14:tracePt t="10076" x="5540375" y="2122488"/>
          <p14:tracePt t="10084" x="5532438" y="2139950"/>
          <p14:tracePt t="10092" x="5514975" y="2139950"/>
          <p14:tracePt t="10101" x="5514975" y="2147888"/>
          <p14:tracePt t="10108" x="5499100" y="2147888"/>
          <p14:tracePt t="10118" x="5499100" y="2163763"/>
          <p14:tracePt t="10134" x="5491163" y="2181225"/>
          <p14:tracePt t="10157" x="5473700" y="2181225"/>
          <p14:tracePt t="10165" x="5473700" y="2189163"/>
          <p14:tracePt t="10173" x="5457825" y="2189163"/>
          <p14:tracePt t="10189" x="5448300" y="2206625"/>
          <p14:tracePt t="10197" x="5416550" y="2206625"/>
          <p14:tracePt t="10205" x="5416550" y="2222500"/>
          <p14:tracePt t="10214" x="5407025" y="2222500"/>
          <p14:tracePt t="10222" x="5373688" y="2230438"/>
          <p14:tracePt t="10229" x="5365750" y="2230438"/>
          <p14:tracePt t="10246" x="5349875" y="2247900"/>
          <p14:tracePt t="10326" x="5349875" y="2230438"/>
          <p14:tracePt t="10342" x="5365750" y="2230438"/>
          <p14:tracePt t="10359" x="5373688" y="2230438"/>
          <p14:tracePt t="10369" x="5391150" y="2230438"/>
          <p14:tracePt t="10375" x="5407025" y="2230438"/>
          <p14:tracePt t="10384" x="5416550" y="2230438"/>
          <p14:tracePt t="10400" x="5432425" y="2230438"/>
          <p14:tracePt t="10415" x="5448300" y="2230438"/>
          <p14:tracePt t="10423" x="5448300" y="2247900"/>
          <p14:tracePt t="10448" x="5448300" y="2263775"/>
          <p14:tracePt t="10472" x="5448300" y="2281238"/>
          <p14:tracePt t="10480" x="5432425" y="2281238"/>
          <p14:tracePt t="10488" x="5407025" y="2289175"/>
          <p14:tracePt t="10496" x="5391150" y="2305050"/>
          <p14:tracePt t="10504" x="5324475" y="2322513"/>
          <p14:tracePt t="10512" x="5291138" y="2330450"/>
          <p14:tracePt t="10520" x="5233988" y="2346325"/>
          <p14:tracePt t="10528" x="5141913" y="2387600"/>
          <p14:tracePt t="10537" x="5067300" y="2413000"/>
          <p14:tracePt t="10544" x="5000625" y="2446338"/>
          <p14:tracePt t="10552" x="4926013" y="2454275"/>
          <p14:tracePt t="10560" x="4835525" y="2471738"/>
          <p14:tracePt t="10568" x="4735513" y="2487613"/>
          <p14:tracePt t="10577" x="4694238" y="2495550"/>
          <p14:tracePt t="10585" x="4619625" y="2513013"/>
          <p14:tracePt t="10593" x="4570413" y="2513013"/>
          <p14:tracePt t="10601" x="4529138" y="2513013"/>
          <p14:tracePt t="10609" x="4486275" y="2513013"/>
          <p14:tracePt t="10618" x="4454525" y="2513013"/>
          <p14:tracePt t="10634" x="4437063" y="2513013"/>
          <p14:tracePt t="10682" x="4437063" y="2495550"/>
          <p14:tracePt t="10690" x="4437063" y="2487613"/>
          <p14:tracePt t="10698" x="4470400" y="2487613"/>
          <p14:tracePt t="10706" x="4495800" y="2471738"/>
          <p14:tracePt t="10714" x="4552950" y="2446338"/>
          <p14:tracePt t="10722" x="4652963" y="2413000"/>
          <p14:tracePt t="10730" x="4776788" y="2371725"/>
          <p14:tracePt t="10738" x="4959350" y="2330450"/>
          <p14:tracePt t="10746" x="5141913" y="2281238"/>
          <p14:tracePt t="10755" x="5365750" y="2230438"/>
          <p14:tracePt t="10762" x="5630863" y="2189163"/>
          <p14:tracePt t="10770" x="5838825" y="2147888"/>
          <p14:tracePt t="10779" x="6029325" y="2139950"/>
          <p14:tracePt t="10787" x="6103938" y="2139950"/>
          <p14:tracePt t="10795" x="6253163" y="2122488"/>
          <p14:tracePt t="10803" x="6353175" y="2122488"/>
          <p14:tracePt t="10811" x="6427788" y="2122488"/>
          <p14:tracePt t="10819" x="6494463" y="2122488"/>
          <p14:tracePt t="10827" x="6535738" y="2122488"/>
          <p14:tracePt t="10835" x="6551613" y="2122488"/>
          <p14:tracePt t="10843" x="6561138" y="2122488"/>
          <p14:tracePt t="10851" x="6577013" y="2122488"/>
          <p14:tracePt t="10875" x="6592888" y="2122488"/>
          <p14:tracePt t="10908" x="6592888" y="2139950"/>
          <p14:tracePt t="10948" x="6592888" y="2147888"/>
          <p14:tracePt t="10997" x="6592888" y="2163763"/>
          <p14:tracePt t="11004" x="6577013" y="2163763"/>
          <p14:tracePt t="11021" x="6561138" y="2163763"/>
          <p14:tracePt t="11045" x="6551613" y="2181225"/>
          <p14:tracePt t="11053" x="6535738" y="2181225"/>
          <p14:tracePt t="11069" x="6510338" y="2189163"/>
          <p14:tracePt t="11077" x="6494463" y="2189163"/>
          <p14:tracePt t="11085" x="6477000" y="2206625"/>
          <p14:tracePt t="11093" x="6453188" y="2206625"/>
          <p14:tracePt t="11102" x="6411913" y="2222500"/>
          <p14:tracePt t="11110" x="6369050" y="2230438"/>
          <p14:tracePt t="11118" x="6286500" y="2247900"/>
          <p14:tracePt t="11126" x="6211888" y="2281238"/>
          <p14:tracePt t="11135" x="6121400" y="2305050"/>
          <p14:tracePt t="11142" x="6088063" y="2322513"/>
          <p14:tracePt t="11151" x="5988050" y="2346325"/>
          <p14:tracePt t="11158" x="5921375" y="2363788"/>
          <p14:tracePt t="11167" x="5822950" y="2371725"/>
          <p14:tracePt t="11174" x="5764213" y="2387600"/>
          <p14:tracePt t="11182" x="5697538" y="2405063"/>
          <p14:tracePt t="11191" x="5656263" y="2413000"/>
          <p14:tracePt t="11198" x="5599113" y="2413000"/>
          <p14:tracePt t="11207" x="5573713" y="2430463"/>
          <p14:tracePt t="11214" x="5540375" y="2430463"/>
          <p14:tracePt t="11223" x="5514975" y="2446338"/>
          <p14:tracePt t="11231" x="5491163" y="2446338"/>
          <p14:tracePt t="11239" x="5473700" y="2446338"/>
          <p14:tracePt t="11247" x="5457825" y="2446338"/>
          <p14:tracePt t="11320" x="5457825" y="2430463"/>
          <p14:tracePt t="11327" x="5473700" y="2430463"/>
          <p14:tracePt t="11336" x="5491163" y="2413000"/>
          <p14:tracePt t="11344" x="5499100" y="2413000"/>
          <p14:tracePt t="11352" x="5540375" y="2405063"/>
          <p14:tracePt t="11368" x="5640388" y="2387600"/>
          <p14:tracePt t="11376" x="5715000" y="2387600"/>
          <p14:tracePt t="11385" x="5805488" y="2371725"/>
          <p14:tracePt t="11392" x="5905500" y="2363788"/>
          <p14:tracePt t="11401" x="5946775" y="2363788"/>
          <p14:tracePt t="11408" x="6046788" y="2363788"/>
          <p14:tracePt t="11418" x="6088063" y="2363788"/>
          <p14:tracePt t="11425" x="6145213" y="2363788"/>
          <p14:tracePt t="11435" x="6203950" y="2363788"/>
          <p14:tracePt t="11441" x="6229350" y="2363788"/>
          <p14:tracePt t="11451" x="6245225" y="2363788"/>
          <p14:tracePt t="11457" x="6253163" y="2363788"/>
          <p14:tracePt t="11468" x="6270625" y="2363788"/>
          <p14:tracePt t="11489" x="6286500" y="2363788"/>
          <p14:tracePt t="11828" x="6286500" y="2371725"/>
          <p14:tracePt t="11868" x="6294438" y="2387600"/>
          <p14:tracePt t="11893" x="6311900" y="2405063"/>
          <p14:tracePt t="11917" x="6311900" y="2413000"/>
          <p14:tracePt t="11925" x="6327775" y="2413000"/>
          <p14:tracePt t="11950" x="6327775" y="2430463"/>
          <p14:tracePt t="11965" x="6327775" y="2446338"/>
          <p14:tracePt t="11981" x="6327775" y="2454275"/>
          <p14:tracePt t="11998" x="6327775" y="2471738"/>
          <p14:tracePt t="12022" x="6327775" y="2487613"/>
          <p14:tracePt t="12038" x="6327775" y="2495550"/>
          <p14:tracePt t="12046" x="6327775" y="2513013"/>
          <p14:tracePt t="12062" x="6327775" y="2528888"/>
          <p14:tracePt t="12078" x="6337300" y="2528888"/>
          <p14:tracePt t="12087" x="6337300" y="2546350"/>
          <p14:tracePt t="12143" x="6327775" y="2546350"/>
          <p14:tracePt t="12151" x="6311900" y="2546350"/>
          <p14:tracePt t="12159" x="6294438" y="2528888"/>
          <p14:tracePt t="12175" x="6286500" y="2513013"/>
          <p14:tracePt t="12184" x="6270625" y="2495550"/>
          <p14:tracePt t="12201" x="6253163" y="2487613"/>
          <p14:tracePt t="12207" x="6253163" y="2471738"/>
          <p14:tracePt t="12240" x="6253163" y="2454275"/>
          <p14:tracePt t="12264" x="6253163" y="2446338"/>
          <p14:tracePt t="12296" x="6253163" y="2430463"/>
          <p14:tracePt t="12305" x="6270625" y="2430463"/>
          <p14:tracePt t="12588" x="6245225" y="2430463"/>
          <p14:tracePt t="12595" x="6088063" y="2430463"/>
          <p14:tracePt t="12603" x="5988050" y="2430463"/>
          <p14:tracePt t="12611" x="5805488" y="2430463"/>
          <p14:tracePt t="12619" x="5630863" y="2430463"/>
          <p14:tracePt t="12627" x="5448300" y="2430463"/>
          <p14:tracePt t="12635" x="5267325" y="2430463"/>
          <p14:tracePt t="12644" x="5108575" y="2454275"/>
          <p14:tracePt t="12652" x="4959350" y="2471738"/>
          <p14:tracePt t="12660" x="4884738" y="2471738"/>
          <p14:tracePt t="12668" x="4760913" y="2487613"/>
          <p14:tracePt t="12676" x="4660900" y="2487613"/>
          <p14:tracePt t="12684" x="4570413" y="2487613"/>
          <p14:tracePt t="12692" x="4495800" y="2495550"/>
          <p14:tracePt t="12701" x="4437063" y="2495550"/>
          <p14:tracePt t="12708" x="4387850" y="2495550"/>
          <p14:tracePt t="12718" x="4354513" y="2495550"/>
          <p14:tracePt t="12724" x="4313238" y="2495550"/>
          <p14:tracePt t="12734" x="4305300" y="2495550"/>
          <p14:tracePt t="12741" x="4271963" y="2495550"/>
          <p14:tracePt t="12749" x="4246563" y="2495550"/>
          <p14:tracePt t="12757" x="4229100" y="2495550"/>
          <p14:tracePt t="12765" x="4205288" y="2495550"/>
          <p14:tracePt t="12773" x="4187825" y="2495550"/>
          <p14:tracePt t="12781" x="4164013" y="2495550"/>
          <p14:tracePt t="12789" x="4130675" y="2495550"/>
          <p14:tracePt t="12797" x="4105275" y="2495550"/>
          <p14:tracePt t="12805" x="4064000" y="2495550"/>
          <p14:tracePt t="12813" x="4038600" y="2513013"/>
          <p14:tracePt t="12821" x="3997325" y="2513013"/>
          <p14:tracePt t="12829" x="3956050" y="2513013"/>
          <p14:tracePt t="12837" x="3922713" y="2513013"/>
          <p14:tracePt t="12845" x="3865563" y="2513013"/>
          <p14:tracePt t="12854" x="3822700" y="2513013"/>
          <p14:tracePt t="12862" x="3781425" y="2513013"/>
          <p14:tracePt t="12870" x="3740150" y="2513013"/>
          <p14:tracePt t="12878" x="3716338" y="2513013"/>
          <p14:tracePt t="12886" x="3673475" y="2513013"/>
          <p14:tracePt t="12894" x="3641725" y="2513013"/>
          <p14:tracePt t="12902" x="3632200" y="2513013"/>
          <p14:tracePt t="12910" x="3590925" y="2513013"/>
          <p14:tracePt t="12918" x="3575050" y="2513013"/>
          <p14:tracePt t="12926" x="3557588" y="2513013"/>
          <p14:tracePt t="12942" x="3549650" y="2513013"/>
          <p14:tracePt t="12951" x="3533775" y="2513013"/>
          <p14:tracePt t="12968" x="3533775" y="2495550"/>
          <p14:tracePt t="12975" x="3516313" y="2487613"/>
          <p14:tracePt t="13007" x="3516313" y="2471738"/>
          <p14:tracePt t="13039" x="3508375" y="2471738"/>
          <p14:tracePt t="13079" x="3492500" y="2471738"/>
          <p14:tracePt t="13120" x="3475038" y="2471738"/>
          <p14:tracePt t="13128" x="3467100" y="2471738"/>
          <p14:tracePt t="13144" x="3449638" y="2471738"/>
          <p14:tracePt t="13160" x="3433763" y="2454275"/>
          <p14:tracePt t="13176" x="3425825" y="2454275"/>
          <p14:tracePt t="13184" x="3408363" y="2454275"/>
          <p14:tracePt t="13192" x="3392488" y="2446338"/>
          <p14:tracePt t="13201" x="3375025" y="2446338"/>
          <p14:tracePt t="13218" x="3367088" y="2430463"/>
          <p14:tracePt t="13234" x="3351213" y="2430463"/>
          <p14:tracePt t="13250" x="3333750" y="2430463"/>
          <p14:tracePt t="13273" x="3333750" y="2413000"/>
          <p14:tracePt t="13281" x="3325813" y="2413000"/>
          <p14:tracePt t="13354" x="3333750" y="2413000"/>
          <p14:tracePt t="13362" x="3351213" y="2413000"/>
          <p14:tracePt t="13378" x="3367088" y="2413000"/>
          <p14:tracePt t="13386" x="3392488" y="2413000"/>
          <p14:tracePt t="13394" x="3425825" y="2413000"/>
          <p14:tracePt t="13402" x="3467100" y="2405063"/>
          <p14:tracePt t="13410" x="3516313" y="2405063"/>
          <p14:tracePt t="13419" x="3575050" y="2387600"/>
          <p14:tracePt t="13427" x="3657600" y="2387600"/>
          <p14:tracePt t="13435" x="3757613" y="2371725"/>
          <p14:tracePt t="13443" x="3906838" y="2371725"/>
          <p14:tracePt t="13451" x="4038600" y="2363788"/>
          <p14:tracePt t="13459" x="4187825" y="2363788"/>
          <p14:tracePt t="13468" x="4246563" y="2346325"/>
          <p14:tracePt t="13475" x="4354513" y="2346325"/>
          <p14:tracePt t="13485" x="4486275" y="2346325"/>
          <p14:tracePt t="13491" x="4552950" y="2346325"/>
          <p14:tracePt t="13501" x="4652963" y="2346325"/>
          <p14:tracePt t="13508" x="4702175" y="2330450"/>
          <p14:tracePt t="13518" x="4760913" y="2330450"/>
          <p14:tracePt t="13524" x="4794250" y="2330450"/>
          <p14:tracePt t="13536" x="4835525" y="2322513"/>
          <p14:tracePt t="13542" x="4860925" y="2322513"/>
          <p14:tracePt t="13552" x="4876800" y="2322513"/>
          <p14:tracePt t="13556" x="4884738" y="2322513"/>
          <p14:tracePt t="13572" x="4902200" y="2322513"/>
          <p14:tracePt t="13596" x="4902200" y="2305050"/>
          <p14:tracePt t="13645" x="4884738" y="2305050"/>
          <p14:tracePt t="13653" x="4876800" y="2305050"/>
          <p14:tracePt t="13661" x="4843463" y="2305050"/>
          <p14:tracePt t="13669" x="4818063" y="2305050"/>
          <p14:tracePt t="13677" x="4776788" y="2305050"/>
          <p14:tracePt t="13685" x="4702175" y="2305050"/>
          <p14:tracePt t="13693" x="4635500" y="2305050"/>
          <p14:tracePt t="13701" x="4537075" y="2305050"/>
          <p14:tracePt t="13709" x="4411663" y="2305050"/>
          <p14:tracePt t="13718" x="4287838" y="2305050"/>
          <p14:tracePt t="13725" x="4164013" y="2289175"/>
          <p14:tracePt t="13735" x="4048125" y="2289175"/>
          <p14:tracePt t="13742" x="3898900" y="2289175"/>
          <p14:tracePt t="13751" x="3740150" y="2281238"/>
          <p14:tracePt t="13758" x="3616325" y="2281238"/>
          <p14:tracePt t="13767" x="3467100" y="2281238"/>
          <p14:tracePt t="13774" x="3309938" y="2281238"/>
          <p14:tracePt t="13782" x="3267075" y="2263775"/>
          <p14:tracePt t="13790" x="3168650" y="2263775"/>
          <p14:tracePt t="13798" x="3068638" y="2263775"/>
          <p14:tracePt t="13806" x="3019425" y="2263775"/>
          <p14:tracePt t="13814" x="2944813" y="2263775"/>
          <p14:tracePt t="13822" x="2903538" y="2263775"/>
          <p14:tracePt t="13831" x="2894013" y="2247900"/>
          <p14:tracePt t="13839" x="2860675" y="2230438"/>
          <p14:tracePt t="13855" x="2852738" y="2230438"/>
          <p14:tracePt t="13879" x="2852738" y="2222500"/>
          <p14:tracePt t="13911" x="2878138" y="2206625"/>
          <p14:tracePt t="13919" x="2903538" y="2206625"/>
          <p14:tracePt t="13927" x="2960688" y="2189163"/>
          <p14:tracePt t="13935" x="3060700" y="2189163"/>
          <p14:tracePt t="13943" x="3184525" y="2189163"/>
          <p14:tracePt t="13952" x="3367088" y="2189163"/>
          <p14:tracePt t="13960" x="3549650" y="2189163"/>
          <p14:tracePt t="13968" x="3940175" y="2189163"/>
          <p14:tracePt t="13976" x="4089400" y="2189163"/>
          <p14:tracePt t="13984" x="4354513" y="2189163"/>
          <p14:tracePt t="13992" x="4611688" y="2206625"/>
          <p14:tracePt t="14001" x="4835525" y="2247900"/>
          <p14:tracePt t="14008" x="5018088" y="2281238"/>
          <p14:tracePt t="14017" x="5100638" y="2281238"/>
          <p14:tracePt t="14024" x="5349875" y="2330450"/>
          <p14:tracePt t="14032" x="5391150" y="2330450"/>
          <p14:tracePt t="14041" x="5491163" y="2346325"/>
          <p14:tracePt t="14048" x="5589588" y="2363788"/>
          <p14:tracePt t="14057" x="5630863" y="2363788"/>
          <p14:tracePt t="14065" x="5681663" y="2363788"/>
          <p14:tracePt t="14073" x="5715000" y="2363788"/>
          <p14:tracePt t="14081" x="5722938" y="2371725"/>
          <p14:tracePt t="14089" x="5738813" y="2371725"/>
          <p14:tracePt t="14097" x="5756275" y="2371725"/>
          <p14:tracePt t="14186" x="5738813" y="2371725"/>
          <p14:tracePt t="14193" x="5722938" y="2371725"/>
          <p14:tracePt t="14202" x="5697538" y="2371725"/>
          <p14:tracePt t="14210" x="5681663" y="2371725"/>
          <p14:tracePt t="14218" x="5656263" y="2371725"/>
          <p14:tracePt t="14226" x="5630863" y="2371725"/>
          <p14:tracePt t="14234" x="5614988" y="2371725"/>
          <p14:tracePt t="14242" x="5589588" y="2371725"/>
          <p14:tracePt t="14251" x="5573713" y="2371725"/>
          <p14:tracePt t="14258" x="5540375" y="2371725"/>
          <p14:tracePt t="14267" x="5514975" y="2371725"/>
          <p14:tracePt t="14275" x="5499100" y="2371725"/>
          <p14:tracePt t="14284" x="5473700" y="2371725"/>
          <p14:tracePt t="14291" x="5457825" y="2371725"/>
          <p14:tracePt t="14299" x="5448300" y="2371725"/>
          <p14:tracePt t="14307" x="5432425" y="2371725"/>
          <p14:tracePt t="14315" x="5416550" y="2371725"/>
          <p14:tracePt t="14331" x="5407025" y="2371725"/>
          <p14:tracePt t="14396" x="5416550" y="2371725"/>
          <p14:tracePt t="14404" x="5432425" y="2363788"/>
          <p14:tracePt t="14412" x="5457825" y="2363788"/>
          <p14:tracePt t="14420" x="5473700" y="2363788"/>
          <p14:tracePt t="14428" x="5532438" y="2363788"/>
          <p14:tracePt t="14436" x="5589588" y="2363788"/>
          <p14:tracePt t="14444" x="5656263" y="2363788"/>
          <p14:tracePt t="14452" x="5722938" y="2363788"/>
          <p14:tracePt t="14460" x="5764213" y="2363788"/>
          <p14:tracePt t="14468" x="5838825" y="2363788"/>
          <p14:tracePt t="14476" x="5905500" y="2363788"/>
          <p14:tracePt t="14485" x="5980113" y="2363788"/>
          <p14:tracePt t="14493" x="6021388" y="2363788"/>
          <p14:tracePt t="14501" x="6070600" y="2363788"/>
          <p14:tracePt t="14509" x="6088063" y="2363788"/>
          <p14:tracePt t="14518" x="6121400" y="2371725"/>
          <p14:tracePt t="14525" x="6129338" y="2371725"/>
          <p14:tracePt t="14551" x="6145213" y="2371725"/>
          <p14:tracePt t="14613" x="6129338" y="2371725"/>
          <p14:tracePt t="14622" x="6103938" y="2371725"/>
          <p14:tracePt t="14630" x="6070600" y="2371725"/>
          <p14:tracePt t="14638" x="6021388" y="2371725"/>
          <p14:tracePt t="14646" x="5962650" y="2371725"/>
          <p14:tracePt t="14654" x="5897563" y="2371725"/>
          <p14:tracePt t="14662" x="5797550" y="2387600"/>
          <p14:tracePt t="14670" x="5697538" y="2387600"/>
          <p14:tracePt t="14678" x="5640388" y="2405063"/>
          <p14:tracePt t="14686" x="5573713" y="2405063"/>
          <p14:tracePt t="14694" x="5473700" y="2413000"/>
          <p14:tracePt t="14702" x="5324475" y="2413000"/>
          <p14:tracePt t="14711" x="5267325" y="2430463"/>
          <p14:tracePt t="14718" x="5192713" y="2430463"/>
          <p14:tracePt t="14727" x="5100638" y="2430463"/>
          <p14:tracePt t="14735" x="5026025" y="2430463"/>
          <p14:tracePt t="14743" x="4959350" y="2430463"/>
          <p14:tracePt t="14751" x="4902200" y="2430463"/>
          <p14:tracePt t="14759" x="4876800" y="2430463"/>
          <p14:tracePt t="14768" x="4835525" y="2430463"/>
          <p14:tracePt t="14775" x="4802188" y="2430463"/>
          <p14:tracePt t="14784" x="4794250" y="2430463"/>
          <p14:tracePt t="14791" x="4776788" y="2430463"/>
          <p14:tracePt t="14848" x="4802188" y="2430463"/>
          <p14:tracePt t="14856" x="4835525" y="2430463"/>
          <p14:tracePt t="14864" x="4843463" y="2430463"/>
          <p14:tracePt t="14872" x="4876800" y="2430463"/>
          <p14:tracePt t="14880" x="4943475" y="2430463"/>
          <p14:tracePt t="14902" x="5067300" y="2413000"/>
          <p14:tracePt t="14905" x="5141913" y="2413000"/>
          <p14:tracePt t="14918" x="5208588" y="2413000"/>
          <p14:tracePt t="14920" x="5332413" y="2413000"/>
          <p14:tracePt t="14935" x="5457825" y="2413000"/>
          <p14:tracePt t="14938" x="5640388" y="2413000"/>
          <p14:tracePt t="14951" x="5946775" y="2487613"/>
          <p14:tracePt t="14954" x="6203950" y="2670175"/>
          <p14:tracePt t="16067" x="6186488" y="2670175"/>
          <p14:tracePt t="16075" x="6029325" y="2670175"/>
          <p14:tracePt t="16085" x="5905500" y="2678113"/>
          <p14:tracePt t="16091" x="5822950" y="2695575"/>
          <p14:tracePt t="16100" x="5722938" y="2711450"/>
          <p14:tracePt t="16107" x="5640388" y="2719388"/>
          <p14:tracePt t="16115" x="5532438" y="2736850"/>
          <p14:tracePt t="16123" x="5126038" y="2736850"/>
          <p14:tracePt t="16131" x="4835525" y="2736850"/>
          <p14:tracePt t="16140" x="4529138" y="2736850"/>
          <p14:tracePt t="16148" x="4370388" y="2736850"/>
          <p14:tracePt t="16156" x="4064000" y="2736850"/>
          <p14:tracePt t="16164" x="3773488" y="2736850"/>
          <p14:tracePt t="16172" x="3467100" y="2711450"/>
          <p14:tracePt t="16180" x="3209925" y="2670175"/>
          <p14:tracePt t="16188" x="2944813" y="2654300"/>
          <p14:tracePt t="16196" x="2878138" y="2654300"/>
          <p14:tracePt t="16204" x="2720975" y="2611438"/>
          <p14:tracePt t="16212" x="2595563" y="2595563"/>
          <p14:tracePt t="16220" x="2497138" y="2587625"/>
          <p14:tracePt t="16228" x="2405063" y="2570163"/>
          <p14:tracePt t="16236" x="2263775" y="2554288"/>
          <p14:tracePt t="16244" x="2181225" y="2546350"/>
          <p14:tracePt t="16252" x="2147888" y="2528888"/>
          <p14:tracePt t="16260" x="2065338" y="2528888"/>
          <p14:tracePt t="16268" x="1998663" y="2513013"/>
          <p14:tracePt t="16277" x="1924050" y="2495550"/>
          <p14:tracePt t="16285" x="1874838" y="2487613"/>
          <p14:tracePt t="16293" x="1816100" y="2471738"/>
          <p14:tracePt t="16301" x="1774825" y="2471738"/>
          <p14:tracePt t="16309" x="1733550" y="2471738"/>
          <p14:tracePt t="16318" x="1700213" y="2454275"/>
          <p14:tracePt t="16325" x="1658938" y="2454275"/>
          <p14:tracePt t="16335" x="1617663" y="2446338"/>
          <p14:tracePt t="16341" x="1609725" y="2446338"/>
          <p14:tracePt t="16351" x="1566863" y="2446338"/>
          <p14:tracePt t="16357" x="1550988" y="2446338"/>
          <p14:tracePt t="16367" x="1535113" y="2446338"/>
          <p14:tracePt t="16374" x="1525588" y="2446338"/>
          <p14:tracePt t="16384" x="1509713" y="2446338"/>
          <p14:tracePt t="16390" x="1492250" y="2446338"/>
          <p14:tracePt t="16503" x="1509713" y="2446338"/>
          <p14:tracePt t="16511" x="1509713" y="2454275"/>
          <p14:tracePt t="16519" x="1535113" y="2454275"/>
          <p14:tracePt t="16527" x="1566863" y="2487613"/>
          <p14:tracePt t="16537" x="1617663" y="2513013"/>
          <p14:tracePt t="16543" x="1674813" y="2528888"/>
          <p14:tracePt t="16551" x="1800225" y="2570163"/>
          <p14:tracePt t="16559" x="1882775" y="2611438"/>
          <p14:tracePt t="16568" x="2006600" y="2636838"/>
          <p14:tracePt t="16576" x="2139950" y="2670175"/>
          <p14:tracePt t="16584" x="2289175" y="2678113"/>
          <p14:tracePt t="16591" x="2413000" y="2695575"/>
          <p14:tracePt t="16601" x="2554288" y="2736850"/>
          <p14:tracePt t="16608" x="2711450" y="2752725"/>
          <p14:tracePt t="16617" x="2903538" y="2760663"/>
          <p14:tracePt t="16624" x="3043238" y="2760663"/>
          <p14:tracePt t="16632" x="3101975" y="2760663"/>
          <p14:tracePt t="16640" x="3251200" y="2778125"/>
          <p14:tracePt t="16648" x="3351213" y="2778125"/>
          <p14:tracePt t="16656" x="3425825" y="2778125"/>
          <p14:tracePt t="16664" x="3475038" y="2778125"/>
          <p14:tracePt t="16673" x="3516313" y="2778125"/>
          <p14:tracePt t="16680" x="3549650" y="2778125"/>
          <p14:tracePt t="16689" x="3575050" y="2778125"/>
          <p14:tracePt t="16697" x="3590925" y="2778125"/>
          <p14:tracePt t="16729" x="3598863" y="2778125"/>
          <p14:tracePt t="16858" x="3616325" y="2778125"/>
          <p14:tracePt t="16868" x="3657600" y="2778125"/>
          <p14:tracePt t="16874" x="3698875" y="2778125"/>
          <p14:tracePt t="16882" x="3798888" y="2778125"/>
          <p14:tracePt t="16891" x="3898900" y="2778125"/>
          <p14:tracePt t="16898" x="3997325" y="2819400"/>
          <p14:tracePt t="16907" x="4048125" y="2836863"/>
          <p14:tracePt t="16915" x="4146550" y="2878138"/>
          <p14:tracePt t="16922" x="4246563" y="2901950"/>
          <p14:tracePt t="16931" x="4313238" y="2935288"/>
          <p14:tracePt t="16939" x="4387850" y="2943225"/>
          <p14:tracePt t="16947" x="4429125" y="2976563"/>
          <p14:tracePt t="16955" x="4454525" y="2986088"/>
          <p14:tracePt t="16963" x="4486275" y="3001963"/>
          <p14:tracePt t="16971" x="4495800" y="3001963"/>
          <p14:tracePt t="16987" x="4495800" y="3017838"/>
          <p14:tracePt t="16995" x="4511675" y="3017838"/>
          <p14:tracePt t="17060" x="4495800" y="3017838"/>
          <p14:tracePt t="17069" x="4486275" y="3017838"/>
          <p14:tracePt t="17076" x="4454525" y="3017838"/>
          <p14:tracePt t="17084" x="4411663" y="3017838"/>
          <p14:tracePt t="17102" x="4354513" y="3017838"/>
          <p14:tracePt t="17108" x="4329113" y="3017838"/>
          <p14:tracePt t="17118" x="4287838" y="3017838"/>
          <p14:tracePt t="17125" x="4262438" y="3017838"/>
          <p14:tracePt t="17135" x="4229100" y="3017838"/>
          <p14:tracePt t="17141" x="4187825" y="3017838"/>
          <p14:tracePt t="17151" x="4171950" y="3017838"/>
          <p14:tracePt t="17157" x="4130675" y="3017838"/>
          <p14:tracePt t="17168" x="4089400" y="3017838"/>
          <p14:tracePt t="17173" x="4064000" y="3017838"/>
          <p14:tracePt t="17185" x="4022725" y="3017838"/>
          <p14:tracePt t="17189" x="3997325" y="3017838"/>
          <p14:tracePt t="17201" x="3956050" y="3017838"/>
          <p14:tracePt t="17205" x="3940175" y="3017838"/>
          <p14:tracePt t="17218" x="3898900" y="3017838"/>
          <p14:tracePt t="17221" x="3865563" y="3017838"/>
          <p14:tracePt t="17234" x="3840163" y="3017838"/>
          <p14:tracePt t="17237" x="3798888" y="3001963"/>
          <p14:tracePt t="17251" x="3740150" y="2986088"/>
          <p14:tracePt t="17254" x="3698875" y="2960688"/>
          <p14:tracePt t="17268" x="3657600" y="2943225"/>
          <p14:tracePt t="17271" x="3616325" y="2919413"/>
          <p14:tracePt t="17284" x="3557588" y="2894013"/>
          <p14:tracePt t="17287" x="3516313" y="2860675"/>
          <p14:tracePt t="17301" x="3475038" y="2836863"/>
          <p14:tracePt t="17303" x="3467100" y="2819400"/>
          <p14:tracePt t="17317" x="3433763" y="2794000"/>
          <p14:tracePt t="17318" x="3425825" y="2760663"/>
          <p14:tracePt t="17326" x="3392488" y="2752725"/>
          <p14:tracePt t="17334" x="3375025" y="2711450"/>
          <p14:tracePt t="17342" x="3367088" y="2654300"/>
          <p14:tracePt t="17351" x="3351213" y="2595563"/>
          <p14:tracePt t="17359" x="3351213" y="2570163"/>
          <p14:tracePt t="17368" x="3351213" y="2495550"/>
          <p14:tracePt t="17375" x="3351213" y="2446338"/>
          <p14:tracePt t="17384" x="3351213" y="2371725"/>
          <p14:tracePt t="17391" x="3351213" y="2322513"/>
          <p14:tracePt t="17401" x="3351213" y="2263775"/>
          <p14:tracePt t="17407" x="3351213" y="2206625"/>
          <p14:tracePt t="17417" x="3351213" y="2181225"/>
          <p14:tracePt t="17423" x="3351213" y="2147888"/>
          <p14:tracePt t="17434" x="3351213" y="2122488"/>
          <p14:tracePt t="17439" x="3375025" y="2106613"/>
          <p14:tracePt t="17451" x="3392488" y="2098675"/>
          <p14:tracePt t="17455" x="3433763" y="2081213"/>
          <p14:tracePt t="17468" x="3467100" y="2065338"/>
          <p14:tracePt t="17472" x="3508375" y="2055813"/>
          <p14:tracePt t="17484" x="3557588" y="2039938"/>
          <p14:tracePt t="17488" x="3598863" y="2024063"/>
          <p14:tracePt t="17501" x="3698875" y="2014538"/>
          <p14:tracePt t="17504" x="3773488" y="2014538"/>
          <p14:tracePt t="17518" x="3856038" y="2014538"/>
          <p14:tracePt t="17520" x="3922713" y="2014538"/>
          <p14:tracePt t="17537" x="4022725" y="2014538"/>
          <p14:tracePt t="17540" x="4048125" y="2014538"/>
          <p14:tracePt t="17544" x="4130675" y="2024063"/>
          <p14:tracePt t="17552" x="4205288" y="2065338"/>
          <p14:tracePt t="17560" x="4262438" y="2081213"/>
          <p14:tracePt t="17568" x="4305300" y="2106613"/>
          <p14:tracePt t="17577" x="4346575" y="2147888"/>
          <p14:tracePt t="17585" x="4387850" y="2181225"/>
          <p14:tracePt t="17592" x="4411663" y="2206625"/>
          <p14:tracePt t="17601" x="4437063" y="2230438"/>
          <p14:tracePt t="17609" x="4470400" y="2263775"/>
          <p14:tracePt t="17618" x="4470400" y="2305050"/>
          <p14:tracePt t="17625" x="4486275" y="2330450"/>
          <p14:tracePt t="17635" x="4511675" y="2413000"/>
          <p14:tracePt t="17641" x="4511675" y="2454275"/>
          <p14:tracePt t="17651" x="4511675" y="2554288"/>
          <p14:tracePt t="17657" x="4511675" y="2636838"/>
          <p14:tracePt t="17668" x="4511675" y="2752725"/>
          <p14:tracePt t="17673" x="4511675" y="2794000"/>
          <p14:tracePt t="17684" x="4511675" y="2894013"/>
          <p14:tracePt t="17690" x="4511675" y="2960688"/>
          <p14:tracePt t="17701" x="4495800" y="3027363"/>
          <p14:tracePt t="17706" x="4486275" y="3076575"/>
          <p14:tracePt t="17718" x="4470400" y="3101975"/>
          <p14:tracePt t="17722" x="4454525" y="3125788"/>
          <p14:tracePt t="17735" x="4437063" y="3143250"/>
          <p14:tracePt t="17738" x="4429125" y="3159125"/>
          <p14:tracePt t="17751" x="4411663" y="3159125"/>
          <p14:tracePt t="17754" x="4370388" y="3159125"/>
          <p14:tracePt t="17768" x="4313238" y="3159125"/>
          <p14:tracePt t="17770" x="4262438" y="3159125"/>
          <p14:tracePt t="17785" x="4221163" y="3143250"/>
          <p14:tracePt t="17788" x="4164013" y="3101975"/>
          <p14:tracePt t="17801" x="4079875" y="3043238"/>
          <p14:tracePt t="17804" x="4005263" y="2986088"/>
          <p14:tracePt t="17818" x="3981450" y="2960688"/>
          <p14:tracePt t="17819" x="3922713" y="2901950"/>
          <p14:tracePt t="17827" x="3856038" y="2860675"/>
          <p14:tracePt t="17835" x="3814763" y="2819400"/>
          <p14:tracePt t="17843" x="3773488" y="2778125"/>
          <p14:tracePt t="17851" x="3732213" y="2752725"/>
          <p14:tracePt t="17859" x="3698875" y="2736850"/>
          <p14:tracePt t="17868" x="3673475" y="2719388"/>
          <p14:tracePt t="17875" x="3641725" y="2695575"/>
          <p14:tracePt t="17884" x="3598863" y="2695575"/>
          <p14:tracePt t="17891" x="3557588" y="2678113"/>
          <p14:tracePt t="17901" x="3549650" y="2670175"/>
          <p14:tracePt t="17908" x="3508375" y="2654300"/>
          <p14:tracePt t="17918" x="3492500" y="2636838"/>
          <p14:tracePt t="17924" x="3467100" y="2636838"/>
          <p14:tracePt t="17935" x="3449638" y="2628900"/>
          <p14:tracePt t="17940" x="3433763" y="2628900"/>
          <p14:tracePt t="17951" x="3433763" y="2611438"/>
          <p14:tracePt t="17956" x="3433763" y="2595563"/>
          <p14:tracePt t="17968" x="3425825" y="2595563"/>
          <p14:tracePt t="17980" x="3425825" y="2587625"/>
          <p14:tracePt t="17996" x="3425825" y="2570163"/>
          <p14:tracePt t="18005" x="3425825" y="2554288"/>
          <p14:tracePt t="18013" x="3425825" y="2546350"/>
          <p14:tracePt t="18021" x="3425825" y="2528888"/>
          <p14:tracePt t="18029" x="3433763" y="2513013"/>
          <p14:tracePt t="18037" x="3449638" y="2513013"/>
          <p14:tracePt t="18045" x="3449638" y="2495550"/>
          <p14:tracePt t="18053" x="3475038" y="2487613"/>
          <p14:tracePt t="18061" x="3508375" y="2471738"/>
          <p14:tracePt t="18069" x="3533775" y="2454275"/>
          <p14:tracePt t="18077" x="3590925" y="2446338"/>
          <p14:tracePt t="18085" x="3616325" y="2446338"/>
          <p14:tracePt t="18093" x="3673475" y="2430463"/>
          <p14:tracePt t="18101" x="3716338" y="2430463"/>
          <p14:tracePt t="18109" x="3773488" y="2430463"/>
          <p14:tracePt t="18118" x="3798888" y="2430463"/>
          <p14:tracePt t="18126" x="3840163" y="2430463"/>
          <p14:tracePt t="18135" x="3856038" y="2430463"/>
          <p14:tracePt t="18142" x="3881438" y="2430463"/>
          <p14:tracePt t="18151" x="3906838" y="2430463"/>
          <p14:tracePt t="18167" x="3922713" y="2446338"/>
          <p14:tracePt t="18174" x="3940175" y="2446338"/>
          <p14:tracePt t="18182" x="3956050" y="2454275"/>
          <p14:tracePt t="18190" x="3956050" y="2471738"/>
          <p14:tracePt t="18198" x="3963988" y="2487613"/>
          <p14:tracePt t="18214" x="3981450" y="2495550"/>
          <p14:tracePt t="18223" x="3981450" y="2513013"/>
          <p14:tracePt t="18230" x="3981450" y="2528888"/>
          <p14:tracePt t="18239" x="3981450" y="2546350"/>
          <p14:tracePt t="18247" x="3981450" y="2554288"/>
          <p14:tracePt t="18263" x="3981450" y="2570163"/>
          <p14:tracePt t="18287" x="3981450" y="2587625"/>
          <p14:tracePt t="18303" x="3981450" y="2595563"/>
          <p14:tracePt t="18311" x="3956050" y="2595563"/>
          <p14:tracePt t="18319" x="3940175" y="2611438"/>
          <p14:tracePt t="18327" x="3922713" y="2611438"/>
          <p14:tracePt t="18335" x="3906838" y="2628900"/>
          <p14:tracePt t="18343" x="3898900" y="2628900"/>
          <p14:tracePt t="18352" x="3881438" y="2628900"/>
          <p14:tracePt t="18360" x="3856038" y="2628900"/>
          <p14:tracePt t="18376" x="3840163" y="2611438"/>
          <p14:tracePt t="18385" x="3822700" y="2595563"/>
          <p14:tracePt t="18392" x="3822700" y="2587625"/>
          <p14:tracePt t="18401" x="3814763" y="2570163"/>
          <p14:tracePt t="18408" x="3814763" y="2546350"/>
          <p14:tracePt t="18417" x="3814763" y="2528888"/>
          <p14:tracePt t="18424" x="3814763" y="2513013"/>
          <p14:tracePt t="18434" x="3814763" y="2487613"/>
          <p14:tracePt t="18440" x="3814763" y="2471738"/>
          <p14:tracePt t="18448" x="3814763" y="2454275"/>
          <p14:tracePt t="18465" x="3814763" y="2446338"/>
          <p14:tracePt t="18513" x="3798888" y="2446338"/>
          <p14:tracePt t="18538" x="3781425" y="2446338"/>
          <p14:tracePt t="18545" x="3773488" y="2446338"/>
          <p14:tracePt t="18553" x="3740150" y="2487613"/>
          <p14:tracePt t="18561" x="3716338" y="2546350"/>
          <p14:tracePt t="18570" x="3673475" y="2628900"/>
          <p14:tracePt t="18578" x="3632200" y="2719388"/>
          <p14:tracePt t="18586" x="3575050" y="2852738"/>
          <p14:tracePt t="18594" x="3516313" y="3001963"/>
          <p14:tracePt t="18602" x="3508375" y="3060700"/>
          <p14:tracePt t="18610" x="3475038" y="3159125"/>
          <p14:tracePt t="18618" x="3467100" y="3225800"/>
          <p14:tracePt t="18626" x="3467100" y="3292475"/>
          <p14:tracePt t="18634" x="3467100" y="3341688"/>
          <p14:tracePt t="18642" x="3467100" y="3349625"/>
          <p14:tracePt t="18651" x="3467100" y="3367088"/>
          <p14:tracePt t="18658" x="3475038" y="3367088"/>
          <p14:tracePt t="18668" x="3508375" y="3367088"/>
          <p14:tracePt t="18675" x="3557588" y="3367088"/>
          <p14:tracePt t="18684" x="3632200" y="3341688"/>
          <p14:tracePt t="18691" x="3698875" y="3292475"/>
          <p14:tracePt t="18699" x="3781425" y="3225800"/>
          <p14:tracePt t="18707" x="3856038" y="3159125"/>
          <p14:tracePt t="18715" x="3956050" y="3060700"/>
          <p14:tracePt t="18723" x="4048125" y="2976563"/>
          <p14:tracePt t="18731" x="4122738" y="2901950"/>
          <p14:tracePt t="18739" x="4164013" y="2860675"/>
          <p14:tracePt t="18747" x="4229100" y="2794000"/>
          <p14:tracePt t="18755" x="4271963" y="2752725"/>
          <p14:tracePt t="18763" x="4313238" y="2719388"/>
          <p14:tracePt t="18771" x="4329113" y="2695575"/>
          <p14:tracePt t="18779" x="4346575" y="2678113"/>
          <p14:tracePt t="18788" x="4354513" y="2670175"/>
          <p14:tracePt t="18868" x="4354513" y="2678113"/>
          <p14:tracePt t="18876" x="4354513" y="2711450"/>
          <p14:tracePt t="18885" x="4354513" y="2736850"/>
          <p14:tracePt t="18893" x="4354513" y="2760663"/>
          <p14:tracePt t="18902" x="4354513" y="2811463"/>
          <p14:tracePt t="18909" x="4354513" y="2852738"/>
          <p14:tracePt t="18918" x="4354513" y="2878138"/>
          <p14:tracePt t="18925" x="4354513" y="2919413"/>
          <p14:tracePt t="18934" x="4354513" y="2935288"/>
          <p14:tracePt t="18941" x="4354513" y="2943225"/>
          <p14:tracePt t="18950" x="4354513" y="2960688"/>
          <p14:tracePt t="18957" x="4354513" y="2976563"/>
          <p14:tracePt t="18981" x="4354513" y="2986088"/>
          <p14:tracePt t="19022" x="4354513" y="3001963"/>
          <p14:tracePt t="22556" x="4395788" y="3001963"/>
          <p14:tracePt t="22569" x="4529138" y="3001963"/>
          <p14:tracePt t="22573" x="4735513" y="2976563"/>
          <p14:tracePt t="22587" x="5041900" y="2960688"/>
          <p14:tracePt t="22588" x="5308600" y="2935288"/>
          <p14:tracePt t="22596" x="5556250" y="2935288"/>
          <p14:tracePt t="22603" x="5822950" y="2935288"/>
          <p14:tracePt t="22611" x="6070600" y="2935288"/>
          <p14:tracePt t="22619" x="6337300" y="2935288"/>
          <p14:tracePt t="22628" x="6518275" y="2935288"/>
          <p14:tracePt t="22636" x="6867525" y="2935288"/>
          <p14:tracePt t="22644" x="7224713" y="2986088"/>
          <p14:tracePt t="22652" x="7289800" y="2986088"/>
          <p14:tracePt t="22660" x="7472363" y="3043238"/>
          <p14:tracePt t="22668" x="7621588" y="3084513"/>
          <p14:tracePt t="22676" x="7705725" y="3101975"/>
          <p14:tracePt t="22685" x="7754938" y="3101975"/>
          <p14:tracePt t="22692" x="7796213" y="3117850"/>
          <p14:tracePt t="22701" x="7804150" y="3125788"/>
          <p14:tracePt t="22708" x="7821613" y="3125788"/>
          <p14:tracePt t="22718" x="7837488" y="3125788"/>
          <p14:tracePt t="22741" x="7845425" y="3125788"/>
          <p14:tracePt t="22773" x="7886700" y="3125788"/>
          <p14:tracePt t="22781" x="7920038" y="3125788"/>
          <p14:tracePt t="22789" x="7970838" y="3125788"/>
          <p14:tracePt t="22797" x="8069263" y="3125788"/>
          <p14:tracePt t="22805" x="8169275" y="3143250"/>
          <p14:tracePt t="22813" x="8269288" y="3167063"/>
          <p14:tracePt t="22821" x="8377238" y="3200400"/>
          <p14:tracePt t="22829" x="8434388" y="3225800"/>
          <p14:tracePt t="22837" x="8534400" y="3267075"/>
          <p14:tracePt t="22846" x="8634413" y="3308350"/>
          <p14:tracePt t="22853" x="8683625" y="3367088"/>
          <p14:tracePt t="22862" x="8742363" y="3390900"/>
          <p14:tracePt t="22870" x="8766175" y="3424238"/>
          <p14:tracePt t="22878" x="8799513" y="3433763"/>
          <p14:tracePt t="22886" x="8799513" y="3467100"/>
          <p14:tracePt t="22894" x="8816975" y="3475038"/>
          <p14:tracePt t="22910" x="8816975" y="3490913"/>
          <p14:tracePt t="22918" x="8816975" y="3516313"/>
          <p14:tracePt t="22926" x="8816975" y="3532188"/>
          <p14:tracePt t="22935" x="8783638" y="3565525"/>
          <p14:tracePt t="22942" x="8758238" y="3573463"/>
          <p14:tracePt t="22951" x="8716963" y="3606800"/>
          <p14:tracePt t="22959" x="8634413" y="3632200"/>
          <p14:tracePt t="22968" x="8601075" y="3657600"/>
          <p14:tracePt t="22975" x="8550275" y="3673475"/>
          <p14:tracePt t="22984" x="8475663" y="3698875"/>
          <p14:tracePt t="22991" x="8418513" y="3732213"/>
          <p14:tracePt t="23001" x="8351838" y="3740150"/>
          <p14:tracePt t="23007" x="8228013" y="3773488"/>
          <p14:tracePt t="23015" x="8186738" y="3781425"/>
          <p14:tracePt t="23023" x="8143875" y="3797300"/>
          <p14:tracePt t="23031" x="8086725" y="3814763"/>
          <p14:tracePt t="23039" x="8027988" y="3814763"/>
          <p14:tracePt t="23047" x="8004175" y="3814763"/>
          <p14:tracePt t="23055" x="7986713" y="3814763"/>
          <p14:tracePt t="23063" x="7970838" y="3814763"/>
          <p14:tracePt t="23072" x="7962900" y="3814763"/>
          <p14:tracePt t="23112" x="7970838" y="3814763"/>
          <p14:tracePt t="23120" x="8069263" y="3797300"/>
          <p14:tracePt t="23128" x="8194675" y="3797300"/>
          <p14:tracePt t="23136" x="8351838" y="3797300"/>
          <p14:tracePt t="23144" x="8559800" y="3797300"/>
          <p14:tracePt t="23152" x="8758238" y="3797300"/>
          <p14:tracePt t="23160" x="8966200" y="3797300"/>
          <p14:tracePt t="23168" x="9164638" y="3797300"/>
          <p14:tracePt t="23176" x="9231313" y="3797300"/>
          <p14:tracePt t="23184" x="9480550" y="3797300"/>
          <p14:tracePt t="23192" x="9604375" y="3797300"/>
          <p14:tracePt t="23201" x="9663113" y="3797300"/>
          <p14:tracePt t="23209" x="9761538" y="3797300"/>
          <p14:tracePt t="23218" x="9828213" y="3814763"/>
          <p14:tracePt t="23225" x="9902825" y="3830638"/>
          <p14:tracePt t="23235" x="9961563" y="3840163"/>
          <p14:tracePt t="23241" x="10010775" y="3856038"/>
          <p14:tracePt t="23250" x="10044113" y="3871913"/>
          <p14:tracePt t="23257" x="10085388" y="3881438"/>
          <p14:tracePt t="23265" x="10126663" y="3914775"/>
          <p14:tracePt t="23273" x="10152063" y="3922713"/>
          <p14:tracePt t="23281" x="10193338" y="3963988"/>
          <p14:tracePt t="23290" x="10226675" y="3997325"/>
          <p14:tracePt t="23298" x="10267950" y="4038600"/>
          <p14:tracePt t="23306" x="10275888" y="4064000"/>
          <p14:tracePt t="23314" x="10317163" y="4105275"/>
          <p14:tracePt t="23322" x="10350500" y="4146550"/>
          <p14:tracePt t="23330" x="10375900" y="4187825"/>
          <p14:tracePt t="23338" x="10417175" y="4229100"/>
          <p14:tracePt t="23346" x="10450513" y="4270375"/>
          <p14:tracePt t="23354" x="10475913" y="4329113"/>
          <p14:tracePt t="23362" x="10533063" y="4411663"/>
          <p14:tracePt t="23370" x="10558463" y="4452938"/>
          <p14:tracePt t="23378" x="10582275" y="4494213"/>
          <p14:tracePt t="23386" x="10625138" y="4535488"/>
          <p14:tracePt t="23395" x="10656888" y="4594225"/>
          <p14:tracePt t="23403" x="10666413" y="4635500"/>
          <p14:tracePt t="23411" x="10715625" y="4676775"/>
          <p14:tracePt t="23419" x="10715625" y="4735513"/>
          <p14:tracePt t="23427" x="10741025" y="4792663"/>
          <p14:tracePt t="23435" x="10756900" y="4818063"/>
          <p14:tracePt t="23443" x="10756900" y="4876800"/>
          <p14:tracePt t="23451" x="10764838" y="4918075"/>
          <p14:tracePt t="23459" x="10764838" y="4975225"/>
          <p14:tracePt t="23468" x="10764838" y="5000625"/>
          <p14:tracePt t="23475" x="10782300" y="5041900"/>
          <p14:tracePt t="23484" x="10782300" y="5067300"/>
          <p14:tracePt t="23491" x="10782300" y="5108575"/>
          <p14:tracePt t="23501" x="10782300" y="5157788"/>
          <p14:tracePt t="23508" x="10782300" y="5165725"/>
          <p14:tracePt t="23518" x="10782300" y="5207000"/>
          <p14:tracePt t="23524" x="10782300" y="5240338"/>
          <p14:tracePt t="23537" x="10782300" y="5265738"/>
          <p14:tracePt t="23541" x="10782300" y="5281613"/>
          <p14:tracePt t="23548" x="10782300" y="5324475"/>
          <p14:tracePt t="23556" x="10782300" y="5348288"/>
          <p14:tracePt t="23564" x="10782300" y="5373688"/>
          <p14:tracePt t="23572" x="10782300" y="5422900"/>
          <p14:tracePt t="23580" x="10782300" y="5448300"/>
          <p14:tracePt t="23588" x="10764838" y="5489575"/>
          <p14:tracePt t="23597" x="10756900" y="5514975"/>
          <p14:tracePt t="23604" x="10756900" y="5548313"/>
          <p14:tracePt t="23612" x="10741025" y="5589588"/>
          <p14:tracePt t="23620" x="10741025" y="5597525"/>
          <p14:tracePt t="23629" x="10723563" y="5638800"/>
          <p14:tracePt t="23637" x="10715625" y="5656263"/>
          <p14:tracePt t="23645" x="10699750" y="5688013"/>
          <p14:tracePt t="23653" x="10641013" y="5738813"/>
          <p14:tracePt t="23661" x="10599738" y="5780088"/>
          <p14:tracePt t="23669" x="10558463" y="5795963"/>
          <p14:tracePt t="23677" x="10475913" y="5821363"/>
          <p14:tracePt t="23685" x="10375900" y="5854700"/>
          <p14:tracePt t="23693" x="10267950" y="5862638"/>
          <p14:tracePt t="23702" x="10110788" y="5862638"/>
          <p14:tracePt t="23709" x="9961563" y="5862638"/>
          <p14:tracePt t="23718" x="9802813" y="5862638"/>
          <p14:tracePt t="23726" x="9653588" y="5862638"/>
          <p14:tracePt t="23735" x="9471025" y="5821363"/>
          <p14:tracePt t="23742" x="9339263" y="5780088"/>
          <p14:tracePt t="23751" x="9190038" y="5713413"/>
          <p14:tracePt t="23758" x="9031288" y="5672138"/>
          <p14:tracePt t="23768" x="8899525" y="5613400"/>
          <p14:tracePt t="23774" x="8766175" y="5556250"/>
          <p14:tracePt t="23784" x="8616950" y="5507038"/>
          <p14:tracePt t="23790" x="8493125" y="5464175"/>
          <p14:tracePt t="23801" x="8459788" y="5432425"/>
          <p14:tracePt t="23806" x="8369300" y="5389563"/>
          <p14:tracePt t="23818" x="8285163" y="5365750"/>
          <p14:tracePt t="23822" x="8210550" y="5307013"/>
          <p14:tracePt t="23835" x="8153400" y="5281613"/>
          <p14:tracePt t="23839" x="8027988" y="5165725"/>
          <p14:tracePt t="23851" x="7962900" y="5100638"/>
          <p14:tracePt t="23855" x="7920038" y="5041900"/>
          <p14:tracePt t="23868" x="7845425" y="4959350"/>
          <p14:tracePt t="23871" x="7796213" y="4876800"/>
          <p14:tracePt t="23884" x="7737475" y="4792663"/>
          <p14:tracePt t="23888" x="7696200" y="4710113"/>
          <p14:tracePt t="23901" x="7680325" y="4668838"/>
          <p14:tracePt t="23905" x="7654925" y="4568825"/>
          <p14:tracePt t="23918" x="7621588" y="4494213"/>
          <p14:tracePt t="23920" x="7597775" y="4427538"/>
          <p14:tracePt t="23935" x="7580313" y="4270375"/>
          <p14:tracePt t="23936" x="7580313" y="4203700"/>
          <p14:tracePt t="23944" x="7580313" y="4105275"/>
          <p14:tracePt t="23952" x="7580313" y="3979863"/>
          <p14:tracePt t="23960" x="7580313" y="3881438"/>
          <p14:tracePt t="23968" x="7597775" y="3756025"/>
          <p14:tracePt t="23976" x="7654925" y="3648075"/>
          <p14:tracePt t="23985" x="7737475" y="3508375"/>
          <p14:tracePt t="23992" x="7804150" y="3390900"/>
          <p14:tracePt t="24001" x="7920038" y="3251200"/>
          <p14:tracePt t="24008" x="8020050" y="3159125"/>
          <p14:tracePt t="24018" x="8128000" y="3060700"/>
          <p14:tracePt t="24024" x="8235950" y="2976563"/>
          <p14:tracePt t="24035" x="8335963" y="2919413"/>
          <p14:tracePt t="24041" x="8459788" y="2878138"/>
          <p14:tracePt t="24051" x="8559800" y="2836863"/>
          <p14:tracePt t="24056" x="8683625" y="2811463"/>
          <p14:tracePt t="24068" x="8783638" y="2778125"/>
          <p14:tracePt t="24073" x="8899525" y="2752725"/>
          <p14:tracePt t="24084" x="9023350" y="2752725"/>
          <p14:tracePt t="24089" x="9148763" y="2752725"/>
          <p14:tracePt t="24101" x="9297988" y="2752725"/>
          <p14:tracePt t="24105" x="9429750" y="2752725"/>
          <p14:tracePt t="24118" x="9563100" y="2778125"/>
          <p14:tracePt t="24121" x="9694863" y="2819400"/>
          <p14:tracePt t="24135" x="9820275" y="2878138"/>
          <p14:tracePt t="24138" x="9928225" y="2960688"/>
          <p14:tracePt t="24151" x="10026650" y="3017838"/>
          <p14:tracePt t="24154" x="10069513" y="3043238"/>
          <p14:tracePt t="24168" x="10185400" y="3117850"/>
          <p14:tracePt t="24170" x="10250488" y="3184525"/>
          <p14:tracePt t="24184" x="10358438" y="3284538"/>
          <p14:tracePt t="24187" x="10433050" y="3367088"/>
          <p14:tracePt t="24201" x="10499725" y="3433763"/>
          <p14:tracePt t="24202" x="10558463" y="3516313"/>
          <p14:tracePt t="24210" x="10615613" y="3616325"/>
          <p14:tracePt t="24218" x="10682288" y="3732213"/>
          <p14:tracePt t="24226" x="10741025" y="3840163"/>
          <p14:tracePt t="24235" x="10764838" y="3938588"/>
          <p14:tracePt t="24242" x="10782300" y="3963988"/>
          <p14:tracePt t="24251" x="10807700" y="4064000"/>
          <p14:tracePt t="24258" x="10839450" y="4162425"/>
          <p14:tracePt t="24268" x="10848975" y="4229100"/>
          <p14:tracePt t="24275" x="10848975" y="4303713"/>
          <p14:tracePt t="24284" x="10882313" y="4427538"/>
          <p14:tracePt t="24291" x="10882313" y="4527550"/>
          <p14:tracePt t="24301" x="10882313" y="4576763"/>
          <p14:tracePt t="24307" x="10882313" y="4694238"/>
          <p14:tracePt t="24318" x="10882313" y="4792663"/>
          <p14:tracePt t="24323" x="10882313" y="4892675"/>
          <p14:tracePt t="24334" x="10882313" y="4933950"/>
          <p14:tracePt t="24339" x="10882313" y="5000625"/>
          <p14:tracePt t="24351" x="10864850" y="5067300"/>
          <p14:tracePt t="24355" x="10839450" y="5124450"/>
          <p14:tracePt t="24368" x="10823575" y="5183188"/>
          <p14:tracePt t="24372" x="10798175" y="5240338"/>
          <p14:tracePt t="24384" x="10782300" y="5265738"/>
          <p14:tracePt t="24388" x="10756900" y="5307013"/>
          <p14:tracePt t="24401" x="10723563" y="5348288"/>
          <p14:tracePt t="24405" x="10699750" y="5389563"/>
          <p14:tracePt t="24418" x="10666413" y="5432425"/>
          <p14:tracePt t="24421" x="10641013" y="5464175"/>
          <p14:tracePt t="24434" x="10615613" y="5507038"/>
          <p14:tracePt t="24437" x="10574338" y="5548313"/>
          <p14:tracePt t="24451" x="10541000" y="5572125"/>
          <p14:tracePt t="24453" x="10499725" y="5597525"/>
          <p14:tracePt t="24468" x="10417175" y="5638800"/>
          <p14:tracePt t="24469" x="10350500" y="5656263"/>
          <p14:tracePt t="24476" x="10250488" y="5672138"/>
          <p14:tracePt t="24484" x="10126663" y="5672138"/>
          <p14:tracePt t="24493" x="9985375" y="5672138"/>
          <p14:tracePt t="24501" x="9786938" y="5672138"/>
          <p14:tracePt t="24509" x="9604375" y="5672138"/>
          <p14:tracePt t="24518" x="9388475" y="5630863"/>
          <p14:tracePt t="24525" x="9172575" y="5556250"/>
          <p14:tracePt t="24537" x="8907463" y="5489575"/>
          <p14:tracePt t="24542" x="8683625" y="5407025"/>
          <p14:tracePt t="24551" x="8501063" y="5348288"/>
          <p14:tracePt t="24557" x="8326438" y="5291138"/>
          <p14:tracePt t="24568" x="8169275" y="5224463"/>
          <p14:tracePt t="24573" x="8045450" y="5183188"/>
          <p14:tracePt t="24584" x="7920038" y="5124450"/>
          <p14:tracePt t="24590" x="7821613" y="5057775"/>
          <p14:tracePt t="24601" x="7705725" y="5000625"/>
          <p14:tracePt t="24605" x="7621588" y="4933950"/>
          <p14:tracePt t="24618" x="7539038" y="4843463"/>
          <p14:tracePt t="24622" x="7472363" y="4776788"/>
          <p14:tracePt t="24635" x="7389813" y="4668838"/>
          <p14:tracePt t="24638" x="7331075" y="4576763"/>
          <p14:tracePt t="24651" x="7307263" y="4511675"/>
          <p14:tracePt t="24654" x="7265988" y="4411663"/>
          <p14:tracePt t="24668" x="7232650" y="4287838"/>
          <p14:tracePt t="24671" x="7207250" y="4187825"/>
          <p14:tracePt t="24684" x="7207250" y="4046538"/>
          <p14:tracePt t="24688" x="7173913" y="3897313"/>
          <p14:tracePt t="24701" x="7173913" y="3740150"/>
          <p14:tracePt t="24703" x="7173913" y="3565525"/>
          <p14:tracePt t="24717" x="7173913" y="3367088"/>
          <p14:tracePt t="24720" x="7173913" y="3209925"/>
          <p14:tracePt t="24735" x="7173913" y="2919413"/>
          <p14:tracePt t="24743" x="7207250" y="2860675"/>
          <p14:tracePt t="24751" x="7289800" y="2636838"/>
          <p14:tracePt t="24759" x="7348538" y="2528888"/>
          <p14:tracePt t="24768" x="7415213" y="2430463"/>
          <p14:tracePt t="24775" x="7513638" y="2330450"/>
          <p14:tracePt t="24785" x="7621588" y="2230438"/>
          <p14:tracePt t="24791" x="7737475" y="2147888"/>
          <p14:tracePt t="24801" x="7845425" y="2081213"/>
          <p14:tracePt t="24807" x="7945438" y="2024063"/>
          <p14:tracePt t="24818" x="8069263" y="1957388"/>
          <p14:tracePt t="24824" x="8194675" y="1916113"/>
          <p14:tracePt t="24834" x="8351838" y="1857375"/>
          <p14:tracePt t="24840" x="8475663" y="1831975"/>
          <p14:tracePt t="24851" x="8658225" y="1816100"/>
          <p14:tracePt t="24856" x="8816975" y="1816100"/>
          <p14:tracePt t="24868" x="8990013" y="1816100"/>
          <p14:tracePt t="24872" x="9148763" y="1816100"/>
          <p14:tracePt t="24885" x="9297988" y="1816100"/>
          <p14:tracePt t="24888" x="9413875" y="1841500"/>
          <p14:tracePt t="24901" x="9563100" y="1898650"/>
          <p14:tracePt t="24904" x="9678988" y="1957388"/>
          <p14:tracePt t="24918" x="9786938" y="2024063"/>
          <p14:tracePt t="24920" x="9886950" y="2106613"/>
          <p14:tracePt t="24935" x="10002838" y="2181225"/>
          <p14:tracePt t="24938" x="10085388" y="2281238"/>
          <p14:tracePt t="24951" x="10167938" y="2387600"/>
          <p14:tracePt t="24954" x="10234613" y="2487613"/>
          <p14:tracePt t="24968" x="10309225" y="2595563"/>
          <p14:tracePt t="24970" x="10358438" y="2711450"/>
          <p14:tracePt t="24984" x="10433050" y="2819400"/>
          <p14:tracePt t="24985" x="10491788" y="2943225"/>
          <p14:tracePt t="24993" x="10541000" y="3101975"/>
          <p14:tracePt t="25001" x="10582275" y="3225800"/>
          <p14:tracePt t="25009" x="10625138" y="3382963"/>
          <p14:tracePt t="25018" x="10682288" y="3532188"/>
          <p14:tracePt t="25025" x="10715625" y="3673475"/>
          <p14:tracePt t="25035" x="10764838" y="3797300"/>
          <p14:tracePt t="25042" x="10798175" y="3956050"/>
          <p14:tracePt t="25051" x="10823575" y="4005263"/>
          <p14:tracePt t="25058" x="10864850" y="4229100"/>
          <p14:tracePt t="25068" x="10864850" y="4270375"/>
          <p14:tracePt t="25074" x="10882313" y="4370388"/>
          <p14:tracePt t="25084" x="10890250" y="4470400"/>
          <p14:tracePt t="25090" x="10906125" y="4535488"/>
          <p14:tracePt t="25101" x="10923588" y="4627563"/>
          <p14:tracePt t="25106" x="10931525" y="4694238"/>
          <p14:tracePt t="25117" x="10947400" y="4751388"/>
          <p14:tracePt t="25122" x="10947400" y="4818063"/>
          <p14:tracePt t="25134" x="10964863" y="4876800"/>
          <p14:tracePt t="25138" x="10964863" y="4900613"/>
          <p14:tracePt t="25151" x="10980738" y="4959350"/>
          <p14:tracePt t="25155" x="10980738" y="4983163"/>
          <p14:tracePt t="25168" x="10980738" y="5016500"/>
          <p14:tracePt t="25171" x="10980738" y="5041900"/>
          <p14:tracePt t="25184" x="10980738" y="5057775"/>
          <p14:tracePt t="25187" x="10980738" y="5083175"/>
          <p14:tracePt t="25201" x="10980738" y="5100638"/>
          <p14:tracePt t="25203" x="10980738" y="5108575"/>
          <p14:tracePt t="25217" x="10980738" y="5141913"/>
          <p14:tracePt t="25220" x="10947400" y="5165725"/>
          <p14:tracePt t="25234" x="10931525" y="5183188"/>
          <p14:tracePt t="25235" x="10923588" y="5199063"/>
          <p14:tracePt t="25243" x="10906125" y="5207000"/>
          <p14:tracePt t="25251" x="10882313" y="5240338"/>
          <p14:tracePt t="25259" x="10864850" y="5249863"/>
          <p14:tracePt t="25268" x="10848975" y="5265738"/>
          <p14:tracePt t="25275" x="10839450" y="5281613"/>
          <p14:tracePt t="25284" x="10823575" y="5281613"/>
          <p14:tracePt t="25292" x="10807700" y="5291138"/>
          <p14:tracePt t="25301" x="10798175" y="5307013"/>
          <p14:tracePt t="25308" x="10764838" y="5307013"/>
          <p14:tracePt t="25318" x="10756900" y="5324475"/>
          <p14:tracePt t="25324" x="10741025" y="5324475"/>
          <p14:tracePt t="25334" x="10715625" y="5332413"/>
          <p14:tracePt t="25340" x="10699750" y="5332413"/>
          <p14:tracePt t="25351" x="10682288" y="5348288"/>
          <p14:tracePt t="25356" x="10656888" y="5348288"/>
          <p14:tracePt t="25368" x="10641013" y="5348288"/>
          <p14:tracePt t="25372" x="10625138" y="5348288"/>
          <p14:tracePt t="25384" x="10599738" y="5365750"/>
          <p14:tracePt t="25389" x="10582275" y="5365750"/>
          <p14:tracePt t="25401" x="10541000" y="5373688"/>
          <p14:tracePt t="25405" x="10475913" y="5389563"/>
          <p14:tracePt t="25418" x="10401300" y="5389563"/>
          <p14:tracePt t="25421" x="10275888" y="5407025"/>
          <p14:tracePt t="25435" x="10126663" y="5432425"/>
          <p14:tracePt t="25437" x="9779000" y="5432425"/>
          <p14:tracePt t="25451" x="9471025" y="5432425"/>
          <p14:tracePt t="25454" x="9123363" y="5432425"/>
          <p14:tracePt t="25468" x="8724900" y="5432425"/>
          <p14:tracePt t="25470" x="8550275" y="5432425"/>
          <p14:tracePt t="25484" x="8194675" y="5432425"/>
          <p14:tracePt t="25487" x="7886700" y="5373688"/>
          <p14:tracePt t="25501" x="7639050" y="5324475"/>
          <p14:tracePt t="25502" x="7539038" y="5291138"/>
          <p14:tracePt t="25510" x="7356475" y="5240338"/>
          <p14:tracePt t="25518" x="7207250" y="5199063"/>
          <p14:tracePt t="25526" x="7107238" y="5157788"/>
          <p14:tracePt t="25537" x="7008813" y="5108575"/>
          <p14:tracePt t="25543" x="6942138" y="5100638"/>
          <p14:tracePt t="25551" x="6900863" y="5057775"/>
          <p14:tracePt t="25558" x="6842125" y="5026025"/>
          <p14:tracePt t="25568" x="6775450" y="4959350"/>
          <p14:tracePt t="25575" x="6734175" y="4918075"/>
          <p14:tracePt t="25584" x="6700838" y="4859338"/>
          <p14:tracePt t="25590" x="6677025" y="4776788"/>
          <p14:tracePt t="25601" x="6635750" y="4676775"/>
          <p14:tracePt t="25607" x="6602413" y="4576763"/>
          <p14:tracePt t="25617" x="6592888" y="4452938"/>
          <p14:tracePt t="25623" x="6577013" y="4403725"/>
          <p14:tracePt t="25634" x="6577013" y="4329113"/>
          <p14:tracePt t="25639" x="6561138" y="4262438"/>
          <p14:tracePt t="25651" x="6561138" y="4187825"/>
          <p14:tracePt t="25655" x="6561138" y="4146550"/>
          <p14:tracePt t="25668" x="6561138" y="4121150"/>
          <p14:tracePt t="25679" x="6561138" y="4105275"/>
          <p14:tracePt t="25695" x="6551613" y="4105275"/>
          <p14:tracePt t="25720" x="6535738" y="4105275"/>
          <p14:tracePt t="25736" x="6510338" y="4105275"/>
          <p14:tracePt t="25744" x="6477000" y="4105275"/>
          <p14:tracePt t="25752" x="6453188" y="4105275"/>
          <p14:tracePt t="25760" x="6386513" y="4105275"/>
          <p14:tracePt t="25768" x="6327775" y="4105275"/>
          <p14:tracePt t="25776" x="6253163" y="4105275"/>
          <p14:tracePt t="25785" x="6162675" y="4105275"/>
          <p14:tracePt t="25792" x="6029325" y="4105275"/>
          <p14:tracePt t="25801" x="5880100" y="4105275"/>
          <p14:tracePt t="25809" x="5722938" y="4105275"/>
          <p14:tracePt t="25818" x="5573713" y="4105275"/>
          <p14:tracePt t="25825" x="5416550" y="4105275"/>
          <p14:tracePt t="25834" x="5373688" y="4105275"/>
          <p14:tracePt t="25841" x="5249863" y="4105275"/>
          <p14:tracePt t="25850" x="5126038" y="4105275"/>
          <p14:tracePt t="25857" x="5059363" y="4105275"/>
          <p14:tracePt t="25865" x="4984750" y="4105275"/>
          <p14:tracePt t="25873" x="4902200" y="4105275"/>
          <p14:tracePt t="25881" x="4835525" y="4097338"/>
          <p14:tracePt t="25889" x="4776788" y="4097338"/>
          <p14:tracePt t="25897" x="4735513" y="4097338"/>
          <p14:tracePt t="25905" x="4678363" y="4079875"/>
          <p14:tracePt t="25913" x="4619625" y="4079875"/>
          <p14:tracePt t="25922" x="4594225" y="4079875"/>
          <p14:tracePt t="25930" x="4537075" y="4079875"/>
          <p14:tracePt t="25938" x="4486275" y="4079875"/>
          <p14:tracePt t="25946" x="4437063" y="4079875"/>
          <p14:tracePt t="25954" x="4395788" y="4079875"/>
          <p14:tracePt t="25962" x="4354513" y="4079875"/>
          <p14:tracePt t="25970" x="4305300" y="4079875"/>
          <p14:tracePt t="25978" x="4271963" y="4079875"/>
          <p14:tracePt t="25986" x="4229100" y="4079875"/>
          <p14:tracePt t="25994" x="4171950" y="4079875"/>
          <p14:tracePt t="26002" x="4146550" y="4079875"/>
          <p14:tracePt t="26010" x="4048125" y="4079875"/>
          <p14:tracePt t="26018" x="4022725" y="4079875"/>
          <p14:tracePt t="26026" x="3956050" y="4079875"/>
          <p14:tracePt t="26035" x="3898900" y="4079875"/>
          <p14:tracePt t="26042" x="3822700" y="4079875"/>
          <p14:tracePt t="26051" x="3757613" y="4079875"/>
          <p14:tracePt t="26059" x="3690938" y="4079875"/>
          <p14:tracePt t="26068" x="3632200" y="4079875"/>
          <p14:tracePt t="26075" x="3575050" y="4079875"/>
          <p14:tracePt t="26085" x="3516313" y="4079875"/>
          <p14:tracePt t="26091" x="3467100" y="4079875"/>
          <p14:tracePt t="26101" x="3433763" y="4064000"/>
          <p14:tracePt t="26107" x="3375025" y="4064000"/>
          <p14:tracePt t="26118" x="3333750" y="4046538"/>
          <p14:tracePt t="26123" x="3309938" y="4046538"/>
          <p14:tracePt t="26134" x="3267075" y="4046538"/>
          <p14:tracePt t="26139" x="3243263" y="4038600"/>
          <p14:tracePt t="26151" x="3201988" y="4038600"/>
          <p14:tracePt t="26156" x="3168650" y="4021138"/>
          <p14:tracePt t="26168" x="3109913" y="4021138"/>
          <p14:tracePt t="26172" x="3060700" y="4021138"/>
          <p14:tracePt t="26185" x="3019425" y="4005263"/>
          <p14:tracePt t="26188" x="2978150" y="3997325"/>
          <p14:tracePt t="26201" x="2935288" y="3997325"/>
          <p14:tracePt t="26204" x="2878138" y="3979863"/>
          <p14:tracePt t="26218" x="2852738" y="3963988"/>
          <p14:tracePt t="26221" x="2803525" y="3963988"/>
          <p14:tracePt t="26234" x="2778125" y="3956050"/>
          <p14:tracePt t="26237" x="2754313" y="3938588"/>
          <p14:tracePt t="26251" x="2720975" y="3938588"/>
          <p14:tracePt t="26253" x="2695575" y="3922713"/>
          <p14:tracePt t="26268" x="2670175" y="3914775"/>
          <p14:tracePt t="26269" x="2636838" y="3914775"/>
          <p14:tracePt t="26277" x="2595563" y="3881438"/>
          <p14:tracePt t="26285" x="2571750" y="3871913"/>
          <p14:tracePt t="26293" x="2538413" y="3856038"/>
          <p14:tracePt t="26301" x="2497138" y="3830638"/>
          <p14:tracePt t="26309" x="2471738" y="3814763"/>
          <p14:tracePt t="26318" x="2446338" y="3781425"/>
          <p14:tracePt t="26325" x="2413000" y="3773488"/>
          <p14:tracePt t="26335" x="2405063" y="3756025"/>
          <p14:tracePt t="26341" x="2371725" y="3732213"/>
          <p14:tracePt t="26351" x="2363788" y="3732213"/>
          <p14:tracePt t="26358" x="2363788" y="3714750"/>
          <p14:tracePt t="26367" x="2347913" y="3698875"/>
          <p14:tracePt t="26374" x="2330450" y="3690938"/>
          <p14:tracePt t="26385" x="2330450" y="3673475"/>
          <p14:tracePt t="26390" x="2322513" y="3657600"/>
          <p14:tracePt t="26406" x="2322513" y="3648075"/>
          <p14:tracePt t="26418" x="2305050" y="3616325"/>
          <p14:tracePt t="26422" x="2305050" y="3606800"/>
          <p14:tracePt t="26434" x="2305050" y="3590925"/>
          <p14:tracePt t="26446" x="2305050" y="3565525"/>
          <p14:tracePt t="26454" x="2305050" y="3549650"/>
          <p14:tracePt t="26462" x="2305050" y="3532188"/>
          <p14:tracePt t="26471" x="2305050" y="3516313"/>
          <p14:tracePt t="26479" x="2330450" y="3508375"/>
          <p14:tracePt t="26487" x="2371725" y="3475038"/>
          <p14:tracePt t="26495" x="2413000" y="3449638"/>
          <p14:tracePt t="26503" x="2454275" y="3433763"/>
          <p14:tracePt t="26511" x="2528888" y="3408363"/>
          <p14:tracePt t="26519" x="2595563" y="3390900"/>
          <p14:tracePt t="26527" x="2679700" y="3367088"/>
          <p14:tracePt t="26540" x="2778125" y="3349625"/>
          <p14:tracePt t="26543" x="2894013" y="3325813"/>
          <p14:tracePt t="26552" x="3019425" y="3325813"/>
          <p14:tracePt t="26559" x="3168650" y="3325813"/>
          <p14:tracePt t="26568" x="3325813" y="3325813"/>
          <p14:tracePt t="26575" x="3475038" y="3325813"/>
          <p14:tracePt t="26585" x="3516313" y="3325813"/>
          <p14:tracePt t="26592" x="3641725" y="3325813"/>
          <p14:tracePt t="26601" x="3716338" y="3325813"/>
          <p14:tracePt t="26608" x="3798888" y="3349625"/>
          <p14:tracePt t="26618" x="3840163" y="3382963"/>
          <p14:tracePt t="26624" x="3898900" y="3408363"/>
          <p14:tracePt t="26634" x="3922713" y="3424238"/>
          <p14:tracePt t="26640" x="3940175" y="3433763"/>
          <p14:tracePt t="26651" x="3956050" y="3449638"/>
          <p14:tracePt t="26656" x="3963988" y="3449638"/>
          <p14:tracePt t="26668" x="3963988" y="3467100"/>
          <p14:tracePt t="26680" x="3981450" y="3467100"/>
          <p14:tracePt t="26688" x="3981450" y="3475038"/>
          <p14:tracePt t="26697" x="3981450" y="3490913"/>
          <p14:tracePt t="26713" x="3981450" y="3508375"/>
          <p14:tracePt t="26721" x="3981450" y="3516313"/>
          <p14:tracePt t="26737" x="3981450" y="3532188"/>
          <p14:tracePt t="26745" x="3981450" y="3549650"/>
          <p14:tracePt t="26761" x="3981450" y="3565525"/>
          <p14:tracePt t="26769" x="3963988" y="3573463"/>
          <p14:tracePt t="26777" x="3956050" y="3590925"/>
          <p14:tracePt t="26785" x="3906838" y="3616325"/>
          <p14:tracePt t="26793" x="3865563" y="3648075"/>
          <p14:tracePt t="26801" x="3798888" y="3673475"/>
          <p14:tracePt t="26810" x="3698875" y="3714750"/>
          <p14:tracePt t="26818" x="3590925" y="3781425"/>
          <p14:tracePt t="26826" x="3475038" y="3830638"/>
          <p14:tracePt t="26834" x="3351213" y="3871913"/>
          <p14:tracePt t="26842" x="3309938" y="3881438"/>
          <p14:tracePt t="26851" x="3209925" y="3922713"/>
          <p14:tracePt t="26858" x="3127375" y="3956050"/>
          <p14:tracePt t="26867" x="3043238" y="3963988"/>
          <p14:tracePt t="26874" x="3001963" y="3979863"/>
          <p14:tracePt t="26882" x="2944813" y="3997325"/>
          <p14:tracePt t="26890" x="2894013" y="4005263"/>
          <p14:tracePt t="26898" x="2852738" y="4005263"/>
          <p14:tracePt t="26906" x="2819400" y="4021138"/>
          <p14:tracePt t="26914" x="2795588" y="4038600"/>
          <p14:tracePt t="26923" x="2762250" y="4038600"/>
          <p14:tracePt t="26931" x="2754313" y="4038600"/>
          <p14:tracePt t="26939" x="2720975" y="4038600"/>
          <p14:tracePt t="26947" x="2711450" y="4038600"/>
          <p14:tracePt t="26971" x="2695575" y="4038600"/>
          <p14:tracePt t="27003" x="2695575" y="4021138"/>
          <p14:tracePt t="27028" x="2695575" y="4005263"/>
          <p14:tracePt t="27036" x="2711450" y="4005263"/>
          <p14:tracePt t="27060" x="2720975" y="4005263"/>
          <p14:tracePt t="27084" x="2736850" y="4005263"/>
          <p14:tracePt t="27197" x="2736850" y="3997325"/>
          <p14:tracePt t="27205" x="2736850" y="3979863"/>
          <p14:tracePt t="27221" x="2711450" y="3956050"/>
          <p14:tracePt t="27229" x="2679700" y="3938588"/>
          <p14:tracePt t="27237" x="2654300" y="3914775"/>
          <p14:tracePt t="27246" x="2628900" y="3881438"/>
          <p14:tracePt t="27254" x="2613025" y="3840163"/>
          <p14:tracePt t="27262" x="2587625" y="3797300"/>
          <p14:tracePt t="27270" x="2538413" y="3756025"/>
          <p14:tracePt t="27278" x="2528888" y="3714750"/>
          <p14:tracePt t="27286" x="2513013" y="3690938"/>
          <p14:tracePt t="27294" x="2497138" y="3648075"/>
          <p14:tracePt t="27302" x="2497138" y="3632200"/>
          <p14:tracePt t="27310" x="2497138" y="3590925"/>
          <p14:tracePt t="27318" x="2497138" y="3565525"/>
          <p14:tracePt t="27326" x="2497138" y="3549650"/>
          <p14:tracePt t="27335" x="2497138" y="3532188"/>
          <p14:tracePt t="27342" x="2497138" y="3516313"/>
          <p14:tracePt t="27351" x="2497138" y="3508375"/>
          <p14:tracePt t="27359" x="2497138" y="3490913"/>
          <p14:tracePt t="27375" x="2513013" y="3467100"/>
          <p14:tracePt t="27384" x="2538413" y="3433763"/>
          <p14:tracePt t="27391" x="2587625" y="3408363"/>
          <p14:tracePt t="27400" x="2654300" y="3367088"/>
          <p14:tracePt t="27407" x="2736850" y="3308350"/>
          <p14:tracePt t="27415" x="2836863" y="3251200"/>
          <p14:tracePt t="27423" x="2935288" y="3209925"/>
          <p14:tracePt t="27431" x="3060700" y="3184525"/>
          <p14:tracePt t="27439" x="3209925" y="3125788"/>
          <p14:tracePt t="27447" x="3367088" y="3101975"/>
          <p14:tracePt t="27456" x="3516313" y="3084513"/>
          <p14:tracePt t="27463" x="3557588" y="3084513"/>
          <p14:tracePt t="27472" x="3690938" y="3060700"/>
          <p14:tracePt t="27480" x="3781425" y="3060700"/>
          <p14:tracePt t="27488" x="3856038" y="3060700"/>
          <p14:tracePt t="27496" x="3922713" y="3060700"/>
          <p14:tracePt t="27504" x="3981450" y="3060700"/>
          <p14:tracePt t="27512" x="4022725" y="3060700"/>
          <p14:tracePt t="27520" x="4038600" y="3060700"/>
          <p14:tracePt t="27528" x="4079875" y="3060700"/>
          <p14:tracePt t="27539" x="4089400" y="3076575"/>
          <p14:tracePt t="27544" x="4105275" y="3084513"/>
          <p14:tracePt t="27552" x="4130675" y="3117850"/>
          <p14:tracePt t="27560" x="4146550" y="3125788"/>
          <p14:tracePt t="27568" x="4164013" y="3143250"/>
          <p14:tracePt t="27576" x="4187825" y="3167063"/>
          <p14:tracePt t="27585" x="4221163" y="3200400"/>
          <p14:tracePt t="27593" x="4229100" y="3225800"/>
          <p14:tracePt t="27601" x="4262438" y="3251200"/>
          <p14:tracePt t="27609" x="4271963" y="3267075"/>
          <p14:tracePt t="27618" x="4287838" y="3284538"/>
          <p14:tracePt t="27625" x="4305300" y="3308350"/>
          <p14:tracePt t="27635" x="4313238" y="3325813"/>
          <p14:tracePt t="27641" x="4346575" y="3349625"/>
          <p14:tracePt t="27651" x="4354513" y="3382963"/>
          <p14:tracePt t="27657" x="4370388" y="3390900"/>
          <p14:tracePt t="27668" x="4387850" y="3424238"/>
          <p14:tracePt t="27673" x="4411663" y="3467100"/>
          <p14:tracePt t="27684" x="4411663" y="3490913"/>
          <p14:tracePt t="27690" x="4429125" y="3532188"/>
          <p14:tracePt t="27701" x="4437063" y="3565525"/>
          <p14:tracePt t="27705" x="4454525" y="3606800"/>
          <p14:tracePt t="27718" x="4470400" y="3632200"/>
          <p14:tracePt t="27722" x="4486275" y="3657600"/>
          <p14:tracePt t="27734" x="4486275" y="3690938"/>
          <p14:tracePt t="27738" x="4486275" y="3698875"/>
          <p14:tracePt t="27751" x="4486275" y="3714750"/>
          <p14:tracePt t="27754" x="4486275" y="3732213"/>
          <p14:tracePt t="27768" x="4486275" y="3740150"/>
          <p14:tracePt t="27770" x="4486275" y="3756025"/>
          <p14:tracePt t="27784" x="4470400" y="3756025"/>
          <p14:tracePt t="27787" x="4437063" y="3773488"/>
          <p14:tracePt t="27801" x="4411663" y="3781425"/>
          <p14:tracePt t="27804" x="4387850" y="3797300"/>
          <p14:tracePt t="27818" x="4346575" y="3814763"/>
          <p14:tracePt t="27819" x="4313238" y="3840163"/>
          <p14:tracePt t="27827" x="4271963" y="3856038"/>
          <p14:tracePt t="27835" x="4246563" y="3856038"/>
          <p14:tracePt t="27843" x="4205288" y="3881438"/>
          <p14:tracePt t="27851" x="4146550" y="3897313"/>
          <p14:tracePt t="27859" x="4089400" y="3914775"/>
          <p14:tracePt t="27868" x="4064000" y="3922713"/>
          <p14:tracePt t="27875" x="4005263" y="3938588"/>
          <p14:tracePt t="27884" x="3956050" y="3963988"/>
          <p14:tracePt t="27892" x="3906838" y="3963988"/>
          <p14:tracePt t="27901" x="3856038" y="3979863"/>
          <p14:tracePt t="27908" x="3798888" y="3997325"/>
          <p14:tracePt t="27918" x="3757613" y="3997325"/>
          <p14:tracePt t="27924" x="3716338" y="4005263"/>
          <p14:tracePt t="27935" x="3657600" y="4021138"/>
          <p14:tracePt t="27940" x="3598863" y="4021138"/>
          <p14:tracePt t="27951" x="3549650" y="4021138"/>
          <p14:tracePt t="27956" x="3516313" y="4021138"/>
          <p14:tracePt t="27968" x="3467100" y="4021138"/>
          <p14:tracePt t="27972" x="3408363" y="4021138"/>
          <p14:tracePt t="27984" x="3351213" y="4021138"/>
          <p14:tracePt t="27988" x="3309938" y="4021138"/>
          <p14:tracePt t="28001" x="3267075" y="4021138"/>
          <p14:tracePt t="28004" x="3225800" y="4005263"/>
          <p14:tracePt t="28018" x="3201988" y="3997325"/>
          <p14:tracePt t="28021" x="3168650" y="3979863"/>
          <p14:tracePt t="28034" x="3160713" y="3963988"/>
          <p14:tracePt t="28037" x="3127375" y="3956050"/>
          <p14:tracePt t="28051" x="3109913" y="3938588"/>
          <p14:tracePt t="28054" x="3101975" y="3922713"/>
          <p14:tracePt t="28068" x="3101975" y="3914775"/>
          <p14:tracePt t="28070" x="3086100" y="3897313"/>
          <p14:tracePt t="28084" x="3086100" y="3881438"/>
          <p14:tracePt t="28086" x="3068638" y="3856038"/>
          <p14:tracePt t="28101" x="3068638" y="3840163"/>
          <p14:tracePt t="28102" x="3068638" y="3830638"/>
          <p14:tracePt t="28109" x="3068638" y="3814763"/>
          <p14:tracePt t="28118" x="3068638" y="3781425"/>
          <p14:tracePt t="28126" x="3068638" y="3773488"/>
          <p14:tracePt t="28134" x="3068638" y="3756025"/>
          <p14:tracePt t="28151" x="3068638" y="3740150"/>
          <p14:tracePt t="28158" x="3068638" y="3732213"/>
          <p14:tracePt t="28174" x="3086100" y="3732213"/>
          <p14:tracePt t="28182" x="3101975" y="3714750"/>
          <p14:tracePt t="28190" x="3109913" y="3698875"/>
          <p14:tracePt t="28198" x="3160713" y="3673475"/>
          <p14:tracePt t="28206" x="3201988" y="3648075"/>
          <p14:tracePt t="28214" x="3243263" y="3616325"/>
          <p14:tracePt t="28222" x="3325813" y="3565525"/>
          <p14:tracePt t="28231" x="3449638" y="3508375"/>
          <p14:tracePt t="28239" x="3598863" y="3449638"/>
          <p14:tracePt t="28247" x="3757613" y="3382963"/>
          <p14:tracePt t="28255" x="3940175" y="3349625"/>
          <p14:tracePt t="28263" x="4089400" y="3292475"/>
          <p14:tracePt t="28271" x="4146550" y="3284538"/>
          <p14:tracePt t="28279" x="4262438" y="3267075"/>
          <p14:tracePt t="28287" x="4387850" y="3267075"/>
          <p14:tracePt t="28295" x="4454525" y="3267075"/>
          <p14:tracePt t="28303" x="4537075" y="3267075"/>
          <p14:tracePt t="28311" x="4578350" y="3267075"/>
          <p14:tracePt t="28319" x="4635500" y="3267075"/>
          <p14:tracePt t="28327" x="4678363" y="3267075"/>
          <p14:tracePt t="28335" x="4694238" y="3267075"/>
          <p14:tracePt t="28343" x="4702175" y="3284538"/>
          <p14:tracePt t="28351" x="4719638" y="3292475"/>
          <p14:tracePt t="28360" x="4735513" y="3292475"/>
          <p14:tracePt t="28368" x="4735513" y="3308350"/>
          <p14:tracePt t="28376" x="4752975" y="3325813"/>
          <p14:tracePt t="28384" x="4752975" y="3341688"/>
          <p14:tracePt t="28392" x="4752975" y="3349625"/>
          <p14:tracePt t="28401" x="4752975" y="3367088"/>
          <p14:tracePt t="28417" x="4752975" y="3382963"/>
          <p14:tracePt t="28424" x="4752975" y="3390900"/>
          <p14:tracePt t="28432" x="4752975" y="3408363"/>
          <p14:tracePt t="28440" x="4752975" y="3424238"/>
          <p14:tracePt t="28448" x="4752975" y="3433763"/>
          <p14:tracePt t="28465" x="4735513" y="3449638"/>
          <p14:tracePt t="28473" x="4719638" y="3475038"/>
          <p14:tracePt t="28481" x="4694238" y="3508375"/>
          <p14:tracePt t="28489" x="4619625" y="3549650"/>
          <p14:tracePt t="28497" x="4578350" y="3590925"/>
          <p14:tracePt t="28505" x="4537075" y="3632200"/>
          <p14:tracePt t="28513" x="4486275" y="3690938"/>
          <p14:tracePt t="28521" x="4429125" y="3732213"/>
          <p14:tracePt t="28529" x="4346575" y="3781425"/>
          <p14:tracePt t="28540" x="4305300" y="3830638"/>
          <p14:tracePt t="28545" x="4229100" y="3871913"/>
          <p14:tracePt t="28554" x="4164013" y="3914775"/>
          <p14:tracePt t="28561" x="4122738" y="3938588"/>
          <p14:tracePt t="28569" x="4064000" y="3963988"/>
          <p14:tracePt t="28578" x="4048125" y="3979863"/>
          <p14:tracePt t="28586" x="4005263" y="3997325"/>
          <p14:tracePt t="28594" x="3997325" y="4005263"/>
          <p14:tracePt t="28602" x="3997325" y="4021138"/>
          <p14:tracePt t="28666" x="4005263" y="4021138"/>
          <p14:tracePt t="28674" x="4022725" y="4021138"/>
          <p14:tracePt t="28685" x="4038600" y="4005263"/>
          <p14:tracePt t="28691" x="4048125" y="4005263"/>
          <p14:tracePt t="28699" x="4064000" y="3997325"/>
          <p14:tracePt t="28719" x="4089400" y="3997325"/>
          <p14:tracePt t="28723" x="4105275" y="3997325"/>
          <p14:tracePt t="28734" x="4122738" y="3997325"/>
          <p14:tracePt t="28739" x="4130675" y="3997325"/>
          <p14:tracePt t="28751" x="4146550" y="3997325"/>
          <p14:tracePt t="28755" x="4164013" y="3997325"/>
          <p14:tracePt t="28787" x="4171950" y="3997325"/>
          <p14:tracePt t="28917" x="4164013" y="3997325"/>
          <p14:tracePt t="28925" x="4146550" y="4005263"/>
          <p14:tracePt t="28934" x="4130675" y="4005263"/>
          <p14:tracePt t="28941" x="4105275" y="4005263"/>
          <p14:tracePt t="28951" x="4089400" y="4021138"/>
          <p14:tracePt t="28957" x="4064000" y="4021138"/>
          <p14:tracePt t="28965" x="4022725" y="4038600"/>
          <p14:tracePt t="28973" x="3997325" y="4038600"/>
          <p14:tracePt t="28981" x="3956050" y="4038600"/>
          <p14:tracePt t="28989" x="3898900" y="4038600"/>
          <p14:tracePt t="28997" x="3865563" y="4038600"/>
          <p14:tracePt t="29005" x="3814763" y="4038600"/>
          <p14:tracePt t="29013" x="3757613" y="4038600"/>
          <p14:tracePt t="29022" x="3716338" y="4038600"/>
          <p14:tracePt t="29030" x="3657600" y="4038600"/>
          <p14:tracePt t="29038" x="3590925" y="4038600"/>
          <p14:tracePt t="29046" x="3533775" y="4046538"/>
          <p14:tracePt t="29054" x="3492500" y="4046538"/>
          <p14:tracePt t="29062" x="3433763" y="4046538"/>
          <p14:tracePt t="29070" x="3408363" y="4064000"/>
          <p14:tracePt t="29078" x="3375025" y="4064000"/>
          <p14:tracePt t="29086" x="3367088" y="4064000"/>
          <p14:tracePt t="29094" x="3351213" y="4064000"/>
          <p14:tracePt t="29102" x="3333750" y="4064000"/>
          <p14:tracePt t="29207" x="3325813" y="4064000"/>
          <p14:tracePt t="29215" x="3309938" y="4064000"/>
          <p14:tracePt t="29223" x="3284538" y="4064000"/>
          <p14:tracePt t="29232" x="3243263" y="4064000"/>
          <p14:tracePt t="29240" x="3184525" y="4079875"/>
          <p14:tracePt t="29248" x="3160713" y="4079875"/>
          <p14:tracePt t="29256" x="3101975" y="4079875"/>
          <p14:tracePt t="29264" x="3027363" y="4079875"/>
          <p14:tracePt t="29272" x="2978150" y="4079875"/>
          <p14:tracePt t="29280" x="2919413" y="4079875"/>
          <p14:tracePt t="29288" x="2894013" y="4079875"/>
          <p14:tracePt t="29296" x="2852738" y="4079875"/>
          <p14:tracePt t="29304" x="2803525" y="4079875"/>
          <p14:tracePt t="29312" x="2795588" y="4079875"/>
          <p14:tracePt t="29320" x="2762250" y="4079875"/>
          <p14:tracePt t="29328" x="2754313" y="4079875"/>
          <p14:tracePt t="29336" x="2736850" y="4079875"/>
          <p14:tracePt t="29345" x="2720975" y="4064000"/>
          <p14:tracePt t="29353" x="2711450" y="4064000"/>
          <p14:tracePt t="29361" x="2711450" y="4046538"/>
          <p14:tracePt t="29369" x="2695575" y="4046538"/>
          <p14:tracePt t="29409" x="2695575" y="4038600"/>
          <p14:tracePt t="29506" x="2679700" y="4038600"/>
          <p14:tracePt t="29538" x="2670175" y="4038600"/>
          <p14:tracePt t="29554" x="2654300" y="4038600"/>
          <p14:tracePt t="29562" x="2636838" y="4021138"/>
          <p14:tracePt t="29579" x="2628900" y="4005263"/>
          <p14:tracePt t="29587" x="2613025" y="3979863"/>
          <p14:tracePt t="29595" x="2595563" y="3963988"/>
          <p14:tracePt t="29603" x="2587625" y="3956050"/>
          <p14:tracePt t="29611" x="2571750" y="3914775"/>
          <p14:tracePt t="29619" x="2554288" y="3881438"/>
          <p14:tracePt t="29627" x="2538413" y="3856038"/>
          <p14:tracePt t="29635" x="2528888" y="3830638"/>
          <p14:tracePt t="29643" x="2528888" y="3781425"/>
          <p14:tracePt t="29651" x="2513013" y="3740150"/>
          <p14:tracePt t="29659" x="2513013" y="3732213"/>
          <p14:tracePt t="29668" x="2513013" y="3698875"/>
          <p14:tracePt t="29676" x="2513013" y="3690938"/>
          <p14:tracePt t="29685" x="2513013" y="3673475"/>
          <p14:tracePt t="29692" x="2513013" y="3657600"/>
          <p14:tracePt t="29701" x="2513013" y="3648075"/>
          <p14:tracePt t="29717" x="2513013" y="3632200"/>
          <p14:tracePt t="29724" x="2528888" y="3632200"/>
          <p14:tracePt t="29732" x="2554288" y="3616325"/>
          <p14:tracePt t="29740" x="2613025" y="3606800"/>
          <p14:tracePt t="29748" x="2654300" y="3590925"/>
          <p14:tracePt t="29756" x="2736850" y="3565525"/>
          <p14:tracePt t="29764" x="2803525" y="3516313"/>
          <p14:tracePt t="29772" x="2903538" y="3490913"/>
          <p14:tracePt t="29781" x="3027363" y="3449638"/>
          <p14:tracePt t="29789" x="3168650" y="3424238"/>
          <p14:tracePt t="29797" x="3367088" y="3367088"/>
          <p14:tracePt t="29805" x="3549650" y="3325813"/>
          <p14:tracePt t="29813" x="3773488" y="3308350"/>
          <p14:tracePt t="29821" x="3840163" y="3308350"/>
          <p14:tracePt t="29829" x="3997325" y="3284538"/>
          <p14:tracePt t="29837" x="4105275" y="3284538"/>
          <p14:tracePt t="29845" x="4205288" y="3284538"/>
          <p14:tracePt t="29853" x="4287838" y="3284538"/>
          <p14:tracePt t="29861" x="4329113" y="3284538"/>
          <p14:tracePt t="29869" x="4387850" y="3284538"/>
          <p14:tracePt t="29878" x="4429125" y="3284538"/>
          <p14:tracePt t="29885" x="4454525" y="3308350"/>
          <p14:tracePt t="29893" x="4486275" y="3325813"/>
          <p14:tracePt t="29902" x="4511675" y="3349625"/>
          <p14:tracePt t="29910" x="4529138" y="3367088"/>
          <p14:tracePt t="29918" x="4537075" y="3382963"/>
          <p14:tracePt t="29926" x="4570413" y="3390900"/>
          <p14:tracePt t="29935" x="4578350" y="3408363"/>
          <p14:tracePt t="29942" x="4594225" y="3433763"/>
          <p14:tracePt t="29951" x="4619625" y="3449638"/>
          <p14:tracePt t="29958" x="4619625" y="3475038"/>
          <p14:tracePt t="29968" x="4635500" y="3475038"/>
          <p14:tracePt t="29974" x="4652963" y="3508375"/>
          <p14:tracePt t="29985" x="4652963" y="3516313"/>
          <p14:tracePt t="29990" x="4652963" y="3532188"/>
          <p14:tracePt t="30001" x="4660900" y="3549650"/>
          <p14:tracePt t="30006" x="4660900" y="3565525"/>
          <p14:tracePt t="30018" x="4660900" y="3573463"/>
          <p14:tracePt t="30023" x="4660900" y="3606800"/>
          <p14:tracePt t="30039" x="4660900" y="3616325"/>
          <p14:tracePt t="30051" x="4660900" y="3648075"/>
          <p14:tracePt t="30055" x="4652963" y="3657600"/>
          <p14:tracePt t="30068" x="4619625" y="3690938"/>
          <p14:tracePt t="30071" x="4570413" y="3714750"/>
          <p14:tracePt t="30085" x="4537075" y="3732213"/>
          <p14:tracePt t="30088" x="4437063" y="3797300"/>
          <p14:tracePt t="30101" x="4387850" y="3830638"/>
          <p14:tracePt t="30104" x="4313238" y="3856038"/>
          <p14:tracePt t="30118" x="4246563" y="3897313"/>
          <p14:tracePt t="30121" x="4187825" y="3922713"/>
          <p14:tracePt t="30134" x="4079875" y="3997325"/>
          <p14:tracePt t="30137" x="4038600" y="4005263"/>
          <p14:tracePt t="30151" x="3963988" y="4038600"/>
          <p14:tracePt t="30152" x="3898900" y="4046538"/>
          <p14:tracePt t="30160" x="3840163" y="4079875"/>
          <p14:tracePt t="30168" x="3781425" y="4097338"/>
          <p14:tracePt t="30176" x="3732213" y="4097338"/>
          <p14:tracePt t="30184" x="3690938" y="4105275"/>
          <p14:tracePt t="30192" x="3632200" y="4105275"/>
          <p14:tracePt t="30201" x="3590925" y="4105275"/>
          <p14:tracePt t="30208" x="3533775" y="4105275"/>
          <p14:tracePt t="30218" x="3492500" y="4105275"/>
          <p14:tracePt t="30224" x="3433763" y="4105275"/>
          <p14:tracePt t="30234" x="3375025" y="4105275"/>
          <p14:tracePt t="30241" x="3325813" y="4105275"/>
          <p14:tracePt t="30251" x="3267075" y="4105275"/>
          <p14:tracePt t="30257" x="3225800" y="4097338"/>
          <p14:tracePt t="30267" x="3168650" y="4079875"/>
          <p14:tracePt t="30273" x="3109913" y="4064000"/>
          <p14:tracePt t="30284" x="3060700" y="4046538"/>
          <p14:tracePt t="30289" x="3027363" y="4021138"/>
          <p14:tracePt t="30301" x="2978150" y="4021138"/>
          <p14:tracePt t="30305" x="2935288" y="3979863"/>
          <p14:tracePt t="30318" x="2894013" y="3963988"/>
          <p14:tracePt t="30322" x="2860675" y="3956050"/>
          <p14:tracePt t="30334" x="2836863" y="3922713"/>
          <p14:tracePt t="30338" x="2803525" y="3914775"/>
          <p14:tracePt t="30351" x="2778125" y="3881438"/>
          <p14:tracePt t="30354" x="2762250" y="3856038"/>
          <p14:tracePt t="30367" x="2754313" y="3830638"/>
          <p14:tracePt t="30370" x="2736850" y="3797300"/>
          <p14:tracePt t="30384" x="2720975" y="3756025"/>
          <p14:tracePt t="30387" x="2711450" y="3732213"/>
          <p14:tracePt t="30401" x="2711450" y="3690938"/>
          <p14:tracePt t="30403" x="2695575" y="3673475"/>
          <p14:tracePt t="30418" x="2695575" y="3632200"/>
          <p14:tracePt t="30419" x="2695575" y="3606800"/>
          <p14:tracePt t="30426" x="2695575" y="3590925"/>
          <p14:tracePt t="30435" x="2695575" y="3565525"/>
          <p14:tracePt t="30442" x="2695575" y="3549650"/>
          <p14:tracePt t="30459" x="2695575" y="3532188"/>
          <p14:tracePt t="30468" x="2695575" y="3516313"/>
          <p14:tracePt t="30491" x="2695575" y="3508375"/>
          <p14:tracePt t="30500" x="2711450" y="3508375"/>
          <p14:tracePt t="30507" x="2711450" y="3475038"/>
          <p14:tracePt t="30515" x="2754313" y="3467100"/>
          <p14:tracePt t="30523" x="2795588" y="3424238"/>
          <p14:tracePt t="30531" x="2852738" y="3382963"/>
          <p14:tracePt t="30540" x="2919413" y="3341688"/>
          <p14:tracePt t="30548" x="3027363" y="3267075"/>
          <p14:tracePt t="30555" x="3160713" y="3225800"/>
          <p14:tracePt t="30564" x="3251200" y="3159125"/>
          <p14:tracePt t="30572" x="3408363" y="3117850"/>
          <p14:tracePt t="30580" x="3533775" y="3076575"/>
          <p14:tracePt t="30588" x="3657600" y="3027363"/>
          <p14:tracePt t="30596" x="3781425" y="3017838"/>
          <p14:tracePt t="30604" x="3940175" y="3001963"/>
          <p14:tracePt t="30612" x="4079875" y="2986088"/>
          <p14:tracePt t="30620" x="4229100" y="2986088"/>
          <p14:tracePt t="30628" x="4354513" y="2986088"/>
          <p14:tracePt t="30636" x="4486275" y="2986088"/>
          <p14:tracePt t="30644" x="4611688" y="2986088"/>
          <p14:tracePt t="30652" x="4652963" y="3001963"/>
          <p14:tracePt t="30660" x="4802188" y="3060700"/>
          <p14:tracePt t="30668" x="4884738" y="3117850"/>
          <p14:tracePt t="30676" x="4926013" y="3159125"/>
          <p14:tracePt t="30685" x="4984750" y="3200400"/>
          <p14:tracePt t="30693" x="5059363" y="3251200"/>
          <p14:tracePt t="30701" x="5084763" y="3292475"/>
          <p14:tracePt t="30709" x="5108575" y="3325813"/>
          <p14:tracePt t="30718" x="5141913" y="3367088"/>
          <p14:tracePt t="30725" x="5149850" y="3382963"/>
          <p14:tracePt t="30735" x="5167313" y="3408363"/>
          <p14:tracePt t="30741" x="5167313" y="3424238"/>
          <p14:tracePt t="30751" x="5183188" y="3449638"/>
          <p14:tracePt t="30757" x="5183188" y="3475038"/>
          <p14:tracePt t="30768" x="5183188" y="3490913"/>
          <p14:tracePt t="30773" x="5183188" y="3516313"/>
          <p14:tracePt t="30784" x="5183188" y="3532188"/>
          <p14:tracePt t="30790" x="5167313" y="3565525"/>
          <p14:tracePt t="30801" x="5108575" y="3616325"/>
          <p14:tracePt t="30806" x="5067300" y="3657600"/>
          <p14:tracePt t="30818" x="5000625" y="3732213"/>
          <p14:tracePt t="30822" x="4926013" y="3781425"/>
          <p14:tracePt t="30834" x="4843463" y="3856038"/>
          <p14:tracePt t="30838" x="4760913" y="3922713"/>
          <p14:tracePt t="30851" x="4619625" y="4005263"/>
          <p14:tracePt t="30854" x="4511675" y="4064000"/>
          <p14:tracePt t="30868" x="4387850" y="4146550"/>
          <p14:tracePt t="30871" x="4262438" y="4203700"/>
          <p14:tracePt t="30884" x="4146550" y="4262438"/>
          <p14:tracePt t="30887" x="4105275" y="4270375"/>
          <p14:tracePt t="30901" x="4022725" y="4303713"/>
          <p14:tracePt t="30904" x="3922713" y="4329113"/>
          <p14:tracePt t="30918" x="3840163" y="4344988"/>
          <p14:tracePt t="30919" x="3757613" y="4344988"/>
          <p14:tracePt t="30927" x="3641725" y="4344988"/>
          <p14:tracePt t="30935" x="3598863" y="4344988"/>
          <p14:tracePt t="30943" x="3449638" y="4344988"/>
          <p14:tracePt t="30951" x="3425825" y="4344988"/>
          <p14:tracePt t="30959" x="3333750" y="4344988"/>
          <p14:tracePt t="30968" x="3292475" y="4329113"/>
          <p14:tracePt t="30975" x="3243263" y="4303713"/>
          <p14:tracePt t="30984" x="3184525" y="4287838"/>
          <p14:tracePt t="30991" x="3160713" y="4246563"/>
          <p14:tracePt t="31250" x="3143250" y="4246563"/>
          <p14:tracePt t="31258" x="3068638" y="4246563"/>
          <p14:tracePt t="31268" x="3001963" y="4229100"/>
          <p14:tracePt t="31274" x="2935288" y="4203700"/>
          <p14:tracePt t="31282" x="2819400" y="4146550"/>
          <p14:tracePt t="31290" x="2754313" y="4105275"/>
          <p14:tracePt t="31298" x="2711450" y="4079875"/>
          <p14:tracePt t="31306" x="2636838" y="4021138"/>
          <p14:tracePt t="31314" x="2587625" y="3979863"/>
          <p14:tracePt t="31322" x="2554288" y="3938588"/>
          <p14:tracePt t="31331" x="2528888" y="3914775"/>
          <p14:tracePt t="31339" x="2513013" y="3871913"/>
          <p14:tracePt t="31347" x="2497138" y="3871913"/>
          <p14:tracePt t="31355" x="2497138" y="3840163"/>
          <p14:tracePt t="31363" x="2497138" y="3830638"/>
          <p14:tracePt t="31371" x="2497138" y="3814763"/>
          <p14:tracePt t="31379" x="2497138" y="3797300"/>
          <p14:tracePt t="31387" x="2497138" y="3781425"/>
          <p14:tracePt t="31395" x="2497138" y="3773488"/>
          <p14:tracePt t="31403" x="2497138" y="3756025"/>
          <p14:tracePt t="31411" x="2513013" y="3740150"/>
          <p14:tracePt t="31419" x="2554288" y="3698875"/>
          <p14:tracePt t="31428" x="2595563" y="3673475"/>
          <p14:tracePt t="31435" x="2670175" y="3616325"/>
          <p14:tracePt t="31444" x="2778125" y="3549650"/>
          <p14:tracePt t="31452" x="2894013" y="3467100"/>
          <p14:tracePt t="31460" x="3019425" y="3408363"/>
          <p14:tracePt t="31468" x="3209925" y="3308350"/>
          <p14:tracePt t="31476" x="3367088" y="3241675"/>
          <p14:tracePt t="31485" x="3492500" y="3167063"/>
          <p14:tracePt t="31492" x="3557588" y="3159125"/>
          <p14:tracePt t="31501" x="3673475" y="3101975"/>
          <p14:tracePt t="31508" x="3773488" y="3076575"/>
          <p14:tracePt t="31518" x="3898900" y="3043238"/>
          <p14:tracePt t="31524" x="3963988" y="3043238"/>
          <p14:tracePt t="31536" x="4064000" y="3027363"/>
          <p14:tracePt t="31540" x="4122738" y="3027363"/>
          <p14:tracePt t="31549" x="4187825" y="3027363"/>
          <p14:tracePt t="31557" x="4246563" y="3027363"/>
          <p14:tracePt t="31565" x="4287838" y="3027363"/>
          <p14:tracePt t="31573" x="4313238" y="3043238"/>
          <p14:tracePt t="31581" x="4354513" y="3084513"/>
          <p14:tracePt t="31589" x="4387850" y="3125788"/>
          <p14:tracePt t="31597" x="4429125" y="3167063"/>
          <p14:tracePt t="31605" x="4454525" y="3225800"/>
          <p14:tracePt t="31613" x="4470400" y="3251200"/>
          <p14:tracePt t="31621" x="4486275" y="3292475"/>
          <p14:tracePt t="31629" x="4495800" y="3325813"/>
          <p14:tracePt t="31637" x="4495800" y="3349625"/>
          <p14:tracePt t="31645" x="4511675" y="3382963"/>
          <p14:tracePt t="31654" x="4511675" y="3390900"/>
          <p14:tracePt t="31662" x="4511675" y="3424238"/>
          <p14:tracePt t="31670" x="4511675" y="3433763"/>
          <p14:tracePt t="31678" x="4511675" y="3449638"/>
          <p14:tracePt t="31686" x="4511675" y="3475038"/>
          <p14:tracePt t="31694" x="4511675" y="3490913"/>
          <p14:tracePt t="31710" x="4495800" y="3516313"/>
          <p14:tracePt t="31718" x="4486275" y="3549650"/>
          <p14:tracePt t="31726" x="4470400" y="3549650"/>
          <p14:tracePt t="31735" x="4454525" y="3573463"/>
          <p14:tracePt t="31742" x="4429125" y="3616325"/>
          <p14:tracePt t="31751" x="4387850" y="3657600"/>
          <p14:tracePt t="31759" x="4346575" y="3690938"/>
          <p14:tracePt t="31768" x="4313238" y="3714750"/>
          <p14:tracePt t="31775" x="4271963" y="3756025"/>
          <p14:tracePt t="31784" x="4221163" y="3781425"/>
          <p14:tracePt t="31791" x="4171950" y="3814763"/>
          <p14:tracePt t="31799" x="4130675" y="3840163"/>
          <p14:tracePt t="31807" x="4105275" y="3856038"/>
          <p14:tracePt t="31815" x="4089400" y="3871913"/>
          <p14:tracePt t="31823" x="4079875" y="3871913"/>
          <p14:tracePt t="31831" x="4064000" y="3881438"/>
          <p14:tracePt t="31920" x="4105275" y="3881438"/>
          <p14:tracePt t="31928" x="4130675" y="3881438"/>
          <p14:tracePt t="31936" x="4205288" y="3881438"/>
          <p14:tracePt t="31944" x="4246563" y="3881438"/>
          <p14:tracePt t="31952" x="4305300" y="3897313"/>
          <p14:tracePt t="31960" x="4370388" y="3914775"/>
          <p14:tracePt t="31968" x="4429125" y="3922713"/>
          <p14:tracePt t="31976" x="4495800" y="3938588"/>
          <p14:tracePt t="31985" x="4552950" y="3956050"/>
          <p14:tracePt t="31993" x="4578350" y="3963988"/>
          <p14:tracePt t="32001" x="4619625" y="3963988"/>
          <p14:tracePt t="32009" x="4635500" y="3979863"/>
          <p14:tracePt t="32018" x="4652963" y="3979863"/>
          <p14:tracePt t="32025" x="4660900" y="3997325"/>
          <p14:tracePt t="32041" x="4678363" y="3997325"/>
          <p14:tracePt t="32097" x="4678363" y="4005263"/>
          <p14:tracePt t="32122" x="4660900" y="4005263"/>
          <p14:tracePt t="32130" x="4652963" y="4005263"/>
          <p14:tracePt t="32138" x="4619625" y="4005263"/>
          <p14:tracePt t="32151" x="4619625" y="4021138"/>
          <p14:tracePt t="32154" x="4611688" y="4021138"/>
          <p14:tracePt t="32168" x="4594225" y="4021138"/>
          <p14:tracePt t="32171" x="4578350" y="4021138"/>
          <p14:tracePt t="32186" x="4570413" y="4021138"/>
          <p14:tracePt t="32315" x="4570413" y="4005263"/>
          <p14:tracePt t="32380" x="4552950" y="4005263"/>
          <p14:tracePt t="32388" x="4537075" y="3997325"/>
          <p14:tracePt t="32396" x="4529138" y="3997325"/>
          <p14:tracePt t="32404" x="4495800" y="3997325"/>
          <p14:tracePt t="32412" x="4470400" y="3979863"/>
          <p14:tracePt t="32420" x="4454525" y="3979863"/>
          <p14:tracePt t="32429" x="4411663" y="3963988"/>
          <p14:tracePt t="32437" x="4387850" y="3956050"/>
          <p14:tracePt t="32445" x="4354513" y="3938588"/>
          <p14:tracePt t="32452" x="4313238" y="3938588"/>
          <p14:tracePt t="32461" x="4305300" y="3922713"/>
          <p14:tracePt t="32469" x="4287838" y="3922713"/>
          <p14:tracePt t="32477" x="4271963" y="3914775"/>
          <p14:tracePt t="32485" x="4262438" y="3914775"/>
          <p14:tracePt t="32525" x="4262438" y="3897313"/>
          <p14:tracePt t="32614" x="4271963" y="3897313"/>
          <p14:tracePt t="32646" x="4287838" y="3897313"/>
          <p14:tracePt t="32663" x="4305300" y="3897313"/>
          <p14:tracePt t="32671" x="4313238" y="3881438"/>
          <p14:tracePt t="32679" x="4329113" y="3881438"/>
          <p14:tracePt t="32695" x="4346575" y="3871913"/>
          <p14:tracePt t="32703" x="4354513" y="3871913"/>
          <p14:tracePt t="32711" x="4370388" y="3871913"/>
          <p14:tracePt t="32719" x="4395788" y="3871913"/>
          <p14:tracePt t="32727" x="4395788" y="3856038"/>
          <p14:tracePt t="32735" x="4411663" y="3856038"/>
          <p14:tracePt t="32743" x="4429125" y="3856038"/>
          <p14:tracePt t="32751" x="4454525" y="3840163"/>
          <p14:tracePt t="32759" x="4470400" y="3840163"/>
          <p14:tracePt t="32768" x="4486275" y="3840163"/>
          <p14:tracePt t="32776" x="4511675" y="3830638"/>
          <p14:tracePt t="32785" x="4537075" y="3830638"/>
          <p14:tracePt t="32792" x="4570413" y="3814763"/>
          <p14:tracePt t="32801" x="4594225" y="3814763"/>
          <p14:tracePt t="32808" x="4635500" y="3797300"/>
          <p14:tracePt t="32818" x="4678363" y="3797300"/>
          <p14:tracePt t="32824" x="4702175" y="3781425"/>
          <p14:tracePt t="32834" x="4760913" y="3773488"/>
          <p14:tracePt t="32840" x="4818063" y="3773488"/>
          <p14:tracePt t="32848" x="4843463" y="3756025"/>
          <p14:tracePt t="32856" x="4926013" y="3740150"/>
          <p14:tracePt t="32864" x="5018088" y="3732213"/>
          <p14:tracePt t="32873" x="5100638" y="3714750"/>
          <p14:tracePt t="32880" x="5126038" y="3714750"/>
          <p14:tracePt t="32889" x="5192713" y="3698875"/>
          <p14:tracePt t="32897" x="5275263" y="3690938"/>
          <p14:tracePt t="32905" x="5324475" y="3673475"/>
          <p14:tracePt t="32913" x="5407025" y="3657600"/>
          <p14:tracePt t="32921" x="5473700" y="3648075"/>
          <p14:tracePt t="32929" x="5540375" y="3648075"/>
          <p14:tracePt t="32937" x="5640388" y="3632200"/>
          <p14:tracePt t="32945" x="5715000" y="3632200"/>
          <p14:tracePt t="32953" x="5756275" y="3632200"/>
          <p14:tracePt t="32961" x="5864225" y="3632200"/>
          <p14:tracePt t="32969" x="5905500" y="3632200"/>
          <p14:tracePt t="32977" x="5980113" y="3632200"/>
          <p14:tracePt t="32985" x="6029325" y="3632200"/>
          <p14:tracePt t="32994" x="6103938" y="3632200"/>
          <p14:tracePt t="33002" x="6162675" y="3632200"/>
          <p14:tracePt t="33010" x="6203950" y="3648075"/>
          <p14:tracePt t="33018" x="6229350" y="3657600"/>
          <p14:tracePt t="33026" x="6270625" y="3690938"/>
          <p14:tracePt t="33035" x="6294438" y="3698875"/>
          <p14:tracePt t="33042" x="6311900" y="3698875"/>
          <p14:tracePt t="33052" x="6327775" y="3714750"/>
          <p14:tracePt t="33058" x="6337300" y="3732213"/>
          <p14:tracePt t="33084" x="6353175" y="3740150"/>
          <p14:tracePt t="33163" x="6294438" y="3740150"/>
          <p14:tracePt t="33172" x="6229350" y="3756025"/>
          <p14:tracePt t="33179" x="6046788" y="3756025"/>
          <p14:tracePt t="33187" x="5854700" y="3756025"/>
          <p14:tracePt t="33202" x="5599113" y="3756025"/>
          <p14:tracePt t="33204" x="5448300" y="3756025"/>
          <p14:tracePt t="33218" x="5141913" y="3756025"/>
          <p14:tracePt t="33221" x="4578350" y="3756025"/>
          <p14:tracePt t="33234" x="4429125" y="3773488"/>
          <p14:tracePt t="33237" x="4079875" y="3797300"/>
          <p14:tracePt t="33251" x="3781425" y="3840163"/>
          <p14:tracePt t="33252" x="3516313" y="3881438"/>
          <p14:tracePt t="33260" x="3209925" y="3938588"/>
          <p14:tracePt t="33268" x="2960688" y="3997325"/>
          <p14:tracePt t="33276" x="2654300" y="4046538"/>
          <p14:tracePt t="33284" x="2389188" y="4105275"/>
          <p14:tracePt t="33292" x="2181225" y="4146550"/>
          <p14:tracePt t="33301" x="2098675" y="4162425"/>
          <p14:tracePt t="33308" x="1982788" y="4179888"/>
          <p14:tracePt t="33318" x="1857375" y="4203700"/>
          <p14:tracePt t="33324" x="1790700" y="4221163"/>
          <p14:tracePt t="33335" x="1741488" y="4229100"/>
          <p14:tracePt t="33341" x="1716088" y="4246563"/>
          <p14:tracePt t="33351" x="1692275" y="4246563"/>
          <p14:tracePt t="33357" x="1674813" y="4246563"/>
          <p14:tracePt t="33494" x="1674813" y="4262438"/>
          <p14:tracePt t="33502" x="1692275" y="4262438"/>
          <p14:tracePt t="33518" x="1692275" y="4270375"/>
          <p14:tracePt t="33543" x="1700213" y="4287838"/>
          <p14:tracePt t="33567" x="1716088" y="4303713"/>
          <p14:tracePt t="33591" x="1733550" y="4303713"/>
          <p14:tracePt t="33600" x="1741488" y="4311650"/>
          <p14:tracePt t="33607" x="1758950" y="4311650"/>
          <p14:tracePt t="33615" x="1816100" y="4329113"/>
          <p14:tracePt t="33624" x="1882775" y="4329113"/>
          <p14:tracePt t="33631" x="1965325" y="4329113"/>
          <p14:tracePt t="33639" x="2081213" y="4329113"/>
          <p14:tracePt t="33647" x="2230438" y="4329113"/>
          <p14:tracePt t="33656" x="2389188" y="4329113"/>
          <p14:tracePt t="33664" x="2538413" y="4329113"/>
          <p14:tracePt t="33672" x="2695575" y="4329113"/>
          <p14:tracePt t="33680" x="2852738" y="4329113"/>
          <p14:tracePt t="33688" x="3001963" y="4329113"/>
          <p14:tracePt t="33696" x="3043238" y="4311650"/>
          <p14:tracePt t="33704" x="3168650" y="4303713"/>
          <p14:tracePt t="33713" x="3267075" y="4287838"/>
          <p14:tracePt t="33720" x="3367088" y="4270375"/>
          <p14:tracePt t="33728" x="3425825" y="4270375"/>
          <p14:tracePt t="33736" x="3467100" y="4262438"/>
          <p14:tracePt t="33744" x="3508375" y="4262438"/>
          <p14:tracePt t="33752" x="3533775" y="4262438"/>
          <p14:tracePt t="33761" x="3549650" y="4262438"/>
          <p14:tracePt t="33768" x="3575050" y="4262438"/>
          <p14:tracePt t="33777" x="3590925" y="4246563"/>
          <p14:tracePt t="33785" x="3598863" y="4246563"/>
          <p14:tracePt t="33801" x="3616325" y="4246563"/>
          <p14:tracePt t="33809" x="3632200" y="4246563"/>
          <p14:tracePt t="33825" x="3641725" y="4246563"/>
          <p14:tracePt t="33835" x="3673475" y="4246563"/>
          <p14:tracePt t="33841" x="3690938" y="4246563"/>
          <p14:tracePt t="33851" x="3773488" y="4246563"/>
          <p14:tracePt t="33857" x="3781425" y="4246563"/>
          <p14:tracePt t="33865" x="3881438" y="4246563"/>
          <p14:tracePt t="33874" x="3940175" y="4246563"/>
          <p14:tracePt t="33881" x="3963988" y="4262438"/>
          <p14:tracePt t="33890" x="4048125" y="4270375"/>
          <p14:tracePt t="33898" x="4122738" y="4287838"/>
          <p14:tracePt t="33906" x="4171950" y="4287838"/>
          <p14:tracePt t="33914" x="4221163" y="4303713"/>
          <p14:tracePt t="33922" x="4305300" y="4311650"/>
          <p14:tracePt t="33930" x="4346575" y="4329113"/>
          <p14:tracePt t="33938" x="4395788" y="4329113"/>
          <p14:tracePt t="33946" x="4454525" y="4344988"/>
          <p14:tracePt t="33954" x="4511675" y="4362450"/>
          <p14:tracePt t="33962" x="4570413" y="4370388"/>
          <p14:tracePt t="33971" x="4611688" y="4370388"/>
          <p14:tracePt t="33979" x="4652963" y="4386263"/>
          <p14:tracePt t="33987" x="4678363" y="4403725"/>
          <p14:tracePt t="33995" x="4702175" y="4403725"/>
          <p14:tracePt t="34003" x="4735513" y="4403725"/>
          <p14:tracePt t="34011" x="4752975" y="4403725"/>
          <p14:tracePt t="34043" x="4760913" y="4411663"/>
          <p14:tracePt t="34108" x="4702175" y="4403725"/>
          <p14:tracePt t="34118" x="4652963" y="4370388"/>
          <p14:tracePt t="34124" x="4578350" y="4362450"/>
          <p14:tracePt t="34132" x="4486275" y="4329113"/>
          <p14:tracePt t="34152" x="4205288" y="4262438"/>
          <p14:tracePt t="34157" x="4048125" y="4229100"/>
          <p14:tracePt t="34168" x="4005263" y="4229100"/>
          <p14:tracePt t="34172" x="3881438" y="4203700"/>
          <p14:tracePt t="34185" x="3781425" y="4203700"/>
          <p14:tracePt t="34188" x="3690938" y="4203700"/>
          <p14:tracePt t="34201" x="3616325" y="4203700"/>
          <p14:tracePt t="34205" x="3557588" y="4203700"/>
          <p14:tracePt t="34218" x="3508375" y="4203700"/>
          <p14:tracePt t="34221" x="3475038" y="4187825"/>
          <p14:tracePt t="34234" x="3425825" y="4187825"/>
          <p14:tracePt t="34237" x="3375025" y="4179888"/>
          <p14:tracePt t="34251" x="3333750" y="4162425"/>
          <p14:tracePt t="34254" x="3309938" y="4146550"/>
          <p14:tracePt t="34268" x="3267075" y="4146550"/>
          <p14:tracePt t="34270" x="3267075" y="4138613"/>
          <p14:tracePt t="34284" x="3251200" y="4138613"/>
          <p14:tracePt t="34285" x="3243263" y="4138613"/>
          <p14:tracePt t="34301" x="3243263" y="4121150"/>
          <p14:tracePt t="34366" x="3243263" y="4105275"/>
          <p14:tracePt t="34374" x="3267075" y="4105275"/>
          <p14:tracePt t="34384" x="3325813" y="4079875"/>
          <p14:tracePt t="34390" x="3375025" y="4064000"/>
          <p14:tracePt t="34398" x="3449638" y="4046538"/>
          <p14:tracePt t="34418" x="3641725" y="3997325"/>
          <p14:tracePt t="34422" x="3690938" y="3979863"/>
          <p14:tracePt t="34435" x="3773488" y="3963988"/>
          <p14:tracePt t="34439" x="3856038" y="3956050"/>
          <p14:tracePt t="34451" x="3940175" y="3938588"/>
          <p14:tracePt t="34455" x="4022725" y="3922713"/>
          <p14:tracePt t="34468" x="4105275" y="3914775"/>
          <p14:tracePt t="34471" x="4221163" y="3914775"/>
          <p14:tracePt t="34485" x="4246563" y="3914775"/>
          <p14:tracePt t="34488" x="4370388" y="3914775"/>
          <p14:tracePt t="34501" x="4437063" y="3914775"/>
          <p14:tracePt t="34504" x="4486275" y="3914775"/>
          <p14:tracePt t="34518" x="4552950" y="3914775"/>
          <p14:tracePt t="34520" x="4611688" y="3914775"/>
          <p14:tracePt t="34536" x="4678363" y="3922713"/>
          <p14:tracePt t="34540" x="4735513" y="3956050"/>
          <p14:tracePt t="34544" x="4760913" y="3963988"/>
          <p14:tracePt t="34552" x="4802188" y="3979863"/>
          <p14:tracePt t="34560" x="4835525" y="3997325"/>
          <p14:tracePt t="34568" x="4876800" y="4005263"/>
          <p14:tracePt t="34576" x="4902200" y="4021138"/>
          <p14:tracePt t="34585" x="4926013" y="4038600"/>
          <p14:tracePt t="34592" x="4967288" y="4046538"/>
          <p14:tracePt t="34601" x="5000625" y="4064000"/>
          <p14:tracePt t="34608" x="5041900" y="4079875"/>
          <p14:tracePt t="34618" x="5067300" y="4105275"/>
          <p14:tracePt t="34625" x="5126038" y="4121150"/>
          <p14:tracePt t="34634" x="5167313" y="4138613"/>
          <p14:tracePt t="34641" x="5192713" y="4138613"/>
          <p14:tracePt t="34651" x="5233988" y="4162425"/>
          <p14:tracePt t="34657" x="5249863" y="4162425"/>
          <p14:tracePt t="34667" x="5275263" y="4179888"/>
          <p14:tracePt t="34673" x="5291138" y="4179888"/>
          <p14:tracePt t="34684" x="5308600" y="4187825"/>
          <p14:tracePt t="34689" x="5324475" y="4187825"/>
          <p14:tracePt t="34713" x="5332413" y="4203700"/>
          <p14:tracePt t="34745" x="5349875" y="4221163"/>
          <p14:tracePt t="34770" x="5365750" y="4229100"/>
          <p14:tracePt t="34858" x="5373688" y="4246563"/>
          <p14:tracePt t="34883" x="5391150" y="4262438"/>
          <p14:tracePt t="34891" x="5407025" y="4262438"/>
          <p14:tracePt t="34899" x="5416550" y="4270375"/>
          <p14:tracePt t="34907" x="5432425" y="4270375"/>
          <p14:tracePt t="34923" x="5432425" y="4287838"/>
          <p14:tracePt t="34931" x="5448300" y="4287838"/>
          <p14:tracePt t="34972" x="5448300" y="4303713"/>
          <p14:tracePt t="34988" x="5457825" y="4303713"/>
          <p14:tracePt t="35028" x="5473700" y="4303713"/>
          <p14:tracePt t="35044" x="5491163" y="4303713"/>
          <p14:tracePt t="35052" x="5499100" y="4303713"/>
          <p14:tracePt t="35060" x="5514975" y="4303713"/>
          <p14:tracePt t="35068" x="5532438" y="4303713"/>
          <p14:tracePt t="35077" x="5556250" y="4303713"/>
          <p14:tracePt t="35085" x="5573713" y="4303713"/>
          <p14:tracePt t="35093" x="5614988" y="4303713"/>
          <p14:tracePt t="35101" x="5673725" y="4303713"/>
          <p14:tracePt t="35109" x="5697538" y="4303713"/>
          <p14:tracePt t="35118" x="5756275" y="4303713"/>
          <p14:tracePt t="35125" x="5822950" y="4303713"/>
          <p14:tracePt t="35134" x="5880100" y="4303713"/>
          <p14:tracePt t="35141" x="5938838" y="4303713"/>
          <p14:tracePt t="35151" x="5988050" y="4303713"/>
          <p14:tracePt t="35157" x="6021388" y="4287838"/>
          <p14:tracePt t="35165" x="6070600" y="4270375"/>
          <p14:tracePt t="35174" x="6103938" y="4270375"/>
          <p14:tracePt t="35182" x="6129338" y="4262438"/>
          <p14:tracePt t="35190" x="6162675" y="4246563"/>
          <p14:tracePt t="35198" x="6170613" y="4246563"/>
          <p14:tracePt t="35214" x="6186488" y="4246563"/>
          <p14:tracePt t="35238" x="6186488" y="4229100"/>
          <p14:tracePt t="35278" x="6186488" y="4221163"/>
          <p14:tracePt t="35286" x="6145213" y="4203700"/>
          <p14:tracePt t="35295" x="6103938" y="4187825"/>
          <p14:tracePt t="35302" x="6021388" y="4162425"/>
          <p14:tracePt t="35311" x="5921375" y="4138613"/>
          <p14:tracePt t="35319" x="5838825" y="4105275"/>
          <p14:tracePt t="35327" x="5780088" y="4105275"/>
          <p14:tracePt t="35335" x="5681663" y="4079875"/>
          <p14:tracePt t="35343" x="5630863" y="4064000"/>
          <p14:tracePt t="35351" x="5556250" y="4064000"/>
          <p14:tracePt t="35359" x="5514975" y="4064000"/>
          <p14:tracePt t="35368" x="5491163" y="4064000"/>
          <p14:tracePt t="35375" x="5457825" y="4064000"/>
          <p14:tracePt t="35384" x="5448300" y="4064000"/>
          <p14:tracePt t="35391" x="5416550" y="4064000"/>
          <p14:tracePt t="35401" x="5391150" y="4064000"/>
          <p14:tracePt t="35408" x="5373688" y="4064000"/>
          <p14:tracePt t="35417" x="5332413" y="4064000"/>
          <p14:tracePt t="35424" x="5275263" y="4079875"/>
          <p14:tracePt t="35432" x="5267325" y="4097338"/>
          <p14:tracePt t="35440" x="5192713" y="4121150"/>
          <p14:tracePt t="35448" x="5149850" y="4146550"/>
          <p14:tracePt t="35456" x="5100638" y="4162425"/>
          <p14:tracePt t="35464" x="5059363" y="4203700"/>
          <p14:tracePt t="35472" x="5000625" y="4221163"/>
          <p14:tracePt t="35480" x="4959350" y="4246563"/>
          <p14:tracePt t="35488" x="4926013" y="4270375"/>
          <p14:tracePt t="35496" x="4902200" y="4287838"/>
          <p14:tracePt t="35505" x="4884738" y="4287838"/>
          <p14:tracePt t="35513" x="4876800" y="4303713"/>
          <p14:tracePt t="35521" x="4860925" y="4303713"/>
          <p14:tracePt t="35539" x="4843463" y="4311650"/>
          <p14:tracePt t="35577" x="4860925" y="4311650"/>
          <p14:tracePt t="35585" x="5018088" y="4329113"/>
          <p14:tracePt t="35593" x="5233988" y="4362450"/>
          <p14:tracePt t="35601" x="5540375" y="4362450"/>
          <p14:tracePt t="35609" x="5897563" y="4370388"/>
          <p14:tracePt t="35618" x="6286500" y="4370388"/>
          <p14:tracePt t="35625" x="6692900" y="4370388"/>
          <p14:tracePt t="35635" x="6867525" y="4370388"/>
          <p14:tracePt t="35642" x="7556500" y="4370388"/>
          <p14:tracePt t="35651" x="7962900" y="4329113"/>
          <p14:tracePt t="35658" x="8102600" y="4287838"/>
          <p14:tracePt t="35667" x="8369300" y="4229100"/>
          <p14:tracePt t="35674" x="8593138" y="4162425"/>
          <p14:tracePt t="35682" x="8816975" y="4105275"/>
          <p14:tracePt t="35706" x="8966200" y="4079875"/>
          <p14:tracePt t="35710" x="9090025" y="4079875"/>
          <p14:tracePt t="35718" x="9190038" y="4064000"/>
          <p14:tracePt t="35723" x="9313863" y="4046538"/>
          <p14:tracePt t="35730" x="9429750" y="4046538"/>
          <p14:tracePt t="35738" x="9521825" y="4046538"/>
          <p14:tracePt t="35747" x="9596438" y="4046538"/>
          <p14:tracePt t="35755" x="9653588" y="4046538"/>
          <p14:tracePt t="35763" x="9694863" y="4046538"/>
          <p14:tracePt t="35771" x="9720263" y="4046538"/>
          <p14:tracePt t="35779" x="9745663" y="4046538"/>
          <p14:tracePt t="35787" x="9779000" y="4064000"/>
          <p14:tracePt t="35795" x="9779000" y="4079875"/>
          <p14:tracePt t="35803" x="9802813" y="4105275"/>
          <p14:tracePt t="35811" x="9820275" y="4138613"/>
          <p14:tracePt t="35819" x="9828213" y="4187825"/>
          <p14:tracePt t="35827" x="9828213" y="4246563"/>
          <p14:tracePt t="35835" x="9844088" y="4287838"/>
          <p14:tracePt t="35843" x="9844088" y="4344988"/>
          <p14:tracePt t="35851" x="9844088" y="4470400"/>
          <p14:tracePt t="35859" x="9844088" y="4511675"/>
          <p14:tracePt t="35868" x="9844088" y="4576763"/>
          <p14:tracePt t="35876" x="9844088" y="4651375"/>
          <p14:tracePt t="35884" x="9828213" y="4776788"/>
          <p14:tracePt t="35892" x="9820275" y="4802188"/>
          <p14:tracePt t="35901" x="9779000" y="4843463"/>
          <p14:tracePt t="35908" x="9704388" y="4933950"/>
          <p14:tracePt t="35918" x="9663113" y="4975225"/>
          <p14:tracePt t="35924" x="9512300" y="5016500"/>
          <p14:tracePt t="35934" x="9437688" y="5016500"/>
          <p14:tracePt t="35941" x="9288463" y="5016500"/>
          <p14:tracePt t="35951" x="9131300" y="5016500"/>
          <p14:tracePt t="35956" x="8948738" y="4959350"/>
          <p14:tracePt t="35968" x="8799513" y="4892675"/>
          <p14:tracePt t="35973" x="8634413" y="4776788"/>
          <p14:tracePt t="35984" x="8475663" y="4676775"/>
          <p14:tracePt t="35989" x="8335963" y="4568825"/>
          <p14:tracePt t="36001" x="8210550" y="4452938"/>
          <p14:tracePt t="36005" x="8112125" y="4344988"/>
          <p14:tracePt t="36018" x="8020050" y="4246563"/>
          <p14:tracePt t="36021" x="7945438" y="4146550"/>
          <p14:tracePt t="36034" x="7886700" y="4021138"/>
          <p14:tracePt t="36037" x="7754938" y="3781425"/>
          <p14:tracePt t="36051" x="7721600" y="3690938"/>
          <p14:tracePt t="36054" x="7654925" y="3467100"/>
          <p14:tracePt t="36068" x="7597775" y="3284538"/>
          <p14:tracePt t="36071" x="7556500" y="3060700"/>
          <p14:tracePt t="36084" x="7531100" y="2878138"/>
          <p14:tracePt t="36087" x="7531100" y="2719388"/>
          <p14:tracePt t="36101" x="7531100" y="2570163"/>
          <p14:tracePt t="36102" x="7531100" y="2413000"/>
          <p14:tracePt t="36110" x="7531100" y="2305050"/>
          <p14:tracePt t="36118" x="7531100" y="2206625"/>
          <p14:tracePt t="36126" x="7572375" y="2122488"/>
          <p14:tracePt t="36135" x="7639050" y="2055813"/>
          <p14:tracePt t="36142" x="7680325" y="1981200"/>
          <p14:tracePt t="36151" x="7762875" y="1916113"/>
          <p14:tracePt t="36158" x="7845425" y="1841500"/>
          <p14:tracePt t="36168" x="7962900" y="1790700"/>
          <p14:tracePt t="36174" x="8061325" y="1733550"/>
          <p14:tracePt t="36184" x="8186738" y="1674813"/>
          <p14:tracePt t="36191" x="8335963" y="1633538"/>
          <p14:tracePt t="36201" x="8459788" y="1608138"/>
          <p14:tracePt t="36207" x="8642350" y="1576388"/>
          <p14:tracePt t="36217" x="8824913" y="1566863"/>
          <p14:tracePt t="36223" x="9023350" y="1566863"/>
          <p14:tracePt t="36234" x="9205913" y="1566863"/>
          <p14:tracePt t="36239" x="9355138" y="1566863"/>
          <p14:tracePt t="36251" x="9496425" y="1566863"/>
          <p14:tracePt t="36255" x="9555163" y="1576388"/>
          <p14:tracePt t="36268" x="9678988" y="1592263"/>
          <p14:tracePt t="36271" x="9779000" y="1608138"/>
          <p14:tracePt t="36284" x="9902825" y="1651000"/>
          <p14:tracePt t="36288" x="9969500" y="1692275"/>
          <p14:tracePt t="36301" x="10052050" y="1749425"/>
          <p14:tracePt t="36304" x="10110788" y="1831975"/>
          <p14:tracePt t="36317" x="10167938" y="1939925"/>
          <p14:tracePt t="36321" x="10226675" y="2065338"/>
          <p14:tracePt t="36334" x="10293350" y="2222500"/>
          <p14:tracePt t="36337" x="10358438" y="2430463"/>
          <p14:tracePt t="36351" x="10417175" y="2654300"/>
          <p14:tracePt t="36353" x="10491788" y="2919413"/>
          <p14:tracePt t="36368" x="10499725" y="3143250"/>
          <p14:tracePt t="36369" x="10541000" y="3390900"/>
          <p14:tracePt t="36376" x="10558463" y="3616325"/>
          <p14:tracePt t="36385" x="10582275" y="3797300"/>
          <p14:tracePt t="36392" x="10599738" y="3979863"/>
          <p14:tracePt t="36401" x="10615613" y="4138613"/>
          <p14:tracePt t="36409" x="10641013" y="4287838"/>
          <p14:tracePt t="36418" x="10656888" y="4411663"/>
          <p14:tracePt t="36425" x="10656888" y="4470400"/>
          <p14:tracePt t="36434" x="10656888" y="4568825"/>
          <p14:tracePt t="36441" x="10656888" y="4635500"/>
          <p14:tracePt t="36451" x="10656888" y="4735513"/>
          <p14:tracePt t="36457" x="10656888" y="4843463"/>
          <p14:tracePt t="36468" x="10656888" y="4933950"/>
          <p14:tracePt t="36473" x="10656888" y="4975225"/>
          <p14:tracePt t="36484" x="10615613" y="5057775"/>
          <p14:tracePt t="36489" x="10541000" y="5124450"/>
          <p14:tracePt t="36501" x="10458450" y="5183188"/>
          <p14:tracePt t="36506" x="10358438" y="5265738"/>
          <p14:tracePt t="36518" x="10226675" y="5348288"/>
          <p14:tracePt t="36522" x="10093325" y="5407025"/>
          <p14:tracePt t="36537" x="9969500" y="5473700"/>
          <p14:tracePt t="36543" x="9820275" y="5507038"/>
          <p14:tracePt t="36551" x="9480550" y="5530850"/>
          <p14:tracePt t="36554" x="9213850" y="5548313"/>
          <p14:tracePt t="36568" x="9064625" y="5548313"/>
          <p14:tracePt t="36571" x="8816975" y="5548313"/>
          <p14:tracePt t="36584" x="8550275" y="5507038"/>
          <p14:tracePt t="36587" x="8326438" y="5448300"/>
          <p14:tracePt t="36601" x="8086725" y="5332413"/>
          <p14:tracePt t="36603" x="7886700" y="5240338"/>
          <p14:tracePt t="36617" x="7721600" y="5157788"/>
          <p14:tracePt t="36620" x="7597775" y="5041900"/>
          <p14:tracePt t="36635" x="7397750" y="4802188"/>
          <p14:tracePt t="36643" x="7315200" y="4676775"/>
          <p14:tracePt t="36651" x="7248525" y="4527550"/>
          <p14:tracePt t="36659" x="7191375" y="4344988"/>
          <p14:tracePt t="36668" x="7150100" y="4146550"/>
          <p14:tracePt t="36675" x="7107238" y="3938588"/>
          <p14:tracePt t="36684" x="7091363" y="3740150"/>
          <p14:tracePt t="36691" x="7091363" y="3565525"/>
          <p14:tracePt t="36701" x="7091363" y="3382963"/>
          <p14:tracePt t="36707" x="7091363" y="3225800"/>
          <p14:tracePt t="36718" x="7091363" y="3076575"/>
          <p14:tracePt t="36723" x="7165975" y="2919413"/>
          <p14:tracePt t="36735" x="7248525" y="2794000"/>
          <p14:tracePt t="36739" x="7356475" y="2670175"/>
          <p14:tracePt t="36751" x="7531100" y="2554288"/>
          <p14:tracePt t="36756" x="7737475" y="2454275"/>
          <p14:tracePt t="36768" x="7920038" y="2387600"/>
          <p14:tracePt t="36772" x="8186738" y="2346325"/>
          <p14:tracePt t="36784" x="8434388" y="2322513"/>
          <p14:tracePt t="36788" x="8940800" y="2322513"/>
          <p14:tracePt t="36801" x="9090025" y="2322513"/>
          <p14:tracePt t="36804" x="9396413" y="2322513"/>
          <p14:tracePt t="36818" x="9653588" y="2346325"/>
          <p14:tracePt t="36820" x="9918700" y="2405063"/>
          <p14:tracePt t="36834" x="10134600" y="2471738"/>
          <p14:tracePt t="36838" x="10317163" y="2546350"/>
          <p14:tracePt t="36851" x="10475913" y="2595563"/>
          <p14:tracePt t="36854" x="10599738" y="2654300"/>
          <p14:tracePt t="36868" x="10699750" y="2719388"/>
          <p14:tracePt t="36869" x="10782300" y="2778125"/>
          <p14:tracePt t="36877" x="10848975" y="2860675"/>
          <p14:tracePt t="36885" x="10923588" y="2943225"/>
          <p14:tracePt t="36893" x="10980738" y="3027363"/>
          <p14:tracePt t="36902" x="11031538" y="3143250"/>
          <p14:tracePt t="36909" x="11088688" y="3251200"/>
          <p14:tracePt t="36918" x="11129963" y="3382963"/>
          <p14:tracePt t="36925" x="11171238" y="3532188"/>
          <p14:tracePt t="36935" x="11214100" y="3714750"/>
          <p14:tracePt t="36941" x="11237913" y="3871913"/>
          <p14:tracePt t="36951" x="11271250" y="4097338"/>
          <p14:tracePt t="36958" x="11288713" y="4270375"/>
          <p14:tracePt t="36968" x="11288713" y="4452938"/>
          <p14:tracePt t="36974" x="11288713" y="4610100"/>
          <p14:tracePt t="36985" x="11288713" y="4759325"/>
          <p14:tracePt t="36990" x="11288713" y="4892675"/>
          <p14:tracePt t="37001" x="11237913" y="5041900"/>
          <p14:tracePt t="37006" x="11188700" y="5157788"/>
          <p14:tracePt t="37018" x="11129963" y="5265738"/>
          <p14:tracePt t="37022" x="11072813" y="5348288"/>
          <p14:tracePt t="37035" x="11006138" y="5432425"/>
          <p14:tracePt t="37039" x="10923588" y="5489575"/>
          <p14:tracePt t="37051" x="10823575" y="5530850"/>
          <p14:tracePt t="37055" x="10574338" y="5613400"/>
          <p14:tracePt t="37068" x="10475913" y="5613400"/>
          <p14:tracePt t="37071" x="10293350" y="5613400"/>
          <p14:tracePt t="37084" x="10069513" y="5613400"/>
          <p14:tracePt t="37088" x="9844088" y="5597525"/>
          <p14:tracePt t="37101" x="9578975" y="5530850"/>
          <p14:tracePt t="37104" x="9372600" y="5448300"/>
          <p14:tracePt t="37118" x="9148763" y="5365750"/>
          <p14:tracePt t="37121" x="8966200" y="5291138"/>
          <p14:tracePt t="37135" x="8758238" y="5199063"/>
          <p14:tracePt t="37136" x="8634413" y="5108575"/>
          <p14:tracePt t="37143" x="8459788" y="5016500"/>
          <p14:tracePt t="37152" x="8335963" y="4918075"/>
          <p14:tracePt t="37160" x="8228013" y="4818063"/>
          <p14:tracePt t="37168" x="8128000" y="4694238"/>
          <p14:tracePt t="37176" x="8020050" y="4552950"/>
          <p14:tracePt t="37185" x="7945438" y="4427538"/>
          <p14:tracePt t="37192" x="7886700" y="4303713"/>
          <p14:tracePt t="37202" x="7862888" y="4179888"/>
          <p14:tracePt t="37208" x="7837488" y="4038600"/>
          <p14:tracePt t="37218" x="7837488" y="3881438"/>
          <p14:tracePt t="37224" x="7837488" y="3732213"/>
          <p14:tracePt t="37234" x="7837488" y="3573463"/>
          <p14:tracePt t="37240" x="7862888" y="3390900"/>
          <p14:tracePt t="37251" x="7929563" y="3241675"/>
          <p14:tracePt t="37256" x="8045450" y="3076575"/>
          <p14:tracePt t="37268" x="8143875" y="2901950"/>
          <p14:tracePt t="37273" x="8251825" y="2736850"/>
          <p14:tracePt t="37284" x="8434388" y="2546350"/>
          <p14:tracePt t="37289" x="8559800" y="2405063"/>
          <p14:tracePt t="37301" x="8742363" y="2263775"/>
          <p14:tracePt t="37305" x="8899525" y="2147888"/>
          <p14:tracePt t="37317" x="9048750" y="2055813"/>
          <p14:tracePt t="37321" x="9205913" y="1981200"/>
          <p14:tracePt t="37334" x="9355138" y="1939925"/>
          <p14:tracePt t="37337" x="9512300" y="1916113"/>
          <p14:tracePt t="37351" x="9663113" y="1916113"/>
          <p14:tracePt t="37353" x="9786938" y="1916113"/>
          <p14:tracePt t="37367" x="9902825" y="1916113"/>
          <p14:tracePt t="37370" x="10002838" y="1916113"/>
          <p14:tracePt t="37384" x="10126663" y="1965325"/>
          <p14:tracePt t="37387" x="10234613" y="2024063"/>
          <p14:tracePt t="37401" x="10350500" y="2122488"/>
          <p14:tracePt t="37402" x="10450513" y="2222500"/>
          <p14:tracePt t="37410" x="10517188" y="2305050"/>
          <p14:tracePt t="37418" x="10582275" y="2387600"/>
          <p14:tracePt t="37426" x="10641013" y="2487613"/>
          <p14:tracePt t="37434" x="10699750" y="2595563"/>
          <p14:tracePt t="37442" x="10741025" y="2695575"/>
          <p14:tracePt t="37451" x="10764838" y="2819400"/>
          <p14:tracePt t="37458" x="10807700" y="2935288"/>
          <p14:tracePt t="37468" x="10823575" y="3060700"/>
          <p14:tracePt t="37474" x="10839450" y="3209925"/>
          <p14:tracePt t="37484" x="10848975" y="3367088"/>
          <p14:tracePt t="37490" x="10864850" y="3516313"/>
          <p14:tracePt t="37501" x="10864850" y="3698875"/>
          <p14:tracePt t="37507" x="10864850" y="3881438"/>
          <p14:tracePt t="37518" x="10864850" y="4038600"/>
          <p14:tracePt t="37523" x="10864850" y="4221163"/>
          <p14:tracePt t="37536" x="10864850" y="4370388"/>
          <p14:tracePt t="37541" x="10864850" y="4427538"/>
          <p14:tracePt t="37551" x="10848975" y="4552950"/>
          <p14:tracePt t="37555" x="10807700" y="4635500"/>
          <p14:tracePt t="37568" x="10723563" y="4776788"/>
          <p14:tracePt t="37571" x="10615613" y="4876800"/>
          <p14:tracePt t="37584" x="10458450" y="4918075"/>
          <p14:tracePt t="37588" x="10358438" y="4918075"/>
          <p14:tracePt t="37601" x="10209213" y="4918075"/>
          <p14:tracePt t="37604" x="10026650" y="4918075"/>
          <p14:tracePt t="37617" x="9902825" y="4918075"/>
          <p14:tracePt t="37620" x="9745663" y="4900613"/>
          <p14:tracePt t="37634" x="9596438" y="4843463"/>
          <p14:tracePt t="37637" x="9480550" y="4792663"/>
          <p14:tracePt t="37651" x="9339263" y="4710113"/>
          <p14:tracePt t="37652" x="9231313" y="4635500"/>
          <p14:tracePt t="37660" x="9105900" y="4552950"/>
          <p14:tracePt t="37668" x="8982075" y="4452938"/>
          <p14:tracePt t="37676" x="8866188" y="4362450"/>
          <p14:tracePt t="37684" x="8766175" y="4229100"/>
          <p14:tracePt t="37692" x="8675688" y="4146550"/>
          <p14:tracePt t="37701" x="8559800" y="3997325"/>
          <p14:tracePt t="37708" x="8534400" y="3956050"/>
          <p14:tracePt t="37718" x="8459788" y="3840163"/>
          <p14:tracePt t="37724" x="8434388" y="3773488"/>
          <p14:tracePt t="37734" x="8393113" y="3698875"/>
          <p14:tracePt t="37741" x="8377238" y="3632200"/>
          <p14:tracePt t="37751" x="8369300" y="3573463"/>
          <p14:tracePt t="37757" x="8369300" y="3516313"/>
          <p14:tracePt t="37767" x="8351838" y="3490913"/>
          <p14:tracePt t="37773" x="8351838" y="3475038"/>
          <p14:tracePt t="37784" x="8351838" y="3449638"/>
          <p14:tracePt t="37789" x="8351838" y="3433763"/>
          <p14:tracePt t="37805" x="8351838" y="3424238"/>
          <p14:tracePt t="37838" x="8351838" y="3408363"/>
          <p14:tracePt t="37894" x="8369300" y="3408363"/>
          <p14:tracePt t="37926" x="8377238" y="3408363"/>
          <p14:tracePt t="37934" x="8393113" y="3408363"/>
          <p14:tracePt t="37943" x="8418513" y="3408363"/>
          <p14:tracePt t="37951" x="8434388" y="3408363"/>
          <p14:tracePt t="37959" x="8451850" y="3408363"/>
          <p14:tracePt t="37968" x="8459788" y="3408363"/>
          <p14:tracePt t="37975" x="8475663" y="3408363"/>
          <p14:tracePt t="37999" x="8493125" y="3408363"/>
          <p14:tracePt t="38007" x="8501063" y="3408363"/>
          <p14:tracePt t="38063" x="8518525" y="3408363"/>
          <p14:tracePt t="38153" x="8501063" y="3408363"/>
          <p14:tracePt t="38160" x="8493125" y="3408363"/>
          <p14:tracePt t="38169" x="8451850" y="3433763"/>
          <p14:tracePt t="38177" x="8393113" y="3449638"/>
          <p14:tracePt t="38185" x="8326438" y="3467100"/>
          <p14:tracePt t="38193" x="8228013" y="3490913"/>
          <p14:tracePt t="38202" x="8102600" y="3508375"/>
          <p14:tracePt t="38209" x="7945438" y="3516313"/>
          <p14:tracePt t="38218" x="7821613" y="3532188"/>
          <p14:tracePt t="38225" x="7662863" y="3565525"/>
          <p14:tracePt t="38235" x="7621588" y="3565525"/>
          <p14:tracePt t="38241" x="7531100" y="3565525"/>
          <p14:tracePt t="38250" x="7456488" y="3565525"/>
          <p14:tracePt t="38257" x="7397750" y="3565525"/>
          <p14:tracePt t="38265" x="7356475" y="3565525"/>
          <p14:tracePt t="38273" x="7348538" y="3565525"/>
          <p14:tracePt t="38282" x="7331075" y="3565525"/>
          <p14:tracePt t="38290" x="7315200" y="3549650"/>
          <p14:tracePt t="38314" x="7315200" y="3532188"/>
          <p14:tracePt t="38338" x="7315200" y="3516313"/>
          <p14:tracePt t="38354" x="7331075" y="3508375"/>
          <p14:tracePt t="38362" x="7373938" y="3490913"/>
          <p14:tracePt t="38370" x="7397750" y="3490913"/>
          <p14:tracePt t="38378" x="7456488" y="3490913"/>
          <p14:tracePt t="38387" x="7513638" y="3475038"/>
          <p14:tracePt t="38395" x="7572375" y="3475038"/>
          <p14:tracePt t="38403" x="7621588" y="3475038"/>
          <p14:tracePt t="38411" x="7662863" y="3475038"/>
          <p14:tracePt t="38419" x="7696200" y="3475038"/>
          <p14:tracePt t="38427" x="7705725" y="3475038"/>
          <p14:tracePt t="38435" x="7721600" y="3475038"/>
          <p14:tracePt t="38443" x="7737475" y="3475038"/>
          <p14:tracePt t="38459" x="7754938" y="3475038"/>
          <p14:tracePt t="38483" x="7762875" y="3475038"/>
          <p14:tracePt t="38896" x="7780338" y="3475038"/>
          <p14:tracePt t="38903" x="7804150" y="3475038"/>
          <p14:tracePt t="38911" x="7845425" y="3475038"/>
          <p14:tracePt t="38919" x="7886700" y="3475038"/>
          <p14:tracePt t="38928" x="7929563" y="3475038"/>
          <p14:tracePt t="38935" x="7986713" y="3475038"/>
          <p14:tracePt t="38943" x="8045450" y="3475038"/>
          <p14:tracePt t="38952" x="8102600" y="3490913"/>
          <p14:tracePt t="38960" x="8153400" y="3490913"/>
          <p14:tracePt t="38968" x="8194675" y="3508375"/>
          <p14:tracePt t="38976" x="8235950" y="3508375"/>
          <p14:tracePt t="38985" x="8293100" y="3508375"/>
          <p14:tracePt t="38992" x="8335963" y="3508375"/>
          <p14:tracePt t="39001" x="8434388" y="3508375"/>
          <p14:tracePt t="39008" x="8493125" y="3508375"/>
          <p14:tracePt t="39018" x="8559800" y="3508375"/>
          <p14:tracePt t="39025" x="8642350" y="3475038"/>
          <p14:tracePt t="39034" x="8724900" y="3449638"/>
          <p14:tracePt t="39041" x="8824913" y="3408363"/>
          <p14:tracePt t="39049" x="8866188" y="3390900"/>
          <p14:tracePt t="39057" x="8966200" y="3349625"/>
          <p14:tracePt t="39065" x="9123363" y="3292475"/>
          <p14:tracePt t="39073" x="9190038" y="3284538"/>
          <p14:tracePt t="39081" x="9288463" y="3251200"/>
          <p14:tracePt t="39089" x="9388475" y="3225800"/>
          <p14:tracePt t="39097" x="9471025" y="3200400"/>
          <p14:tracePt t="39105" x="9521825" y="3184525"/>
          <p14:tracePt t="39113" x="9596438" y="3167063"/>
          <p14:tracePt t="39121" x="9694863" y="3159125"/>
          <p14:tracePt t="39129" x="9745663" y="3159125"/>
          <p14:tracePt t="39137" x="9802813" y="3143250"/>
          <p14:tracePt t="39145" x="9861550" y="3143250"/>
          <p14:tracePt t="39154" x="9886950" y="3143250"/>
          <p14:tracePt t="39162" x="9918700" y="3143250"/>
          <p14:tracePt t="39170" x="9928225" y="3143250"/>
          <p14:tracePt t="39178" x="9944100" y="3143250"/>
          <p14:tracePt t="39186" x="9961563" y="3143250"/>
          <p14:tracePt t="39218" x="9969500" y="3143250"/>
          <p14:tracePt t="39331" x="9961563" y="3159125"/>
          <p14:tracePt t="39339" x="9928225" y="3159125"/>
          <p14:tracePt t="39347" x="9902825" y="3159125"/>
          <p14:tracePt t="39356" x="9861550" y="3159125"/>
          <p14:tracePt t="39363" x="9802813" y="3159125"/>
          <p14:tracePt t="39372" x="9737725" y="3159125"/>
          <p14:tracePt t="39379" x="9694863" y="3159125"/>
          <p14:tracePt t="39388" x="9578975" y="3159125"/>
          <p14:tracePt t="39396" x="9496425" y="3159125"/>
          <p14:tracePt t="39404" x="9455150" y="3159125"/>
          <p14:tracePt t="39412" x="9372600" y="3159125"/>
          <p14:tracePt t="39420" x="9231313" y="3159125"/>
          <p14:tracePt t="39428" x="9105900" y="3159125"/>
          <p14:tracePt t="39436" x="9007475" y="3159125"/>
          <p14:tracePt t="39444" x="8907463" y="3143250"/>
          <p14:tracePt t="39452" x="8816975" y="3125788"/>
          <p14:tracePt t="39460" x="8758238" y="3125788"/>
          <p14:tracePt t="39468" x="8683625" y="3125788"/>
          <p14:tracePt t="39476" x="8616950" y="3117850"/>
          <p14:tracePt t="39485" x="8575675" y="3117850"/>
          <p14:tracePt t="39493" x="8534400" y="3101975"/>
          <p14:tracePt t="39501" x="8501063" y="3101975"/>
          <p14:tracePt t="39509" x="8475663" y="3084513"/>
          <p14:tracePt t="39518" x="8459788" y="3084513"/>
          <p14:tracePt t="39536" x="8451850" y="3084513"/>
          <p14:tracePt t="39646" x="8434388" y="3084513"/>
          <p14:tracePt t="39654" x="8418513" y="3101975"/>
          <p14:tracePt t="39670" x="8410575" y="3117850"/>
          <p14:tracePt t="39678" x="8393113" y="3117850"/>
          <p14:tracePt t="39686" x="8369300" y="3117850"/>
          <p14:tracePt t="39695" x="8335963" y="3125788"/>
          <p14:tracePt t="39702" x="8269288" y="3125788"/>
          <p14:tracePt t="39711" x="8210550" y="3143250"/>
          <p14:tracePt t="39719" x="8186738" y="3143250"/>
          <p14:tracePt t="39727" x="8128000" y="3159125"/>
          <p14:tracePt t="39735" x="8061325" y="3159125"/>
          <p14:tracePt t="39743" x="8004175" y="3159125"/>
          <p14:tracePt t="39751" x="7929563" y="3159125"/>
          <p14:tracePt t="39759" x="7862888" y="3167063"/>
          <p14:tracePt t="39768" x="7804150" y="3167063"/>
          <p14:tracePt t="39775" x="7754938" y="3167063"/>
          <p14:tracePt t="39784" x="7696200" y="3167063"/>
          <p14:tracePt t="39791" x="7639050" y="3167063"/>
          <p14:tracePt t="39801" x="7613650" y="3167063"/>
          <p14:tracePt t="39808" x="7556500" y="3167063"/>
          <p14:tracePt t="39817" x="7531100" y="3167063"/>
          <p14:tracePt t="39824" x="7489825" y="3167063"/>
          <p14:tracePt t="39832" x="7439025" y="3167063"/>
          <p14:tracePt t="39840" x="7431088" y="3167063"/>
          <p14:tracePt t="39848" x="7397750" y="3167063"/>
          <p14:tracePt t="39856" x="7389813" y="3167063"/>
          <p14:tracePt t="39864" x="7356475" y="3167063"/>
          <p14:tracePt t="39872" x="7348538" y="3167063"/>
          <p14:tracePt t="39880" x="7331075" y="3167063"/>
          <p14:tracePt t="39896" x="7315200" y="3167063"/>
          <p14:tracePt t="39912" x="7307263" y="3167063"/>
          <p14:tracePt t="40009" x="7315200" y="3167063"/>
          <p14:tracePt t="40018" x="7331075" y="3167063"/>
          <p14:tracePt t="40025" x="7348538" y="3167063"/>
          <p14:tracePt t="40041" x="7356475" y="3167063"/>
          <p14:tracePt t="40051" x="7373938" y="3167063"/>
          <p14:tracePt t="40058" x="7397750" y="3159125"/>
          <p14:tracePt t="40067" x="7415213" y="3159125"/>
          <p14:tracePt t="40074" x="7456488" y="3143250"/>
          <p14:tracePt t="40084" x="7489825" y="3143250"/>
          <p14:tracePt t="40090" x="7531100" y="3143250"/>
          <p14:tracePt t="40098" x="7580313" y="3143250"/>
          <p14:tracePt t="40106" x="7613650" y="3143250"/>
          <p14:tracePt t="40114" x="7654925" y="3143250"/>
          <p14:tracePt t="40122" x="7680325" y="3143250"/>
          <p14:tracePt t="40131" x="7705725" y="3143250"/>
          <p14:tracePt t="40138" x="7737475" y="3143250"/>
          <p14:tracePt t="40155" x="7754938" y="3143250"/>
          <p14:tracePt t="40243" x="7737475" y="3143250"/>
          <p14:tracePt t="40252" x="7721600" y="3143250"/>
          <p14:tracePt t="40259" x="7705725" y="3143250"/>
          <p14:tracePt t="40276" x="7680325" y="3143250"/>
          <p14:tracePt t="40285" x="7662863" y="3143250"/>
          <p14:tracePt t="40292" x="7654925" y="3143250"/>
          <p14:tracePt t="40301" x="7621588" y="3143250"/>
          <p14:tracePt t="40308" x="7597775" y="3143250"/>
          <p14:tracePt t="40317" x="7580313" y="3143250"/>
          <p14:tracePt t="40324" x="7556500" y="3143250"/>
          <p14:tracePt t="40334" x="7531100" y="3143250"/>
          <p14:tracePt t="40341" x="7497763" y="3143250"/>
          <p14:tracePt t="40348" x="7456488" y="3143250"/>
          <p14:tracePt t="40356" x="7431088" y="3143250"/>
          <p14:tracePt t="40364" x="7397750" y="3143250"/>
          <p14:tracePt t="40373" x="7373938" y="3143250"/>
          <p14:tracePt t="40381" x="7348538" y="3143250"/>
          <p14:tracePt t="40389" x="7307263" y="3143250"/>
          <p14:tracePt t="40397" x="7289800" y="3143250"/>
          <p14:tracePt t="40405" x="7265988" y="3143250"/>
          <p14:tracePt t="40413" x="7248525" y="3143250"/>
          <p14:tracePt t="40421" x="7232650" y="3125788"/>
          <p14:tracePt t="40429" x="7224713" y="3125788"/>
          <p14:tracePt t="40445" x="7207250" y="3125788"/>
          <p14:tracePt t="40461" x="7207250" y="3117850"/>
          <p14:tracePt t="40539" x="7224713" y="3117850"/>
          <p14:tracePt t="40542" x="7248525" y="3117850"/>
          <p14:tracePt t="40551" x="7273925" y="3117850"/>
          <p14:tracePt t="40558" x="7331075" y="3101975"/>
          <p14:tracePt t="40568" x="7431088" y="3101975"/>
          <p14:tracePt t="40575" x="7531100" y="3084513"/>
          <p14:tracePt t="40584" x="7639050" y="3076575"/>
          <p14:tracePt t="40591" x="7696200" y="3076575"/>
          <p14:tracePt t="40599" x="7796213" y="3060700"/>
          <p14:tracePt t="40607" x="7862888" y="3043238"/>
          <p14:tracePt t="40615" x="7920038" y="3043238"/>
          <p14:tracePt t="40623" x="7970838" y="3043238"/>
          <p14:tracePt t="40631" x="7986713" y="3043238"/>
          <p14:tracePt t="40639" x="8004175" y="3043238"/>
          <p14:tracePt t="40647" x="8020050" y="3043238"/>
          <p14:tracePt t="40703" x="8004175" y="3043238"/>
          <p14:tracePt t="40712" x="7986713" y="3043238"/>
          <p14:tracePt t="40720" x="7970838" y="3043238"/>
          <p14:tracePt t="40728" x="7962900" y="3043238"/>
          <p14:tracePt t="40736" x="7929563" y="3043238"/>
          <p14:tracePt t="40744" x="7904163" y="3043238"/>
          <p14:tracePt t="40752" x="7886700" y="3043238"/>
          <p14:tracePt t="40760" x="7862888" y="3043238"/>
          <p14:tracePt t="40768" x="7837488" y="3043238"/>
          <p14:tracePt t="40776" x="7804150" y="3043238"/>
          <p14:tracePt t="40785" x="7762875" y="3043238"/>
          <p14:tracePt t="40792" x="7737475" y="3043238"/>
          <p14:tracePt t="40801" x="7696200" y="3043238"/>
          <p14:tracePt t="40809" x="7639050" y="3043238"/>
          <p14:tracePt t="40818" x="7613650" y="3043238"/>
          <p14:tracePt t="40825" x="7556500" y="3043238"/>
          <p14:tracePt t="40834" x="7497763" y="3043238"/>
          <p14:tracePt t="40841" x="7456488" y="3027363"/>
          <p14:tracePt t="40850" x="7415213" y="3027363"/>
          <p14:tracePt t="40857" x="7356475" y="3017838"/>
          <p14:tracePt t="40865" x="7348538" y="3001963"/>
          <p14:tracePt t="40873" x="7307263" y="2986088"/>
          <p14:tracePt t="40881" x="7273925" y="2976563"/>
          <p14:tracePt t="40890" x="7265988" y="2976563"/>
          <p14:tracePt t="40897" x="7248525" y="2943225"/>
          <p14:tracePt t="40906" x="7232650" y="2935288"/>
          <p14:tracePt t="40913" x="7224713" y="2919413"/>
          <p14:tracePt t="40921" x="7207250" y="2901950"/>
          <p14:tracePt t="40930" x="7207250" y="2894013"/>
          <p14:tracePt t="40938" x="7191375" y="2860675"/>
          <p14:tracePt t="40946" x="7191375" y="2852738"/>
          <p14:tracePt t="40954" x="7173913" y="2819400"/>
          <p14:tracePt t="40962" x="7173913" y="2811463"/>
          <p14:tracePt t="40970" x="7165975" y="2778125"/>
          <p14:tracePt t="40978" x="7165975" y="2752725"/>
          <p14:tracePt t="40986" x="7165975" y="2736850"/>
          <p14:tracePt t="40994" x="7165975" y="2711450"/>
          <p14:tracePt t="41002" x="7165975" y="2695575"/>
          <p14:tracePt t="41010" x="7165975" y="2678113"/>
          <p14:tracePt t="41018" x="7165975" y="2654300"/>
          <p14:tracePt t="41026" x="7165975" y="2636838"/>
          <p14:tracePt t="41035" x="7165975" y="2628900"/>
          <p14:tracePt t="41051" x="7165975" y="2611438"/>
          <p14:tracePt t="41059" x="7165975" y="2595563"/>
          <p14:tracePt t="41075" x="7165975" y="2587625"/>
          <p14:tracePt t="41123" x="7173913" y="2587625"/>
          <p14:tracePt t="41140" x="7191375" y="2587625"/>
          <p14:tracePt t="41148" x="7248525" y="2587625"/>
          <p14:tracePt t="41156" x="7307263" y="2570163"/>
          <p14:tracePt t="41164" x="7373938" y="2554288"/>
          <p14:tracePt t="41172" x="7497763" y="2554288"/>
          <p14:tracePt t="41180" x="7621588" y="2546350"/>
          <p14:tracePt t="41188" x="7737475" y="2546350"/>
          <p14:tracePt t="41196" x="7821613" y="2546350"/>
          <p14:tracePt t="41204" x="7904163" y="2546350"/>
          <p14:tracePt t="41212" x="8004175" y="2546350"/>
          <p14:tracePt t="41220" x="8069263" y="2546350"/>
          <p14:tracePt t="41228" x="8128000" y="2546350"/>
          <p14:tracePt t="41236" x="8186738" y="2546350"/>
          <p14:tracePt t="41244" x="8210550" y="2546350"/>
          <p14:tracePt t="41253" x="8228013" y="2546350"/>
          <p14:tracePt t="41261" x="8235950" y="2546350"/>
          <p14:tracePt t="41269" x="8235950" y="2554288"/>
          <p14:tracePt t="41277" x="8251825" y="2570163"/>
          <p14:tracePt t="41293" x="8269288" y="2587625"/>
          <p14:tracePt t="41301" x="8269288" y="2595563"/>
          <p14:tracePt t="41309" x="8269288" y="2611438"/>
          <p14:tracePt t="41318" x="8269288" y="2628900"/>
          <p14:tracePt t="41325" x="8269288" y="2636838"/>
          <p14:tracePt t="41334" x="8269288" y="2654300"/>
          <p14:tracePt t="41341" x="8269288" y="2670175"/>
          <p14:tracePt t="41351" x="8269288" y="2678113"/>
          <p14:tracePt t="41358" x="8269288" y="2695575"/>
          <p14:tracePt t="41368" x="8269288" y="2719388"/>
          <p14:tracePt t="41374" x="8269288" y="2736850"/>
          <p14:tracePt t="41384" x="8269288" y="2752725"/>
          <p14:tracePt t="41390" x="8269288" y="2760663"/>
          <p14:tracePt t="41401" x="8269288" y="2794000"/>
          <p14:tracePt t="41406" x="8269288" y="2811463"/>
          <p14:tracePt t="41418" x="8269288" y="2836863"/>
          <p14:tracePt t="41422" x="8269288" y="2852738"/>
          <p14:tracePt t="41434" x="8269288" y="2894013"/>
          <p14:tracePt t="41438" x="8251825" y="2919413"/>
          <p14:tracePt t="41451" x="8235950" y="2935288"/>
          <p14:tracePt t="41454" x="8235950" y="2976563"/>
          <p14:tracePt t="41467" x="8228013" y="2986088"/>
          <p14:tracePt t="41471" x="8210550" y="3017838"/>
          <p14:tracePt t="41484" x="8194675" y="3027363"/>
          <p14:tracePt t="41488" x="8186738" y="3043238"/>
          <p14:tracePt t="41501" x="8186738" y="3076575"/>
          <p14:tracePt t="41504" x="8153400" y="3084513"/>
          <p14:tracePt t="41519" x="8128000" y="3101975"/>
          <p14:tracePt t="41519" x="8112125" y="3117850"/>
          <p14:tracePt t="41527" x="8086725" y="3125788"/>
          <p14:tracePt t="41539" x="8061325" y="3143250"/>
          <p14:tracePt t="41543" x="8020050" y="3143250"/>
          <p14:tracePt t="41551" x="7962900" y="3159125"/>
          <p14:tracePt t="41559" x="7929563" y="3167063"/>
          <p14:tracePt t="41568" x="7886700" y="3184525"/>
          <p14:tracePt t="41575" x="7862888" y="3184525"/>
          <p14:tracePt t="41584" x="7821613" y="3184525"/>
          <p14:tracePt t="41591" x="7780338" y="3184525"/>
          <p14:tracePt t="41601" x="7762875" y="3184525"/>
          <p14:tracePt t="41608" x="7737475" y="3184525"/>
          <p14:tracePt t="41618" x="7721600" y="3167063"/>
          <p14:tracePt t="41624" x="7705725" y="3167063"/>
          <p14:tracePt t="41634" x="7696200" y="3143250"/>
          <p14:tracePt t="41640" x="7680325" y="3125788"/>
          <p14:tracePt t="41651" x="7680325" y="3117850"/>
          <p14:tracePt t="41656" x="7680325" y="3101975"/>
          <p14:tracePt t="41672" x="7680325" y="3084513"/>
          <p14:tracePt t="41684" x="7680325" y="3076575"/>
          <p14:tracePt t="41705" x="7680325" y="3060700"/>
          <p14:tracePt t="41713" x="7705725" y="3060700"/>
          <p14:tracePt t="41721" x="7721600" y="3060700"/>
          <p14:tracePt t="41729" x="7737475" y="3060700"/>
          <p14:tracePt t="41737" x="7780338" y="3060700"/>
          <p14:tracePt t="41745" x="7837488" y="3060700"/>
          <p14:tracePt t="41753" x="7920038" y="3060700"/>
          <p14:tracePt t="41761" x="8020050" y="3060700"/>
          <p14:tracePt t="41769" x="8143875" y="3060700"/>
          <p14:tracePt t="41777" x="8269288" y="3060700"/>
          <p14:tracePt t="41785" x="8451850" y="3060700"/>
          <p14:tracePt t="41793" x="8634413" y="3060700"/>
          <p14:tracePt t="41802" x="8858250" y="3060700"/>
          <p14:tracePt t="41809" x="9031288" y="3084513"/>
          <p14:tracePt t="41818" x="9256713" y="3101975"/>
          <p14:tracePt t="41826" x="9413875" y="3143250"/>
          <p14:tracePt t="41834" x="9563100" y="3167063"/>
          <p14:tracePt t="41842" x="9720263" y="3200400"/>
          <p14:tracePt t="41851" x="9861550" y="3225800"/>
          <p14:tracePt t="41858" x="9985375" y="3251200"/>
          <p14:tracePt t="41867" x="10044113" y="3267075"/>
          <p14:tracePt t="41874" x="10134600" y="3284538"/>
          <p14:tracePt t="41882" x="10234613" y="3308350"/>
          <p14:tracePt t="41890" x="10309225" y="3308350"/>
          <p14:tracePt t="41898" x="10375900" y="3325813"/>
          <p14:tracePt t="41907" x="10433050" y="3341688"/>
          <p14:tracePt t="41915" x="10491788" y="3349625"/>
          <p14:tracePt t="41923" x="10517188" y="3349625"/>
          <p14:tracePt t="41931" x="10558463" y="3349625"/>
          <p14:tracePt t="41939" x="10574338" y="3349625"/>
          <p14:tracePt t="41947" x="10582275" y="3349625"/>
          <p14:tracePt t="41955" x="10599738" y="3349625"/>
          <p14:tracePt t="41979" x="10615613" y="3349625"/>
          <p14:tracePt t="42068" x="10615613" y="3341688"/>
          <p14:tracePt t="42092" x="10615613" y="3325813"/>
          <p14:tracePt t="42133" x="10615613" y="3308350"/>
          <p14:tracePt t="42181" x="10599738" y="3308350"/>
          <p14:tracePt t="42189" x="10582275" y="3308350"/>
          <p14:tracePt t="42197" x="10558463" y="3292475"/>
          <p14:tracePt t="42205" x="10541000" y="3292475"/>
          <p14:tracePt t="42213" x="10475913" y="3292475"/>
          <p14:tracePt t="42222" x="10391775" y="3292475"/>
          <p14:tracePt t="42229" x="10317163" y="3292475"/>
          <p14:tracePt t="42237" x="10250488" y="3292475"/>
          <p14:tracePt t="42246" x="10193338" y="3292475"/>
          <p14:tracePt t="42254" x="10093325" y="3292475"/>
          <p14:tracePt t="42262" x="10026650" y="3292475"/>
          <p14:tracePt t="42270" x="9928225" y="3292475"/>
          <p14:tracePt t="42278" x="9779000" y="3292475"/>
          <p14:tracePt t="42286" x="9745663" y="3292475"/>
          <p14:tracePt t="42294" x="9663113" y="3292475"/>
          <p14:tracePt t="42302" x="9596438" y="3284538"/>
          <p14:tracePt t="42310" x="9471025" y="3284538"/>
          <p14:tracePt t="42318" x="9429750" y="3284538"/>
          <p14:tracePt t="42326" x="9339263" y="3267075"/>
          <p14:tracePt t="42335" x="9272588" y="3267075"/>
          <p14:tracePt t="42342" x="9205913" y="3267075"/>
          <p14:tracePt t="42351" x="9131300" y="3267075"/>
          <p14:tracePt t="42359" x="9082088" y="3267075"/>
          <p14:tracePt t="42368" x="9007475" y="3267075"/>
          <p14:tracePt t="42375" x="8966200" y="3251200"/>
          <p14:tracePt t="42385" x="8907463" y="3251200"/>
          <p14:tracePt t="42391" x="8882063" y="3241675"/>
          <p14:tracePt t="42401" x="8840788" y="3241675"/>
          <p14:tracePt t="42407" x="8816975" y="3241675"/>
          <p14:tracePt t="42418" x="8766175" y="3241675"/>
          <p14:tracePt t="42423" x="8742363" y="3225800"/>
          <p14:tracePt t="42434" x="8716963" y="3225800"/>
          <p14:tracePt t="42439" x="8683625" y="3209925"/>
          <p14:tracePt t="42451" x="8675688" y="3209925"/>
          <p14:tracePt t="42455" x="8642350" y="3200400"/>
          <p14:tracePt t="42468" x="8634413" y="3200400"/>
          <p14:tracePt t="42472" x="8616950" y="3200400"/>
          <p14:tracePt t="42488" x="8601075" y="3184525"/>
          <p14:tracePt t="42501" x="8593138" y="3184525"/>
          <p14:tracePt t="42504" x="8593138" y="3167063"/>
          <p14:tracePt t="42552" x="8593138" y="3159125"/>
          <p14:tracePt t="42827" x="8575675" y="3159125"/>
          <p14:tracePt t="42835" x="8559800" y="3159125"/>
          <p14:tracePt t="42843" x="8475663" y="3159125"/>
          <p14:tracePt t="42851" x="8410575" y="3159125"/>
          <p14:tracePt t="42859" x="8377238" y="3159125"/>
          <p14:tracePt t="42868" x="8293100" y="3159125"/>
          <p14:tracePt t="42875" x="8228013" y="3159125"/>
          <p14:tracePt t="42885" x="8153400" y="3159125"/>
          <p14:tracePt t="42892" x="8102600" y="3143250"/>
          <p14:tracePt t="42901" x="8045450" y="3143250"/>
          <p14:tracePt t="42908" x="8020050" y="3125788"/>
          <p14:tracePt t="42917" x="7970838" y="3125788"/>
          <p14:tracePt t="42924" x="7962900" y="3117850"/>
          <p14:tracePt t="42932" x="7929563" y="3101975"/>
          <p14:tracePt t="42940" x="7920038" y="3101975"/>
          <p14:tracePt t="42948" x="7904163" y="3084513"/>
          <p14:tracePt t="42956" x="7904163" y="3076575"/>
          <p14:tracePt t="42972" x="7886700" y="3060700"/>
          <p14:tracePt t="42988" x="7886700" y="3043238"/>
          <p14:tracePt t="43005" x="7878763" y="3027363"/>
          <p14:tracePt t="43021" x="7862888" y="3017838"/>
          <p14:tracePt t="43029" x="7845425" y="3001963"/>
          <p14:tracePt t="43037" x="7837488" y="2986088"/>
          <p14:tracePt t="43045" x="7804150" y="2986088"/>
          <p14:tracePt t="43053" x="7780338" y="2976563"/>
          <p14:tracePt t="43061" x="7754938" y="2960688"/>
          <p14:tracePt t="43069" x="7721600" y="2943225"/>
          <p14:tracePt t="43077" x="7696200" y="2935288"/>
          <p14:tracePt t="43085" x="7654925" y="2935288"/>
          <p14:tracePt t="43093" x="7613650" y="2919413"/>
          <p14:tracePt t="43101" x="7572375" y="2901950"/>
          <p14:tracePt t="43109" x="7531100" y="2901950"/>
          <p14:tracePt t="43118" x="7489825" y="2901950"/>
          <p14:tracePt t="43125" x="7456488" y="2894013"/>
          <p14:tracePt t="43134" x="7415213" y="2878138"/>
          <p14:tracePt t="43142" x="7397750" y="2878138"/>
          <p14:tracePt t="43151" x="7356475" y="2878138"/>
          <p14:tracePt t="43158" x="7348538" y="2878138"/>
          <p14:tracePt t="43167" x="7315200" y="2860675"/>
          <p14:tracePt t="43174" x="7289800" y="2860675"/>
          <p14:tracePt t="43184" x="7273925" y="2860675"/>
          <p14:tracePt t="43190" x="7265988" y="2860675"/>
          <p14:tracePt t="43198" x="7248525" y="2852738"/>
          <p14:tracePt t="43214" x="7232650" y="2852738"/>
          <p14:tracePt t="43230" x="7224713" y="2852738"/>
          <p14:tracePt t="43279" x="7224713" y="2836863"/>
          <p14:tracePt t="43408" x="7224713" y="2819400"/>
          <p14:tracePt t="43448" x="7224713" y="2811463"/>
          <p14:tracePt t="43464" x="7232650" y="2811463"/>
          <p14:tracePt t="43489" x="7248525" y="2811463"/>
          <p14:tracePt t="43497" x="7248525" y="2794000"/>
          <p14:tracePt t="43505" x="7265988" y="2794000"/>
          <p14:tracePt t="43513" x="7273925" y="2794000"/>
          <p14:tracePt t="43521" x="7307263" y="2794000"/>
          <p14:tracePt t="43529" x="7315200" y="2794000"/>
          <p14:tracePt t="43539" x="7331075" y="2778125"/>
          <p14:tracePt t="43545" x="7356475" y="2778125"/>
          <p14:tracePt t="43553" x="7373938" y="2778125"/>
          <p14:tracePt t="43561" x="7389813" y="2778125"/>
          <p14:tracePt t="43570" x="7397750" y="2778125"/>
          <p14:tracePt t="43586" x="7415213" y="2778125"/>
          <p14:tracePt t="43594" x="7415213" y="2760663"/>
          <p14:tracePt t="43602" x="7431088" y="2760663"/>
          <p14:tracePt t="43674" x="7431088" y="2752725"/>
          <p14:tracePt t="43860" x="7431088" y="2760663"/>
          <p14:tracePt t="43876" x="7415213" y="2760663"/>
          <p14:tracePt t="43885" x="7415213" y="2778125"/>
          <p14:tracePt t="43892" x="7397750" y="2778125"/>
          <p14:tracePt t="43902" x="7389813" y="2794000"/>
          <p14:tracePt t="43917" x="7373938" y="2811463"/>
          <p14:tracePt t="43925" x="7356475" y="2819400"/>
          <p14:tracePt t="43957" x="7356475" y="2836863"/>
          <p14:tracePt t="44030" x="7373938" y="2836863"/>
          <p14:tracePt t="44054" x="7389813" y="2836863"/>
          <p14:tracePt t="44062" x="7397750" y="2836863"/>
          <p14:tracePt t="44078" x="7415213" y="2852738"/>
          <p14:tracePt t="44086" x="7431088" y="2860675"/>
          <p14:tracePt t="44094" x="7439025" y="2894013"/>
          <p14:tracePt t="44102" x="7439025" y="2935288"/>
          <p14:tracePt t="44110" x="7456488" y="2960688"/>
          <p14:tracePt t="44119" x="7472363" y="3001963"/>
          <p14:tracePt t="44127" x="7489825" y="3017838"/>
          <p14:tracePt t="44135" x="7489825" y="3060700"/>
          <p14:tracePt t="44143" x="7497763" y="3084513"/>
          <p14:tracePt t="44151" x="7497763" y="3101975"/>
          <p14:tracePt t="44159" x="7497763" y="3117850"/>
          <p14:tracePt t="44168" x="7513638" y="3117850"/>
          <p14:tracePt t="44175" x="7513638" y="3125788"/>
          <p14:tracePt t="44215" x="7531100" y="3125788"/>
          <p14:tracePt t="44247" x="7539038" y="3125788"/>
          <p14:tracePt t="44256" x="7572375" y="3125788"/>
          <p14:tracePt t="44264" x="7597775" y="3125788"/>
          <p14:tracePt t="44272" x="7621588" y="3125788"/>
          <p14:tracePt t="44280" x="7662863" y="3125788"/>
          <p14:tracePt t="44288" x="7696200" y="3125788"/>
          <p14:tracePt t="44296" x="7754938" y="3117850"/>
          <p14:tracePt t="44304" x="7780338" y="3101975"/>
          <p14:tracePt t="44312" x="7796213" y="3101975"/>
          <p14:tracePt t="44320" x="7821613" y="3101975"/>
          <p14:tracePt t="44328" x="7837488" y="3101975"/>
          <p14:tracePt t="44417" x="7821613" y="3101975"/>
          <p14:tracePt t="44425" x="7796213" y="3101975"/>
          <p14:tracePt t="44435" x="7780338" y="3084513"/>
          <p14:tracePt t="44441" x="7737475" y="3076575"/>
          <p14:tracePt t="44451" x="7705725" y="3060700"/>
          <p14:tracePt t="44458" x="7654925" y="3027363"/>
          <p14:tracePt t="44467" x="7597775" y="3001963"/>
          <p14:tracePt t="44474" x="7556500" y="2960688"/>
          <p14:tracePt t="44482" x="7497763" y="2935288"/>
          <p14:tracePt t="44490" x="7456488" y="2901950"/>
          <p14:tracePt t="44498" x="7415213" y="2860675"/>
          <p14:tracePt t="44506" x="7373938" y="2836863"/>
          <p14:tracePt t="44514" x="7348538" y="2811463"/>
          <p14:tracePt t="44522" x="7331075" y="2794000"/>
          <p14:tracePt t="44530" x="7331075" y="2760663"/>
          <p14:tracePt t="44539" x="7315200" y="2752725"/>
          <p14:tracePt t="44554" x="7315200" y="2736850"/>
          <p14:tracePt t="44562" x="7315200" y="2719388"/>
          <p14:tracePt t="44587" x="7315200" y="2711450"/>
          <p14:tracePt t="44619" x="7331075" y="2711450"/>
          <p14:tracePt t="44683" x="7331075" y="2719388"/>
          <p14:tracePt t="44692" x="7331075" y="2736850"/>
          <p14:tracePt t="44702" x="7331075" y="2752725"/>
          <p14:tracePt t="44708" x="7331075" y="2778125"/>
          <p14:tracePt t="44716" x="7315200" y="2778125"/>
          <p14:tracePt t="44735" x="7307263" y="2819400"/>
          <p14:tracePt t="44740" x="7289800" y="2836863"/>
          <p14:tracePt t="44751" x="7289800" y="2852738"/>
          <p14:tracePt t="44756" x="7273925" y="2852738"/>
          <p14:tracePt t="44768" x="7273925" y="2860675"/>
          <p14:tracePt t="44773" x="7273925" y="2878138"/>
          <p14:tracePt t="44805" x="7273925" y="2894013"/>
          <p14:tracePt t="44861" x="7307263" y="2894013"/>
          <p14:tracePt t="44869" x="7331075" y="2894013"/>
          <p14:tracePt t="44877" x="7373938" y="2901950"/>
          <p14:tracePt t="44885" x="7431088" y="2901950"/>
          <p14:tracePt t="44893" x="7456488" y="2901950"/>
          <p14:tracePt t="44901" x="7497763" y="2901950"/>
          <p14:tracePt t="44910" x="7539038" y="2901950"/>
          <p14:tracePt t="44918" x="7572375" y="2901950"/>
          <p14:tracePt t="44926" x="7597775" y="2919413"/>
          <p14:tracePt t="44935" x="7613650" y="2919413"/>
          <p14:tracePt t="44951" x="7621588" y="2919413"/>
          <p14:tracePt t="44958" x="7621588" y="2935288"/>
          <p14:tracePt t="44982" x="7621588" y="2943225"/>
          <p14:tracePt t="44999" x="7621588" y="2960688"/>
          <p14:tracePt t="45015" x="7613650" y="2976563"/>
          <p14:tracePt t="45023" x="7580313" y="2986088"/>
          <p14:tracePt t="45031" x="7556500" y="3017838"/>
          <p14:tracePt t="45039" x="7539038" y="3027363"/>
          <p14:tracePt t="45047" x="7513638" y="3043238"/>
          <p14:tracePt t="45055" x="7497763" y="3060700"/>
          <p14:tracePt t="45063" x="7489825" y="3076575"/>
          <p14:tracePt t="45079" x="7472363" y="3076575"/>
          <p14:tracePt t="45087" x="7472363" y="3084513"/>
          <p14:tracePt t="45160" x="7489825" y="3076575"/>
          <p14:tracePt t="45168" x="7513638" y="3076575"/>
          <p14:tracePt t="45176" x="7531100" y="3060700"/>
          <p14:tracePt t="45184" x="7539038" y="3043238"/>
          <p14:tracePt t="45202" x="7572375" y="3043238"/>
          <p14:tracePt t="45218" x="7580313" y="3043238"/>
          <p14:tracePt t="45281" x="7572375" y="3043238"/>
          <p14:tracePt t="45289" x="7556500" y="3043238"/>
          <p14:tracePt t="45297" x="7539038" y="3043238"/>
          <p14:tracePt t="45305" x="7531100" y="3043238"/>
          <p14:tracePt t="45313" x="7497763" y="3043238"/>
          <p14:tracePt t="45335" x="7489825" y="3043238"/>
          <p14:tracePt t="45338" x="7472363" y="3027363"/>
          <p14:tracePt t="45351" x="7472363" y="3017838"/>
          <p14:tracePt t="45354" x="7456488" y="3017838"/>
          <p14:tracePt t="45368" x="7456488" y="2986088"/>
          <p14:tracePt t="45371" x="7456488" y="2960688"/>
          <p14:tracePt t="45384" x="7456488" y="2943225"/>
          <p14:tracePt t="45387" x="7456488" y="2919413"/>
          <p14:tracePt t="45402" x="7456488" y="2901950"/>
          <p14:tracePt t="45402" x="7456488" y="2894013"/>
          <p14:tracePt t="45410" x="7456488" y="2860675"/>
          <p14:tracePt t="45418" x="7456488" y="2852738"/>
          <p14:tracePt t="45426" x="7456488" y="2819400"/>
          <p14:tracePt t="45435" x="7472363" y="2794000"/>
          <p14:tracePt t="45443" x="7489825" y="2778125"/>
          <p14:tracePt t="45451" x="7489825" y="2752725"/>
          <p14:tracePt t="45459" x="7513638" y="2736850"/>
          <p14:tracePt t="45468" x="7531100" y="2711450"/>
          <p14:tracePt t="45475" x="7539038" y="2678113"/>
          <p14:tracePt t="45484" x="7556500" y="2670175"/>
          <p14:tracePt t="45491" x="7556500" y="2636838"/>
          <p14:tracePt t="45501" x="7572375" y="2628900"/>
          <p14:tracePt t="45507" x="7580313" y="2628900"/>
          <p14:tracePt t="45518" x="7597775" y="2611438"/>
          <p14:tracePt t="45523" x="7613650" y="2611438"/>
          <p14:tracePt t="45540" x="7621588" y="2611438"/>
          <p14:tracePt t="45547" x="7639050" y="2611438"/>
          <p14:tracePt t="45555" x="7654925" y="2611438"/>
          <p14:tracePt t="45563" x="7680325" y="2611438"/>
          <p14:tracePt t="45572" x="7705725" y="2628900"/>
          <p14:tracePt t="45580" x="7737475" y="2678113"/>
          <p14:tracePt t="45588" x="7780338" y="2719388"/>
          <p14:tracePt t="45596" x="7837488" y="2836863"/>
          <p14:tracePt t="45604" x="7886700" y="2960688"/>
          <p14:tracePt t="45612" x="7929563" y="3060700"/>
          <p14:tracePt t="45620" x="7962900" y="3117850"/>
          <p14:tracePt t="45628" x="8004175" y="3200400"/>
          <p14:tracePt t="45636" x="8027988" y="3251200"/>
          <p14:tracePt t="45644" x="8061325" y="3308350"/>
          <p14:tracePt t="45652" x="8069263" y="3349625"/>
          <p14:tracePt t="45660" x="8086725" y="3367088"/>
          <p14:tracePt t="45668" x="8086725" y="3382963"/>
          <p14:tracePt t="45677" x="8102600" y="3390900"/>
          <p14:tracePt t="45701" x="8102600" y="3408363"/>
          <p14:tracePt t="45757" x="8086725" y="3408363"/>
          <p14:tracePt t="45773" x="8069263" y="3408363"/>
          <p14:tracePt t="45781" x="8061325" y="3408363"/>
          <p14:tracePt t="45790" x="8027988" y="3408363"/>
          <p14:tracePt t="45798" x="8020050" y="3408363"/>
          <p14:tracePt t="45806" x="8004175" y="3408363"/>
          <p14:tracePt t="45814" x="7970838" y="3408363"/>
          <p14:tracePt t="45822" x="7962900" y="3408363"/>
          <p14:tracePt t="45830" x="7929563" y="3408363"/>
          <p14:tracePt t="45838" x="7904163" y="3408363"/>
          <p14:tracePt t="45846" x="7886700" y="3408363"/>
          <p14:tracePt t="45854" x="7862888" y="3408363"/>
          <p14:tracePt t="45862" x="7845425" y="3390900"/>
          <p14:tracePt t="45870" x="7804150" y="3382963"/>
          <p14:tracePt t="45878" x="7780338" y="3367088"/>
          <p14:tracePt t="45886" x="7754938" y="3349625"/>
          <p14:tracePt t="45895" x="7721600" y="3341688"/>
          <p14:tracePt t="45902" x="7696200" y="3341688"/>
          <p14:tracePt t="45911" x="7654925" y="3308350"/>
          <p14:tracePt t="45919" x="7613650" y="3292475"/>
          <p14:tracePt t="45927" x="7580313" y="3284538"/>
          <p14:tracePt t="45935" x="7556500" y="3267075"/>
          <p14:tracePt t="45943" x="7531100" y="3251200"/>
          <p14:tracePt t="45951" x="7497763" y="3225800"/>
          <p14:tracePt t="45959" x="7472363" y="3209925"/>
          <p14:tracePt t="45968" x="7456488" y="3184525"/>
          <p14:tracePt t="45975" x="7431088" y="3143250"/>
          <p14:tracePt t="45984" x="7415213" y="3117850"/>
          <p14:tracePt t="45991" x="7389813" y="3084513"/>
          <p14:tracePt t="46001" x="7373938" y="3060700"/>
          <p14:tracePt t="46008" x="7373938" y="3027363"/>
          <p14:tracePt t="46018" x="7356475" y="2986088"/>
          <p14:tracePt t="46024" x="7356475" y="2960688"/>
          <p14:tracePt t="46034" x="7348538" y="2943225"/>
          <p14:tracePt t="46040" x="7348538" y="2919413"/>
          <p14:tracePt t="46051" x="7348538" y="2894013"/>
          <p14:tracePt t="46056" x="7348538" y="2878138"/>
          <p14:tracePt t="46067" x="7348538" y="2852738"/>
          <p14:tracePt t="46072" x="7348538" y="2836863"/>
          <p14:tracePt t="46084" x="7348538" y="2819400"/>
          <p14:tracePt t="46097" x="7348538" y="2811463"/>
          <p14:tracePt t="46105" x="7348538" y="2794000"/>
          <p14:tracePt t="46121" x="7356475" y="2778125"/>
          <p14:tracePt t="46129" x="7373938" y="2778125"/>
          <p14:tracePt t="46137" x="7397750" y="2760663"/>
          <p14:tracePt t="46145" x="7415213" y="2752725"/>
          <p14:tracePt t="46153" x="7439025" y="2752725"/>
          <p14:tracePt t="46161" x="7472363" y="2736850"/>
          <p14:tracePt t="46169" x="7531100" y="2719388"/>
          <p14:tracePt t="46177" x="7572375" y="2719388"/>
          <p14:tracePt t="46185" x="7621588" y="2711450"/>
          <p14:tracePt t="46193" x="7662863" y="2711450"/>
          <p14:tracePt t="46201" x="7721600" y="2711450"/>
          <p14:tracePt t="46209" x="7780338" y="2711450"/>
          <p14:tracePt t="46218" x="7845425" y="2711450"/>
          <p14:tracePt t="46225" x="7904163" y="2711450"/>
          <p14:tracePt t="46234" x="7970838" y="2711450"/>
          <p14:tracePt t="46242" x="8027988" y="2711450"/>
          <p14:tracePt t="46251" x="8102600" y="2711450"/>
          <p14:tracePt t="46258" x="8153400" y="2711450"/>
          <p14:tracePt t="46267" x="8210550" y="2752725"/>
          <p14:tracePt t="46274" x="8293100" y="2819400"/>
          <p14:tracePt t="46282" x="8335963" y="2878138"/>
          <p14:tracePt t="46290" x="8351838" y="2919413"/>
          <p14:tracePt t="46298" x="8377238" y="2960688"/>
          <p14:tracePt t="46306" x="8393113" y="3001963"/>
          <p14:tracePt t="46314" x="8418513" y="3060700"/>
          <p14:tracePt t="46323" x="8418513" y="3084513"/>
          <p14:tracePt t="46331" x="8434388" y="3117850"/>
          <p14:tracePt t="46339" x="8434388" y="3125788"/>
          <p14:tracePt t="46347" x="8434388" y="3159125"/>
          <p14:tracePt t="46355" x="8434388" y="3167063"/>
          <p14:tracePt t="46371" x="8434388" y="3184525"/>
          <p14:tracePt t="46379" x="8418513" y="3184525"/>
          <p14:tracePt t="46387" x="8410575" y="3200400"/>
          <p14:tracePt t="46395" x="8393113" y="3200400"/>
          <p14:tracePt t="46403" x="8351838" y="3209925"/>
          <p14:tracePt t="46411" x="8326438" y="3225800"/>
          <p14:tracePt t="46420" x="8293100" y="3225800"/>
          <p14:tracePt t="46428" x="8235950" y="3225800"/>
          <p14:tracePt t="46436" x="8194675" y="3225800"/>
          <p14:tracePt t="46444" x="8153400" y="3241675"/>
          <p14:tracePt t="46452" x="8102600" y="3241675"/>
          <p14:tracePt t="46460" x="8045450" y="3241675"/>
          <p14:tracePt t="46468" x="7986713" y="3241675"/>
          <p14:tracePt t="46476" x="7962900" y="3241675"/>
          <p14:tracePt t="46485" x="7904163" y="3241675"/>
          <p14:tracePt t="46492" x="7845425" y="3241675"/>
          <p14:tracePt t="46501" x="7804150" y="3241675"/>
          <p14:tracePt t="46508" x="7780338" y="3225800"/>
          <p14:tracePt t="46518" x="7737475" y="3209925"/>
          <p14:tracePt t="46524" x="7705725" y="3184525"/>
          <p14:tracePt t="46534" x="7696200" y="3167063"/>
          <p14:tracePt t="46542" x="7662863" y="3143250"/>
          <p14:tracePt t="46549" x="7654925" y="3125788"/>
          <p14:tracePt t="46557" x="7621588" y="3101975"/>
          <p14:tracePt t="46565" x="7597775" y="3060700"/>
          <p14:tracePt t="46573" x="7580313" y="3027363"/>
          <p14:tracePt t="46581" x="7556500" y="3001963"/>
          <p14:tracePt t="46589" x="7539038" y="2986088"/>
          <p14:tracePt t="46597" x="7513638" y="2960688"/>
          <p14:tracePt t="46605" x="7497763" y="2935288"/>
          <p14:tracePt t="46613" x="7497763" y="2919413"/>
          <p14:tracePt t="46621" x="7489825" y="2919413"/>
          <p14:tracePt t="46629" x="7472363" y="2901950"/>
          <p14:tracePt t="46637" x="7472363" y="2894013"/>
          <p14:tracePt t="46645" x="7456488" y="2878138"/>
          <p14:tracePt t="46662" x="7456488" y="2860675"/>
          <p14:tracePt t="46678" x="7456488" y="2852738"/>
          <p14:tracePt t="46686" x="7456488" y="2836863"/>
          <p14:tracePt t="46702" x="7456488" y="2819400"/>
          <p14:tracePt t="46726" x="7456488" y="2811463"/>
          <p14:tracePt t="46750" x="7456488" y="2794000"/>
          <p14:tracePt t="46774" x="7472363" y="2794000"/>
          <p14:tracePt t="46784" x="7472363" y="2778125"/>
          <p14:tracePt t="46791" x="7489825" y="2778125"/>
          <p14:tracePt t="46799" x="7497763" y="2778125"/>
          <p14:tracePt t="46815" x="7531100" y="2778125"/>
          <p14:tracePt t="46823" x="7556500" y="2778125"/>
          <p14:tracePt t="46831" x="7580313" y="2778125"/>
          <p14:tracePt t="46839" x="7621588" y="2778125"/>
          <p14:tracePt t="46847" x="7654925" y="2778125"/>
          <p14:tracePt t="46855" x="7696200" y="2760663"/>
          <p14:tracePt t="46863" x="7754938" y="2760663"/>
          <p14:tracePt t="46871" x="7780338" y="2760663"/>
          <p14:tracePt t="46880" x="7821613" y="2760663"/>
          <p14:tracePt t="46888" x="7845425" y="2760663"/>
          <p14:tracePt t="46896" x="7878763" y="2760663"/>
          <p14:tracePt t="46904" x="7886700" y="2760663"/>
          <p14:tracePt t="46912" x="7920038" y="2760663"/>
          <p14:tracePt t="46928" x="7929563" y="2760663"/>
          <p14:tracePt t="46944" x="7945438" y="2778125"/>
          <p14:tracePt t="46968" x="7962900" y="2811463"/>
          <p14:tracePt t="46977" x="7962900" y="2819400"/>
          <p14:tracePt t="46984" x="7970838" y="2819400"/>
          <p14:tracePt t="46993" x="7970838" y="2836863"/>
          <p14:tracePt t="47001" x="7986713" y="2852738"/>
          <p14:tracePt t="47009" x="7986713" y="2878138"/>
          <p14:tracePt t="47018" x="8004175" y="2894013"/>
          <p14:tracePt t="47034" x="8004175" y="2901950"/>
          <p14:tracePt t="47041" x="8004175" y="2919413"/>
          <p14:tracePt t="47050" x="8004175" y="2935288"/>
          <p14:tracePt t="47057" x="8004175" y="2943225"/>
          <p14:tracePt t="47065" x="8004175" y="2960688"/>
          <p14:tracePt t="47073" x="8004175" y="2976563"/>
          <p14:tracePt t="47081" x="8004175" y="3001963"/>
          <p14:tracePt t="47089" x="8004175" y="3017838"/>
          <p14:tracePt t="47106" x="8004175" y="3027363"/>
          <p14:tracePt t="47114" x="8004175" y="3043238"/>
          <p14:tracePt t="47122" x="8004175" y="3060700"/>
          <p14:tracePt t="47130" x="7986713" y="3076575"/>
          <p14:tracePt t="47138" x="7970838" y="3084513"/>
          <p14:tracePt t="47146" x="7962900" y="3084513"/>
          <p14:tracePt t="47154" x="7945438" y="3084513"/>
          <p14:tracePt t="47162" x="7929563" y="3101975"/>
          <p14:tracePt t="47170" x="7904163" y="3117850"/>
          <p14:tracePt t="47178" x="7878763" y="3117850"/>
          <p14:tracePt t="47187" x="7845425" y="3125788"/>
          <p14:tracePt t="47194" x="7804150" y="3125788"/>
          <p14:tracePt t="47202" x="7754938" y="3125788"/>
          <p14:tracePt t="47211" x="7705725" y="3125788"/>
          <p14:tracePt t="47219" x="7662863" y="3125788"/>
          <p14:tracePt t="47227" x="7613650" y="3125788"/>
          <p14:tracePt t="47235" x="7556500" y="3125788"/>
          <p14:tracePt t="47243" x="7513638" y="3125788"/>
          <p14:tracePt t="47251" x="7472363" y="3125788"/>
          <p14:tracePt t="47259" x="7415213" y="3117850"/>
          <p14:tracePt t="47268" x="7397750" y="3101975"/>
          <p14:tracePt t="47275" x="7356475" y="3084513"/>
          <p14:tracePt t="47284" x="7331075" y="3060700"/>
          <p14:tracePt t="47291" x="7315200" y="3043238"/>
          <p14:tracePt t="47301" x="7289800" y="3027363"/>
          <p14:tracePt t="47307" x="7273925" y="3017838"/>
          <p14:tracePt t="47317" x="7265988" y="2986088"/>
          <p14:tracePt t="47324" x="7265988" y="2976563"/>
          <p14:tracePt t="47332" x="7248525" y="2960688"/>
          <p14:tracePt t="47340" x="7248525" y="2943225"/>
          <p14:tracePt t="47348" x="7232650" y="2919413"/>
          <p14:tracePt t="47356" x="7232650" y="2901950"/>
          <p14:tracePt t="47364" x="7232650" y="2894013"/>
          <p14:tracePt t="47380" x="7232650" y="2878138"/>
          <p14:tracePt t="47388" x="7232650" y="2852738"/>
          <p14:tracePt t="47396" x="7232650" y="2836863"/>
          <p14:tracePt t="47412" x="7232650" y="2819400"/>
          <p14:tracePt t="47420" x="7232650" y="2811463"/>
          <p14:tracePt t="47428" x="7232650" y="2794000"/>
          <p14:tracePt t="47437" x="7232650" y="2778125"/>
          <p14:tracePt t="47445" x="7232650" y="2760663"/>
          <p14:tracePt t="47453" x="7232650" y="2752725"/>
          <p14:tracePt t="47461" x="7248525" y="2752725"/>
          <p14:tracePt t="47469" x="7248525" y="2736850"/>
          <p14:tracePt t="47477" x="7265988" y="2719388"/>
          <p14:tracePt t="47485" x="7273925" y="2719388"/>
          <p14:tracePt t="47501" x="7289800" y="2711450"/>
          <p14:tracePt t="47509" x="7315200" y="2695575"/>
          <p14:tracePt t="47518" x="7331075" y="2678113"/>
          <p14:tracePt t="47525" x="7356475" y="2678113"/>
          <p14:tracePt t="47539" x="7397750" y="2654300"/>
          <p14:tracePt t="47543" x="7439025" y="2654300"/>
          <p14:tracePt t="47551" x="7489825" y="2636838"/>
          <p14:tracePt t="47558" x="7539038" y="2611438"/>
          <p14:tracePt t="47567" x="7597775" y="2611438"/>
          <p14:tracePt t="47574" x="7639050" y="2611438"/>
          <p14:tracePt t="47582" x="7696200" y="2611438"/>
          <p14:tracePt t="47590" x="7754938" y="2611438"/>
          <p14:tracePt t="47598" x="7780338" y="2611438"/>
          <p14:tracePt t="47606" x="7821613" y="2611438"/>
          <p14:tracePt t="47614" x="7862888" y="2611438"/>
          <p14:tracePt t="47622" x="7878763" y="2611438"/>
          <p14:tracePt t="47630" x="7904163" y="2611438"/>
          <p14:tracePt t="47638" x="7920038" y="2611438"/>
          <p14:tracePt t="47647" x="7929563" y="2611438"/>
          <p14:tracePt t="47655" x="7945438" y="2628900"/>
          <p14:tracePt t="47663" x="7962900" y="2636838"/>
          <p14:tracePt t="47671" x="7970838" y="2654300"/>
          <p14:tracePt t="47679" x="7986713" y="2678113"/>
          <p14:tracePt t="47687" x="8004175" y="2695575"/>
          <p14:tracePt t="47695" x="8004175" y="2711450"/>
          <p14:tracePt t="47703" x="8020050" y="2736850"/>
          <p14:tracePt t="47711" x="8020050" y="2752725"/>
          <p14:tracePt t="47719" x="8027988" y="2760663"/>
          <p14:tracePt t="47727" x="8027988" y="2794000"/>
          <p14:tracePt t="47735" x="8027988" y="2819400"/>
          <p14:tracePt t="47743" x="8045450" y="2836863"/>
          <p14:tracePt t="47751" x="8045450" y="2860675"/>
          <p14:tracePt t="47760" x="8045450" y="2894013"/>
          <p14:tracePt t="47768" x="8045450" y="2919413"/>
          <p14:tracePt t="47776" x="8045450" y="2960688"/>
          <p14:tracePt t="47784" x="8045450" y="2986088"/>
          <p14:tracePt t="47792" x="8045450" y="3027363"/>
          <p14:tracePt t="47801" x="8045450" y="3060700"/>
          <p14:tracePt t="47808" x="8045450" y="3101975"/>
          <p14:tracePt t="47818" x="8027988" y="3125788"/>
          <p14:tracePt t="47824" x="8020050" y="3167063"/>
          <p14:tracePt t="47834" x="8004175" y="3200400"/>
          <p14:tracePt t="47841" x="7986713" y="3225800"/>
          <p14:tracePt t="47851" x="7945438" y="3267075"/>
          <p14:tracePt t="47856" x="7929563" y="3292475"/>
          <p14:tracePt t="47868" x="7904163" y="3325813"/>
          <p14:tracePt t="47873" x="7886700" y="3341688"/>
          <p14:tracePt t="47884" x="7862888" y="3349625"/>
          <p14:tracePt t="47889" x="7845425" y="3367088"/>
          <p14:tracePt t="47901" x="7821613" y="3367088"/>
          <p14:tracePt t="47905" x="7796213" y="3382963"/>
          <p14:tracePt t="47917" x="7780338" y="3382963"/>
          <p14:tracePt t="47921" x="7762875" y="3382963"/>
          <p14:tracePt t="47934" x="7737475" y="3382963"/>
          <p14:tracePt t="47945" x="7721600" y="3382963"/>
          <p14:tracePt t="47977" x="7721600" y="3367088"/>
          <p14:tracePt t="47994" x="7721600" y="3349625"/>
          <p14:tracePt t="48002" x="7721600" y="3341688"/>
          <p14:tracePt t="48010" x="7721600" y="3325813"/>
          <p14:tracePt t="48026" x="7721600" y="3308350"/>
          <p14:tracePt t="48042" x="7721600" y="3292475"/>
          <p14:tracePt t="48051" x="7721600" y="3284538"/>
          <p14:tracePt t="48074" x="7737475" y="3284538"/>
          <p14:tracePt t="48083" x="7737475" y="3267075"/>
          <p14:tracePt t="48220" x="7754938" y="3267075"/>
          <p14:tracePt t="48276" x="7796213" y="3267075"/>
          <p14:tracePt t="48285" x="7821613" y="3267075"/>
          <p14:tracePt t="48292" x="7878763" y="3267075"/>
          <p14:tracePt t="48302" x="7945438" y="3267075"/>
          <p14:tracePt t="48309" x="8004175" y="3267075"/>
          <p14:tracePt t="48318" x="8069263" y="3267075"/>
          <p14:tracePt t="48325" x="8153400" y="3251200"/>
          <p14:tracePt t="48334" x="8228013" y="3241675"/>
          <p14:tracePt t="48341" x="8293100" y="3209925"/>
          <p14:tracePt t="48350" x="8351838" y="3200400"/>
          <p14:tracePt t="48357" x="8410575" y="3184525"/>
          <p14:tracePt t="48365" x="8418513" y="3167063"/>
          <p14:tracePt t="48373" x="8451850" y="3159125"/>
          <p14:tracePt t="48381" x="8459788" y="3143250"/>
          <p14:tracePt t="48389" x="8475663" y="3125788"/>
          <p14:tracePt t="48397" x="8493125" y="3117850"/>
          <p14:tracePt t="48414" x="8501063" y="3101975"/>
          <p14:tracePt t="48421" x="8501063" y="3084513"/>
          <p14:tracePt t="48430" x="8501063" y="3076575"/>
          <p14:tracePt t="48446" x="8501063" y="3060700"/>
          <p14:tracePt t="48454" x="8501063" y="3027363"/>
          <p14:tracePt t="48462" x="8501063" y="3017838"/>
          <p14:tracePt t="48470" x="8501063" y="3001963"/>
          <p14:tracePt t="48478" x="8501063" y="2960688"/>
          <p14:tracePt t="48486" x="8501063" y="2943225"/>
          <p14:tracePt t="48494" x="8501063" y="2901950"/>
          <p14:tracePt t="48502" x="8501063" y="2852738"/>
          <p14:tracePt t="48510" x="8493125" y="2819400"/>
          <p14:tracePt t="48518" x="8475663" y="2760663"/>
          <p14:tracePt t="48527" x="8475663" y="2719388"/>
          <p14:tracePt t="48539" x="8451850" y="2678113"/>
          <p14:tracePt t="48543" x="8434388" y="2636838"/>
          <p14:tracePt t="48552" x="8434388" y="2595563"/>
          <p14:tracePt t="48559" x="8434388" y="2570163"/>
          <p14:tracePt t="48568" x="8418513" y="2546350"/>
          <p14:tracePt t="48575" x="8418513" y="2528888"/>
          <p14:tracePt t="48584" x="8418513" y="2495550"/>
          <p14:tracePt t="48591" x="8418513" y="2471738"/>
          <p14:tracePt t="48607" x="8418513" y="2454275"/>
          <p14:tracePt t="48615" x="8410575" y="2430463"/>
          <p14:tracePt t="48623" x="8410575" y="2413000"/>
          <p14:tracePt t="48632" x="8410575" y="2405063"/>
          <p14:tracePt t="48648" x="8410575" y="2371725"/>
          <p14:tracePt t="48656" x="8393113" y="2363788"/>
          <p14:tracePt t="48664" x="8393113" y="2346325"/>
          <p14:tracePt t="48672" x="8393113" y="2330450"/>
          <p14:tracePt t="48680" x="8393113" y="2322513"/>
          <p14:tracePt t="48688" x="8377238" y="2305050"/>
          <p14:tracePt t="48696" x="8377238" y="2289175"/>
          <p14:tracePt t="48712" x="8377238" y="2281238"/>
          <p14:tracePt t="48720" x="8369300" y="2263775"/>
          <p14:tracePt t="48728" x="8369300" y="2247900"/>
          <p14:tracePt t="48744" x="8351838" y="2230438"/>
          <p14:tracePt t="48769" x="8335963" y="2222500"/>
          <p14:tracePt t="48785" x="8326438" y="2206625"/>
          <p14:tracePt t="48793" x="8310563" y="2206625"/>
          <p14:tracePt t="48801" x="8293100" y="2206625"/>
          <p14:tracePt t="48809" x="8285163" y="2206625"/>
          <p14:tracePt t="48818" x="8269288" y="2206625"/>
          <p14:tracePt t="48825" x="8251825" y="2206625"/>
          <p14:tracePt t="48834" x="8228013" y="2206625"/>
          <p14:tracePt t="48841" x="8210550" y="2206625"/>
          <p14:tracePt t="48851" x="8194675" y="2222500"/>
          <p14:tracePt t="48858" x="8186738" y="2230438"/>
          <p14:tracePt t="48865" x="8169275" y="2247900"/>
          <p14:tracePt t="48874" x="8169275" y="2263775"/>
          <p14:tracePt t="48882" x="8153400" y="2281238"/>
          <p14:tracePt t="48890" x="8143875" y="2289175"/>
          <p14:tracePt t="48898" x="8128000" y="2305050"/>
          <p14:tracePt t="48914" x="8128000" y="2330450"/>
          <p14:tracePt t="48922" x="8112125" y="2346325"/>
          <p14:tracePt t="48930" x="8112125" y="2363788"/>
          <p14:tracePt t="48938" x="8112125" y="2371725"/>
          <p14:tracePt t="48946" x="8102600" y="2405063"/>
          <p14:tracePt t="48955" x="8086725" y="2430463"/>
          <p14:tracePt t="48963" x="8069263" y="2446338"/>
          <p14:tracePt t="48971" x="8069263" y="2487613"/>
          <p14:tracePt t="48979" x="8061325" y="2513013"/>
          <p14:tracePt t="48987" x="8045450" y="2554288"/>
          <p14:tracePt t="48995" x="8027988" y="2587625"/>
          <p14:tracePt t="49003" x="8027988" y="2611438"/>
          <p14:tracePt t="49011" x="8020050" y="2654300"/>
          <p14:tracePt t="49019" x="8004175" y="2670175"/>
          <p14:tracePt t="49027" x="8004175" y="2711450"/>
          <p14:tracePt t="49035" x="8004175" y="2719388"/>
          <p14:tracePt t="49043" x="8004175" y="2736850"/>
          <p14:tracePt t="49051" x="7986713" y="2752725"/>
          <p14:tracePt t="49068" x="7986713" y="2760663"/>
          <p14:tracePt t="49172" x="8004175" y="2760663"/>
          <p14:tracePt t="49196" x="8020050" y="2760663"/>
          <p14:tracePt t="49221" x="8027988" y="2760663"/>
          <p14:tracePt t="49229" x="8061325" y="2760663"/>
          <p14:tracePt t="49237" x="8069263" y="2778125"/>
          <p14:tracePt t="49245" x="8102600" y="2778125"/>
          <p14:tracePt t="49253" x="8112125" y="2794000"/>
          <p14:tracePt t="49261" x="8153400" y="2819400"/>
          <p14:tracePt t="49269" x="8194675" y="2836863"/>
          <p14:tracePt t="49277" x="8210550" y="2852738"/>
          <p14:tracePt t="49285" x="8269288" y="2878138"/>
          <p14:tracePt t="49293" x="8310563" y="2894013"/>
          <p14:tracePt t="49302" x="8335963" y="2901950"/>
          <p14:tracePt t="49310" x="8377238" y="2935288"/>
          <p14:tracePt t="49318" x="8410575" y="2960688"/>
          <p14:tracePt t="49326" x="8451850" y="3001963"/>
          <p14:tracePt t="49335" x="8475663" y="3027363"/>
          <p14:tracePt t="49342" x="8501063" y="3076575"/>
          <p14:tracePt t="49351" x="8550275" y="3117850"/>
          <p14:tracePt t="49358" x="8559800" y="3143250"/>
          <p14:tracePt t="49367" x="8559800" y="3167063"/>
          <p14:tracePt t="49374" x="8575675" y="3184525"/>
          <p14:tracePt t="49384" x="8593138" y="3225800"/>
          <p14:tracePt t="49390" x="8593138" y="3241675"/>
          <p14:tracePt t="49398" x="8593138" y="3251200"/>
          <p14:tracePt t="49407" x="8601075" y="3267075"/>
          <p14:tracePt t="49415" x="8601075" y="3284538"/>
          <p14:tracePt t="49439" x="8601075" y="3292475"/>
          <p14:tracePt t="49503" x="8616950" y="3292475"/>
          <p14:tracePt t="49538" x="8634413" y="3292475"/>
          <p14:tracePt t="49568" x="8642350" y="3284538"/>
          <p14:tracePt t="49592" x="8658225" y="3284538"/>
          <p14:tracePt t="49673" x="8642350" y="3284538"/>
          <p14:tracePt t="49681" x="8642350" y="3267075"/>
          <p14:tracePt t="49689" x="8634413" y="3267075"/>
          <p14:tracePt t="49697" x="8601075" y="3251200"/>
          <p14:tracePt t="49705" x="8593138" y="3251200"/>
          <p14:tracePt t="49713" x="8550275" y="3241675"/>
          <p14:tracePt t="49722" x="8518525" y="3225800"/>
          <p14:tracePt t="49730" x="8493125" y="3200400"/>
          <p14:tracePt t="49737" x="8459788" y="3184525"/>
          <p14:tracePt t="49746" x="8451850" y="3167063"/>
          <p14:tracePt t="49754" x="8418513" y="3143250"/>
          <p14:tracePt t="49762" x="8410575" y="3125788"/>
          <p14:tracePt t="49770" x="8393113" y="3117850"/>
          <p14:tracePt t="49778" x="8377238" y="3101975"/>
          <p14:tracePt t="49786" x="8377238" y="3076575"/>
          <p14:tracePt t="49794" x="8377238" y="3060700"/>
          <p14:tracePt t="49802" x="8377238" y="3043238"/>
          <p14:tracePt t="49810" x="8377238" y="3027363"/>
          <p14:tracePt t="49818" x="8377238" y="3017838"/>
          <p14:tracePt t="49834" x="8377238" y="3001963"/>
          <p14:tracePt t="49851" x="8377238" y="2986088"/>
          <p14:tracePt t="49868" x="8377238" y="2976563"/>
          <p14:tracePt t="49884" x="8393113" y="2976563"/>
          <p14:tracePt t="49931" x="8377238" y="2976563"/>
          <p14:tracePt t="49947" x="8369300" y="2976563"/>
          <p14:tracePt t="49955" x="8335963" y="2976563"/>
          <p14:tracePt t="49964" x="8326438" y="2976563"/>
          <p14:tracePt t="49972" x="8310563" y="2976563"/>
          <p14:tracePt t="49980" x="8310563" y="2986088"/>
          <p14:tracePt t="49988" x="8293100" y="2986088"/>
          <p14:tracePt t="49996" x="8285163" y="2986088"/>
          <p14:tracePt t="50101" x="8293100" y="2986088"/>
          <p14:tracePt t="50109" x="8293100" y="2976563"/>
          <p14:tracePt t="50118" x="8310563" y="2976563"/>
          <p14:tracePt t="50141" x="8326438" y="2976563"/>
          <p14:tracePt t="50190" x="8310563" y="2986088"/>
          <p14:tracePt t="50198" x="8293100" y="2986088"/>
          <p14:tracePt t="50206" x="8285163" y="3001963"/>
          <p14:tracePt t="50214" x="8251825" y="3017838"/>
          <p14:tracePt t="50222" x="8235950" y="3027363"/>
          <p14:tracePt t="50230" x="8228013" y="3043238"/>
          <p14:tracePt t="50238" x="8210550" y="3043238"/>
          <p14:tracePt t="50246" x="8194675" y="3060700"/>
          <p14:tracePt t="50262" x="8186738" y="3076575"/>
          <p14:tracePt t="50278" x="8186738" y="3084513"/>
          <p14:tracePt t="50359" x="8194675" y="3084513"/>
          <p14:tracePt t="50368" x="8210550" y="3084513"/>
          <p14:tracePt t="50400" x="8228013" y="3084513"/>
          <p14:tracePt t="50432" x="8228013" y="3101975"/>
          <p14:tracePt t="50456" x="8228013" y="3117850"/>
          <p14:tracePt t="50464" x="8228013" y="3125788"/>
          <p14:tracePt t="50496" x="8228013" y="3143250"/>
          <p14:tracePt t="50553" x="8235950" y="3143250"/>
          <p14:tracePt t="50561" x="8251825" y="3143250"/>
          <p14:tracePt t="50569" x="8293100" y="3143250"/>
          <p14:tracePt t="50577" x="8335963" y="3143250"/>
          <p14:tracePt t="50585" x="8351838" y="3143250"/>
          <p14:tracePt t="50594" x="8377238" y="3143250"/>
          <p14:tracePt t="50601" x="8393113" y="3143250"/>
          <p14:tracePt t="50618" x="8410575" y="3143250"/>
          <p14:tracePt t="50682" x="8410575" y="3159125"/>
          <p14:tracePt t="50771" x="8418513" y="3143250"/>
          <p14:tracePt t="50779" x="8451850" y="3125788"/>
          <p14:tracePt t="50787" x="8459788" y="3125788"/>
          <p14:tracePt t="50795" x="8493125" y="3117850"/>
          <p14:tracePt t="50803" x="8501063" y="3117850"/>
          <p14:tracePt t="50811" x="8518525" y="3101975"/>
          <p14:tracePt t="50827" x="8534400" y="3101975"/>
          <p14:tracePt t="50884" x="8534400" y="3117850"/>
          <p14:tracePt t="50902" x="8518525" y="3117850"/>
          <p14:tracePt t="50908" x="8501063" y="3125788"/>
          <p14:tracePt t="50924" x="8493125" y="3143250"/>
          <p14:tracePt t="50935" x="8475663" y="3143250"/>
          <p14:tracePt t="50941" x="8459788" y="3143250"/>
          <p14:tracePt t="50951" x="8451850" y="3143250"/>
          <p14:tracePt t="50973" x="8434388" y="3143250"/>
          <p14:tracePt t="51053" x="8434388" y="3125788"/>
          <p14:tracePt t="51102" x="8418513" y="3125788"/>
          <p14:tracePt t="51110" x="8410575" y="3125788"/>
          <p14:tracePt t="51118" x="8393113" y="3125788"/>
          <p14:tracePt t="51126" x="8377238" y="3125788"/>
          <p14:tracePt t="51135" x="8351838" y="3125788"/>
          <p14:tracePt t="51142" x="8310563" y="3143250"/>
          <p14:tracePt t="51151" x="8293100" y="3143250"/>
          <p14:tracePt t="51159" x="8251825" y="3159125"/>
          <p14:tracePt t="51168" x="8228013" y="3167063"/>
          <p14:tracePt t="51175" x="8169275" y="3184525"/>
          <p14:tracePt t="51184" x="8128000" y="3200400"/>
          <p14:tracePt t="51191" x="8102600" y="3225800"/>
          <p14:tracePt t="51200" x="8069263" y="3241675"/>
          <p14:tracePt t="51207" x="8045450" y="3251200"/>
          <p14:tracePt t="51215" x="8027988" y="3251200"/>
          <p14:tracePt t="51223" x="8020050" y="3267075"/>
          <p14:tracePt t="51231" x="8004175" y="3284538"/>
          <p14:tracePt t="51255" x="7986713" y="3292475"/>
          <p14:tracePt t="51271" x="7986713" y="3308350"/>
          <p14:tracePt t="51296" x="7986713" y="3325813"/>
          <p14:tracePt t="51320" x="7986713" y="3341688"/>
          <p14:tracePt t="51336" x="8004175" y="3349625"/>
          <p14:tracePt t="51344" x="8004175" y="3367088"/>
          <p14:tracePt t="51352" x="8020050" y="3390900"/>
          <p14:tracePt t="51360" x="8027988" y="3408363"/>
          <p14:tracePt t="51368" x="8045450" y="3424238"/>
          <p14:tracePt t="51376" x="8045450" y="3433763"/>
          <p14:tracePt t="51385" x="8061325" y="3433763"/>
          <p14:tracePt t="51393" x="8069263" y="3449638"/>
          <p14:tracePt t="51401" x="8086725" y="3449638"/>
          <p14:tracePt t="51409" x="8102600" y="3467100"/>
          <p14:tracePt t="51418" x="8143875" y="3467100"/>
          <p14:tracePt t="51425" x="8194675" y="3467100"/>
          <p14:tracePt t="51434" x="8269288" y="3467100"/>
          <p14:tracePt t="51441" x="8377238" y="3390900"/>
          <p14:tracePt t="51450" x="8451850" y="3367088"/>
          <p14:tracePt t="51457" x="8550275" y="3284538"/>
          <p14:tracePt t="51465" x="8593138" y="3267075"/>
          <p14:tracePt t="51473" x="8675688" y="3209925"/>
          <p14:tracePt t="51481" x="8716963" y="3167063"/>
          <p14:tracePt t="51490" x="8766175" y="3125788"/>
          <p14:tracePt t="51498" x="8799513" y="3101975"/>
          <p14:tracePt t="51506" x="8816975" y="3076575"/>
          <p14:tracePt t="51514" x="8824913" y="3060700"/>
          <p14:tracePt t="51522" x="8824913" y="3043238"/>
          <p14:tracePt t="51570" x="8816975" y="3043238"/>
          <p14:tracePt t="51578" x="8783638" y="3043238"/>
          <p14:tracePt t="51586" x="8724900" y="3043238"/>
          <p14:tracePt t="51594" x="8675688" y="3043238"/>
          <p14:tracePt t="51602" x="8642350" y="3043238"/>
          <p14:tracePt t="51611" x="8593138" y="3060700"/>
          <p14:tracePt t="51619" x="8518525" y="3076575"/>
          <p14:tracePt t="51627" x="8459788" y="3101975"/>
          <p14:tracePt t="51635" x="8410575" y="3117850"/>
          <p14:tracePt t="51643" x="8351838" y="3143250"/>
          <p14:tracePt t="51651" x="8310563" y="3159125"/>
          <p14:tracePt t="51659" x="8269288" y="3184525"/>
          <p14:tracePt t="51668" x="8228013" y="3200400"/>
          <p14:tracePt t="51675" x="8210550" y="3209925"/>
          <p14:tracePt t="51684" x="8186738" y="3225800"/>
          <p14:tracePt t="51691" x="8169275" y="3225800"/>
          <p14:tracePt t="51700" x="8169275" y="3241675"/>
          <p14:tracePt t="51707" x="8153400" y="3251200"/>
          <p14:tracePt t="51732" x="8153400" y="3267075"/>
          <p14:tracePt t="51804" x="8169275" y="3267075"/>
          <p14:tracePt t="51812" x="8186738" y="3267075"/>
          <p14:tracePt t="51821" x="8194675" y="3284538"/>
          <p14:tracePt t="51828" x="8210550" y="3284538"/>
          <p14:tracePt t="51837" x="8235950" y="3292475"/>
          <p14:tracePt t="51853" x="8269288" y="3308350"/>
          <p14:tracePt t="51868" x="8285163" y="3325813"/>
          <p14:tracePt t="51870" x="8285163" y="3341688"/>
          <p14:tracePt t="51885" x="8293100" y="3349625"/>
          <p14:tracePt t="51901" x="8293100" y="3367088"/>
          <p14:tracePt t="51982" x="8293100" y="3349625"/>
          <p14:tracePt t="51990" x="8285163" y="3341688"/>
          <p14:tracePt t="51998" x="8269288" y="3341688"/>
          <p14:tracePt t="52006" x="8251825" y="3308350"/>
          <p14:tracePt t="52014" x="8251825" y="3284538"/>
          <p14:tracePt t="52022" x="8235950" y="3251200"/>
          <p14:tracePt t="52030" x="8228013" y="3209925"/>
          <p14:tracePt t="52039" x="8210550" y="3184525"/>
          <p14:tracePt t="52046" x="8210550" y="3125788"/>
          <p14:tracePt t="52055" x="8210550" y="3076575"/>
          <p14:tracePt t="52063" x="8210550" y="3017838"/>
          <p14:tracePt t="52071" x="8210550" y="2976563"/>
          <p14:tracePt t="52079" x="8210550" y="2935288"/>
          <p14:tracePt t="52087" x="8210550" y="2894013"/>
          <p14:tracePt t="52095" x="8210550" y="2878138"/>
          <p14:tracePt t="52103" x="8210550" y="2860675"/>
          <p14:tracePt t="52111" x="8210550" y="2852738"/>
          <p14:tracePt t="52119" x="8210550" y="2836863"/>
          <p14:tracePt t="52152" x="8210550" y="2819400"/>
          <p14:tracePt t="52160" x="8235950" y="2819400"/>
          <p14:tracePt t="52168" x="8251825" y="2819400"/>
          <p14:tracePt t="52176" x="8310563" y="2819400"/>
          <p14:tracePt t="52185" x="8369300" y="2811463"/>
          <p14:tracePt t="52192" x="8434388" y="2811463"/>
          <p14:tracePt t="52201" x="8501063" y="2811463"/>
          <p14:tracePt t="52208" x="8550275" y="2811463"/>
          <p14:tracePt t="52218" x="8616950" y="2811463"/>
          <p14:tracePt t="52224" x="8683625" y="2811463"/>
          <p14:tracePt t="52233" x="8742363" y="2811463"/>
          <p14:tracePt t="52240" x="8799513" y="2811463"/>
          <p14:tracePt t="52248" x="8824913" y="2819400"/>
          <p14:tracePt t="52257" x="8866188" y="2836863"/>
          <p14:tracePt t="52265" x="8899525" y="2852738"/>
          <p14:tracePt t="52273" x="8907463" y="2878138"/>
          <p14:tracePt t="52281" x="8924925" y="2894013"/>
          <p14:tracePt t="52289" x="8924925" y="2919413"/>
          <p14:tracePt t="52297" x="8940800" y="2943225"/>
          <p14:tracePt t="52305" x="8940800" y="2976563"/>
          <p14:tracePt t="52313" x="8940800" y="3017838"/>
          <p14:tracePt t="52321" x="8940800" y="3027363"/>
          <p14:tracePt t="52329" x="8940800" y="3076575"/>
          <p14:tracePt t="52337" x="8940800" y="3101975"/>
          <p14:tracePt t="52345" x="8940800" y="3125788"/>
          <p14:tracePt t="52353" x="8940800" y="3159125"/>
          <p14:tracePt t="52361" x="8940800" y="3184525"/>
          <p14:tracePt t="52369" x="8924925" y="3209925"/>
          <p14:tracePt t="52378" x="8899525" y="3241675"/>
          <p14:tracePt t="52386" x="8866188" y="3267075"/>
          <p14:tracePt t="52394" x="8840788" y="3284538"/>
          <p14:tracePt t="52402" x="8799513" y="3308350"/>
          <p14:tracePt t="52410" x="8758238" y="3341688"/>
          <p14:tracePt t="52418" x="8699500" y="3367088"/>
          <p14:tracePt t="52426" x="8658225" y="3382963"/>
          <p14:tracePt t="52434" x="8575675" y="3408363"/>
          <p14:tracePt t="52442" x="8493125" y="3433763"/>
          <p14:tracePt t="52451" x="8410575" y="3449638"/>
          <p14:tracePt t="52458" x="8377238" y="3449638"/>
          <p14:tracePt t="52468" x="8310563" y="3467100"/>
          <p14:tracePt t="52474" x="8228013" y="3467100"/>
          <p14:tracePt t="52484" x="8153400" y="3467100"/>
          <p14:tracePt t="52490" x="8102600" y="3467100"/>
          <p14:tracePt t="52501" x="8061325" y="3467100"/>
          <p14:tracePt t="52507" x="8020050" y="3467100"/>
          <p14:tracePt t="52518" x="7970838" y="3467100"/>
          <p14:tracePt t="52523" x="7962900" y="3467100"/>
          <p14:tracePt t="52536" x="7929563" y="3449638"/>
          <p14:tracePt t="52542" x="7920038" y="3433763"/>
          <p14:tracePt t="52552" x="7904163" y="3424238"/>
          <p14:tracePt t="52555" x="7886700" y="3408363"/>
          <p14:tracePt t="52568" x="7878763" y="3390900"/>
          <p14:tracePt t="52571" x="7862888" y="3382963"/>
          <p14:tracePt t="52584" x="7862888" y="3367088"/>
          <p14:tracePt t="52588" x="7845425" y="3349625"/>
          <p14:tracePt t="52601" x="7845425" y="3341688"/>
          <p14:tracePt t="52604" x="7845425" y="3325813"/>
          <p14:tracePt t="52618" x="7837488" y="3308350"/>
          <p14:tracePt t="52621" x="7837488" y="3284538"/>
          <p14:tracePt t="52637" x="7837488" y="3267075"/>
          <p14:tracePt t="52651" x="7837488" y="3251200"/>
          <p14:tracePt t="52652" x="7837488" y="3241675"/>
          <p14:tracePt t="52660" x="7837488" y="3225800"/>
          <p14:tracePt t="52668" x="7837488" y="3209925"/>
          <p14:tracePt t="52677" x="7837488" y="3200400"/>
          <p14:tracePt t="52685" x="7837488" y="3184525"/>
          <p14:tracePt t="52692" x="7845425" y="3159125"/>
          <p14:tracePt t="52701" x="7845425" y="3143250"/>
          <p14:tracePt t="52709" x="7862888" y="3143250"/>
          <p14:tracePt t="52718" x="7886700" y="3117850"/>
          <p14:tracePt t="52725" x="7904163" y="3101975"/>
          <p14:tracePt t="52734" x="7929563" y="3084513"/>
          <p14:tracePt t="52741" x="7962900" y="3060700"/>
          <p14:tracePt t="52751" x="7986713" y="3043238"/>
          <p14:tracePt t="52757" x="8027988" y="3027363"/>
          <p14:tracePt t="52767" x="8086725" y="3001963"/>
          <p14:tracePt t="52773" x="8112125" y="3001963"/>
          <p14:tracePt t="52784" x="8194675" y="2986088"/>
          <p14:tracePt t="52789" x="8235950" y="2976563"/>
          <p14:tracePt t="52801" x="8293100" y="2976563"/>
          <p14:tracePt t="52805" x="8351838" y="2976563"/>
          <p14:tracePt t="52818" x="8410575" y="2976563"/>
          <p14:tracePt t="52822" x="8459788" y="2976563"/>
          <p14:tracePt t="52834" x="8493125" y="2976563"/>
          <p14:tracePt t="52838" x="8534400" y="2976563"/>
          <p14:tracePt t="52851" x="8550275" y="2976563"/>
          <p14:tracePt t="52854" x="8575675" y="2976563"/>
          <p14:tracePt t="52867" x="8593138" y="2976563"/>
          <p14:tracePt t="52870" x="8601075" y="2986088"/>
          <p14:tracePt t="52901" x="8616950" y="2986088"/>
          <p14:tracePt t="52903" x="8616950" y="3001963"/>
          <p14:tracePt t="52918" x="8616950" y="3017838"/>
          <p14:tracePt t="52927" x="8616950" y="3027363"/>
          <p14:tracePt t="52935" x="8616950" y="3043238"/>
          <p14:tracePt t="52951" x="8616950" y="3060700"/>
          <p14:tracePt t="52959" x="8616950" y="3076575"/>
          <p14:tracePt t="52975" x="8616950" y="3084513"/>
          <p14:tracePt t="52984" x="8616950" y="3101975"/>
          <p14:tracePt t="52991" x="8616950" y="3117850"/>
          <p14:tracePt t="53007" x="8616950" y="3125788"/>
          <p14:tracePt t="53017" x="8616950" y="3143250"/>
          <p14:tracePt t="53024" x="8616950" y="3159125"/>
          <p14:tracePt t="53040" x="8616950" y="3167063"/>
          <p14:tracePt t="53056" x="8616950" y="3184525"/>
          <p14:tracePt t="53072" x="8616950" y="3200400"/>
          <p14:tracePt t="53096" x="8616950" y="3209925"/>
          <p14:tracePt t="53112" x="8616950" y="3225800"/>
          <p14:tracePt t="53136" x="8616950" y="3241675"/>
          <p14:tracePt t="53153" x="8616950" y="3251200"/>
          <p14:tracePt t="53169" x="8601075" y="3267075"/>
          <p14:tracePt t="53177" x="8593138" y="3267075"/>
          <p14:tracePt t="53185" x="8559800" y="3267075"/>
          <p14:tracePt t="53193" x="8534400" y="3284538"/>
          <p14:tracePt t="53201" x="8493125" y="3292475"/>
          <p14:tracePt t="53209" x="8459788" y="3292475"/>
          <p14:tracePt t="53218" x="8410575" y="3308350"/>
          <p14:tracePt t="53225" x="8369300" y="3308350"/>
          <p14:tracePt t="53235" x="8310563" y="3308350"/>
          <p14:tracePt t="53241" x="8269288" y="3308350"/>
          <p14:tracePt t="53251" x="8210550" y="3308350"/>
          <p14:tracePt t="53258" x="8153400" y="3308350"/>
          <p14:tracePt t="53267" x="8112125" y="3308350"/>
          <p14:tracePt t="53274" x="8069263" y="3308350"/>
          <p14:tracePt t="53282" x="8020050" y="3308350"/>
          <p14:tracePt t="53290" x="7970838" y="3308350"/>
          <p14:tracePt t="53298" x="7929563" y="3308350"/>
          <p14:tracePt t="53306" x="7886700" y="3292475"/>
          <p14:tracePt t="53314" x="7845425" y="3284538"/>
          <p14:tracePt t="53322" x="7821613" y="3267075"/>
          <p14:tracePt t="53330" x="7796213" y="3251200"/>
          <p14:tracePt t="53338" x="7780338" y="3241675"/>
          <p14:tracePt t="53346" x="7762875" y="3225800"/>
          <p14:tracePt t="53354" x="7754938" y="3200400"/>
          <p14:tracePt t="53363" x="7737475" y="3200400"/>
          <p14:tracePt t="53370" x="7721600" y="3167063"/>
          <p14:tracePt t="53379" x="7721600" y="3159125"/>
          <p14:tracePt t="53387" x="7705725" y="3143250"/>
          <p14:tracePt t="53395" x="7705725" y="3125788"/>
          <p14:tracePt t="53411" x="7705725" y="3117850"/>
          <p14:tracePt t="53419" x="7705725" y="3101975"/>
          <p14:tracePt t="53435" x="7705725" y="3084513"/>
          <p14:tracePt t="53443" x="7705725" y="3076575"/>
          <p14:tracePt t="53459" x="7705725" y="3060700"/>
          <p14:tracePt t="53468" x="7721600" y="3043238"/>
          <p14:tracePt t="53475" x="7737475" y="3043238"/>
          <p14:tracePt t="53484" x="7754938" y="3027363"/>
          <p14:tracePt t="53492" x="7762875" y="3017838"/>
          <p14:tracePt t="53501" x="7796213" y="3017838"/>
          <p14:tracePt t="53508" x="7804150" y="2986088"/>
          <p14:tracePt t="53517" x="7862888" y="2960688"/>
          <p14:tracePt t="53524" x="7904163" y="2943225"/>
          <p14:tracePt t="53532" x="7929563" y="2935288"/>
          <p14:tracePt t="53540" x="8027988" y="2901950"/>
          <p14:tracePt t="53548" x="8069263" y="2894013"/>
          <p14:tracePt t="53556" x="8143875" y="2860675"/>
          <p14:tracePt t="53564" x="8194675" y="2852738"/>
          <p14:tracePt t="53573" x="8269288" y="2852738"/>
          <p14:tracePt t="53581" x="8326438" y="2836863"/>
          <p14:tracePt t="53589" x="8377238" y="2836863"/>
          <p14:tracePt t="53597" x="8418513" y="2836863"/>
          <p14:tracePt t="53605" x="8459788" y="2836863"/>
          <p14:tracePt t="53613" x="8475663" y="2836863"/>
          <p14:tracePt t="53621" x="8501063" y="2836863"/>
          <p14:tracePt t="53629" x="8534400" y="2836863"/>
          <p14:tracePt t="53637" x="8550275" y="2836863"/>
          <p14:tracePt t="53653" x="8559800" y="2836863"/>
          <p14:tracePt t="53661" x="8575675" y="2836863"/>
          <p14:tracePt t="53669" x="8575675" y="2852738"/>
          <p14:tracePt t="53677" x="8575675" y="2860675"/>
          <p14:tracePt t="53685" x="8593138" y="2878138"/>
          <p14:tracePt t="53694" x="8593138" y="2901950"/>
          <p14:tracePt t="53701" x="8601075" y="2919413"/>
          <p14:tracePt t="53710" x="8616950" y="2960688"/>
          <p14:tracePt t="53718" x="8616950" y="2986088"/>
          <p14:tracePt t="53726" x="8634413" y="3027363"/>
          <p14:tracePt t="53735" x="8634413" y="3060700"/>
          <p14:tracePt t="53742" x="8634413" y="3076575"/>
          <p14:tracePt t="53751" x="8634413" y="3101975"/>
          <p14:tracePt t="53758" x="8642350" y="3117850"/>
          <p14:tracePt t="53768" x="8642350" y="3125788"/>
          <p14:tracePt t="53774" x="8642350" y="3143250"/>
          <p14:tracePt t="53790" x="8642350" y="3159125"/>
          <p14:tracePt t="53798" x="8642350" y="3167063"/>
          <p14:tracePt t="53814" x="8642350" y="3184525"/>
          <p14:tracePt t="53823" x="8642350" y="3200400"/>
          <p14:tracePt t="53839" x="8642350" y="3209925"/>
          <p14:tracePt t="53855" x="8642350" y="3225800"/>
          <p14:tracePt t="53863" x="8642350" y="3241675"/>
          <p14:tracePt t="53871" x="8642350" y="3251200"/>
          <p14:tracePt t="53879" x="8642350" y="3267075"/>
          <p14:tracePt t="53887" x="8634413" y="3284538"/>
          <p14:tracePt t="53895" x="8634413" y="3292475"/>
          <p14:tracePt t="53903" x="8634413" y="3308350"/>
          <p14:tracePt t="53911" x="8616950" y="3325813"/>
          <p14:tracePt t="53920" x="8601075" y="3341688"/>
          <p14:tracePt t="53928" x="8593138" y="3349625"/>
          <p14:tracePt t="53944" x="8575675" y="3367088"/>
          <p14:tracePt t="53952" x="8559800" y="3367088"/>
          <p14:tracePt t="53960" x="8550275" y="3382963"/>
          <p14:tracePt t="53968" x="8534400" y="3382963"/>
          <p14:tracePt t="53976" x="8501063" y="3390900"/>
          <p14:tracePt t="53985" x="8493125" y="3390900"/>
          <p14:tracePt t="53992" x="8475663" y="3390900"/>
          <p14:tracePt t="54001" x="8451850" y="3390900"/>
          <p14:tracePt t="54008" x="8434388" y="3390900"/>
          <p14:tracePt t="54018" x="8410575" y="3390900"/>
          <p14:tracePt t="54024" x="8369300" y="3390900"/>
          <p14:tracePt t="54034" x="8351838" y="3390900"/>
          <p14:tracePt t="54041" x="8310563" y="3390900"/>
          <p14:tracePt t="54049" x="8293100" y="3382963"/>
          <p14:tracePt t="54057" x="8251825" y="3367088"/>
          <p14:tracePt t="54065" x="8228013" y="3349625"/>
          <p14:tracePt t="54073" x="8194675" y="3341688"/>
          <p14:tracePt t="54081" x="8169275" y="3325813"/>
          <p14:tracePt t="54089" x="8153400" y="3308350"/>
          <p14:tracePt t="54097" x="8143875" y="3292475"/>
          <p14:tracePt t="54105" x="8112125" y="3284538"/>
          <p14:tracePt t="54113" x="8102600" y="3267075"/>
          <p14:tracePt t="54122" x="8086725" y="3251200"/>
          <p14:tracePt t="54137" x="8069263" y="3241675"/>
          <p14:tracePt t="54146" x="8061325" y="3209925"/>
          <p14:tracePt t="54154" x="8061325" y="3200400"/>
          <p14:tracePt t="54162" x="8045450" y="3184525"/>
          <p14:tracePt t="54170" x="8045450" y="3167063"/>
          <p14:tracePt t="54178" x="8045450" y="3143250"/>
          <p14:tracePt t="54186" x="8045450" y="3125788"/>
          <p14:tracePt t="54194" x="8027988" y="3101975"/>
          <p14:tracePt t="54202" x="8027988" y="3076575"/>
          <p14:tracePt t="54210" x="8027988" y="3060700"/>
          <p14:tracePt t="54218" x="8027988" y="3043238"/>
          <p14:tracePt t="54226" x="8027988" y="3017838"/>
          <p14:tracePt t="54242" x="8027988" y="3001963"/>
          <p14:tracePt t="54251" x="8027988" y="2986088"/>
          <p14:tracePt t="54259" x="8027988" y="2976563"/>
          <p14:tracePt t="54275" x="8027988" y="2960688"/>
          <p14:tracePt t="54331" x="8045450" y="2960688"/>
          <p14:tracePt t="54339" x="8045450" y="2943225"/>
          <p14:tracePt t="54347" x="8061325" y="2943225"/>
          <p14:tracePt t="54355" x="8086725" y="2943225"/>
          <p14:tracePt t="54363" x="8112125" y="2935288"/>
          <p14:tracePt t="54385" x="8186738" y="2919413"/>
          <p14:tracePt t="54388" x="8210550" y="2919413"/>
          <p14:tracePt t="54402" x="8269288" y="2919413"/>
          <p14:tracePt t="54405" x="8326438" y="2901950"/>
          <p14:tracePt t="54418" x="8377238" y="2901950"/>
          <p14:tracePt t="54420" x="8451850" y="2901950"/>
          <p14:tracePt t="54434" x="8501063" y="2901950"/>
          <p14:tracePt t="54437" x="8550275" y="2901950"/>
          <p14:tracePt t="54451" x="8601075" y="2901950"/>
          <p14:tracePt t="54453" x="8642350" y="2901950"/>
          <p14:tracePt t="54467" x="8675688" y="2901950"/>
          <p14:tracePt t="54469" x="8716963" y="2901950"/>
          <p14:tracePt t="54484" x="8724900" y="2901950"/>
          <p14:tracePt t="54485" x="8742363" y="2919413"/>
          <p14:tracePt t="54493" x="8758238" y="2935288"/>
          <p14:tracePt t="54501" x="8766175" y="2943225"/>
          <p14:tracePt t="54518" x="8783638" y="2960688"/>
          <p14:tracePt t="54525" x="8783638" y="2976563"/>
          <p14:tracePt t="54539" x="8783638" y="2986088"/>
          <p14:tracePt t="54542" x="8783638" y="3001963"/>
          <p14:tracePt t="54551" x="8783638" y="3017838"/>
          <p14:tracePt t="54557" x="8783638" y="3027363"/>
          <p14:tracePt t="54565" x="8783638" y="3043238"/>
          <p14:tracePt t="54573" x="8783638" y="3076575"/>
          <p14:tracePt t="54582" x="8783638" y="3084513"/>
          <p14:tracePt t="54590" x="8783638" y="3101975"/>
          <p14:tracePt t="54598" x="8783638" y="3117850"/>
          <p14:tracePt t="54606" x="8783638" y="3143250"/>
          <p14:tracePt t="54614" x="8783638" y="3159125"/>
          <p14:tracePt t="54622" x="8783638" y="3184525"/>
          <p14:tracePt t="54630" x="8766175" y="3200400"/>
          <p14:tracePt t="54638" x="8758238" y="3225800"/>
          <p14:tracePt t="54646" x="8742363" y="3241675"/>
          <p14:tracePt t="54654" x="8724900" y="3251200"/>
          <p14:tracePt t="54662" x="8716963" y="3267075"/>
          <p14:tracePt t="54670" x="8683625" y="3292475"/>
          <p14:tracePt t="54678" x="8683625" y="3308350"/>
          <p14:tracePt t="54686" x="8658225" y="3325813"/>
          <p14:tracePt t="54694" x="8634413" y="3341688"/>
          <p14:tracePt t="54703" x="8616950" y="3349625"/>
          <p14:tracePt t="54711" x="8575675" y="3349625"/>
          <p14:tracePt t="54719" x="8559800" y="3367088"/>
          <p14:tracePt t="54727" x="8518525" y="3382963"/>
          <p14:tracePt t="54735" x="8493125" y="3390900"/>
          <p14:tracePt t="54743" x="8459788" y="3390900"/>
          <p14:tracePt t="54751" x="8434388" y="3390900"/>
          <p14:tracePt t="54759" x="8418513" y="3390900"/>
          <p14:tracePt t="54768" x="8393113" y="3390900"/>
          <p14:tracePt t="54775" x="8369300" y="3390900"/>
          <p14:tracePt t="54785" x="8351838" y="3390900"/>
          <p14:tracePt t="54791" x="8335963" y="3390900"/>
          <p14:tracePt t="54801" x="8326438" y="3390900"/>
          <p14:tracePt t="54808" x="8310563" y="3390900"/>
          <p14:tracePt t="54818" x="8293100" y="3382963"/>
          <p14:tracePt t="54824" x="8285163" y="3367088"/>
          <p14:tracePt t="54834" x="8269288" y="3349625"/>
          <p14:tracePt t="54840" x="8251825" y="3341688"/>
          <p14:tracePt t="54851" x="8251825" y="3325813"/>
          <p14:tracePt t="54856" x="8235950" y="3308350"/>
          <p14:tracePt t="54867" x="8235950" y="3292475"/>
          <p14:tracePt t="54872" x="8228013" y="3284538"/>
          <p14:tracePt t="54884" x="8228013" y="3267075"/>
          <p14:tracePt t="54888" x="8228013" y="3241675"/>
          <p14:tracePt t="54901" x="8228013" y="3225800"/>
          <p14:tracePt t="54913" x="8228013" y="3209925"/>
          <p14:tracePt t="54921" x="8228013" y="3200400"/>
          <p14:tracePt t="54928" x="8228013" y="3184525"/>
          <p14:tracePt t="54945" x="8228013" y="3167063"/>
          <p14:tracePt t="54961" x="8228013" y="3159125"/>
          <p14:tracePt t="54993" x="8235950" y="3143250"/>
          <p14:tracePt t="55001" x="8269288" y="3143250"/>
          <p14:tracePt t="55018" x="8293100" y="3125788"/>
          <p14:tracePt t="55025" x="8326438" y="3125788"/>
          <p14:tracePt t="55034" x="8351838" y="3117850"/>
          <p14:tracePt t="55042" x="8393113" y="3117850"/>
          <p14:tracePt t="55051" x="8410575" y="3101975"/>
          <p14:tracePt t="55058" x="8451850" y="3101975"/>
          <p14:tracePt t="55067" x="8475663" y="3101975"/>
          <p14:tracePt t="55074" x="8493125" y="3101975"/>
          <p14:tracePt t="55082" x="8518525" y="3101975"/>
          <p14:tracePt t="55090" x="8534400" y="3101975"/>
          <p14:tracePt t="55106" x="8550275" y="3117850"/>
          <p14:tracePt t="55115" x="8550275" y="3125788"/>
          <p14:tracePt t="55123" x="8559800" y="3143250"/>
          <p14:tracePt t="55131" x="8559800" y="3159125"/>
          <p14:tracePt t="55138" x="8559800" y="3184525"/>
          <p14:tracePt t="55155" x="8559800" y="3200400"/>
          <p14:tracePt t="55163" x="8559800" y="3209925"/>
          <p14:tracePt t="55171" x="8559800" y="3225800"/>
          <p14:tracePt t="55179" x="8559800" y="3241675"/>
          <p14:tracePt t="55187" x="8559800" y="3251200"/>
          <p14:tracePt t="55203" x="8559800" y="3267075"/>
          <p14:tracePt t="55227" x="8559800" y="3284538"/>
          <p14:tracePt t="55235" x="8550275" y="3284538"/>
          <p14:tracePt t="55243" x="8534400" y="3284538"/>
          <p14:tracePt t="55252" x="8534400" y="3292475"/>
          <p14:tracePt t="55260" x="8518525" y="3292475"/>
          <p14:tracePt t="55268" x="8501063" y="3308350"/>
          <p14:tracePt t="55276" x="8493125" y="3308350"/>
          <p14:tracePt t="55285" x="8475663" y="3308350"/>
          <p14:tracePt t="55292" x="8459788" y="3308350"/>
          <p14:tracePt t="55301" x="8451850" y="3308350"/>
          <p14:tracePt t="55318" x="8434388" y="3308350"/>
          <p14:tracePt t="55340" x="8418513" y="3308350"/>
          <p14:tracePt t="55413" x="8418513" y="3292475"/>
          <p14:tracePt t="55421" x="8418513" y="3284538"/>
          <p14:tracePt t="55462" x="8434388" y="3267075"/>
          <p14:tracePt t="55575" x="8434388" y="3284538"/>
          <p14:tracePt t="55599" x="8434388" y="3292475"/>
          <p14:tracePt t="55615" x="8451850" y="3292475"/>
          <p14:tracePt t="55623" x="8451850" y="3308350"/>
          <p14:tracePt t="55639" x="8475663" y="3308350"/>
          <p14:tracePt t="55647" x="8501063" y="3341688"/>
          <p14:tracePt t="55655" x="8559800" y="3349625"/>
          <p14:tracePt t="55663" x="8634413" y="3367088"/>
          <p14:tracePt t="55672" x="8683625" y="3382963"/>
          <p14:tracePt t="55679" x="8783638" y="3390900"/>
          <p14:tracePt t="55688" x="8882063" y="3408363"/>
          <p14:tracePt t="55696" x="8940800" y="3408363"/>
          <p14:tracePt t="55704" x="9007475" y="3408363"/>
          <p14:tracePt t="55712" x="9082088" y="3408363"/>
          <p14:tracePt t="55720" x="9148763" y="3408363"/>
          <p14:tracePt t="55728" x="9205913" y="3408363"/>
          <p14:tracePt t="55736" x="9256713" y="3408363"/>
          <p14:tracePt t="55744" x="9288463" y="3408363"/>
          <p14:tracePt t="55752" x="9331325" y="3390900"/>
          <p14:tracePt t="55760" x="9355138" y="3390900"/>
          <p14:tracePt t="55768" x="9372600" y="3382963"/>
          <p14:tracePt t="55777" x="9388475" y="3382963"/>
          <p14:tracePt t="55784" x="9396413" y="3367088"/>
          <p14:tracePt t="55801" x="9413875" y="3367088"/>
          <p14:tracePt t="55825" x="9413875" y="3349625"/>
          <p14:tracePt t="55889" x="9413875" y="3341688"/>
          <p14:tracePt t="55946" x="9429750" y="3341688"/>
          <p14:tracePt t="55970" x="9455150" y="3341688"/>
          <p14:tracePt t="55978" x="9480550" y="3341688"/>
          <p14:tracePt t="55986" x="9521825" y="3341688"/>
          <p14:tracePt t="55994" x="9563100" y="3341688"/>
          <p14:tracePt t="56002" x="9596438" y="3341688"/>
          <p14:tracePt t="56011" x="9637713" y="3341688"/>
          <p14:tracePt t="56019" x="9663113" y="3341688"/>
          <p14:tracePt t="56027" x="9704388" y="3349625"/>
          <p14:tracePt t="56035" x="9720263" y="3349625"/>
          <p14:tracePt t="56043" x="9745663" y="3367088"/>
          <p14:tracePt t="56051" x="9761538" y="3367088"/>
          <p14:tracePt t="56059" x="9779000" y="3382963"/>
          <p14:tracePt t="56083" x="9786938" y="3382963"/>
          <p14:tracePt t="56221" x="9779000" y="3382963"/>
          <p14:tracePt t="56229" x="9737725" y="3382963"/>
          <p14:tracePt t="56237" x="9720263" y="3367088"/>
          <p14:tracePt t="56245" x="9663113" y="3341688"/>
          <p14:tracePt t="56253" x="9596438" y="3325813"/>
          <p14:tracePt t="56261" x="9555163" y="3308350"/>
          <p14:tracePt t="56269" x="9496425" y="3292475"/>
          <p14:tracePt t="56277" x="9429750" y="3284538"/>
          <p14:tracePt t="56285" x="9396413" y="3267075"/>
          <p14:tracePt t="56293" x="9339263" y="3251200"/>
          <p14:tracePt t="56301" x="9297988" y="3241675"/>
          <p14:tracePt t="56309" x="9272588" y="3225800"/>
          <p14:tracePt t="56318" x="9231313" y="3225800"/>
          <p14:tracePt t="56325" x="9205913" y="3225800"/>
          <p14:tracePt t="56334" x="9190038" y="3209925"/>
          <p14:tracePt t="56342" x="9172575" y="3209925"/>
          <p14:tracePt t="56351" x="9148763" y="3200400"/>
          <p14:tracePt t="56367" x="9123363" y="3184525"/>
          <p14:tracePt t="56374" x="9090025" y="3167063"/>
          <p14:tracePt t="56382" x="9082088" y="3167063"/>
          <p14:tracePt t="56390" x="9048750" y="3159125"/>
          <p14:tracePt t="56398" x="9031288" y="3143250"/>
          <p14:tracePt t="56406" x="9007475" y="3117850"/>
          <p14:tracePt t="56414" x="8982075" y="3101975"/>
          <p14:tracePt t="56422" x="8940800" y="3076575"/>
          <p14:tracePt t="56430" x="8907463" y="3043238"/>
          <p14:tracePt t="56438" x="8882063" y="3001963"/>
          <p14:tracePt t="56446" x="8840788" y="2943225"/>
          <p14:tracePt t="56455" x="8824913" y="2919413"/>
          <p14:tracePt t="56463" x="8766175" y="2860675"/>
          <p14:tracePt t="56471" x="8742363" y="2811463"/>
          <p14:tracePt t="56479" x="8716963" y="2752725"/>
          <p14:tracePt t="56487" x="8683625" y="2711450"/>
          <p14:tracePt t="56495" x="8658225" y="2654300"/>
          <p14:tracePt t="56503" x="8634413" y="2611438"/>
          <p14:tracePt t="56511" x="8616950" y="2554288"/>
          <p14:tracePt t="56519" x="8601075" y="2495550"/>
          <p14:tracePt t="56527" x="8593138" y="2446338"/>
          <p14:tracePt t="56539" x="8593138" y="2413000"/>
          <p14:tracePt t="56543" x="8593138" y="2363788"/>
          <p14:tracePt t="56552" x="8593138" y="2322513"/>
          <p14:tracePt t="56560" x="8593138" y="2289175"/>
          <p14:tracePt t="56568" x="8593138" y="2263775"/>
          <p14:tracePt t="56576" x="8593138" y="2247900"/>
          <p14:tracePt t="56584" x="8593138" y="2230438"/>
          <p14:tracePt t="56608" x="8593138" y="2222500"/>
          <p14:tracePt t="56640" x="8616950" y="2222500"/>
          <p14:tracePt t="56648" x="8634413" y="2222500"/>
          <p14:tracePt t="56656" x="8675688" y="2222500"/>
          <p14:tracePt t="56664" x="8699500" y="2222500"/>
          <p14:tracePt t="56673" x="8742363" y="2222500"/>
          <p14:tracePt t="56681" x="8799513" y="2222500"/>
          <p14:tracePt t="56689" x="8824913" y="2222500"/>
          <p14:tracePt t="56697" x="8866188" y="2230438"/>
          <p14:tracePt t="56705" x="8907463" y="2247900"/>
          <p14:tracePt t="56713" x="8940800" y="2263775"/>
          <p14:tracePt t="56721" x="8966200" y="2289175"/>
          <p14:tracePt t="56729" x="8990013" y="2305050"/>
          <p14:tracePt t="56737" x="9023350" y="2346325"/>
          <p14:tracePt t="56745" x="9048750" y="2371725"/>
          <p14:tracePt t="56753" x="9064625" y="2405063"/>
          <p14:tracePt t="56761" x="9082088" y="2413000"/>
          <p14:tracePt t="56770" x="9090025" y="2446338"/>
          <p14:tracePt t="56778" x="9090025" y="2471738"/>
          <p14:tracePt t="56786" x="9105900" y="2487613"/>
          <p14:tracePt t="56793" x="9105900" y="2513013"/>
          <p14:tracePt t="56802" x="9123363" y="2528888"/>
          <p14:tracePt t="56810" x="9123363" y="2546350"/>
          <p14:tracePt t="56818" x="9123363" y="2587625"/>
          <p14:tracePt t="56826" x="9123363" y="2595563"/>
          <p14:tracePt t="56835" x="9123363" y="2628900"/>
          <p14:tracePt t="56842" x="9123363" y="2670175"/>
          <p14:tracePt t="56851" x="9123363" y="2678113"/>
          <p14:tracePt t="56858" x="9123363" y="2736850"/>
          <p14:tracePt t="56868" x="9123363" y="2811463"/>
          <p14:tracePt t="56874" x="9123363" y="2836863"/>
          <p14:tracePt t="56884" x="9123363" y="2901950"/>
          <p14:tracePt t="56891" x="9123363" y="2960688"/>
          <p14:tracePt t="56901" x="9123363" y="3017838"/>
          <p14:tracePt t="56907" x="9123363" y="3060700"/>
          <p14:tracePt t="56917" x="9105900" y="3117850"/>
          <p14:tracePt t="56923" x="9090025" y="3167063"/>
          <p14:tracePt t="56935" x="9090025" y="3209925"/>
          <p14:tracePt t="56939" x="9090025" y="3241675"/>
          <p14:tracePt t="56951" x="9082088" y="3267075"/>
          <p14:tracePt t="56955" x="9082088" y="3284538"/>
          <p14:tracePt t="56968" x="9064625" y="3292475"/>
          <p14:tracePt t="56971" x="9064625" y="3308350"/>
          <p14:tracePt t="56987" x="9064625" y="3325813"/>
          <p14:tracePt t="57004" x="9048750" y="3325813"/>
          <p14:tracePt t="57018" x="9048750" y="3341688"/>
          <p14:tracePt t="57044" x="9031288" y="3341688"/>
          <p14:tracePt t="57060" x="9023350" y="3341688"/>
          <p14:tracePt t="57068" x="9007475" y="3341688"/>
          <p14:tracePt t="57076" x="8990013" y="3341688"/>
          <p14:tracePt t="57084" x="8982075" y="3341688"/>
          <p14:tracePt t="57092" x="8966200" y="3341688"/>
          <p14:tracePt t="57101" x="8940800" y="3341688"/>
          <p14:tracePt t="57109" x="8924925" y="3325813"/>
          <p14:tracePt t="57118" x="8899525" y="3308350"/>
          <p14:tracePt t="57125" x="8882063" y="3292475"/>
          <p14:tracePt t="57134" x="8858250" y="3284538"/>
          <p14:tracePt t="57141" x="8824913" y="3251200"/>
          <p14:tracePt t="57150" x="8799513" y="3225800"/>
          <p14:tracePt t="57157" x="8766175" y="3184525"/>
          <p14:tracePt t="57165" x="8758238" y="3167063"/>
          <p14:tracePt t="57173" x="8724900" y="3125788"/>
          <p14:tracePt t="57181" x="8716963" y="3084513"/>
          <p14:tracePt t="57189" x="8699500" y="3060700"/>
          <p14:tracePt t="57197" x="8683625" y="3017838"/>
          <p14:tracePt t="57205" x="8683625" y="2986088"/>
          <p14:tracePt t="57214" x="8675688" y="2943225"/>
          <p14:tracePt t="57221" x="8658225" y="2901950"/>
          <p14:tracePt t="57230" x="8658225" y="2894013"/>
          <p14:tracePt t="57238" x="8658225" y="2852738"/>
          <p14:tracePt t="57246" x="8658225" y="2819400"/>
          <p14:tracePt t="57254" x="8658225" y="2794000"/>
          <p14:tracePt t="57262" x="8658225" y="2760663"/>
          <p14:tracePt t="57270" x="8658225" y="2736850"/>
          <p14:tracePt t="57278" x="8658225" y="2711450"/>
          <p14:tracePt t="57286" x="8658225" y="2695575"/>
          <p14:tracePt t="57294" x="8658225" y="2678113"/>
          <p14:tracePt t="57302" x="8658225" y="2654300"/>
          <p14:tracePt t="57311" x="8675688" y="2636838"/>
          <p14:tracePt t="57319" x="8683625" y="2628900"/>
          <p14:tracePt t="57327" x="8716963" y="2595563"/>
          <p14:tracePt t="57335" x="8758238" y="2587625"/>
          <p14:tracePt t="57343" x="8783638" y="2554288"/>
          <p14:tracePt t="57351" x="8840788" y="2546350"/>
          <p14:tracePt t="57359" x="8899525" y="2528888"/>
          <p14:tracePt t="57368" x="8948738" y="2513013"/>
          <p14:tracePt t="57375" x="8990013" y="2495550"/>
          <p14:tracePt t="57384" x="9048750" y="2495550"/>
          <p14:tracePt t="57391" x="9105900" y="2495550"/>
          <p14:tracePt t="57401" x="9164638" y="2495550"/>
          <p14:tracePt t="57407" x="9231313" y="2495550"/>
          <p14:tracePt t="57417" x="9288463" y="2495550"/>
          <p14:tracePt t="57423" x="9331325" y="2495550"/>
          <p14:tracePt t="57434" x="9388475" y="2495550"/>
          <p14:tracePt t="57439" x="9429750" y="2495550"/>
          <p14:tracePt t="57451" x="9455150" y="2495550"/>
          <p14:tracePt t="57456" x="9496425" y="2528888"/>
          <p14:tracePt t="57468" x="9521825" y="2546350"/>
          <p14:tracePt t="57472" x="9555163" y="2570163"/>
          <p14:tracePt t="57484" x="9555163" y="2587625"/>
          <p14:tracePt t="57488" x="9563100" y="2587625"/>
          <p14:tracePt t="57501" x="9578975" y="2595563"/>
          <p14:tracePt t="57504" x="9578975" y="2611438"/>
          <p14:tracePt t="57518" x="9578975" y="2628900"/>
          <p14:tracePt t="57520" x="9596438" y="2636838"/>
          <p14:tracePt t="57537" x="9596438" y="2654300"/>
          <p14:tracePt t="57545" x="9596438" y="2670175"/>
          <p14:tracePt t="57552" x="9596438" y="2678113"/>
          <p14:tracePt t="57561" x="9596438" y="2711450"/>
          <p14:tracePt t="57569" x="9596438" y="2752725"/>
          <p14:tracePt t="57577" x="9596438" y="2778125"/>
          <p14:tracePt t="57585" x="9578975" y="2852738"/>
          <p14:tracePt t="57593" x="9555163" y="2919413"/>
          <p14:tracePt t="57601" x="9521825" y="2976563"/>
          <p14:tracePt t="57609" x="9512300" y="3017838"/>
          <p14:tracePt t="57618" x="9471025" y="3084513"/>
          <p14:tracePt t="57625" x="9437688" y="3143250"/>
          <p14:tracePt t="57635" x="9413875" y="3200400"/>
          <p14:tracePt t="57641" x="9372600" y="3241675"/>
          <p14:tracePt t="57651" x="9331325" y="3284538"/>
          <p14:tracePt t="57657" x="9288463" y="3325813"/>
          <p14:tracePt t="57668" x="9256713" y="3349625"/>
          <p14:tracePt t="57674" x="9205913" y="3367088"/>
          <p14:tracePt t="57684" x="9172575" y="3382963"/>
          <p14:tracePt t="57690" x="9131300" y="3390900"/>
          <p14:tracePt t="57701" x="9090025" y="3408363"/>
          <p14:tracePt t="57706" x="9048750" y="3408363"/>
          <p14:tracePt t="57718" x="9007475" y="3408363"/>
          <p14:tracePt t="57722" x="8982075" y="3408363"/>
          <p14:tracePt t="57734" x="8948738" y="3408363"/>
          <p14:tracePt t="57738" x="8940800" y="3408363"/>
          <p14:tracePt t="57751" x="8907463" y="3408363"/>
          <p14:tracePt t="57754" x="8882063" y="3390900"/>
          <p14:tracePt t="57771" x="8858250" y="3367088"/>
          <p14:tracePt t="57784" x="8824913" y="3308350"/>
          <p14:tracePt t="57787" x="8816975" y="3284538"/>
          <p14:tracePt t="57801" x="8799513" y="3251200"/>
          <p14:tracePt t="57804" x="8766175" y="3200400"/>
          <p14:tracePt t="57817" x="8758238" y="3143250"/>
          <p14:tracePt t="57820" x="8742363" y="3084513"/>
          <p14:tracePt t="57834" x="8724900" y="3043238"/>
          <p14:tracePt t="57835" x="8716963" y="2986088"/>
          <p14:tracePt t="57843" x="8716963" y="2935288"/>
          <p14:tracePt t="57851" x="8716963" y="2894013"/>
          <p14:tracePt t="57859" x="8716963" y="2860675"/>
          <p14:tracePt t="57868" x="8716963" y="2819400"/>
          <p14:tracePt t="57876" x="8716963" y="2794000"/>
          <p14:tracePt t="57884" x="8716963" y="2760663"/>
          <p14:tracePt t="57892" x="8716963" y="2736850"/>
          <p14:tracePt t="57908" x="8716963" y="2719388"/>
          <p14:tracePt t="57917" x="8716963" y="2711450"/>
          <p14:tracePt t="57932" x="8716963" y="2695575"/>
          <p14:tracePt t="57940" x="8724900" y="2678113"/>
          <p14:tracePt t="57948" x="8758238" y="2678113"/>
          <p14:tracePt t="57956" x="8766175" y="2670175"/>
          <p14:tracePt t="57964" x="8799513" y="2670175"/>
          <p14:tracePt t="57972" x="8824913" y="2654300"/>
          <p14:tracePt t="57980" x="8866188" y="2654300"/>
          <p14:tracePt t="57989" x="8899525" y="2654300"/>
          <p14:tracePt t="57996" x="8940800" y="2654300"/>
          <p14:tracePt t="58005" x="8966200" y="2654300"/>
          <p14:tracePt t="58013" x="8990013" y="2654300"/>
          <p14:tracePt t="58021" x="9023350" y="2654300"/>
          <p14:tracePt t="58029" x="9064625" y="2654300"/>
          <p14:tracePt t="58037" x="9105900" y="2654300"/>
          <p14:tracePt t="58045" x="9131300" y="2654300"/>
          <p14:tracePt t="58053" x="9164638" y="2670175"/>
          <p14:tracePt t="58061" x="9213850" y="2719388"/>
          <p14:tracePt t="58069" x="9256713" y="2760663"/>
          <p14:tracePt t="58077" x="9288463" y="2819400"/>
          <p14:tracePt t="58085" x="9297988" y="2852738"/>
          <p14:tracePt t="58093" x="9331325" y="2901950"/>
          <p14:tracePt t="58102" x="9339263" y="2960688"/>
          <p14:tracePt t="58110" x="9372600" y="3017838"/>
          <p14:tracePt t="58118" x="9372600" y="3043238"/>
          <p14:tracePt t="58126" x="9388475" y="3084513"/>
          <p14:tracePt t="58135" x="9396413" y="3101975"/>
          <p14:tracePt t="58142" x="9396413" y="3117850"/>
          <p14:tracePt t="58151" x="9396413" y="3143250"/>
          <p14:tracePt t="58167" x="9396413" y="3159125"/>
          <p14:tracePt t="58183" x="9396413" y="3167063"/>
          <p14:tracePt t="58207" x="9388475" y="3184525"/>
          <p14:tracePt t="58223" x="9372600" y="3184525"/>
          <p14:tracePt t="58231" x="9355138" y="3184525"/>
          <p14:tracePt t="58247" x="9339263" y="3184525"/>
          <p14:tracePt t="58255" x="9331325" y="3200400"/>
          <p14:tracePt t="58263" x="9313863" y="3200400"/>
          <p14:tracePt t="58384" x="9331325" y="3200400"/>
          <p14:tracePt t="58392" x="9339263" y="3200400"/>
          <p14:tracePt t="58402" x="9355138" y="3184525"/>
          <p14:tracePt t="58408" x="9388475" y="3184525"/>
          <p14:tracePt t="58418" x="9413875" y="3184525"/>
          <p14:tracePt t="58424" x="9437688" y="3167063"/>
          <p14:tracePt t="58434" x="9471025" y="3167063"/>
          <p14:tracePt t="58441" x="9480550" y="3167063"/>
          <p14:tracePt t="58449" x="9521825" y="3167063"/>
          <p14:tracePt t="58457" x="9537700" y="3167063"/>
          <p14:tracePt t="58465" x="9563100" y="3167063"/>
          <p14:tracePt t="58473" x="9596438" y="3167063"/>
          <p14:tracePt t="58481" x="9604375" y="3167063"/>
          <p14:tracePt t="58497" x="9620250" y="3167063"/>
          <p14:tracePt t="58521" x="9637713" y="3167063"/>
          <p14:tracePt t="58610" x="9637713" y="3184525"/>
          <p14:tracePt t="58618" x="9637713" y="3200400"/>
          <p14:tracePt t="58634" x="9637713" y="3241675"/>
          <p14:tracePt t="58643" x="9620250" y="3267075"/>
          <p14:tracePt t="58651" x="9578975" y="3308350"/>
          <p14:tracePt t="58659" x="9512300" y="3367088"/>
          <p14:tracePt t="58668" x="9455150" y="3433763"/>
          <p14:tracePt t="58675" x="9372600" y="3508375"/>
          <p14:tracePt t="58685" x="9297988" y="3573463"/>
          <p14:tracePt t="58691" x="9256713" y="3616325"/>
          <p14:tracePt t="58701" x="9172575" y="3690938"/>
          <p14:tracePt t="58707" x="9105900" y="3756025"/>
          <p14:tracePt t="58718" x="9048750" y="3814763"/>
          <p14:tracePt t="58723" x="8982075" y="3856038"/>
          <p14:tracePt t="58735" x="8924925" y="3897313"/>
          <p14:tracePt t="58740" x="8816975" y="3963988"/>
          <p14:tracePt t="58751" x="8742363" y="3997325"/>
          <p14:tracePt t="58755" x="8683625" y="4021138"/>
          <p14:tracePt t="58768" x="8593138" y="4064000"/>
          <p14:tracePt t="58772" x="8493125" y="4097338"/>
          <p14:tracePt t="58784" x="8410575" y="4121150"/>
          <p14:tracePt t="58788" x="8285163" y="4146550"/>
          <p14:tracePt t="58801" x="8228013" y="4162425"/>
          <p14:tracePt t="58804" x="8128000" y="4187825"/>
          <p14:tracePt t="58818" x="8061325" y="4203700"/>
          <p14:tracePt t="58821" x="7986713" y="4221163"/>
          <p14:tracePt t="58834" x="7945438" y="4229100"/>
          <p14:tracePt t="58837" x="7920038" y="4246563"/>
          <p14:tracePt t="58851" x="7886700" y="4246563"/>
          <p14:tracePt t="58853" x="7878763" y="4262438"/>
          <p14:tracePt t="58869" x="7862888" y="4262438"/>
          <p14:tracePt t="58925" x="7886700" y="4262438"/>
          <p14:tracePt t="58934" x="7962900" y="4262438"/>
          <p14:tracePt t="58941" x="8086725" y="4270375"/>
          <p14:tracePt t="58951" x="8269288" y="4311650"/>
          <p14:tracePt t="58957" x="8451850" y="4362450"/>
          <p14:tracePt t="58965" x="8675688" y="4386263"/>
          <p14:tracePt t="58973" x="8858250" y="4427538"/>
          <p14:tracePt t="58981" x="8948738" y="4445000"/>
          <p14:tracePt t="58990" x="9105900" y="4452938"/>
          <p14:tracePt t="58998" x="9213850" y="4470400"/>
          <p14:tracePt t="59006" x="9297988" y="4486275"/>
          <p14:tracePt t="59014" x="9372600" y="4494213"/>
          <p14:tracePt t="59022" x="9396413" y="4494213"/>
          <p14:tracePt t="59030" x="9429750" y="4494213"/>
          <p14:tracePt t="59038" x="9437688" y="4494213"/>
          <p14:tracePt t="59046" x="9455150" y="4494213"/>
          <p14:tracePt t="59078" x="9471025" y="4486275"/>
          <p14:tracePt t="59095" x="9471025" y="4470400"/>
          <p14:tracePt t="59102" x="9471025" y="4452938"/>
          <p14:tracePt t="59119" x="9480550" y="4445000"/>
          <p14:tracePt t="59127" x="9480550" y="4411663"/>
          <p14:tracePt t="59135" x="9512300" y="4370388"/>
          <p14:tracePt t="59143" x="9537700" y="4344988"/>
          <p14:tracePt t="59151" x="9578975" y="4303713"/>
          <p14:tracePt t="59159" x="9637713" y="4270375"/>
          <p14:tracePt t="59167" x="9694863" y="4246563"/>
          <p14:tracePt t="59175" x="9761538" y="4203700"/>
          <p14:tracePt t="59184" x="9802813" y="4187825"/>
          <p14:tracePt t="59192" x="9869488" y="4179888"/>
          <p14:tracePt t="59201" x="9944100" y="4146550"/>
          <p14:tracePt t="59208" x="10010775" y="4138613"/>
          <p14:tracePt t="59217" x="10069513" y="4121150"/>
          <p14:tracePt t="59223" x="10110788" y="4121150"/>
          <p14:tracePt t="59232" x="10134600" y="4121150"/>
          <p14:tracePt t="59240" x="10185400" y="4121150"/>
          <p14:tracePt t="59248" x="10193338" y="4121150"/>
          <p14:tracePt t="59256" x="10209213" y="4121150"/>
          <p14:tracePt t="59264" x="10234613" y="4121150"/>
          <p14:tracePt t="59280" x="10250488" y="4121150"/>
          <p14:tracePt t="59288" x="10250488" y="4138613"/>
          <p14:tracePt t="59304" x="10250488" y="4146550"/>
          <p14:tracePt t="59313" x="10250488" y="4162425"/>
          <p14:tracePt t="59321" x="10250488" y="4179888"/>
          <p14:tracePt t="59329" x="10234613" y="4187825"/>
          <p14:tracePt t="59337" x="10185400" y="4229100"/>
          <p14:tracePt t="59345" x="10126663" y="4246563"/>
          <p14:tracePt t="59353" x="10026650" y="4270375"/>
          <p14:tracePt t="59361" x="9869488" y="4287838"/>
          <p14:tracePt t="59369" x="9578975" y="4344988"/>
          <p14:tracePt t="59377" x="9455150" y="4362450"/>
          <p14:tracePt t="59385" x="9231313" y="4362450"/>
          <p14:tracePt t="59393" x="8982075" y="4362450"/>
          <p14:tracePt t="59401" x="8716963" y="4362450"/>
          <p14:tracePt t="59409" x="8451850" y="4362450"/>
          <p14:tracePt t="59418" x="8194675" y="4362450"/>
          <p14:tracePt t="59426" x="7970838" y="4362450"/>
          <p14:tracePt t="59434" x="7904163" y="4362450"/>
          <p14:tracePt t="59442" x="7754938" y="4362450"/>
          <p14:tracePt t="59451" x="7597775" y="4362450"/>
          <p14:tracePt t="59458" x="7497763" y="4362450"/>
          <p14:tracePt t="59467" x="7397750" y="4362450"/>
          <p14:tracePt t="59474" x="7307263" y="4362450"/>
          <p14:tracePt t="59482" x="7232650" y="4362450"/>
          <p14:tracePt t="59490" x="7165975" y="4344988"/>
          <p14:tracePt t="59498" x="7091363" y="4329113"/>
          <p14:tracePt t="59506" x="7042150" y="4311650"/>
          <p14:tracePt t="59514" x="6983413" y="4303713"/>
          <p14:tracePt t="59523" x="6958013" y="4303713"/>
          <p14:tracePt t="59530" x="6924675" y="4303713"/>
          <p14:tracePt t="59539" x="6900863" y="4287838"/>
          <p14:tracePt t="59555" x="6883400" y="4270375"/>
          <p14:tracePt t="59563" x="6867525" y="4270375"/>
          <p14:tracePt t="59603" x="6867525" y="4262438"/>
          <p14:tracePt t="59636" x="6883400" y="4262438"/>
          <p14:tracePt t="59644" x="6900863" y="4262438"/>
          <p14:tracePt t="59652" x="6942138" y="4246563"/>
          <p14:tracePt t="59660" x="6999288" y="4229100"/>
          <p14:tracePt t="59668" x="7065963" y="4221163"/>
          <p14:tracePt t="59676" x="7165975" y="4187825"/>
          <p14:tracePt t="59685" x="7273925" y="4146550"/>
          <p14:tracePt t="59692" x="7431088" y="4121150"/>
          <p14:tracePt t="59701" x="7580313" y="4079875"/>
          <p14:tracePt t="59708" x="7737475" y="4046538"/>
          <p14:tracePt t="59718" x="7796213" y="4038600"/>
          <p14:tracePt t="59725" x="7920038" y="4021138"/>
          <p14:tracePt t="59734" x="8004175" y="4005263"/>
          <p14:tracePt t="59740" x="8086725" y="3997325"/>
          <p14:tracePt t="59748" x="8128000" y="3997325"/>
          <p14:tracePt t="59757" x="8169275" y="3979863"/>
          <p14:tracePt t="59765" x="8194675" y="3979863"/>
          <p14:tracePt t="59773" x="8210550" y="3963988"/>
          <p14:tracePt t="59789" x="8228013" y="3963988"/>
          <p14:tracePt t="59805" x="8228013" y="3956050"/>
          <p14:tracePt t="59813" x="8235950" y="3956050"/>
          <p14:tracePt t="59821" x="8235950" y="3938588"/>
          <p14:tracePt t="59829" x="8235950" y="3922713"/>
          <p14:tracePt t="59837" x="8251825" y="3871913"/>
          <p14:tracePt t="59845" x="8269288" y="3840163"/>
          <p14:tracePt t="59853" x="8269288" y="3773488"/>
          <p14:tracePt t="59862" x="8285163" y="3698875"/>
          <p14:tracePt t="59870" x="8326438" y="3648075"/>
          <p14:tracePt t="59878" x="8351838" y="3549650"/>
          <p14:tracePt t="59886" x="8369300" y="3516313"/>
          <p14:tracePt t="59894" x="8393113" y="3467100"/>
          <p14:tracePt t="59902" x="8418513" y="3390900"/>
          <p14:tracePt t="59910" x="8451850" y="3341688"/>
          <p14:tracePt t="59918" x="8459788" y="3292475"/>
          <p14:tracePt t="59926" x="8501063" y="3251200"/>
          <p14:tracePt t="59935" x="8518525" y="3225800"/>
          <p14:tracePt t="59942" x="8550275" y="3200400"/>
          <p14:tracePt t="59951" x="8559800" y="3167063"/>
          <p14:tracePt t="59959" x="8593138" y="3143250"/>
          <p14:tracePt t="59968" x="8616950" y="3117850"/>
          <p14:tracePt t="59975" x="8634413" y="3101975"/>
          <p14:tracePt t="59984" x="8642350" y="3084513"/>
          <p14:tracePt t="59991" x="8658225" y="3076575"/>
          <p14:tracePt t="59999" x="8683625" y="3060700"/>
          <p14:tracePt t="60015" x="8699500" y="3060700"/>
          <p14:tracePt t="60023" x="8699500" y="3043238"/>
          <p14:tracePt t="60039" x="8716963" y="3043238"/>
          <p14:tracePt t="60071" x="8724900" y="3043238"/>
          <p14:tracePt t="60096" x="8742363" y="3043238"/>
          <p14:tracePt t="60128" x="8758238" y="3043238"/>
          <p14:tracePt t="60136" x="8758238" y="3060700"/>
          <p14:tracePt t="60144" x="8766175" y="3117850"/>
          <p14:tracePt t="60152" x="8783638" y="3184525"/>
          <p14:tracePt t="60160" x="8816975" y="3284538"/>
          <p14:tracePt t="60168" x="8824913" y="3408363"/>
          <p14:tracePt t="60176" x="8840788" y="3516313"/>
          <p14:tracePt t="60185" x="8858250" y="3673475"/>
          <p14:tracePt t="60192" x="8858250" y="3797300"/>
          <p14:tracePt t="60201" x="8858250" y="3856038"/>
          <p14:tracePt t="60209" x="8858250" y="3963988"/>
          <p14:tracePt t="60218" x="8858250" y="4064000"/>
          <p14:tracePt t="60225" x="8858250" y="4146550"/>
          <p14:tracePt t="60234" x="8858250" y="4187825"/>
          <p14:tracePt t="60241" x="8858250" y="4229100"/>
          <p14:tracePt t="60250" x="8858250" y="4262438"/>
          <p14:tracePt t="60257" x="8858250" y="4270375"/>
          <p14:tracePt t="60265" x="8858250" y="4287838"/>
          <p14:tracePt t="60281" x="8858250" y="4303713"/>
          <p14:tracePt t="60395" x="8866188" y="4303713"/>
          <p14:tracePt t="60435" x="8866188" y="4311650"/>
          <p14:tracePt t="60459" x="8866188" y="4329113"/>
          <p14:tracePt t="60475" x="8840788" y="4344988"/>
          <p14:tracePt t="60484" x="8799513" y="4344988"/>
          <p14:tracePt t="60491" x="8742363" y="4362450"/>
          <p14:tracePt t="60501" x="8675688" y="4370388"/>
          <p14:tracePt t="60507" x="8575675" y="4370388"/>
          <p14:tracePt t="60517" x="8475663" y="4370388"/>
          <p14:tracePt t="60524" x="8418513" y="4370388"/>
          <p14:tracePt t="60532" x="8326438" y="4370388"/>
          <p14:tracePt t="60540" x="8251825" y="4370388"/>
          <p14:tracePt t="60548" x="8194675" y="4362450"/>
          <p14:tracePt t="60556" x="8169275" y="4344988"/>
          <p14:tracePt t="60564" x="8128000" y="4329113"/>
          <p14:tracePt t="60572" x="8102600" y="4311650"/>
          <p14:tracePt t="60580" x="8086725" y="4303713"/>
          <p14:tracePt t="60588" x="8069263" y="4287838"/>
          <p14:tracePt t="60596" x="8069263" y="4270375"/>
          <p14:tracePt t="60604" x="8061325" y="4262438"/>
          <p14:tracePt t="60613" x="8045450" y="4262438"/>
          <p14:tracePt t="60621" x="8045450" y="4229100"/>
          <p14:tracePt t="60629" x="8045450" y="4221163"/>
          <p14:tracePt t="60637" x="8027988" y="4203700"/>
          <p14:tracePt t="60645" x="8027988" y="4187825"/>
          <p14:tracePt t="60653" x="8027988" y="4179888"/>
          <p14:tracePt t="60661" x="8027988" y="4162425"/>
          <p14:tracePt t="60669" x="8027988" y="4146550"/>
          <p14:tracePt t="60677" x="8027988" y="4138613"/>
          <p14:tracePt t="60685" x="8027988" y="4121150"/>
          <p14:tracePt t="60701" x="8027988" y="4105275"/>
          <p14:tracePt t="60709" x="8027988" y="4097338"/>
          <p14:tracePt t="60718" x="8027988" y="4079875"/>
          <p14:tracePt t="60725" x="8027988" y="4046538"/>
          <p14:tracePt t="60734" x="8027988" y="4038600"/>
          <p14:tracePt t="60742" x="8027988" y="4005263"/>
          <p14:tracePt t="60751" x="8027988" y="3979863"/>
          <p14:tracePt t="60758" x="8027988" y="3956050"/>
          <p14:tracePt t="60767" x="8027988" y="3922713"/>
          <p14:tracePt t="60774" x="8027988" y="3871913"/>
          <p14:tracePt t="60782" x="8027988" y="3830638"/>
          <p14:tracePt t="60790" x="8027988" y="3797300"/>
          <p14:tracePt t="60798" x="8027988" y="3756025"/>
          <p14:tracePt t="60806" x="8027988" y="3732213"/>
          <p14:tracePt t="60814" x="8027988" y="3698875"/>
          <p14:tracePt t="60822" x="8027988" y="3673475"/>
          <p14:tracePt t="60830" x="8027988" y="3657600"/>
          <p14:tracePt t="60838" x="8027988" y="3632200"/>
          <p14:tracePt t="60846" x="8027988" y="3606800"/>
          <p14:tracePt t="60855" x="8027988" y="3590925"/>
          <p14:tracePt t="60862" x="8027988" y="3573463"/>
          <p14:tracePt t="60871" x="8027988" y="3565525"/>
          <p14:tracePt t="60879" x="8027988" y="3549650"/>
          <p14:tracePt t="60887" x="8027988" y="3532188"/>
          <p14:tracePt t="60903" x="8027988" y="3516313"/>
          <p14:tracePt t="60911" x="8027988" y="3508375"/>
          <p14:tracePt t="60927" x="8027988" y="3490913"/>
          <p14:tracePt t="60935" x="8027988" y="3475038"/>
          <p14:tracePt t="60959" x="8027988" y="3467100"/>
          <p14:tracePt t="60968" x="8045450" y="3467100"/>
          <p14:tracePt t="61040" x="8061325" y="3467100"/>
          <p14:tracePt t="61064" x="8069263" y="3449638"/>
          <p14:tracePt t="61105" x="8086725" y="3449638"/>
          <p14:tracePt t="61177" x="8086725" y="3433763"/>
          <p14:tracePt t="61250" x="8086725" y="3424238"/>
          <p14:tracePt t="61274" x="8086725" y="3408363"/>
          <p14:tracePt t="61284" x="8086725" y="3390900"/>
          <p14:tracePt t="61299" x="8086725" y="3382963"/>
          <p14:tracePt t="61307" x="8086725" y="3367088"/>
          <p14:tracePt t="61315" x="8086725" y="3349625"/>
          <p14:tracePt t="61323" x="8086725" y="3341688"/>
          <p14:tracePt t="61339" x="8086725" y="3325813"/>
          <p14:tracePt t="61355" x="8086725" y="3308350"/>
          <p14:tracePt t="61379" x="8102600" y="3292475"/>
          <p14:tracePt t="61420" x="8112125" y="3292475"/>
          <p14:tracePt t="61428" x="8128000" y="3284538"/>
          <p14:tracePt t="61444" x="8153400" y="3284538"/>
          <p14:tracePt t="61452" x="8186738" y="3284538"/>
          <p14:tracePt t="61460" x="8210550" y="3284538"/>
          <p14:tracePt t="61468" x="8251825" y="3284538"/>
          <p14:tracePt t="61476" x="8285163" y="3284538"/>
          <p14:tracePt t="61485" x="8326438" y="3284538"/>
          <p14:tracePt t="61492" x="8369300" y="3284538"/>
          <p14:tracePt t="61501" x="8393113" y="3284538"/>
          <p14:tracePt t="61508" x="8434388" y="3284538"/>
          <p14:tracePt t="61518" x="8459788" y="3292475"/>
          <p14:tracePt t="61525" x="8493125" y="3308350"/>
          <p14:tracePt t="61539" x="8501063" y="3325813"/>
          <p14:tracePt t="61542" x="8534400" y="3341688"/>
          <p14:tracePt t="61551" x="8550275" y="3341688"/>
          <p14:tracePt t="61557" x="8559800" y="3349625"/>
          <p14:tracePt t="61565" x="8575675" y="3367088"/>
          <p14:tracePt t="61573" x="8593138" y="3367088"/>
          <p14:tracePt t="61581" x="8601075" y="3382963"/>
          <p14:tracePt t="61590" x="8601075" y="3390900"/>
          <p14:tracePt t="61597" x="8616950" y="3408363"/>
          <p14:tracePt t="61613" x="8634413" y="3424238"/>
          <p14:tracePt t="61622" x="8634413" y="3433763"/>
          <p14:tracePt t="61630" x="8642350" y="3449638"/>
          <p14:tracePt t="61638" x="8642350" y="3467100"/>
          <p14:tracePt t="61646" x="8642350" y="3475038"/>
          <p14:tracePt t="61654" x="8642350" y="3508375"/>
          <p14:tracePt t="61662" x="8658225" y="3565525"/>
          <p14:tracePt t="61670" x="8658225" y="3632200"/>
          <p14:tracePt t="61678" x="8675688" y="3732213"/>
          <p14:tracePt t="61686" x="8683625" y="3856038"/>
          <p14:tracePt t="61694" x="8683625" y="4005263"/>
          <p14:tracePt t="61702" x="8699500" y="4121150"/>
          <p14:tracePt t="61711" x="8699500" y="4203700"/>
          <p14:tracePt t="61718" x="8699500" y="4287838"/>
          <p14:tracePt t="61726" x="8699500" y="4411663"/>
          <p14:tracePt t="61735" x="8699500" y="4470400"/>
          <p14:tracePt t="61742" x="8699500" y="4535488"/>
          <p14:tracePt t="61751" x="8699500" y="4576763"/>
          <p14:tracePt t="61759" x="8699500" y="4610100"/>
          <p14:tracePt t="61768" x="8699500" y="4635500"/>
          <p14:tracePt t="61775" x="8699500" y="4668838"/>
          <p14:tracePt t="61791" x="8699500" y="4676775"/>
          <p14:tracePt t="61800" x="8699500" y="4694238"/>
          <p14:tracePt t="61815" x="8683625" y="4710113"/>
          <p14:tracePt t="61823" x="8683625" y="4718050"/>
          <p14:tracePt t="61832" x="8675688" y="4735513"/>
          <p14:tracePt t="61840" x="8658225" y="4735513"/>
          <p14:tracePt t="61848" x="8634413" y="4751388"/>
          <p14:tracePt t="61856" x="8601075" y="4759325"/>
          <p14:tracePt t="61864" x="8575675" y="4759325"/>
          <p14:tracePt t="61872" x="8559800" y="4776788"/>
          <p14:tracePt t="61880" x="8534400" y="4776788"/>
          <p14:tracePt t="61888" x="8501063" y="4776788"/>
          <p14:tracePt t="61896" x="8493125" y="4776788"/>
          <p14:tracePt t="61904" x="8459788" y="4776788"/>
          <p14:tracePt t="61912" x="8451850" y="4776788"/>
          <p14:tracePt t="61921" x="8434388" y="4776788"/>
          <p14:tracePt t="61928" x="8418513" y="4776788"/>
          <p14:tracePt t="61937" x="8393113" y="4759325"/>
          <p14:tracePt t="61944" x="8377238" y="4751388"/>
          <p14:tracePt t="61953" x="8335963" y="4710113"/>
          <p14:tracePt t="61961" x="8293100" y="4668838"/>
          <p14:tracePt t="61969" x="8251825" y="4627563"/>
          <p14:tracePt t="61977" x="8235950" y="4594225"/>
          <p14:tracePt t="61985" x="8194675" y="4535488"/>
          <p14:tracePt t="61993" x="8153400" y="4486275"/>
          <p14:tracePt t="62001" x="8128000" y="4445000"/>
          <p14:tracePt t="62009" x="8112125" y="4386263"/>
          <p14:tracePt t="62019" x="8069263" y="4344988"/>
          <p14:tracePt t="62025" x="8061325" y="4303713"/>
          <p14:tracePt t="62034" x="8045450" y="4262438"/>
          <p14:tracePt t="62041" x="8045450" y="4229100"/>
          <p14:tracePt t="62051" x="8027988" y="4203700"/>
          <p14:tracePt t="62058" x="8020050" y="4162425"/>
          <p14:tracePt t="62067" x="8020050" y="4138613"/>
          <p14:tracePt t="62074" x="8020050" y="4097338"/>
          <p14:tracePt t="62084" x="8020050" y="4046538"/>
          <p14:tracePt t="62090" x="8004175" y="4021138"/>
          <p14:tracePt t="62101" x="8004175" y="3979863"/>
          <p14:tracePt t="62106" x="8004175" y="3956050"/>
          <p14:tracePt t="62118" x="8004175" y="3922713"/>
          <p14:tracePt t="62122" x="8004175" y="3914775"/>
          <p14:tracePt t="62134" x="7986713" y="3881438"/>
          <p14:tracePt t="62138" x="7986713" y="3856038"/>
          <p14:tracePt t="62151" x="7986713" y="3840163"/>
          <p14:tracePt t="62155" x="7986713" y="3830638"/>
          <p14:tracePt t="62168" x="7986713" y="3814763"/>
          <p14:tracePt t="62171" x="7986713" y="3781425"/>
          <p14:tracePt t="62187" x="7986713" y="3773488"/>
          <p14:tracePt t="62201" x="7986713" y="3740150"/>
          <p14:tracePt t="62203" x="7986713" y="3732213"/>
          <p14:tracePt t="62218" x="7986713" y="3714750"/>
          <p14:tracePt t="62234" x="7986713" y="3690938"/>
          <p14:tracePt t="62235" x="7986713" y="3673475"/>
          <p14:tracePt t="62243" x="7986713" y="3657600"/>
          <p14:tracePt t="62251" x="7986713" y="3648075"/>
          <p14:tracePt t="62259" x="7986713" y="3632200"/>
          <p14:tracePt t="62268" x="8020050" y="3606800"/>
          <p14:tracePt t="62276" x="8020050" y="3590925"/>
          <p14:tracePt t="62285" x="8027988" y="3573463"/>
          <p14:tracePt t="62292" x="8027988" y="3565525"/>
          <p14:tracePt t="62301" x="8045450" y="3549650"/>
          <p14:tracePt t="62308" x="8061325" y="3532188"/>
          <p14:tracePt t="62318" x="8069263" y="3516313"/>
          <p14:tracePt t="62332" x="8086725" y="3508375"/>
          <p14:tracePt t="62340" x="8102600" y="3508375"/>
          <p14:tracePt t="62348" x="8102600" y="3490913"/>
          <p14:tracePt t="62356" x="8112125" y="3490913"/>
          <p14:tracePt t="62364" x="8128000" y="3475038"/>
          <p14:tracePt t="62372" x="8143875" y="3475038"/>
          <p14:tracePt t="62381" x="8153400" y="3475038"/>
          <p14:tracePt t="62389" x="8169275" y="3475038"/>
          <p14:tracePt t="62396" x="8186738" y="3475038"/>
          <p14:tracePt t="62405" x="8210550" y="3475038"/>
          <p14:tracePt t="62413" x="8228013" y="3475038"/>
          <p14:tracePt t="62421" x="8251825" y="3475038"/>
          <p14:tracePt t="62429" x="8285163" y="3475038"/>
          <p14:tracePt t="62437" x="8293100" y="3475038"/>
          <p14:tracePt t="62445" x="8326438" y="3475038"/>
          <p14:tracePt t="62453" x="8335963" y="3475038"/>
          <p14:tracePt t="62461" x="8351838" y="3475038"/>
          <p14:tracePt t="62469" x="8377238" y="3475038"/>
          <p14:tracePt t="62477" x="8393113" y="3475038"/>
          <p14:tracePt t="62486" x="8410575" y="3475038"/>
          <p14:tracePt t="62494" x="8410575" y="3490913"/>
          <p14:tracePt t="62501" x="8418513" y="3490913"/>
          <p14:tracePt t="62509" x="8434388" y="3508375"/>
          <p14:tracePt t="62526" x="8451850" y="3508375"/>
          <p14:tracePt t="62539" x="8459788" y="3516313"/>
          <p14:tracePt t="62551" x="8475663" y="3532188"/>
          <p14:tracePt t="62558" x="8493125" y="3549650"/>
          <p14:tracePt t="62567" x="8501063" y="3565525"/>
          <p14:tracePt t="62574" x="8518525" y="3573463"/>
          <p14:tracePt t="62584" x="8534400" y="3590925"/>
          <p14:tracePt t="62591" x="8534400" y="3606800"/>
          <p14:tracePt t="62599" x="8550275" y="3606800"/>
          <p14:tracePt t="62606" x="8559800" y="3616325"/>
          <p14:tracePt t="62615" x="8559800" y="3632200"/>
          <p14:tracePt t="62631" x="8575675" y="3648075"/>
          <p14:tracePt t="62639" x="8575675" y="3673475"/>
          <p14:tracePt t="62647" x="8593138" y="3690938"/>
          <p14:tracePt t="62655" x="8593138" y="3698875"/>
          <p14:tracePt t="62663" x="8601075" y="3732213"/>
          <p14:tracePt t="62671" x="8601075" y="3756025"/>
          <p14:tracePt t="62679" x="8601075" y="3781425"/>
          <p14:tracePt t="62687" x="8601075" y="3830638"/>
          <p14:tracePt t="62695" x="8616950" y="3840163"/>
          <p14:tracePt t="62703" x="8616950" y="3871913"/>
          <p14:tracePt t="62711" x="8616950" y="3881438"/>
          <p14:tracePt t="62720" x="8616950" y="3914775"/>
          <p14:tracePt t="62728" x="8616950" y="3922713"/>
          <p14:tracePt t="62736" x="8616950" y="3938588"/>
          <p14:tracePt t="62752" x="8616950" y="3956050"/>
          <p14:tracePt t="62760" x="8616950" y="3963988"/>
          <p14:tracePt t="62776" x="8616950" y="3997325"/>
          <p14:tracePt t="62784" x="8616950" y="4021138"/>
          <p14:tracePt t="62792" x="8616950" y="4079875"/>
          <p14:tracePt t="62801" x="8616950" y="4105275"/>
          <p14:tracePt t="62809" x="8616950" y="4138613"/>
          <p14:tracePt t="62818" x="8616950" y="4179888"/>
          <p14:tracePt t="62825" x="8616950" y="4203700"/>
          <p14:tracePt t="62834" x="8616950" y="4229100"/>
          <p14:tracePt t="62841" x="8616950" y="4246563"/>
          <p14:tracePt t="62849" x="8616950" y="4262438"/>
          <p14:tracePt t="62857" x="8616950" y="4270375"/>
          <p14:tracePt t="62873" x="8616950" y="4287838"/>
          <p14:tracePt t="62986" x="8601075" y="4287838"/>
          <p14:tracePt t="63002" x="8593138" y="4287838"/>
          <p14:tracePt t="63018" x="8575675" y="4287838"/>
          <p14:tracePt t="63035" x="8559800" y="4287838"/>
          <p14:tracePt t="63052" x="8550275" y="4287838"/>
          <p14:tracePt t="63075" x="8534400" y="4287838"/>
          <p14:tracePt t="63196" x="8518525" y="4287838"/>
          <p14:tracePt t="63244" x="8501063" y="4287838"/>
          <p14:tracePt t="63261" x="8493125" y="4270375"/>
          <p14:tracePt t="63268" x="8475663" y="4270375"/>
          <p14:tracePt t="63277" x="8459788" y="4270375"/>
          <p14:tracePt t="63285" x="8459788" y="4262438"/>
          <p14:tracePt t="63293" x="8451850" y="4262438"/>
          <p14:tracePt t="63301" x="8434388" y="4246563"/>
          <p14:tracePt t="63309" x="8410575" y="4246563"/>
          <p14:tracePt t="63318" x="8393113" y="4229100"/>
          <p14:tracePt t="63325" x="8351838" y="4203700"/>
          <p14:tracePt t="63334" x="8326438" y="4187825"/>
          <p14:tracePt t="63341" x="8251825" y="4162425"/>
          <p14:tracePt t="63351" x="8235950" y="4146550"/>
          <p14:tracePt t="63358" x="8153400" y="4079875"/>
          <p14:tracePt t="63367" x="8112125" y="4046538"/>
          <p14:tracePt t="63374" x="8069263" y="4005263"/>
          <p14:tracePt t="63382" x="8027988" y="3979863"/>
          <p14:tracePt t="63390" x="8004175" y="3956050"/>
          <p14:tracePt t="63398" x="7970838" y="3922713"/>
          <p14:tracePt t="63406" x="7945438" y="3897313"/>
          <p14:tracePt t="63414" x="7929563" y="3881438"/>
          <p14:tracePt t="63422" x="7929563" y="3871913"/>
          <p14:tracePt t="63430" x="7920038" y="3840163"/>
          <p14:tracePt t="63438" x="7904163" y="3830638"/>
          <p14:tracePt t="63446" x="7904163" y="3814763"/>
          <p14:tracePt t="63454" x="7904163" y="3797300"/>
          <p14:tracePt t="63462" x="7886700" y="3773488"/>
          <p14:tracePt t="63470" x="7886700" y="3756025"/>
          <p14:tracePt t="63479" x="7886700" y="3732213"/>
          <p14:tracePt t="63487" x="7886700" y="3698875"/>
          <p14:tracePt t="63495" x="7878763" y="3690938"/>
          <p14:tracePt t="63503" x="7878763" y="3657600"/>
          <p14:tracePt t="63511" x="7878763" y="3648075"/>
          <p14:tracePt t="63519" x="7878763" y="3632200"/>
          <p14:tracePt t="63527" x="7878763" y="3606800"/>
          <p14:tracePt t="63540" x="7878763" y="3590925"/>
          <p14:tracePt t="63543" x="7878763" y="3565525"/>
          <p14:tracePt t="63552" x="7878763" y="3549650"/>
          <p14:tracePt t="63559" x="7878763" y="3532188"/>
          <p14:tracePt t="63568" x="7886700" y="3508375"/>
          <p14:tracePt t="63576" x="7886700" y="3490913"/>
          <p14:tracePt t="63585" x="7904163" y="3475038"/>
          <p14:tracePt t="63592" x="7904163" y="3467100"/>
          <p14:tracePt t="63601" x="7920038" y="3467100"/>
          <p14:tracePt t="63608" x="7929563" y="3449638"/>
          <p14:tracePt t="63618" x="7945438" y="3433763"/>
          <p14:tracePt t="63624" x="7962900" y="3433763"/>
          <p14:tracePt t="63634" x="7970838" y="3424238"/>
          <p14:tracePt t="63640" x="8004175" y="3424238"/>
          <p14:tracePt t="63651" x="8027988" y="3408363"/>
          <p14:tracePt t="63656" x="8045450" y="3408363"/>
          <p14:tracePt t="63668" x="8069263" y="3408363"/>
          <p14:tracePt t="63672" x="8086725" y="3390900"/>
          <p14:tracePt t="63684" x="8112125" y="3390900"/>
          <p14:tracePt t="63688" x="8143875" y="3390900"/>
          <p14:tracePt t="63701" x="8143875" y="3382963"/>
          <p14:tracePt t="63705" x="8169275" y="3382963"/>
          <p14:tracePt t="63718" x="8186738" y="3382963"/>
          <p14:tracePt t="63721" x="8194675" y="3382963"/>
          <p14:tracePt t="63734" x="8228013" y="3382963"/>
          <p14:tracePt t="63737" x="8251825" y="3382963"/>
          <p14:tracePt t="63753" x="8285163" y="3382963"/>
          <p14:tracePt t="63768" x="8310563" y="3382963"/>
          <p14:tracePt t="63770" x="8326438" y="3382963"/>
          <p14:tracePt t="63784" x="8351838" y="3390900"/>
          <p14:tracePt t="63785" x="8377238" y="3424238"/>
          <p14:tracePt t="63793" x="8393113" y="3433763"/>
          <p14:tracePt t="63802" x="8418513" y="3467100"/>
          <p14:tracePt t="63809" x="8451850" y="3490913"/>
          <p14:tracePt t="63818" x="8475663" y="3516313"/>
          <p14:tracePt t="63826" x="8501063" y="3549650"/>
          <p14:tracePt t="63834" x="8534400" y="3590925"/>
          <p14:tracePt t="63842" x="8575675" y="3632200"/>
          <p14:tracePt t="63851" x="8601075" y="3657600"/>
          <p14:tracePt t="63858" x="8616950" y="3698875"/>
          <p14:tracePt t="63868" x="8642350" y="3740150"/>
          <p14:tracePt t="63874" x="8658225" y="3756025"/>
          <p14:tracePt t="63884" x="8675688" y="3797300"/>
          <p14:tracePt t="63890" x="8675688" y="3814763"/>
          <p14:tracePt t="63901" x="8683625" y="3840163"/>
          <p14:tracePt t="63906" x="8699500" y="3881438"/>
          <p14:tracePt t="63918" x="8699500" y="3897313"/>
          <p14:tracePt t="63922" x="8716963" y="3938588"/>
          <p14:tracePt t="63934" x="8716963" y="3963988"/>
          <p14:tracePt t="63939" x="8716963" y="3997325"/>
          <p14:tracePt t="63951" x="8716963" y="4038600"/>
          <p14:tracePt t="63955" x="8716963" y="4046538"/>
          <p14:tracePt t="63967" x="8716963" y="4097338"/>
          <p14:tracePt t="63971" x="8716963" y="4105275"/>
          <p14:tracePt t="63984" x="8716963" y="4138613"/>
          <p14:tracePt t="63987" x="8716963" y="4146550"/>
          <p14:tracePt t="64001" x="8716963" y="4162425"/>
          <p14:tracePt t="64003" x="8716963" y="4179888"/>
          <p14:tracePt t="64018" x="8699500" y="4187825"/>
          <p14:tracePt t="64021" x="8699500" y="4203700"/>
          <p14:tracePt t="64036" x="8683625" y="4221163"/>
          <p14:tracePt t="64052" x="8675688" y="4229100"/>
          <p14:tracePt t="64053" x="8675688" y="4246563"/>
          <p14:tracePt t="64076" x="8658225" y="4262438"/>
          <p14:tracePt t="64092" x="8658225" y="4270375"/>
          <p14:tracePt t="64108" x="8642350" y="4270375"/>
          <p14:tracePt t="64118" x="8642350" y="4287838"/>
          <p14:tracePt t="64133" x="8634413" y="4287838"/>
          <p14:tracePt t="64140" x="8634413" y="4303713"/>
          <p14:tracePt t="64165" x="8616950" y="4311650"/>
          <p14:tracePt t="64189" x="8601075" y="4311650"/>
          <p14:tracePt t="64205" x="8593138" y="4311650"/>
          <p14:tracePt t="64213" x="8575675" y="4311650"/>
          <p14:tracePt t="64221" x="8559800" y="4311650"/>
          <p14:tracePt t="64229" x="8550275" y="4311650"/>
          <p14:tracePt t="64237" x="8518525" y="4311650"/>
          <p14:tracePt t="64245" x="8501063" y="4311650"/>
          <p14:tracePt t="64254" x="8459788" y="4311650"/>
          <p14:tracePt t="64262" x="8451850" y="4303713"/>
          <p14:tracePt t="64270" x="8418513" y="4287838"/>
          <p14:tracePt t="64278" x="8377238" y="4270375"/>
          <p14:tracePt t="64286" x="8369300" y="4262438"/>
          <p14:tracePt t="64294" x="8335963" y="4246563"/>
          <p14:tracePt t="64302" x="8310563" y="4221163"/>
          <p14:tracePt t="64310" x="8251825" y="4162425"/>
          <p14:tracePt t="64318" x="8228013" y="4121150"/>
          <p14:tracePt t="64326" x="8210550" y="4105275"/>
          <p14:tracePt t="64335" x="8169275" y="4064000"/>
          <p14:tracePt t="64342" x="8143875" y="4005263"/>
          <p14:tracePt t="64351" x="8128000" y="3963988"/>
          <p14:tracePt t="64359" x="8112125" y="3938588"/>
          <p14:tracePt t="64368" x="8102600" y="3914775"/>
          <p14:tracePt t="64375" x="8086725" y="3881438"/>
          <p14:tracePt t="64384" x="8086725" y="3856038"/>
          <p14:tracePt t="64391" x="8069263" y="3830638"/>
          <p14:tracePt t="64400" x="8069263" y="3814763"/>
          <p14:tracePt t="64407" x="8061325" y="3773488"/>
          <p14:tracePt t="64415" x="8061325" y="3756025"/>
          <p14:tracePt t="64423" x="8061325" y="3714750"/>
          <p14:tracePt t="64431" x="8061325" y="3673475"/>
          <p14:tracePt t="64439" x="8061325" y="3648075"/>
          <p14:tracePt t="64448" x="8061325" y="3616325"/>
          <p14:tracePt t="64456" x="8061325" y="3590925"/>
          <p14:tracePt t="64463" x="8061325" y="3549650"/>
          <p14:tracePt t="64472" x="8061325" y="3516313"/>
          <p14:tracePt t="64480" x="8061325" y="3508375"/>
          <p14:tracePt t="64488" x="8061325" y="3490913"/>
          <p14:tracePt t="64496" x="8061325" y="3467100"/>
          <p14:tracePt t="64512" x="8061325" y="3433763"/>
          <p14:tracePt t="64520" x="8061325" y="3424238"/>
          <p14:tracePt t="64528" x="8061325" y="3408363"/>
          <p14:tracePt t="64539" x="8061325" y="3390900"/>
          <p14:tracePt t="64544" x="8069263" y="3382963"/>
          <p14:tracePt t="64553" x="8069263" y="3367088"/>
          <p14:tracePt t="64561" x="8086725" y="3349625"/>
          <p14:tracePt t="64585" x="8086725" y="3341688"/>
          <p14:tracePt t="64593" x="8102600" y="3341688"/>
          <p14:tracePt t="64617" x="8112125" y="3341688"/>
          <p14:tracePt t="64634" x="8128000" y="3341688"/>
          <p14:tracePt t="64641" x="8153400" y="3325813"/>
          <p14:tracePt t="64651" x="8169275" y="3325813"/>
          <p14:tracePt t="64658" x="8186738" y="3325813"/>
          <p14:tracePt t="64665" x="8194675" y="3325813"/>
          <p14:tracePt t="64673" x="8210550" y="3325813"/>
          <p14:tracePt t="64682" x="8228013" y="3325813"/>
          <p14:tracePt t="64690" x="8235950" y="3325813"/>
          <p14:tracePt t="64698" x="8251825" y="3325813"/>
          <p14:tracePt t="64714" x="8269288" y="3325813"/>
          <p14:tracePt t="64722" x="8285163" y="3325813"/>
          <p14:tracePt t="64738" x="8293100" y="3325813"/>
          <p14:tracePt t="64746" x="8310563" y="3341688"/>
          <p14:tracePt t="64762" x="8326438" y="3349625"/>
          <p14:tracePt t="64771" x="8335963" y="3349625"/>
          <p14:tracePt t="64778" x="8335963" y="3367088"/>
          <p14:tracePt t="64786" x="8351838" y="3382963"/>
          <p14:tracePt t="64795" x="8369300" y="3382963"/>
          <p14:tracePt t="64803" x="8377238" y="3390900"/>
          <p14:tracePt t="64811" x="8377238" y="3408363"/>
          <p14:tracePt t="64819" x="8393113" y="3424238"/>
          <p14:tracePt t="64827" x="8410575" y="3433763"/>
          <p14:tracePt t="64835" x="8418513" y="3433763"/>
          <p14:tracePt t="64843" x="8434388" y="3449638"/>
          <p14:tracePt t="64851" x="8434388" y="3475038"/>
          <p14:tracePt t="64859" x="8451850" y="3490913"/>
          <p14:tracePt t="64867" x="8459788" y="3508375"/>
          <p14:tracePt t="64875" x="8475663" y="3516313"/>
          <p14:tracePt t="64885" x="8493125" y="3549650"/>
          <p14:tracePt t="64892" x="8493125" y="3565525"/>
          <p14:tracePt t="64901" x="8501063" y="3573463"/>
          <p14:tracePt t="64908" x="8518525" y="3590925"/>
          <p14:tracePt t="64917" x="8518525" y="3616325"/>
          <p14:tracePt t="64932" x="8534400" y="3632200"/>
          <p14:tracePt t="64940" x="8534400" y="3648075"/>
          <p14:tracePt t="64948" x="8550275" y="3673475"/>
          <p14:tracePt t="64956" x="8550275" y="3690938"/>
          <p14:tracePt t="64964" x="8550275" y="3698875"/>
          <p14:tracePt t="64972" x="8559800" y="3732213"/>
          <p14:tracePt t="64980" x="8559800" y="3756025"/>
          <p14:tracePt t="64988" x="8575675" y="3781425"/>
          <p14:tracePt t="64996" x="8593138" y="3814763"/>
          <p14:tracePt t="65005" x="8593138" y="3856038"/>
          <p14:tracePt t="65012" x="8593138" y="3881438"/>
          <p14:tracePt t="65021" x="8601075" y="3897313"/>
          <p14:tracePt t="65029" x="8601075" y="3922713"/>
          <p14:tracePt t="65037" x="8601075" y="3938588"/>
          <p14:tracePt t="65045" x="8601075" y="3963988"/>
          <p14:tracePt t="65053" x="8601075" y="3979863"/>
          <p14:tracePt t="65061" x="8601075" y="3997325"/>
          <p14:tracePt t="65069" x="8601075" y="4005263"/>
          <p14:tracePt t="65077" x="8601075" y="4021138"/>
          <p14:tracePt t="65085" x="8601075" y="4038600"/>
          <p14:tracePt t="65093" x="8601075" y="4046538"/>
          <p14:tracePt t="65101" x="8601075" y="4064000"/>
          <p14:tracePt t="65118" x="8601075" y="4079875"/>
          <p14:tracePt t="65126" x="8601075" y="4097338"/>
          <p14:tracePt t="65134" x="8601075" y="4105275"/>
          <p14:tracePt t="65142" x="8601075" y="4121150"/>
          <p14:tracePt t="65158" x="8593138" y="4138613"/>
          <p14:tracePt t="65174" x="8593138" y="4146550"/>
          <p14:tracePt t="65198" x="8575675" y="4162425"/>
          <p14:tracePt t="65223" x="8550275" y="4162425"/>
          <p14:tracePt t="65231" x="8534400" y="4162425"/>
          <p14:tracePt t="65239" x="8518525" y="4162425"/>
          <p14:tracePt t="65247" x="8501063" y="4162425"/>
          <p14:tracePt t="65255" x="8475663" y="4162425"/>
          <p14:tracePt t="65263" x="8459788" y="4162425"/>
          <p14:tracePt t="65271" x="8451850" y="4162425"/>
          <p14:tracePt t="65279" x="8434388" y="4146550"/>
          <p14:tracePt t="65287" x="8418513" y="4146550"/>
          <p14:tracePt t="65295" x="8393113" y="4138613"/>
          <p14:tracePt t="65303" x="8393113" y="4121150"/>
          <p14:tracePt t="65311" x="8377238" y="4105275"/>
          <p14:tracePt t="65319" x="8369300" y="4105275"/>
          <p14:tracePt t="65328" x="8351838" y="4079875"/>
          <p14:tracePt t="65336" x="8326438" y="4046538"/>
          <p14:tracePt t="65344" x="8310563" y="4021138"/>
          <p14:tracePt t="65352" x="8293100" y="3997325"/>
          <p14:tracePt t="65360" x="8285163" y="3963988"/>
          <p14:tracePt t="65368" x="8269288" y="3956050"/>
          <p14:tracePt t="65376" x="8269288" y="3922713"/>
          <p14:tracePt t="65384" x="8251825" y="3914775"/>
          <p14:tracePt t="65392" x="8251825" y="3897313"/>
          <p14:tracePt t="65401" x="8251825" y="3881438"/>
          <p14:tracePt t="65408" x="8251825" y="3871913"/>
          <p14:tracePt t="65418" x="8235950" y="3871913"/>
          <p14:tracePt t="65424" x="8235950" y="3856038"/>
          <p14:tracePt t="65434" x="8235950" y="3840163"/>
          <p14:tracePt t="65441" x="8235950" y="3830638"/>
          <p14:tracePt t="65451" x="8228013" y="3830638"/>
          <p14:tracePt t="65457" x="8228013" y="3814763"/>
          <p14:tracePt t="65473" x="8228013" y="3797300"/>
          <p14:tracePt t="65618" x="8228013" y="3814763"/>
          <p14:tracePt t="65626" x="8228013" y="3840163"/>
          <p14:tracePt t="65636" x="8228013" y="3856038"/>
          <p14:tracePt t="65643" x="8228013" y="3871913"/>
          <p14:tracePt t="65651" x="8235950" y="3897313"/>
          <p14:tracePt t="65658" x="8235950" y="3922713"/>
          <p14:tracePt t="65668" x="8235950" y="3938588"/>
          <p14:tracePt t="65675" x="8235950" y="3963988"/>
          <p14:tracePt t="65684" x="8251825" y="3979863"/>
          <p14:tracePt t="65691" x="8251825" y="3997325"/>
          <p14:tracePt t="65700" x="8251825" y="4021138"/>
          <p14:tracePt t="65707" x="8251825" y="4038600"/>
          <p14:tracePt t="65715" x="8251825" y="4046538"/>
          <p14:tracePt t="65723" x="8251825" y="4079875"/>
          <p14:tracePt t="65731" x="8251825" y="4097338"/>
          <p14:tracePt t="65739" x="8251825" y="4105275"/>
          <p14:tracePt t="65747" x="8251825" y="4121150"/>
          <p14:tracePt t="65756" x="8251825" y="4138613"/>
          <p14:tracePt t="65764" x="8251825" y="4146550"/>
          <p14:tracePt t="65780" x="8251825" y="4162425"/>
          <p14:tracePt t="65796" x="8251825" y="4179888"/>
          <p14:tracePt t="65901" x="8235950" y="4179888"/>
          <p14:tracePt t="65957" x="8228013" y="4179888"/>
          <p14:tracePt t="66078" x="8235950" y="4179888"/>
          <p14:tracePt t="66086" x="8251825" y="4179888"/>
          <p14:tracePt t="66094" x="8269288" y="4179888"/>
          <p14:tracePt t="66103" x="8285163" y="4179888"/>
          <p14:tracePt t="66111" x="8293100" y="4179888"/>
          <p14:tracePt t="66118" x="8310563" y="4179888"/>
          <p14:tracePt t="66127" x="8326438" y="4179888"/>
          <p14:tracePt t="66135" x="8335963" y="4179888"/>
          <p14:tracePt t="66143" x="8351838" y="4179888"/>
          <p14:tracePt t="66167" x="8369300" y="4179888"/>
          <p14:tracePt t="66264" x="8377238" y="4179888"/>
          <p14:tracePt t="66353" x="8393113" y="4179888"/>
          <p14:tracePt t="66361" x="8393113" y="4162425"/>
          <p14:tracePt t="66369" x="8410575" y="4138613"/>
          <p14:tracePt t="66377" x="8418513" y="4097338"/>
          <p14:tracePt t="66385" x="8459788" y="4046538"/>
          <p14:tracePt t="66393" x="8459788" y="4005263"/>
          <p14:tracePt t="66401" x="8475663" y="3956050"/>
          <p14:tracePt t="66409" x="8501063" y="3914775"/>
          <p14:tracePt t="66418" x="8501063" y="3856038"/>
          <p14:tracePt t="66425" x="8518525" y="3797300"/>
          <p14:tracePt t="66434" x="8518525" y="3756025"/>
          <p14:tracePt t="66442" x="8518525" y="3740150"/>
          <p14:tracePt t="66451" x="8518525" y="3698875"/>
          <p14:tracePt t="66458" x="8518525" y="3690938"/>
          <p14:tracePt t="66467" x="8518525" y="3673475"/>
          <p14:tracePt t="66474" x="8518525" y="3657600"/>
          <p14:tracePt t="66490" x="8518525" y="3648075"/>
          <p14:tracePt t="66498" x="8518525" y="3632200"/>
          <p14:tracePt t="66506" x="8501063" y="3616325"/>
          <p14:tracePt t="66522" x="8493125" y="3606800"/>
          <p14:tracePt t="66539" x="8475663" y="3590925"/>
          <p14:tracePt t="66563" x="8459788" y="3573463"/>
          <p14:tracePt t="66595" x="8451850" y="3573463"/>
          <p14:tracePt t="66619" x="8434388" y="3573463"/>
          <p14:tracePt t="66627" x="8418513" y="3573463"/>
          <p14:tracePt t="66643" x="8410575" y="3573463"/>
          <p14:tracePt t="66659" x="8393113" y="3573463"/>
          <p14:tracePt t="66667" x="8377238" y="3573463"/>
          <p14:tracePt t="66676" x="8369300" y="3573463"/>
          <p14:tracePt t="66685" x="8335963" y="3573463"/>
          <p14:tracePt t="66692" x="8326438" y="3573463"/>
          <p14:tracePt t="66701" x="8293100" y="3573463"/>
          <p14:tracePt t="66708" x="8251825" y="3565525"/>
          <p14:tracePt t="66717" x="8235950" y="3549650"/>
          <p14:tracePt t="66724" x="8194675" y="3532188"/>
          <p14:tracePt t="66732" x="8153400" y="3490913"/>
          <p14:tracePt t="66740" x="8143875" y="3475038"/>
          <p14:tracePt t="66749" x="8112125" y="3449638"/>
          <p14:tracePt t="66757" x="8086725" y="3424238"/>
          <p14:tracePt t="66764" x="8069263" y="3408363"/>
          <p14:tracePt t="66773" x="8061325" y="3390900"/>
          <p14:tracePt t="66781" x="8045450" y="3382963"/>
          <p14:tracePt t="66789" x="8045450" y="3367088"/>
          <p14:tracePt t="66797" x="8045450" y="3349625"/>
          <p14:tracePt t="66805" x="8045450" y="3341688"/>
          <p14:tracePt t="66821" x="8045450" y="3325813"/>
          <p14:tracePt t="66845" x="8045450" y="3308350"/>
          <p14:tracePt t="66878" x="8061325" y="3292475"/>
          <p14:tracePt t="66886" x="8069263" y="3292475"/>
          <p14:tracePt t="66894" x="8086725" y="3284538"/>
          <p14:tracePt t="66902" x="8102600" y="3284538"/>
          <p14:tracePt t="66910" x="8128000" y="3284538"/>
          <p14:tracePt t="66918" x="8143875" y="3284538"/>
          <p14:tracePt t="66926" x="8169275" y="3284538"/>
          <p14:tracePt t="66935" x="8194675" y="3284538"/>
          <p14:tracePt t="66942" x="8210550" y="3284538"/>
          <p14:tracePt t="66951" x="8228013" y="3284538"/>
          <p14:tracePt t="66958" x="8251825" y="3284538"/>
          <p14:tracePt t="66968" x="8269288" y="3284538"/>
          <p14:tracePt t="66975" x="8285163" y="3292475"/>
          <p14:tracePt t="66983" x="8310563" y="3308350"/>
          <p14:tracePt t="66991" x="8326438" y="3341688"/>
          <p14:tracePt t="67000" x="8335963" y="3367088"/>
          <p14:tracePt t="67007" x="8351838" y="3390900"/>
          <p14:tracePt t="67015" x="8377238" y="3433763"/>
          <p14:tracePt t="67023" x="8393113" y="3475038"/>
          <p14:tracePt t="67031" x="8410575" y="3490913"/>
          <p14:tracePt t="67039" x="8410575" y="3532188"/>
          <p14:tracePt t="67047" x="8418513" y="3549650"/>
          <p14:tracePt t="67055" x="8418513" y="3573463"/>
          <p14:tracePt t="67063" x="8418513" y="3606800"/>
          <p14:tracePt t="67080" x="8418513" y="3616325"/>
          <p14:tracePt t="67088" x="8418513" y="3632200"/>
          <p14:tracePt t="67104" x="8418513" y="3648075"/>
          <p14:tracePt t="67128" x="8418513" y="3657600"/>
          <p14:tracePt t="67152" x="8418513" y="3673475"/>
          <p14:tracePt t="67160" x="8434388" y="3673475"/>
          <p14:tracePt t="67176" x="8459788" y="3698875"/>
          <p14:tracePt t="67184" x="8475663" y="3714750"/>
          <p14:tracePt t="67193" x="8501063" y="3732213"/>
          <p14:tracePt t="67201" x="8559800" y="3773488"/>
          <p14:tracePt t="67209" x="8601075" y="3797300"/>
          <p14:tracePt t="67218" x="8658225" y="3830638"/>
          <p14:tracePt t="67225" x="8699500" y="3871913"/>
          <p14:tracePt t="67234" x="8742363" y="3897313"/>
          <p14:tracePt t="67241" x="8783638" y="3938588"/>
          <p14:tracePt t="67250" x="8816975" y="3963988"/>
          <p14:tracePt t="67257" x="8858250" y="3997325"/>
          <p14:tracePt t="67265" x="8866188" y="4005263"/>
          <p14:tracePt t="67273" x="8899525" y="4038600"/>
          <p14:tracePt t="67281" x="8907463" y="4064000"/>
          <p14:tracePt t="67289" x="8924925" y="4079875"/>
          <p14:tracePt t="67298" x="8924925" y="4097338"/>
          <p14:tracePt t="67305" x="8940800" y="4105275"/>
          <p14:tracePt t="67314" x="8940800" y="4121150"/>
          <p14:tracePt t="67322" x="8948738" y="4138613"/>
          <p14:tracePt t="67330" x="8948738" y="4162425"/>
          <p14:tracePt t="67338" x="8948738" y="4179888"/>
          <p14:tracePt t="67346" x="8948738" y="4203700"/>
          <p14:tracePt t="67354" x="8948738" y="4221163"/>
          <p14:tracePt t="67362" x="8948738" y="4229100"/>
          <p14:tracePt t="67370" x="8948738" y="4246563"/>
          <p14:tracePt t="67378" x="8948738" y="4262438"/>
          <p14:tracePt t="67419" x="8966200" y="4262438"/>
          <p14:tracePt t="67427" x="8990013" y="4262438"/>
          <p14:tracePt t="67435" x="9031288" y="4262438"/>
          <p14:tracePt t="67443" x="9105900" y="4262438"/>
          <p14:tracePt t="67451" x="9172575" y="4262438"/>
          <p14:tracePt t="67459" x="9272588" y="4221163"/>
          <p14:tracePt t="67468" x="9372600" y="4187825"/>
          <p14:tracePt t="67475" x="9429750" y="4146550"/>
          <p14:tracePt t="67484" x="9578975" y="4105275"/>
          <p14:tracePt t="67491" x="9678988" y="4079875"/>
          <p14:tracePt t="67500" x="9761538" y="4046538"/>
          <p14:tracePt t="67508" x="9820275" y="4038600"/>
          <p14:tracePt t="67515" x="9886950" y="4038600"/>
          <p14:tracePt t="67524" x="9969500" y="4021138"/>
          <p14:tracePt t="67532" x="10002838" y="4021138"/>
          <p14:tracePt t="67540" x="10052050" y="4021138"/>
          <p14:tracePt t="67548" x="10093325" y="4021138"/>
          <p14:tracePt t="67556" x="10110788" y="4021138"/>
          <p14:tracePt t="67564" x="10126663" y="4038600"/>
          <p14:tracePt t="67572" x="10134600" y="4046538"/>
          <p14:tracePt t="67580" x="10134600" y="4079875"/>
          <p14:tracePt t="67588" x="10152063" y="4105275"/>
          <p14:tracePt t="67596" x="10152063" y="4138613"/>
          <p14:tracePt t="67604" x="10152063" y="4146550"/>
          <p14:tracePt t="67612" x="10152063" y="4179888"/>
          <p14:tracePt t="67620" x="10152063" y="4187825"/>
          <p14:tracePt t="67628" x="10152063" y="4203700"/>
          <p14:tracePt t="67637" x="10134600" y="4203700"/>
          <p14:tracePt t="67645" x="10134600" y="4221163"/>
          <p14:tracePt t="67652" x="10126663" y="4221163"/>
          <p14:tracePt t="67661" x="10126663" y="4229100"/>
          <p14:tracePt t="67669" x="10110788" y="4229100"/>
          <p14:tracePt t="67693" x="10093325" y="4229100"/>
          <p14:tracePt t="67717" x="10085388" y="4229100"/>
          <p14:tracePt t="67726" x="10044113" y="4229100"/>
          <p14:tracePt t="67735" x="10026650" y="4229100"/>
          <p14:tracePt t="67742" x="9969500" y="4187825"/>
          <p14:tracePt t="67751" x="9944100" y="4162425"/>
          <p14:tracePt t="67758" x="9918700" y="4138613"/>
          <p14:tracePt t="67767" x="9869488" y="4105275"/>
          <p14:tracePt t="67774" x="9844088" y="4097338"/>
          <p14:tracePt t="67782" x="9844088" y="4079875"/>
          <p14:tracePt t="67790" x="9828213" y="4064000"/>
          <p14:tracePt t="67798" x="9820275" y="4064000"/>
          <p14:tracePt t="67806" x="9802813" y="4046538"/>
          <p14:tracePt t="67814" x="9802813" y="4038600"/>
          <p14:tracePt t="67830" x="9786938" y="4021138"/>
          <p14:tracePt t="67847" x="9786938" y="4005263"/>
          <p14:tracePt t="67855" x="9786938" y="3997325"/>
          <p14:tracePt t="67863" x="9779000" y="3979863"/>
          <p14:tracePt t="67879" x="9761538" y="3963988"/>
          <p14:tracePt t="67887" x="9761538" y="3956050"/>
          <p14:tracePt t="67903" x="9761538" y="3938588"/>
          <p14:tracePt t="67919" x="9761538" y="3922713"/>
          <p14:tracePt t="67927" x="9761538" y="3914775"/>
          <p14:tracePt t="67935" x="9745663" y="3897313"/>
          <p14:tracePt t="67943" x="9745663" y="3881438"/>
          <p14:tracePt t="67959" x="9745663" y="3871913"/>
          <p14:tracePt t="67968" x="9745663" y="3840163"/>
          <p14:tracePt t="67976" x="9745663" y="3830638"/>
          <p14:tracePt t="67984" x="9745663" y="3814763"/>
          <p14:tracePt t="67992" x="9745663" y="3797300"/>
          <p14:tracePt t="68001" x="9737725" y="3773488"/>
          <p14:tracePt t="68008" x="9737725" y="3756025"/>
          <p14:tracePt t="68017" x="9737725" y="3740150"/>
          <p14:tracePt t="68024" x="9737725" y="3732213"/>
          <p14:tracePt t="68034" x="9737725" y="3714750"/>
          <p14:tracePt t="68041" x="9737725" y="3698875"/>
          <p14:tracePt t="68073" x="9737725" y="3690938"/>
          <p14:tracePt t="68193" x="9720263" y="3690938"/>
          <p14:tracePt t="68218" x="9704388" y="3690938"/>
          <p14:tracePt t="68299" x="9704388" y="3673475"/>
          <p14:tracePt t="68363" x="9720263" y="3673475"/>
          <p14:tracePt t="68371" x="9745663" y="3673475"/>
          <p14:tracePt t="68379" x="9761538" y="3673475"/>
          <p14:tracePt t="68388" x="9779000" y="3698875"/>
          <p14:tracePt t="68396" x="9802813" y="3714750"/>
          <p14:tracePt t="68404" x="9820275" y="3756025"/>
          <p14:tracePt t="68412" x="9828213" y="3781425"/>
          <p14:tracePt t="68420" x="9844088" y="3830638"/>
          <p14:tracePt t="68428" x="9844088" y="3856038"/>
          <p14:tracePt t="68436" x="9861550" y="3871913"/>
          <p14:tracePt t="68444" x="9861550" y="3881438"/>
          <p14:tracePt t="68452" x="9861550" y="3897313"/>
          <p14:tracePt t="68460" x="9861550" y="3914775"/>
          <p14:tracePt t="68565" x="9869488" y="3914775"/>
          <p14:tracePt t="68597" x="9886950" y="3914775"/>
          <p14:tracePt t="68622" x="9902825" y="3914775"/>
          <p14:tracePt t="68662" x="9902825" y="3922713"/>
          <p14:tracePt t="68670" x="9902825" y="3938588"/>
          <p14:tracePt t="68678" x="9902825" y="3956050"/>
          <p14:tracePt t="68686" x="9886950" y="3956050"/>
          <p14:tracePt t="68694" x="9861550" y="3963988"/>
          <p14:tracePt t="68702" x="9844088" y="3979863"/>
          <p14:tracePt t="68710" x="9820275" y="3979863"/>
          <p14:tracePt t="68718" x="9802813" y="3979863"/>
          <p14:tracePt t="68727" x="9779000" y="3979863"/>
          <p14:tracePt t="68734" x="9761538" y="3963988"/>
          <p14:tracePt t="68743" x="9761538" y="3956050"/>
          <p14:tracePt t="68751" x="9745663" y="3922713"/>
          <p14:tracePt t="68759" x="9737725" y="3897313"/>
          <p14:tracePt t="68768" x="9737725" y="3871913"/>
          <p14:tracePt t="68775" x="9737725" y="3840163"/>
          <p14:tracePt t="68784" x="9737725" y="3830638"/>
          <p14:tracePt t="68791" x="9737725" y="3797300"/>
          <p14:tracePt t="68800" x="9737725" y="3781425"/>
          <p14:tracePt t="68815" x="9737725" y="3773488"/>
          <p14:tracePt t="68839" x="9745663" y="3773488"/>
          <p14:tracePt t="68848" x="9745663" y="3756025"/>
          <p14:tracePt t="69025" x="9745663" y="3773488"/>
          <p14:tracePt t="69057" x="9745663" y="3781425"/>
          <p14:tracePt t="69067" x="9761538" y="3797300"/>
          <p14:tracePt t="69074" x="9786938" y="3797300"/>
          <p14:tracePt t="69082" x="9802813" y="3814763"/>
          <p14:tracePt t="69090" x="9828213" y="3830638"/>
          <p14:tracePt t="69098" x="9861550" y="3830638"/>
          <p14:tracePt t="69106" x="9861550" y="3840163"/>
          <p14:tracePt t="69114" x="9869488" y="3856038"/>
          <p14:tracePt t="69122" x="9886950" y="3856038"/>
          <p14:tracePt t="69130" x="9902825" y="3856038"/>
          <p14:tracePt t="69138" x="9902825" y="3871913"/>
          <p14:tracePt t="69146" x="9918700" y="3871913"/>
          <p14:tracePt t="69163" x="9918700" y="3881438"/>
          <p14:tracePt t="69171" x="9928225" y="3881438"/>
          <p14:tracePt t="69179" x="9928225" y="3897313"/>
          <p14:tracePt t="69187" x="9928225" y="3914775"/>
          <p14:tracePt t="69203" x="9928225" y="3922713"/>
          <p14:tracePt t="69227" x="9944100" y="3938588"/>
          <p14:tracePt t="69251" x="9961563" y="3938588"/>
          <p14:tracePt t="69267" x="9985375" y="3938588"/>
          <p14:tracePt t="69275" x="10002838" y="3938588"/>
          <p14:tracePt t="69284" x="10026650" y="3938588"/>
          <p14:tracePt t="69292" x="10052050" y="3938588"/>
          <p14:tracePt t="69301" x="10085388" y="3938588"/>
          <p14:tracePt t="69308" x="10093325" y="3938588"/>
          <p14:tracePt t="69317" x="10126663" y="3956050"/>
          <p14:tracePt t="69324" x="10134600" y="3956050"/>
          <p14:tracePt t="69332" x="10152063" y="3963988"/>
          <p14:tracePt t="69348" x="10167938" y="3979863"/>
          <p14:tracePt t="69357" x="10167938" y="3997325"/>
          <p14:tracePt t="69364" x="10167938" y="4005263"/>
          <p14:tracePt t="69373" x="10167938" y="4021138"/>
          <p14:tracePt t="69381" x="10167938" y="4038600"/>
          <p14:tracePt t="69389" x="10167938" y="4046538"/>
          <p14:tracePt t="69397" x="10152063" y="4064000"/>
          <p14:tracePt t="69405" x="10134600" y="4064000"/>
          <p14:tracePt t="69413" x="10069513" y="4079875"/>
          <p14:tracePt t="69421" x="10010775" y="4079875"/>
          <p14:tracePt t="69429" x="9944100" y="4079875"/>
          <p14:tracePt t="69437" x="9861550" y="4021138"/>
          <p14:tracePt t="69445" x="9820275" y="3979863"/>
          <p14:tracePt t="69453" x="9761538" y="3938588"/>
          <p14:tracePt t="69461" x="9720263" y="3897313"/>
          <p14:tracePt t="69469" x="9678988" y="3856038"/>
          <p14:tracePt t="69477" x="9653588" y="3814763"/>
          <p14:tracePt t="69486" x="9620250" y="3781425"/>
          <p14:tracePt t="69494" x="9604375" y="3756025"/>
          <p14:tracePt t="69502" x="9596438" y="3740150"/>
          <p14:tracePt t="69510" x="9578975" y="3714750"/>
          <p14:tracePt t="69518" x="9563100" y="3690938"/>
          <p14:tracePt t="69526" x="9555163" y="3673475"/>
          <p14:tracePt t="69537" x="9555163" y="3632200"/>
          <p14:tracePt t="69543" x="9555163" y="3616325"/>
          <p14:tracePt t="69552" x="9555163" y="3590925"/>
          <p14:tracePt t="69558" x="9555163" y="3565525"/>
          <p14:tracePt t="69568" x="9555163" y="3549650"/>
          <p14:tracePt t="69575" x="9555163" y="3516313"/>
          <p14:tracePt t="69584" x="9555163" y="3508375"/>
          <p14:tracePt t="69599" x="9555163" y="3490913"/>
          <p14:tracePt t="69607" x="9555163" y="3475038"/>
          <p14:tracePt t="69615" x="9578975" y="3467100"/>
          <p14:tracePt t="69623" x="9620250" y="3449638"/>
          <p14:tracePt t="69631" x="9653588" y="3449638"/>
          <p14:tracePt t="69639" x="9720263" y="3449638"/>
          <p14:tracePt t="69647" x="9779000" y="3449638"/>
          <p14:tracePt t="69655" x="9844088" y="3449638"/>
          <p14:tracePt t="69663" x="9886950" y="3449638"/>
          <p14:tracePt t="69671" x="10044113" y="3449638"/>
          <p14:tracePt t="69679" x="10052050" y="3449638"/>
          <p14:tracePt t="69688" x="10134600" y="3449638"/>
          <p14:tracePt t="69695" x="10209213" y="3467100"/>
          <p14:tracePt t="69703" x="10267950" y="3490913"/>
          <p14:tracePt t="69712" x="10309225" y="3516313"/>
          <p14:tracePt t="69720" x="10334625" y="3532188"/>
          <p14:tracePt t="69728" x="10375900" y="3565525"/>
          <p14:tracePt t="69736" x="10401300" y="3590925"/>
          <p14:tracePt t="69744" x="10417175" y="3606800"/>
          <p14:tracePt t="69752" x="10433050" y="3616325"/>
          <p14:tracePt t="69760" x="10450513" y="3648075"/>
          <p14:tracePt t="69768" x="10458450" y="3657600"/>
          <p14:tracePt t="69776" x="10475913" y="3698875"/>
          <p14:tracePt t="69785" x="10491788" y="3740150"/>
          <p14:tracePt t="69792" x="10499725" y="3814763"/>
          <p14:tracePt t="69801" x="10499725" y="3871913"/>
          <p14:tracePt t="69809" x="10499725" y="3938588"/>
          <p14:tracePt t="69818" x="10499725" y="3963988"/>
          <p14:tracePt t="69825" x="10491788" y="4046538"/>
          <p14:tracePt t="69835" x="10458450" y="4097338"/>
          <p14:tracePt t="69841" x="10417175" y="4146550"/>
          <p14:tracePt t="69851" x="10391775" y="4187825"/>
          <p14:tracePt t="69857" x="10358438" y="4229100"/>
          <p14:tracePt t="69868" x="10317163" y="4270375"/>
          <p14:tracePt t="69873" x="10293350" y="4303713"/>
          <p14:tracePt t="69885" x="10275888" y="4329113"/>
          <p14:tracePt t="69889" x="10250488" y="4344988"/>
          <p14:tracePt t="69901" x="10209213" y="4362450"/>
          <p14:tracePt t="69906" x="10193338" y="4370388"/>
          <p14:tracePt t="69918" x="10167938" y="4370388"/>
          <p14:tracePt t="69922" x="10152063" y="4386263"/>
          <p14:tracePt t="69935" x="10093325" y="4386263"/>
          <p14:tracePt t="69938" x="10044113" y="4386263"/>
          <p14:tracePt t="69951" x="10010775" y="4386263"/>
          <p14:tracePt t="69954" x="10002838" y="4370388"/>
          <p14:tracePt t="69968" x="9969500" y="4370388"/>
          <p14:tracePt t="69970" x="9961563" y="4362450"/>
          <p14:tracePt t="69984" x="9944100" y="4344988"/>
          <p14:tracePt t="69988" x="9928225" y="4344988"/>
          <p14:tracePt t="70001" x="9918700" y="4329113"/>
          <p14:tracePt t="70003" x="9918700" y="4311650"/>
          <p14:tracePt t="70018" x="9902825" y="4311650"/>
          <p14:tracePt t="70059" x="9902825" y="4303713"/>
          <p14:tracePt t="70923" x="9844088" y="4303713"/>
          <p14:tracePt t="70931" x="9745663" y="4303713"/>
          <p14:tracePt t="70939" x="9663113" y="4287838"/>
          <p14:tracePt t="70947" x="9512300" y="4270375"/>
          <p14:tracePt t="70955" x="9388475" y="4262438"/>
          <p14:tracePt t="70963" x="9313863" y="4246563"/>
          <p14:tracePt t="70971" x="9213850" y="4246563"/>
          <p14:tracePt t="70979" x="9123363" y="4246563"/>
          <p14:tracePt t="70987" x="9048750" y="4229100"/>
          <p14:tracePt t="70995" x="8990013" y="4229100"/>
          <p14:tracePt t="71003" x="8948738" y="4229100"/>
          <p14:tracePt t="71012" x="8940800" y="4229100"/>
          <p14:tracePt t="71020" x="8924925" y="4229100"/>
          <p14:tracePt t="71028" x="8907463" y="4229100"/>
          <p14:tracePt t="71044" x="8899525" y="4229100"/>
          <p14:tracePt t="71052" x="8899525" y="4221163"/>
          <p14:tracePt t="71076" x="8899525" y="4203700"/>
          <p14:tracePt t="71100" x="8899525" y="4187825"/>
          <p14:tracePt t="71124" x="8899525" y="4179888"/>
          <p14:tracePt t="71141" x="8907463" y="4162425"/>
          <p14:tracePt t="71157" x="8924925" y="4146550"/>
          <p14:tracePt t="71165" x="8966200" y="4138613"/>
          <p14:tracePt t="71173" x="9023350" y="4121150"/>
          <p14:tracePt t="71181" x="9090025" y="4105275"/>
          <p14:tracePt t="71189" x="9164638" y="4105275"/>
          <p14:tracePt t="71197" x="9256713" y="4097338"/>
          <p14:tracePt t="71205" x="9313863" y="4097338"/>
          <p14:tracePt t="71213" x="9413875" y="4097338"/>
          <p14:tracePt t="71221" x="9512300" y="4097338"/>
          <p14:tracePt t="71229" x="9578975" y="4097338"/>
          <p14:tracePt t="71237" x="9637713" y="4097338"/>
          <p14:tracePt t="71246" x="9678988" y="4097338"/>
          <p14:tracePt t="71254" x="9737725" y="4097338"/>
          <p14:tracePt t="71262" x="9779000" y="4097338"/>
          <p14:tracePt t="71270" x="9802813" y="4097338"/>
          <p14:tracePt t="71278" x="9828213" y="4097338"/>
          <p14:tracePt t="71286" x="9861550" y="4097338"/>
          <p14:tracePt t="71294" x="9869488" y="4097338"/>
          <p14:tracePt t="71302" x="9902825" y="4097338"/>
          <p14:tracePt t="71310" x="9918700" y="4097338"/>
          <p14:tracePt t="71318" x="9928225" y="4097338"/>
          <p14:tracePt t="71334" x="9944100" y="4097338"/>
          <p14:tracePt t="71343" x="9961563" y="4105275"/>
          <p14:tracePt t="71399" x="9961563" y="4121150"/>
          <p14:tracePt t="71415" x="9944100" y="4121150"/>
          <p14:tracePt t="71423" x="9886950" y="4138613"/>
          <p14:tracePt t="71431" x="9861550" y="4146550"/>
          <p14:tracePt t="71451" x="9737725" y="4203700"/>
          <p14:tracePt t="71456" x="9663113" y="4221163"/>
          <p14:tracePt t="71468" x="9563100" y="4246563"/>
          <p14:tracePt t="71472" x="9471025" y="4270375"/>
          <p14:tracePt t="71484" x="9355138" y="4287838"/>
          <p14:tracePt t="71488" x="9231313" y="4303713"/>
          <p14:tracePt t="71501" x="9082088" y="4303713"/>
          <p14:tracePt t="71504" x="8948738" y="4303713"/>
          <p14:tracePt t="71518" x="8899525" y="4303713"/>
          <p14:tracePt t="71520" x="8799513" y="4303713"/>
          <p14:tracePt t="71536" x="8716963" y="4303713"/>
          <p14:tracePt t="71540" x="8634413" y="4287838"/>
          <p14:tracePt t="71544" x="8475663" y="4221163"/>
          <p14:tracePt t="71553" x="8434388" y="4187825"/>
          <p14:tracePt t="71561" x="8351838" y="4138613"/>
          <p14:tracePt t="71569" x="8310563" y="4097338"/>
          <p14:tracePt t="71577" x="8235950" y="4046538"/>
          <p14:tracePt t="71585" x="8194675" y="4021138"/>
          <p14:tracePt t="71593" x="8153400" y="3979863"/>
          <p14:tracePt t="71601" x="8086725" y="3922713"/>
          <p14:tracePt t="71609" x="8061325" y="3897313"/>
          <p14:tracePt t="71618" x="8020050" y="3856038"/>
          <p14:tracePt t="71625" x="8004175" y="3840163"/>
          <p14:tracePt t="71634" x="7986713" y="3830638"/>
          <p14:tracePt t="71641" x="7986713" y="3814763"/>
          <p14:tracePt t="71651" x="7970838" y="3814763"/>
          <p14:tracePt t="71657" x="7962900" y="3797300"/>
          <p14:tracePt t="71673" x="7962900" y="3781425"/>
          <p14:tracePt t="71706" x="7945438" y="3781425"/>
          <p14:tracePt t="71722" x="7929563" y="3781425"/>
          <p14:tracePt t="71730" x="7920038" y="3781425"/>
          <p14:tracePt t="71738" x="7904163" y="3781425"/>
          <p14:tracePt t="71746" x="7886700" y="3781425"/>
          <p14:tracePt t="71754" x="7862888" y="3781425"/>
          <p14:tracePt t="71762" x="7837488" y="3781425"/>
          <p14:tracePt t="71771" x="7796213" y="3781425"/>
          <p14:tracePt t="71779" x="7754938" y="3781425"/>
          <p14:tracePt t="71787" x="7721600" y="3797300"/>
          <p14:tracePt t="71795" x="7680325" y="3814763"/>
          <p14:tracePt t="71803" x="7654925" y="3814763"/>
          <p14:tracePt t="71811" x="7613650" y="3830638"/>
          <p14:tracePt t="71819" x="7580313" y="3840163"/>
          <p14:tracePt t="71827" x="7572375" y="3840163"/>
          <p14:tracePt t="71835" x="7556500" y="3856038"/>
          <p14:tracePt t="71843" x="7539038" y="3856038"/>
          <p14:tracePt t="71875" x="7531100" y="3856038"/>
          <p14:tracePt t="71981" x="7539038" y="3856038"/>
          <p14:tracePt t="72012" x="7556500" y="3856038"/>
          <p14:tracePt t="72029" x="7597775" y="3830638"/>
          <p14:tracePt t="72037" x="7639050" y="3814763"/>
          <p14:tracePt t="72045" x="7737475" y="3797300"/>
          <p14:tracePt t="72053" x="7862888" y="3797300"/>
          <p14:tracePt t="72061" x="8020050" y="3797300"/>
          <p14:tracePt t="72069" x="8235950" y="3797300"/>
          <p14:tracePt t="72077" x="8451850" y="3797300"/>
          <p14:tracePt t="72085" x="8716963" y="3797300"/>
          <p14:tracePt t="72093" x="8899525" y="3797300"/>
          <p14:tracePt t="72102" x="9048750" y="3856038"/>
          <p14:tracePt t="72110" x="9205913" y="3922713"/>
          <p14:tracePt t="72118" x="9331325" y="3979863"/>
          <p14:tracePt t="72126" x="9355138" y="4005263"/>
          <p14:tracePt t="72134" x="9437688" y="4079875"/>
          <p14:tracePt t="72142" x="9496425" y="4138613"/>
          <p14:tracePt t="72151" x="9537700" y="4187825"/>
          <p14:tracePt t="72158" x="9578975" y="4229100"/>
          <p14:tracePt t="72167" x="9578975" y="4270375"/>
          <p14:tracePt t="72174" x="9604375" y="4303713"/>
          <p14:tracePt t="72184" x="9604375" y="4344988"/>
          <p14:tracePt t="72190" x="9604375" y="4370388"/>
          <p14:tracePt t="72198" x="9604375" y="4411663"/>
          <p14:tracePt t="72207" x="9604375" y="4427538"/>
          <p14:tracePt t="72215" x="9604375" y="4470400"/>
          <p14:tracePt t="72223" x="9604375" y="4511675"/>
          <p14:tracePt t="72231" x="9596438" y="4527550"/>
          <p14:tracePt t="72239" x="9563100" y="4568825"/>
          <p14:tracePt t="72247" x="9555163" y="4594225"/>
          <p14:tracePt t="72255" x="9537700" y="4610100"/>
          <p14:tracePt t="72263" x="9521825" y="4627563"/>
          <p14:tracePt t="72271" x="9512300" y="4651375"/>
          <p14:tracePt t="72279" x="9496425" y="4668838"/>
          <p14:tracePt t="72287" x="9480550" y="4676775"/>
          <p14:tracePt t="72295" x="9471025" y="4676775"/>
          <p14:tracePt t="72303" x="9471025" y="4694238"/>
          <p14:tracePt t="72311" x="9455150" y="4710113"/>
          <p14:tracePt t="72319" x="9437688" y="4710113"/>
          <p14:tracePt t="72327" x="9429750" y="4718050"/>
          <p14:tracePt t="72336" x="9413875" y="4718050"/>
          <p14:tracePt t="72344" x="9396413" y="4718050"/>
          <p14:tracePt t="72352" x="9388475" y="4718050"/>
          <p14:tracePt t="72433" x="9388475" y="4710113"/>
          <p14:tracePt t="72481" x="9396413" y="4694238"/>
          <p14:tracePt t="72489" x="9413875" y="4694238"/>
          <p14:tracePt t="72513" x="9429750" y="4694238"/>
          <p14:tracePt t="72586" x="9372600" y="4694238"/>
          <p14:tracePt t="72594" x="9313863" y="4694238"/>
          <p14:tracePt t="72602" x="9213850" y="4694238"/>
          <p14:tracePt t="72610" x="9190038" y="4694238"/>
          <p14:tracePt t="72618" x="9123363" y="4694238"/>
          <p14:tracePt t="72626" x="9031288" y="4694238"/>
          <p14:tracePt t="72635" x="8990013" y="4694238"/>
          <p14:tracePt t="72643" x="8940800" y="4694238"/>
          <p14:tracePt t="72651" x="8899525" y="4694238"/>
          <p14:tracePt t="72659" x="8866188" y="4694238"/>
          <p14:tracePt t="72668" x="8858250" y="4694238"/>
          <p14:tracePt t="72675" x="8824913" y="4694238"/>
          <p14:tracePt t="72691" x="8816975" y="4694238"/>
          <p14:tracePt t="72700" x="8816975" y="4676775"/>
          <p14:tracePt t="72715" x="8799513" y="4676775"/>
          <p14:tracePt t="72731" x="8799513" y="4668838"/>
          <p14:tracePt t="72756" x="8799513" y="4651375"/>
          <p14:tracePt t="72804" x="8799513" y="4635500"/>
          <p14:tracePt t="72828" x="8799513" y="4627563"/>
          <p14:tracePt t="72844" x="8783638" y="4610100"/>
          <p14:tracePt t="72852" x="8766175" y="4576763"/>
          <p14:tracePt t="72860" x="8758238" y="4568825"/>
          <p14:tracePt t="72869" x="8742363" y="4511675"/>
          <p14:tracePt t="72877" x="8716963" y="4470400"/>
          <p14:tracePt t="72885" x="8675688" y="4386263"/>
          <p14:tracePt t="72893" x="8634413" y="4311650"/>
          <p14:tracePt t="72901" x="8601075" y="4246563"/>
          <p14:tracePt t="72909" x="8575675" y="4203700"/>
          <p14:tracePt t="72918" x="8550275" y="4138613"/>
          <p14:tracePt t="72925" x="8518525" y="4079875"/>
          <p14:tracePt t="72935" x="8501063" y="4038600"/>
          <p14:tracePt t="72941" x="8475663" y="3997325"/>
          <p14:tracePt t="72951" x="8475663" y="3938588"/>
          <p14:tracePt t="72957" x="8459788" y="3922713"/>
          <p14:tracePt t="72965" x="8451850" y="3897313"/>
          <p14:tracePt t="72974" x="8451850" y="3881438"/>
          <p14:tracePt t="72982" x="8451850" y="3871913"/>
          <p14:tracePt t="72990" x="8451850" y="3856038"/>
          <p14:tracePt t="72998" x="8434388" y="3840163"/>
          <p14:tracePt t="73006" x="8434388" y="3830638"/>
          <p14:tracePt t="73022" x="8434388" y="3814763"/>
          <p14:tracePt t="73030" x="8434388" y="3797300"/>
          <p14:tracePt t="73054" x="8434388" y="3781425"/>
          <p14:tracePt t="73062" x="8418513" y="3781425"/>
          <p14:tracePt t="73095" x="8418513" y="3773488"/>
          <p14:tracePt t="73102" x="8410575" y="3773488"/>
          <p14:tracePt t="73200" x="8451850" y="3773488"/>
          <p14:tracePt t="73207" x="8501063" y="3773488"/>
          <p14:tracePt t="73217" x="8534400" y="3781425"/>
          <p14:tracePt t="73224" x="8616950" y="3797300"/>
          <p14:tracePt t="73232" x="8683625" y="3814763"/>
          <p14:tracePt t="73240" x="8742363" y="3830638"/>
          <p14:tracePt t="73248" x="8783638" y="3856038"/>
          <p14:tracePt t="73256" x="8866188" y="3871913"/>
          <p14:tracePt t="73264" x="8899525" y="3881438"/>
          <p14:tracePt t="73272" x="8948738" y="3897313"/>
          <p14:tracePt t="73280" x="8990013" y="3914775"/>
          <p14:tracePt t="73289" x="9007475" y="3922713"/>
          <p14:tracePt t="73297" x="9031288" y="3938588"/>
          <p14:tracePt t="73305" x="9048750" y="3938588"/>
          <p14:tracePt t="73321" x="9048750" y="3956050"/>
          <p14:tracePt t="73329" x="9064625" y="3956050"/>
          <p14:tracePt t="73345" x="9064625" y="3963988"/>
          <p14:tracePt t="73369" x="9048750" y="3963988"/>
          <p14:tracePt t="73377" x="9031288" y="3979863"/>
          <p14:tracePt t="73385" x="9023350" y="3979863"/>
          <p14:tracePt t="73393" x="8990013" y="3979863"/>
          <p14:tracePt t="73402" x="8982075" y="3979863"/>
          <p14:tracePt t="73409" x="8940800" y="3979863"/>
          <p14:tracePt t="73418" x="8907463" y="3979863"/>
          <p14:tracePt t="73426" x="8882063" y="3979863"/>
          <p14:tracePt t="73434" x="8858250" y="3963988"/>
          <p14:tracePt t="73442" x="8824913" y="3938588"/>
          <p14:tracePt t="73451" x="8816975" y="3922713"/>
          <p14:tracePt t="73458" x="8799513" y="3897313"/>
          <p14:tracePt t="73467" x="8783638" y="3897313"/>
          <p14:tracePt t="73474" x="8766175" y="3871913"/>
          <p14:tracePt t="73482" x="8758238" y="3840163"/>
          <p14:tracePt t="73490" x="8758238" y="3830638"/>
          <p14:tracePt t="73498" x="8758238" y="3797300"/>
          <p14:tracePt t="73506" x="8758238" y="3781425"/>
          <p14:tracePt t="73514" x="8758238" y="3773488"/>
          <p14:tracePt t="73523" x="8758238" y="3756025"/>
          <p14:tracePt t="73531" x="8758238" y="3740150"/>
          <p14:tracePt t="73539" x="8758238" y="3732213"/>
          <p14:tracePt t="73563" x="8758238" y="3714750"/>
          <p14:tracePt t="73571" x="8766175" y="3698875"/>
          <p14:tracePt t="73579" x="8783638" y="3698875"/>
          <p14:tracePt t="73587" x="8816975" y="3698875"/>
          <p14:tracePt t="73595" x="8858250" y="3698875"/>
          <p14:tracePt t="73603" x="8882063" y="3698875"/>
          <p14:tracePt t="73611" x="8940800" y="3698875"/>
          <p14:tracePt t="73619" x="8982075" y="3698875"/>
          <p14:tracePt t="73627" x="9023350" y="3698875"/>
          <p14:tracePt t="73635" x="9064625" y="3698875"/>
          <p14:tracePt t="73644" x="9090025" y="3698875"/>
          <p14:tracePt t="73652" x="9105900" y="3698875"/>
          <p14:tracePt t="73660" x="9131300" y="3714750"/>
          <p14:tracePt t="73676" x="9148763" y="3732213"/>
          <p14:tracePt t="73765" x="9148763" y="3714750"/>
          <p14:tracePt t="73773" x="9148763" y="3698875"/>
          <p14:tracePt t="73781" x="9148763" y="3657600"/>
          <p14:tracePt t="73789" x="9148763" y="3632200"/>
          <p14:tracePt t="73797" x="9148763" y="3606800"/>
          <p14:tracePt t="73805" x="9148763" y="3573463"/>
          <p14:tracePt t="73813" x="9148763" y="3549650"/>
          <p14:tracePt t="73821" x="9148763" y="3516313"/>
          <p14:tracePt t="73829" x="9148763" y="3508375"/>
          <p14:tracePt t="73838" x="9148763" y="3490913"/>
          <p14:tracePt t="73845" x="9148763" y="3475038"/>
          <p14:tracePt t="73853" x="9148763" y="3467100"/>
          <p14:tracePt t="73878" x="9131300" y="3449638"/>
          <p14:tracePt t="73894" x="9123363" y="3449638"/>
          <p14:tracePt t="73902" x="9105900" y="3449638"/>
          <p14:tracePt t="73910" x="9090025" y="3449638"/>
          <p14:tracePt t="73926" x="9064625" y="3449638"/>
          <p14:tracePt t="73934" x="9048750" y="3449638"/>
          <p14:tracePt t="73942" x="9031288" y="3467100"/>
          <p14:tracePt t="73951" x="8990013" y="3490913"/>
          <p14:tracePt t="73959" x="8966200" y="3508375"/>
          <p14:tracePt t="73968" x="8940800" y="3516313"/>
          <p14:tracePt t="73975" x="8907463" y="3532188"/>
          <p14:tracePt t="73984" x="8882063" y="3532188"/>
          <p14:tracePt t="73991" x="8858250" y="3549650"/>
          <p14:tracePt t="74000" x="8816975" y="3549650"/>
          <p14:tracePt t="74007" x="8758238" y="3549650"/>
          <p14:tracePt t="74015" x="8724900" y="3549650"/>
          <p14:tracePt t="74023" x="8683625" y="3549650"/>
          <p14:tracePt t="74031" x="8642350" y="3532188"/>
          <p14:tracePt t="74039" x="8634413" y="3516313"/>
          <p14:tracePt t="74047" x="8616950" y="3508375"/>
          <p14:tracePt t="74055" x="8601075" y="3475038"/>
          <p14:tracePt t="74063" x="8593138" y="3467100"/>
          <p14:tracePt t="74072" x="8593138" y="3449638"/>
          <p14:tracePt t="74080" x="8593138" y="3433763"/>
          <p14:tracePt t="74088" x="8593138" y="3424238"/>
          <p14:tracePt t="74104" x="8593138" y="3408363"/>
          <p14:tracePt t="74112" x="8593138" y="3390900"/>
          <p14:tracePt t="74128" x="8601075" y="3390900"/>
          <p14:tracePt t="74136" x="8616950" y="3390900"/>
          <p14:tracePt t="74144" x="8642350" y="3382963"/>
          <p14:tracePt t="74152" x="8675688" y="3382963"/>
          <p14:tracePt t="74160" x="8716963" y="3382963"/>
          <p14:tracePt t="74168" x="8758238" y="3382963"/>
          <p14:tracePt t="74176" x="8783638" y="3382963"/>
          <p14:tracePt t="74185" x="8840788" y="3382963"/>
          <p14:tracePt t="74193" x="8882063" y="3382963"/>
          <p14:tracePt t="74201" x="8924925" y="3382963"/>
          <p14:tracePt t="74209" x="8966200" y="3390900"/>
          <p14:tracePt t="74217" x="8990013" y="3408363"/>
          <p14:tracePt t="74225" x="9023350" y="3433763"/>
          <p14:tracePt t="74234" x="9048750" y="3449638"/>
          <p14:tracePt t="74241" x="9082088" y="3467100"/>
          <p14:tracePt t="74250" x="9090025" y="3490913"/>
          <p14:tracePt t="74265" x="9105900" y="3508375"/>
          <p14:tracePt t="74273" x="9105900" y="3516313"/>
          <p14:tracePt t="74298" x="9105900" y="3532188"/>
          <p14:tracePt t="74306" x="9105900" y="3549650"/>
          <p14:tracePt t="74338" x="9105900" y="3565525"/>
          <p14:tracePt t="74362" x="9105900" y="3573463"/>
          <p14:tracePt t="74459" x="9090025" y="3565525"/>
          <p14:tracePt t="74540" x="9105900" y="3565525"/>
          <p14:tracePt t="74556" x="9123363" y="3573463"/>
          <p14:tracePt t="74564" x="9148763" y="3632200"/>
          <p14:tracePt t="74572" x="9172575" y="3648075"/>
          <p14:tracePt t="74580" x="9205913" y="3698875"/>
          <p14:tracePt t="74588" x="9213850" y="3756025"/>
          <p14:tracePt t="74596" x="9247188" y="3781425"/>
          <p14:tracePt t="74605" x="9256713" y="3830638"/>
          <p14:tracePt t="74612" x="9256713" y="3840163"/>
          <p14:tracePt t="74620" x="9272588" y="3871913"/>
          <p14:tracePt t="74629" x="9272588" y="3881438"/>
          <p14:tracePt t="74637" x="9272588" y="3897313"/>
          <p14:tracePt t="74669" x="9272588" y="3914775"/>
          <p14:tracePt t="74734" x="9256713" y="3914775"/>
          <p14:tracePt t="74742" x="9247188" y="3914775"/>
          <p14:tracePt t="74758" x="9231313" y="3914775"/>
          <p14:tracePt t="74766" x="9213850" y="3914775"/>
          <p14:tracePt t="74774" x="9205913" y="3914775"/>
          <p14:tracePt t="74785" x="9190038" y="3914775"/>
          <p14:tracePt t="74790" x="9172575" y="3914775"/>
          <p14:tracePt t="74801" x="9164638" y="3914775"/>
          <p14:tracePt t="74806" x="9148763" y="3914775"/>
          <p14:tracePt t="74818" x="9131300" y="3914775"/>
          <p14:tracePt t="74822" x="9123363" y="3914775"/>
          <p14:tracePt t="74838" x="9105900" y="3914775"/>
          <p14:tracePt t="74851" x="9090025" y="3914775"/>
          <p14:tracePt t="74862" x="9082088" y="3914775"/>
          <p14:tracePt t="74879" x="9064625" y="3914775"/>
          <p14:tracePt t="74887" x="9048750" y="3914775"/>
          <p14:tracePt t="74895" x="9048750" y="3897313"/>
          <p14:tracePt t="74903" x="9031288" y="3897313"/>
          <p14:tracePt t="74911" x="9023350" y="3881438"/>
          <p14:tracePt t="74935" x="9023350" y="3871913"/>
          <p14:tracePt t="74951" x="9007475" y="3871913"/>
          <p14:tracePt t="74984" x="9007475" y="3856038"/>
          <p14:tracePt t="75032" x="8990013" y="3856038"/>
          <p14:tracePt t="75065" x="8982075" y="3856038"/>
          <p14:tracePt t="75073" x="8966200" y="3856038"/>
          <p14:tracePt t="75081" x="8948738" y="3871913"/>
          <p14:tracePt t="75089" x="8940800" y="3871913"/>
          <p14:tracePt t="75097" x="8924925" y="3881438"/>
          <p14:tracePt t="75105" x="8907463" y="3897313"/>
          <p14:tracePt t="75113" x="8899525" y="3914775"/>
          <p14:tracePt t="75121" x="8882063" y="3922713"/>
          <p14:tracePt t="75129" x="8882063" y="3938588"/>
          <p14:tracePt t="75137" x="8866188" y="3963988"/>
          <p14:tracePt t="75145" x="8858250" y="3997325"/>
          <p14:tracePt t="75154" x="8840788" y="4079875"/>
          <p14:tracePt t="75162" x="8840788" y="4121150"/>
          <p14:tracePt t="75169" x="8824913" y="4221163"/>
          <p14:tracePt t="75178" x="8816975" y="4311650"/>
          <p14:tracePt t="75186" x="8799513" y="4370388"/>
          <p14:tracePt t="75194" x="8783638" y="4445000"/>
          <p14:tracePt t="75202" x="8766175" y="4511675"/>
          <p14:tracePt t="75210" x="8766175" y="4568825"/>
          <p14:tracePt t="75218" x="8758238" y="4627563"/>
          <p14:tracePt t="75226" x="8758238" y="4651375"/>
          <p14:tracePt t="75235" x="8758238" y="4676775"/>
          <p14:tracePt t="75242" x="8742363" y="4694238"/>
          <p14:tracePt t="75251" x="8742363" y="4710113"/>
          <p14:tracePt t="75258" x="8742363" y="4718050"/>
          <p14:tracePt t="75274" x="8742363" y="4735513"/>
          <p14:tracePt t="75284" x="8724900" y="4735513"/>
          <p14:tracePt t="75291" x="8724900" y="4751388"/>
          <p14:tracePt t="75307" x="8716963" y="4759325"/>
          <p14:tracePt t="75323" x="8699500" y="4759325"/>
          <p14:tracePt t="75334" x="8699500" y="4776788"/>
          <p14:tracePt t="75339" x="8683625" y="4776788"/>
          <p14:tracePt t="75351" x="8675688" y="4776788"/>
          <p14:tracePt t="75355" x="8658225" y="4792663"/>
          <p14:tracePt t="75371" x="8634413" y="4792663"/>
          <p14:tracePt t="75384" x="8601075" y="4792663"/>
          <p14:tracePt t="75388" x="8575675" y="4792663"/>
          <p14:tracePt t="75401" x="8534400" y="4792663"/>
          <p14:tracePt t="75404" x="8501063" y="4792663"/>
          <p14:tracePt t="75417" x="8451850" y="4792663"/>
          <p14:tracePt t="75420" x="8377238" y="4792663"/>
          <p14:tracePt t="75434" x="8326438" y="4792663"/>
          <p14:tracePt t="75437" x="8251825" y="4792663"/>
          <p14:tracePt t="75451" x="8194675" y="4792663"/>
          <p14:tracePt t="75453" x="8143875" y="4792663"/>
          <p14:tracePt t="75468" x="8086725" y="4792663"/>
          <p14:tracePt t="75468" x="8045450" y="4792663"/>
          <p14:tracePt t="75476" x="8004175" y="4792663"/>
          <p14:tracePt t="75485" x="7962900" y="4776788"/>
          <p14:tracePt t="75493" x="7920038" y="4759325"/>
          <p14:tracePt t="75501" x="7878763" y="4759325"/>
          <p14:tracePt t="75509" x="7837488" y="4751388"/>
          <p14:tracePt t="75518" x="7804150" y="4735513"/>
          <p14:tracePt t="75525" x="7780338" y="4718050"/>
          <p14:tracePt t="75537" x="7754938" y="4718050"/>
          <p14:tracePt t="75542" x="7705725" y="4694238"/>
          <p14:tracePt t="75551" x="7680325" y="4676775"/>
          <p14:tracePt t="75557" x="7662863" y="4651375"/>
          <p14:tracePt t="75568" x="7639050" y="4635500"/>
          <p14:tracePt t="75573" x="7613650" y="4610100"/>
          <p14:tracePt t="75584" x="7597775" y="4594225"/>
          <p14:tracePt t="75589" x="7580313" y="4568825"/>
          <p14:tracePt t="75601" x="7580313" y="4535488"/>
          <p14:tracePt t="75605" x="7580313" y="4511675"/>
          <p14:tracePt t="75617" x="7580313" y="4486275"/>
          <p14:tracePt t="75622" x="7580313" y="4452938"/>
          <p14:tracePt t="75634" x="7580313" y="4411663"/>
          <p14:tracePt t="75638" x="7580313" y="4386263"/>
          <p14:tracePt t="75651" x="7621588" y="4344988"/>
          <p14:tracePt t="75654" x="7680325" y="4303713"/>
          <p14:tracePt t="75668" x="7762875" y="4246563"/>
          <p14:tracePt t="75670" x="7886700" y="4203700"/>
          <p14:tracePt t="75684" x="8045450" y="4146550"/>
          <p14:tracePt t="75687" x="8194675" y="4121150"/>
          <p14:tracePt t="75701" x="8377238" y="4079875"/>
          <p14:tracePt t="75703" x="8451850" y="4064000"/>
          <p14:tracePt t="75717" x="8575675" y="4046538"/>
          <p14:tracePt t="75720" x="8683625" y="4038600"/>
          <p14:tracePt t="75734" x="8816975" y="4021138"/>
          <p14:tracePt t="75735" x="8882063" y="4021138"/>
          <p14:tracePt t="75742" x="8966200" y="4005263"/>
          <p14:tracePt t="75751" x="8990013" y="4005263"/>
          <p14:tracePt t="75759" x="9048750" y="4005263"/>
          <p14:tracePt t="75768" x="9082088" y="3997325"/>
          <p14:tracePt t="75775" x="9090025" y="3997325"/>
          <p14:tracePt t="75784" x="9105900" y="3997325"/>
          <p14:tracePt t="75791" x="9131300" y="3997325"/>
          <p14:tracePt t="75807" x="9148763" y="3997325"/>
          <p14:tracePt t="75817" x="9164638" y="3979863"/>
          <p14:tracePt t="75831" x="9172575" y="3979863"/>
          <p14:tracePt t="75840" x="9190038" y="3963988"/>
          <p14:tracePt t="75856" x="9205913" y="3963988"/>
          <p14:tracePt t="75864" x="9205913" y="3956050"/>
          <p14:tracePt t="75880" x="9213850" y="3956050"/>
          <p14:tracePt t="75953" x="9205913" y="3956050"/>
          <p14:tracePt t="75961" x="9190038" y="3963988"/>
          <p14:tracePt t="75969" x="9172575" y="3963988"/>
          <p14:tracePt t="75977" x="9164638" y="3979863"/>
          <p14:tracePt t="75985" x="9148763" y="3979863"/>
          <p14:tracePt t="75993" x="9123363" y="3997325"/>
          <p14:tracePt t="76001" x="9105900" y="3997325"/>
          <p14:tracePt t="76009" x="9064625" y="3997325"/>
          <p14:tracePt t="76018" x="9023350" y="3997325"/>
          <p14:tracePt t="76025" x="8990013" y="3997325"/>
          <p14:tracePt t="76034" x="8940800" y="3997325"/>
          <p14:tracePt t="76042" x="8882063" y="3997325"/>
          <p14:tracePt t="76051" x="8816975" y="3997325"/>
          <p14:tracePt t="76058" x="8758238" y="3997325"/>
          <p14:tracePt t="76067" x="8724900" y="3979863"/>
          <p14:tracePt t="76074" x="8675688" y="3963988"/>
          <p14:tracePt t="76082" x="8634413" y="3956050"/>
          <p14:tracePt t="76090" x="8616950" y="3938588"/>
          <p14:tracePt t="76098" x="8593138" y="3938588"/>
          <p14:tracePt t="76106" x="8559800" y="3914775"/>
          <p14:tracePt t="76114" x="8550275" y="3897313"/>
          <p14:tracePt t="76123" x="8534400" y="3871913"/>
          <p14:tracePt t="76131" x="8534400" y="3856038"/>
          <p14:tracePt t="76139" x="8501063" y="3814763"/>
          <p14:tracePt t="76146" x="8501063" y="3773488"/>
          <p14:tracePt t="76155" x="8501063" y="3732213"/>
          <p14:tracePt t="76163" x="8493125" y="3690938"/>
          <p14:tracePt t="76171" x="8493125" y="3648075"/>
          <p14:tracePt t="76179" x="8493125" y="3606800"/>
          <p14:tracePt t="76187" x="8493125" y="3565525"/>
          <p14:tracePt t="76195" x="8493125" y="3516313"/>
          <p14:tracePt t="76203" x="8493125" y="3508375"/>
          <p14:tracePt t="76211" x="8493125" y="3467100"/>
          <p14:tracePt t="76219" x="8493125" y="3449638"/>
          <p14:tracePt t="76227" x="8501063" y="3424238"/>
          <p14:tracePt t="76235" x="8501063" y="3390900"/>
          <p14:tracePt t="76243" x="8518525" y="3382963"/>
          <p14:tracePt t="76252" x="8534400" y="3367088"/>
          <p14:tracePt t="76260" x="8559800" y="3349625"/>
          <p14:tracePt t="76268" x="8575675" y="3349625"/>
          <p14:tracePt t="76276" x="8593138" y="3341688"/>
          <p14:tracePt t="76285" x="8616950" y="3325813"/>
          <p14:tracePt t="76292" x="8634413" y="3325813"/>
          <p14:tracePt t="76301" x="8675688" y="3325813"/>
          <p14:tracePt t="76308" x="8699500" y="3325813"/>
          <p14:tracePt t="76318" x="8724900" y="3325813"/>
          <p14:tracePt t="76324" x="8758238" y="3325813"/>
          <p14:tracePt t="76334" x="8783638" y="3325813"/>
          <p14:tracePt t="76340" x="8840788" y="3325813"/>
          <p14:tracePt t="76351" x="8899525" y="3325813"/>
          <p14:tracePt t="76356" x="8948738" y="3341688"/>
          <p14:tracePt t="76367" x="9007475" y="3390900"/>
          <p14:tracePt t="76372" x="9082088" y="3467100"/>
          <p14:tracePt t="76385" x="9164638" y="3532188"/>
          <p14:tracePt t="76389" x="9190038" y="3573463"/>
          <p14:tracePt t="76401" x="9256713" y="3648075"/>
          <p14:tracePt t="76405" x="9297988" y="3698875"/>
          <p14:tracePt t="76418" x="9339263" y="3740150"/>
          <p14:tracePt t="76421" x="9355138" y="3773488"/>
          <p14:tracePt t="76434" x="9388475" y="3781425"/>
          <p14:tracePt t="76437" x="9388475" y="3797300"/>
          <p14:tracePt t="76451" x="9396413" y="3797300"/>
          <p14:tracePt t="76453" x="9396413" y="3814763"/>
          <p14:tracePt t="76484" x="9396413" y="3830638"/>
          <p14:tracePt t="76510" x="9388475" y="3830638"/>
          <p14:tracePt t="76518" x="9355138" y="3830638"/>
          <p14:tracePt t="76526" x="9339263" y="3830638"/>
          <p14:tracePt t="76539" x="9313863" y="3830638"/>
          <p14:tracePt t="76542" x="9288463" y="3830638"/>
          <p14:tracePt t="76551" x="9247188" y="3830638"/>
          <p14:tracePt t="76558" x="9205913" y="3830638"/>
          <p14:tracePt t="76568" x="9172575" y="3830638"/>
          <p14:tracePt t="76574" x="9148763" y="3830638"/>
          <p14:tracePt t="76584" x="9123363" y="3830638"/>
          <p14:tracePt t="76591" x="9090025" y="3830638"/>
          <p14:tracePt t="76599" x="9064625" y="3830638"/>
          <p14:tracePt t="76607" x="9048750" y="3830638"/>
          <p14:tracePt t="76615" x="9023350" y="3830638"/>
          <p14:tracePt t="76623" x="9007475" y="3830638"/>
          <p14:tracePt t="76631" x="8982075" y="3830638"/>
          <p14:tracePt t="76639" x="8948738" y="3830638"/>
          <p14:tracePt t="76647" x="8940800" y="3830638"/>
          <p14:tracePt t="76655" x="8899525" y="3814763"/>
          <p14:tracePt t="76663" x="8866188" y="3814763"/>
          <p14:tracePt t="76671" x="8824913" y="3797300"/>
          <p14:tracePt t="76679" x="8783638" y="3797300"/>
          <p14:tracePt t="76687" x="8742363" y="3781425"/>
          <p14:tracePt t="76696" x="8683625" y="3773488"/>
          <p14:tracePt t="76704" x="8642350" y="3756025"/>
          <p14:tracePt t="76712" x="8616950" y="3740150"/>
          <p14:tracePt t="76720" x="8593138" y="3732213"/>
          <p14:tracePt t="76728" x="8559800" y="3714750"/>
          <p14:tracePt t="76736" x="8550275" y="3698875"/>
          <p14:tracePt t="76744" x="8518525" y="3690938"/>
          <p14:tracePt t="76752" x="8501063" y="3690938"/>
          <p14:tracePt t="76760" x="8501063" y="3673475"/>
          <p14:tracePt t="76776" x="8493125" y="3673475"/>
          <p14:tracePt t="76785" x="8493125" y="3657600"/>
          <p14:tracePt t="76889" x="8493125" y="3673475"/>
          <p14:tracePt t="76897" x="8501063" y="3690938"/>
          <p14:tracePt t="76905" x="8501063" y="3714750"/>
          <p14:tracePt t="76913" x="8501063" y="3773488"/>
          <p14:tracePt t="76921" x="8518525" y="3814763"/>
          <p14:tracePt t="76930" x="8534400" y="3897313"/>
          <p14:tracePt t="76938" x="8550275" y="3979863"/>
          <p14:tracePt t="76946" x="8559800" y="4021138"/>
          <p14:tracePt t="76954" x="8575675" y="4121150"/>
          <p14:tracePt t="76962" x="8593138" y="4187825"/>
          <p14:tracePt t="76971" x="8601075" y="4262438"/>
          <p14:tracePt t="76978" x="8616950" y="4311650"/>
          <p14:tracePt t="76986" x="8634413" y="4362450"/>
          <p14:tracePt t="76994" x="8634413" y="4386263"/>
          <p14:tracePt t="77002" x="8634413" y="4411663"/>
          <p14:tracePt t="77010" x="8634413" y="4427538"/>
          <p14:tracePt t="77019" x="8634413" y="4445000"/>
          <p14:tracePt t="77026" x="8634413" y="4452938"/>
          <p14:tracePt t="77051" x="8634413" y="4470400"/>
          <p14:tracePt t="77059" x="8616950" y="4470400"/>
          <p14:tracePt t="77068" x="8601075" y="4470400"/>
          <p14:tracePt t="77075" x="8575675" y="4470400"/>
          <p14:tracePt t="77085" x="8550275" y="4470400"/>
          <p14:tracePt t="77091" x="8518525" y="4470400"/>
          <p14:tracePt t="77100" x="8475663" y="4470400"/>
          <p14:tracePt t="77107" x="8451850" y="4470400"/>
          <p14:tracePt t="77115" x="8410575" y="4470400"/>
          <p14:tracePt t="77124" x="8351838" y="4470400"/>
          <p14:tracePt t="77131" x="8326438" y="4470400"/>
          <p14:tracePt t="77140" x="8269288" y="4470400"/>
          <p14:tracePt t="77148" x="8228013" y="4470400"/>
          <p14:tracePt t="77156" x="8194675" y="4452938"/>
          <p14:tracePt t="77164" x="8153400" y="4452938"/>
          <p14:tracePt t="77172" x="8102600" y="4427538"/>
          <p14:tracePt t="77180" x="8069263" y="4427538"/>
          <p14:tracePt t="77188" x="8020050" y="4411663"/>
          <p14:tracePt t="77196" x="7962900" y="4403725"/>
          <p14:tracePt t="77204" x="7904163" y="4386263"/>
          <p14:tracePt t="77212" x="7862888" y="4370388"/>
          <p14:tracePt t="77220" x="7804150" y="4344988"/>
          <p14:tracePt t="77229" x="7754938" y="4329113"/>
          <p14:tracePt t="77236" x="7705725" y="4303713"/>
          <p14:tracePt t="77244" x="7662863" y="4287838"/>
          <p14:tracePt t="77253" x="7621588" y="4270375"/>
          <p14:tracePt t="77261" x="7597775" y="4262438"/>
          <p14:tracePt t="77269" x="7572375" y="4229100"/>
          <p14:tracePt t="77277" x="7539038" y="4221163"/>
          <p14:tracePt t="77285" x="7531100" y="4203700"/>
          <p14:tracePt t="77293" x="7513638" y="4187825"/>
          <p14:tracePt t="77301" x="7513638" y="4179888"/>
          <p14:tracePt t="77309" x="7497763" y="4162425"/>
          <p14:tracePt t="77318" x="7497763" y="4146550"/>
          <p14:tracePt t="77325" x="7489825" y="4138613"/>
          <p14:tracePt t="77334" x="7489825" y="4105275"/>
          <p14:tracePt t="77342" x="7489825" y="4097338"/>
          <p14:tracePt t="77351" x="7472363" y="4079875"/>
          <p14:tracePt t="77367" x="7472363" y="4064000"/>
          <p14:tracePt t="77374" x="7472363" y="4046538"/>
          <p14:tracePt t="77382" x="7456488" y="4046538"/>
          <p14:tracePt t="77406" x="7439025" y="4046538"/>
          <p14:tracePt t="77414" x="7431088" y="4046538"/>
          <p14:tracePt t="77422" x="7415213" y="4046538"/>
          <p14:tracePt t="77430" x="7389813" y="4046538"/>
          <p14:tracePt t="77438" x="7373938" y="4046538"/>
          <p14:tracePt t="77446" x="7348538" y="4046538"/>
          <p14:tracePt t="77455" x="7307263" y="4038600"/>
          <p14:tracePt t="77463" x="7289800" y="4038600"/>
          <p14:tracePt t="77471" x="7248525" y="4005263"/>
          <p14:tracePt t="77479" x="7207250" y="3979863"/>
          <p14:tracePt t="77487" x="7173913" y="3938588"/>
          <p14:tracePt t="77495" x="7150100" y="3914775"/>
          <p14:tracePt t="77503" x="7132638" y="3856038"/>
          <p14:tracePt t="77511" x="7091363" y="3814763"/>
          <p14:tracePt t="77519" x="7083425" y="3756025"/>
          <p14:tracePt t="77527" x="7083425" y="3714750"/>
          <p14:tracePt t="77540" x="7065963" y="3673475"/>
          <p14:tracePt t="77543" x="7065963" y="3632200"/>
          <p14:tracePt t="77552" x="7065963" y="3606800"/>
          <p14:tracePt t="77560" x="7065963" y="3573463"/>
          <p14:tracePt t="77568" x="7065963" y="3565525"/>
          <p14:tracePt t="77576" x="7065963" y="3532188"/>
          <p14:tracePt t="77585" x="7065963" y="3508375"/>
          <p14:tracePt t="77592" x="7083425" y="3490913"/>
          <p14:tracePt t="77601" x="7083425" y="3475038"/>
          <p14:tracePt t="77608" x="7091363" y="3467100"/>
          <p14:tracePt t="77618" x="7107238" y="3449638"/>
          <p14:tracePt t="77624" x="7124700" y="3449638"/>
          <p14:tracePt t="77634" x="7124700" y="3433763"/>
          <p14:tracePt t="77640" x="7132638" y="3433763"/>
          <p14:tracePt t="77651" x="7150100" y="3424238"/>
          <p14:tracePt t="77656" x="7165975" y="3424238"/>
          <p14:tracePt t="77668" x="7173913" y="3424238"/>
          <p14:tracePt t="77681" x="7191375" y="3424238"/>
          <p14:tracePt t="77689" x="7232650" y="3424238"/>
          <p14:tracePt t="77697" x="7289800" y="3424238"/>
          <p14:tracePt t="77705" x="7331075" y="3424238"/>
          <p14:tracePt t="77713" x="7389813" y="3424238"/>
          <p14:tracePt t="77721" x="7439025" y="3424238"/>
          <p14:tracePt t="77729" x="7513638" y="3424238"/>
          <p14:tracePt t="77737" x="7572375" y="3424238"/>
          <p14:tracePt t="77745" x="7639050" y="3424238"/>
          <p14:tracePt t="77753" x="7705725" y="3433763"/>
          <p14:tracePt t="77761" x="7796213" y="3449638"/>
          <p14:tracePt t="77769" x="7837488" y="3467100"/>
          <p14:tracePt t="77777" x="7886700" y="3475038"/>
          <p14:tracePt t="77786" x="7945438" y="3490913"/>
          <p14:tracePt t="77793" x="8004175" y="3516313"/>
          <p14:tracePt t="77802" x="8061325" y="3532188"/>
          <p14:tracePt t="77810" x="8102600" y="3565525"/>
          <p14:tracePt t="77818" x="8128000" y="3590925"/>
          <p14:tracePt t="77826" x="8169275" y="3616325"/>
          <p14:tracePt t="77834" x="8210550" y="3648075"/>
          <p14:tracePt t="77842" x="8235950" y="3690938"/>
          <p14:tracePt t="77851" x="8269288" y="3714750"/>
          <p14:tracePt t="77858" x="8310563" y="3756025"/>
          <p14:tracePt t="77868" x="8326438" y="3781425"/>
          <p14:tracePt t="77874" x="8326438" y="3814763"/>
          <p14:tracePt t="77885" x="8351838" y="3856038"/>
          <p14:tracePt t="77891" x="8351838" y="3897313"/>
          <p14:tracePt t="77901" x="8369300" y="3922713"/>
          <p14:tracePt t="77907" x="8377238" y="3956050"/>
          <p14:tracePt t="77918" x="8377238" y="3979863"/>
          <p14:tracePt t="77923" x="8377238" y="4005263"/>
          <p14:tracePt t="77934" x="8377238" y="4038600"/>
          <p14:tracePt t="77939" x="8377238" y="4064000"/>
          <p14:tracePt t="77951" x="8377238" y="4097338"/>
          <p14:tracePt t="77955" x="8377238" y="4105275"/>
          <p14:tracePt t="77967" x="8377238" y="4121150"/>
          <p14:tracePt t="77971" x="8369300" y="4138613"/>
          <p14:tracePt t="77984" x="8335963" y="4162425"/>
          <p14:tracePt t="77988" x="8293100" y="4179888"/>
          <p14:tracePt t="78001" x="8269288" y="4187825"/>
          <p14:tracePt t="78004" x="8228013" y="4221163"/>
          <p14:tracePt t="78018" x="8169275" y="4229100"/>
          <p14:tracePt t="78021" x="8112125" y="4262438"/>
          <p14:tracePt t="78034" x="8045450" y="4270375"/>
          <p14:tracePt t="78037" x="7986713" y="4287838"/>
          <p14:tracePt t="78052" x="7920038" y="4303713"/>
          <p14:tracePt t="78053" x="7796213" y="4311650"/>
          <p14:tracePt t="78060" x="7721600" y="4329113"/>
          <p14:tracePt t="78068" x="7621588" y="4344988"/>
          <p14:tracePt t="78076" x="7531100" y="4362450"/>
          <p14:tracePt t="78084" x="7456488" y="4362450"/>
          <p14:tracePt t="78092" x="7397750" y="4362450"/>
          <p14:tracePt t="78101" x="7331075" y="4362450"/>
          <p14:tracePt t="78108" x="7265988" y="4362450"/>
          <p14:tracePt t="78118" x="7207250" y="4362450"/>
          <p14:tracePt t="78125" x="7150100" y="4344988"/>
          <p14:tracePt t="78134" x="7124700" y="4329113"/>
          <p14:tracePt t="78141" x="7083425" y="4311650"/>
          <p14:tracePt t="78151" x="7065963" y="4287838"/>
          <p14:tracePt t="78157" x="7050088" y="4270375"/>
          <p14:tracePt t="78168" x="7050088" y="4262438"/>
          <p14:tracePt t="78173" x="7050088" y="4246563"/>
          <p14:tracePt t="78184" x="7050088" y="4221163"/>
          <p14:tracePt t="78189" x="7050088" y="4203700"/>
          <p14:tracePt t="78201" x="7050088" y="4187825"/>
          <p14:tracePt t="78205" x="7050088" y="4179888"/>
          <p14:tracePt t="78218" x="7050088" y="4162425"/>
          <p14:tracePt t="78221" x="7050088" y="4146550"/>
          <p14:tracePt t="78234" x="7083425" y="4138613"/>
          <p14:tracePt t="78238" x="7091363" y="4121150"/>
          <p14:tracePt t="78251" x="7124700" y="4105275"/>
          <p14:tracePt t="78254" x="7191375" y="4079875"/>
          <p14:tracePt t="78268" x="7265988" y="4046538"/>
          <p14:tracePt t="78270" x="7348538" y="4038600"/>
          <p14:tracePt t="78284" x="7439025" y="4005263"/>
          <p14:tracePt t="78287" x="7531100" y="3979863"/>
          <p14:tracePt t="78301" x="7621588" y="3963988"/>
          <p14:tracePt t="78304" x="7780338" y="3956050"/>
          <p14:tracePt t="78318" x="7904163" y="3956050"/>
          <p14:tracePt t="78319" x="8061325" y="3956050"/>
          <p14:tracePt t="78326" x="8186738" y="3956050"/>
          <p14:tracePt t="78335" x="8293100" y="3956050"/>
          <p14:tracePt t="78343" x="8451850" y="4005263"/>
          <p14:tracePt t="78351" x="8559800" y="4097338"/>
          <p14:tracePt t="78359" x="8699500" y="4179888"/>
          <p14:tracePt t="78368" x="8783638" y="4262438"/>
          <p14:tracePt t="78375" x="8899525" y="4344988"/>
          <p14:tracePt t="78384" x="8966200" y="4427538"/>
          <p14:tracePt t="78391" x="9031288" y="4511675"/>
          <p14:tracePt t="78401" x="9048750" y="4535488"/>
          <p14:tracePt t="78407" x="9164638" y="4676775"/>
          <p14:tracePt t="78418" x="9213850" y="4759325"/>
          <p14:tracePt t="78423" x="9272588" y="4843463"/>
          <p14:tracePt t="78434" x="9313863" y="4892675"/>
          <p14:tracePt t="78439" x="9372600" y="5016500"/>
          <p14:tracePt t="78451" x="9388475" y="5026025"/>
          <p14:tracePt t="78456" x="9429750" y="5108575"/>
          <p14:tracePt t="78467" x="9437688" y="5141913"/>
          <p14:tracePt t="78472" x="9455150" y="5199063"/>
          <p14:tracePt t="78484" x="9471025" y="5224463"/>
          <p14:tracePt t="78488" x="9480550" y="5240338"/>
          <p14:tracePt t="78501" x="9496425" y="5249863"/>
          <p14:tracePt t="78512" x="9496425" y="5265738"/>
          <p14:tracePt t="78520" x="9512300" y="5265738"/>
          <p14:tracePt t="78538" x="9512300" y="5281613"/>
          <p14:tracePt t="78642" x="9496425" y="5281613"/>
          <p14:tracePt t="78651" x="9480550" y="5281613"/>
          <p14:tracePt t="78657" x="9437688" y="5281613"/>
          <p14:tracePt t="78666" x="9429750" y="5281613"/>
          <p14:tracePt t="78674" x="9388475" y="5281613"/>
          <p14:tracePt t="78682" x="9331325" y="5281613"/>
          <p14:tracePt t="78690" x="9297988" y="5281613"/>
          <p14:tracePt t="78698" x="9256713" y="5281613"/>
          <p14:tracePt t="78706" x="9231313" y="5265738"/>
          <p14:tracePt t="78714" x="9190038" y="5249863"/>
          <p14:tracePt t="78722" x="9148763" y="5240338"/>
          <p14:tracePt t="78730" x="9131300" y="5224463"/>
          <p14:tracePt t="78738" x="9105900" y="5207000"/>
          <p14:tracePt t="78746" x="9090025" y="5199063"/>
          <p14:tracePt t="78755" x="9064625" y="5183188"/>
          <p14:tracePt t="78763" x="9048750" y="5165725"/>
          <p14:tracePt t="78771" x="9031288" y="5141913"/>
          <p14:tracePt t="78779" x="9023350" y="5124450"/>
          <p14:tracePt t="78787" x="9007475" y="5124450"/>
          <p14:tracePt t="78795" x="9007475" y="5100638"/>
          <p14:tracePt t="78803" x="9007475" y="5083175"/>
          <p14:tracePt t="78811" x="9007475" y="5067300"/>
          <p14:tracePt t="78827" x="9007475" y="5057775"/>
          <p14:tracePt t="78851" x="9007475" y="5041900"/>
          <p14:tracePt t="78868" x="9023350" y="5041900"/>
          <p14:tracePt t="78875" x="9048750" y="5026025"/>
          <p14:tracePt t="78885" x="9082088" y="5026025"/>
          <p14:tracePt t="78892" x="9105900" y="5026025"/>
          <p14:tracePt t="78901" x="9172575" y="5026025"/>
          <p14:tracePt t="78908" x="9231313" y="5026025"/>
          <p14:tracePt t="78917" x="9331325" y="5016500"/>
          <p14:tracePt t="78924" x="9396413" y="5016500"/>
          <p14:tracePt t="78932" x="9496425" y="5016500"/>
          <p14:tracePt t="78940" x="9620250" y="5016500"/>
          <p14:tracePt t="78948" x="9704388" y="5016500"/>
          <p14:tracePt t="78956" x="9828213" y="5016500"/>
          <p14:tracePt t="78964" x="9928225" y="5016500"/>
          <p14:tracePt t="78972" x="10026650" y="5016500"/>
          <p14:tracePt t="78981" x="10126663" y="5026025"/>
          <p14:tracePt t="78989" x="10226675" y="5041900"/>
          <p14:tracePt t="78997" x="10250488" y="5041900"/>
          <p14:tracePt t="79005" x="10350500" y="5067300"/>
          <p14:tracePt t="79013" x="10401300" y="5100638"/>
          <p14:tracePt t="79021" x="10458450" y="5108575"/>
          <p14:tracePt t="79029" x="10491788" y="5141913"/>
          <p14:tracePt t="79037" x="10533063" y="5157788"/>
          <p14:tracePt t="79045" x="10541000" y="5157788"/>
          <p14:tracePt t="79053" x="10558463" y="5165725"/>
          <p14:tracePt t="79077" x="10558463" y="5183188"/>
          <p14:tracePt t="79134" x="10541000" y="5183188"/>
          <p14:tracePt t="79142" x="10533063" y="5183188"/>
          <p14:tracePt t="79152" x="10517188" y="5183188"/>
          <p14:tracePt t="79166" x="10491788" y="5183188"/>
          <p14:tracePt t="79174" x="10458450" y="5183188"/>
          <p14:tracePt t="79184" x="10433050" y="5183188"/>
          <p14:tracePt t="79190" x="10391775" y="5183188"/>
          <p14:tracePt t="79201" x="10293350" y="5183188"/>
          <p14:tracePt t="79206" x="10250488" y="5183188"/>
          <p14:tracePt t="79218" x="10167938" y="5183188"/>
          <p14:tracePt t="79223" x="10069513" y="5183188"/>
          <p14:tracePt t="79234" x="10002838" y="5183188"/>
          <p14:tracePt t="79239" x="9869488" y="5183188"/>
          <p14:tracePt t="79251" x="9786938" y="5183188"/>
          <p14:tracePt t="79255" x="9745663" y="5183188"/>
          <p14:tracePt t="79267" x="9653588" y="5183188"/>
          <p14:tracePt t="79271" x="9555163" y="5183188"/>
          <p14:tracePt t="79284" x="9480550" y="5183188"/>
          <p14:tracePt t="79287" x="9413875" y="5183188"/>
          <p14:tracePt t="79301" x="9339263" y="5183188"/>
          <p14:tracePt t="79303" x="9256713" y="5165725"/>
          <p14:tracePt t="79318" x="9190038" y="5157788"/>
          <p14:tracePt t="79320" x="9131300" y="5157788"/>
          <p14:tracePt t="79334" x="9064625" y="5124450"/>
          <p14:tracePt t="79337" x="9007475" y="5108575"/>
          <p14:tracePt t="79351" x="8982075" y="5100638"/>
          <p14:tracePt t="79352" x="8924925" y="5083175"/>
          <p14:tracePt t="79360" x="8882063" y="5067300"/>
          <p14:tracePt t="79368" x="8866188" y="5057775"/>
          <p14:tracePt t="79376" x="8824913" y="5041900"/>
          <p14:tracePt t="79385" x="8816975" y="5026025"/>
          <p14:tracePt t="79392" x="8783638" y="5016500"/>
          <p14:tracePt t="79401" x="8758238" y="5000625"/>
          <p14:tracePt t="79408" x="8742363" y="4983163"/>
          <p14:tracePt t="79418" x="8724900" y="4975225"/>
          <p14:tracePt t="79425" x="8699500" y="4959350"/>
          <p14:tracePt t="79434" x="8683625" y="4941888"/>
          <p14:tracePt t="79441" x="8658225" y="4933950"/>
          <p14:tracePt t="79451" x="8642350" y="4918075"/>
          <p14:tracePt t="79457" x="8634413" y="4892675"/>
          <p14:tracePt t="79467" x="8616950" y="4892675"/>
          <p14:tracePt t="79473" x="8601075" y="4876800"/>
          <p14:tracePt t="79484" x="8593138" y="4843463"/>
          <p14:tracePt t="79489" x="8575675" y="4833938"/>
          <p14:tracePt t="79501" x="8575675" y="4818063"/>
          <p14:tracePt t="79505" x="8559800" y="4818063"/>
          <p14:tracePt t="79518" x="8550275" y="4802188"/>
          <p14:tracePt t="79522" x="8534400" y="4792663"/>
          <p14:tracePt t="79536" x="8534400" y="4776788"/>
          <p14:tracePt t="79541" x="8518525" y="4759325"/>
          <p14:tracePt t="79546" x="8518525" y="4751388"/>
          <p14:tracePt t="79554" x="8501063" y="4751388"/>
          <p14:tracePt t="79562" x="8493125" y="4735513"/>
          <p14:tracePt t="79570" x="8493125" y="4718050"/>
          <p14:tracePt t="79578" x="8493125" y="4710113"/>
          <p14:tracePt t="79586" x="8475663" y="4694238"/>
          <p14:tracePt t="79602" x="8475663" y="4676775"/>
          <p14:tracePt t="79618" x="8475663" y="4668838"/>
          <p14:tracePt t="79634" x="8475663" y="4651375"/>
          <p14:tracePt t="79642" x="8475663" y="4635500"/>
          <p14:tracePt t="79659" x="8475663" y="4627563"/>
          <p14:tracePt t="79668" x="8475663" y="4610100"/>
          <p14:tracePt t="79675" x="8475663" y="4594225"/>
          <p14:tracePt t="79685" x="8475663" y="4568825"/>
          <p14:tracePt t="79691" x="8475663" y="4552950"/>
          <p14:tracePt t="79700" x="8475663" y="4535488"/>
          <p14:tracePt t="79707" x="8475663" y="4511675"/>
          <p14:tracePt t="79715" x="8493125" y="4511675"/>
          <p14:tracePt t="79723" x="8493125" y="4486275"/>
          <p14:tracePt t="79731" x="8501063" y="4470400"/>
          <p14:tracePt t="79739" x="8501063" y="4452938"/>
          <p14:tracePt t="79747" x="8501063" y="4445000"/>
          <p14:tracePt t="79756" x="8518525" y="4445000"/>
          <p14:tracePt t="79764" x="8534400" y="4427538"/>
          <p14:tracePt t="79772" x="8550275" y="4411663"/>
          <p14:tracePt t="79780" x="8559800" y="4411663"/>
          <p14:tracePt t="79788" x="8575675" y="4403725"/>
          <p14:tracePt t="79796" x="8601075" y="4386263"/>
          <p14:tracePt t="79804" x="8642350" y="4386263"/>
          <p14:tracePt t="79812" x="8675688" y="4362450"/>
          <p14:tracePt t="79820" x="8742363" y="4344988"/>
          <p14:tracePt t="79828" x="8824913" y="4329113"/>
          <p14:tracePt t="79836" x="8899525" y="4311650"/>
          <p14:tracePt t="79844" x="8990013" y="4287838"/>
          <p14:tracePt t="79852" x="9064625" y="4270375"/>
          <p14:tracePt t="79860" x="9123363" y="4270375"/>
          <p14:tracePt t="79869" x="9190038" y="4262438"/>
          <p14:tracePt t="79877" x="9256713" y="4246563"/>
          <p14:tracePt t="79885" x="9331325" y="4246563"/>
          <p14:tracePt t="79893" x="9396413" y="4229100"/>
          <p14:tracePt t="79901" x="9521825" y="4229100"/>
          <p14:tracePt t="79909" x="9563100" y="4229100"/>
          <p14:tracePt t="79918" x="9637713" y="4229100"/>
          <p14:tracePt t="79925" x="9704388" y="4229100"/>
          <p14:tracePt t="79934" x="9779000" y="4229100"/>
          <p14:tracePt t="79941" x="9828213" y="4229100"/>
          <p14:tracePt t="79951" x="9902825" y="4229100"/>
          <p14:tracePt t="79957" x="9961563" y="4229100"/>
          <p14:tracePt t="79967" x="10026650" y="4229100"/>
          <p14:tracePt t="79974" x="10069513" y="4229100"/>
          <p14:tracePt t="79984" x="10126663" y="4229100"/>
          <p14:tracePt t="79990" x="10185400" y="4246563"/>
          <p14:tracePt t="80001" x="10209213" y="4262438"/>
          <p14:tracePt t="80006" x="10250488" y="4270375"/>
          <p14:tracePt t="80018" x="10275888" y="4287838"/>
          <p14:tracePt t="80022" x="10317163" y="4311650"/>
          <p14:tracePt t="80034" x="10350500" y="4344988"/>
          <p14:tracePt t="80038" x="10375900" y="4362450"/>
          <p14:tracePt t="80051" x="10401300" y="4386263"/>
          <p14:tracePt t="80054" x="10450513" y="4403725"/>
          <p14:tracePt t="80067" x="10475913" y="4427538"/>
          <p14:tracePt t="80070" x="10499725" y="4452938"/>
          <p14:tracePt t="80084" x="10517188" y="4470400"/>
          <p14:tracePt t="80088" x="10541000" y="4494213"/>
          <p14:tracePt t="80101" x="10558463" y="4511675"/>
          <p14:tracePt t="80103" x="10582275" y="4535488"/>
          <p14:tracePt t="80118" x="10599738" y="4568825"/>
          <p14:tracePt t="80120" x="10599738" y="4594225"/>
          <p14:tracePt t="80134" x="10625138" y="4635500"/>
          <p14:tracePt t="80135" x="10641013" y="4676775"/>
          <p14:tracePt t="80143" x="10641013" y="4710113"/>
          <p14:tracePt t="80151" x="10666413" y="4751388"/>
          <p14:tracePt t="80159" x="10666413" y="4759325"/>
          <p14:tracePt t="80167" x="10682288" y="4802188"/>
          <p14:tracePt t="80176" x="10682288" y="4818063"/>
          <p14:tracePt t="80184" x="10699750" y="4833938"/>
          <p14:tracePt t="80191" x="10699750" y="4843463"/>
          <p14:tracePt t="80201" x="10699750" y="4859338"/>
          <p14:tracePt t="80217" x="10699750" y="4876800"/>
          <p14:tracePt t="80224" x="10699750" y="4892675"/>
          <p14:tracePt t="80240" x="10699750" y="4900613"/>
          <p14:tracePt t="80248" x="10699750" y="4918075"/>
          <p14:tracePt t="80256" x="10699750" y="4933950"/>
          <p14:tracePt t="80264" x="10699750" y="4941888"/>
          <p14:tracePt t="80272" x="10699750" y="4959350"/>
          <p14:tracePt t="80280" x="10682288" y="4983163"/>
          <p14:tracePt t="80288" x="10682288" y="5000625"/>
          <p14:tracePt t="80296" x="10666413" y="5016500"/>
          <p14:tracePt t="80304" x="10656888" y="5041900"/>
          <p14:tracePt t="80313" x="10641013" y="5057775"/>
          <p14:tracePt t="80321" x="10641013" y="5067300"/>
          <p14:tracePt t="80329" x="10625138" y="5067300"/>
          <p14:tracePt t="80337" x="10599738" y="5100638"/>
          <p14:tracePt t="80345" x="10582275" y="5108575"/>
          <p14:tracePt t="80353" x="10558463" y="5108575"/>
          <p14:tracePt t="80361" x="10517188" y="5124450"/>
          <p14:tracePt t="80369" x="10475913" y="5141913"/>
          <p14:tracePt t="80377" x="10417175" y="5157788"/>
          <p14:tracePt t="80385" x="10358438" y="5165725"/>
          <p14:tracePt t="80393" x="10309225" y="5183188"/>
          <p14:tracePt t="80402" x="10234613" y="5199063"/>
          <p14:tracePt t="80410" x="10185400" y="5207000"/>
          <p14:tracePt t="80418" x="10069513" y="5224463"/>
          <p14:tracePt t="80426" x="10026650" y="5224463"/>
          <p14:tracePt t="80434" x="9869488" y="5224463"/>
          <p14:tracePt t="80442" x="9802813" y="5224463"/>
          <p14:tracePt t="80451" x="9704388" y="5224463"/>
          <p14:tracePt t="80458" x="9604375" y="5224463"/>
          <p14:tracePt t="80468" x="9512300" y="5224463"/>
          <p14:tracePt t="80474" x="9413875" y="5224463"/>
          <p14:tracePt t="80484" x="9313863" y="5224463"/>
          <p14:tracePt t="80491" x="9247188" y="5224463"/>
          <p14:tracePt t="80501" x="9190038" y="5224463"/>
          <p14:tracePt t="80506" x="9105900" y="5199063"/>
          <p14:tracePt t="80518" x="9023350" y="5183188"/>
          <p14:tracePt t="80523" x="8948738" y="5165725"/>
          <p14:tracePt t="80537" x="8899525" y="5157788"/>
          <p14:tracePt t="80542" x="8858250" y="5141913"/>
          <p14:tracePt t="80551" x="8799513" y="5108575"/>
          <p14:tracePt t="80555" x="8758238" y="5108575"/>
          <p14:tracePt t="80567" x="8724900" y="5083175"/>
          <p14:tracePt t="80571" x="8683625" y="5067300"/>
          <p14:tracePt t="80584" x="8658225" y="5067300"/>
          <p14:tracePt t="80587" x="8642350" y="5057775"/>
          <p14:tracePt t="80601" x="8616950" y="5041900"/>
          <p14:tracePt t="80603" x="8601075" y="5026025"/>
          <p14:tracePt t="80617" x="8593138" y="5016500"/>
          <p14:tracePt t="80621" x="8575675" y="5000625"/>
          <p14:tracePt t="80634" x="8559800" y="4983163"/>
          <p14:tracePt t="80637" x="8550275" y="4975225"/>
          <p14:tracePt t="80651" x="8550275" y="4959350"/>
          <p14:tracePt t="80652" x="8534400" y="4941888"/>
          <p14:tracePt t="80660" x="8518525" y="4933950"/>
          <p14:tracePt t="80668" x="8518525" y="4900613"/>
          <p14:tracePt t="80676" x="8501063" y="4876800"/>
          <p14:tracePt t="80684" x="8493125" y="4859338"/>
          <p14:tracePt t="80692" x="8475663" y="4833938"/>
          <p14:tracePt t="80701" x="8459788" y="4818063"/>
          <p14:tracePt t="80708" x="8459788" y="4792663"/>
          <p14:tracePt t="80718" x="8451850" y="4751388"/>
          <p14:tracePt t="80725" x="8451850" y="4735513"/>
          <p14:tracePt t="80734" x="8451850" y="4694238"/>
          <p14:tracePt t="80741" x="8434388" y="4668838"/>
          <p14:tracePt t="80751" x="8434388" y="4627563"/>
          <p14:tracePt t="80757" x="8434388" y="4594225"/>
          <p14:tracePt t="80767" x="8434388" y="4576763"/>
          <p14:tracePt t="80773" x="8434388" y="4535488"/>
          <p14:tracePt t="80784" x="8434388" y="4527550"/>
          <p14:tracePt t="80789" x="8434388" y="4511675"/>
          <p14:tracePt t="80801" x="8434388" y="4486275"/>
          <p14:tracePt t="80805" x="8434388" y="4470400"/>
          <p14:tracePt t="80821" x="8451850" y="4452938"/>
          <p14:tracePt t="80834" x="8459788" y="4445000"/>
          <p14:tracePt t="80837" x="8475663" y="4445000"/>
          <p14:tracePt t="80851" x="8493125" y="4427538"/>
          <p14:tracePt t="80854" x="8501063" y="4427538"/>
          <p14:tracePt t="80868" x="8559800" y="4386263"/>
          <p14:tracePt t="80870" x="8616950" y="4386263"/>
          <p14:tracePt t="80885" x="8683625" y="4362450"/>
          <p14:tracePt t="80887" x="8783638" y="4329113"/>
          <p14:tracePt t="80901" x="8882063" y="4303713"/>
          <p14:tracePt t="80903" x="9007475" y="4270375"/>
          <p14:tracePt t="80918" x="9048750" y="4262438"/>
          <p14:tracePt t="80919" x="9172575" y="4246563"/>
          <p14:tracePt t="80926" x="9272588" y="4221163"/>
          <p14:tracePt t="80935" x="9372600" y="4221163"/>
          <p14:tracePt t="80942" x="9471025" y="4203700"/>
          <p14:tracePt t="80951" x="9537700" y="4187825"/>
          <p14:tracePt t="80959" x="9637713" y="4187825"/>
          <p14:tracePt t="80967" x="9704388" y="4187825"/>
          <p14:tracePt t="80975" x="9779000" y="4187825"/>
          <p14:tracePt t="80984" x="9828213" y="4187825"/>
          <p14:tracePt t="80991" x="9902825" y="4187825"/>
          <p14:tracePt t="81001" x="9961563" y="4187825"/>
          <p14:tracePt t="81007" x="10010775" y="4187825"/>
          <p14:tracePt t="81018" x="10069513" y="4187825"/>
          <p14:tracePt t="81023" x="10093325" y="4187825"/>
          <p14:tracePt t="81034" x="10134600" y="4203700"/>
          <p14:tracePt t="81039" x="10167938" y="4221163"/>
          <p14:tracePt t="81052" x="10209213" y="4229100"/>
          <p14:tracePt t="81055" x="10234613" y="4262438"/>
          <p14:tracePt t="81067" x="10267950" y="4270375"/>
          <p14:tracePt t="81072" x="10293350" y="4303713"/>
          <p14:tracePt t="81084" x="10309225" y="4329113"/>
          <p14:tracePt t="81088" x="10334625" y="4362450"/>
          <p14:tracePt t="81101" x="10358438" y="4386263"/>
          <p14:tracePt t="81104" x="10375900" y="4403725"/>
          <p14:tracePt t="81118" x="10391775" y="4411663"/>
          <p14:tracePt t="81121" x="10401300" y="4445000"/>
          <p14:tracePt t="81134" x="10417175" y="4452938"/>
          <p14:tracePt t="81137" x="10417175" y="4470400"/>
          <p14:tracePt t="81151" x="10433050" y="4470400"/>
          <p14:tracePt t="81152" x="10433050" y="4486275"/>
          <p14:tracePt t="81161" x="10450513" y="4494213"/>
          <p14:tracePt t="81177" x="10450513" y="4511675"/>
          <p14:tracePt t="81185" x="10450513" y="4527550"/>
          <p14:tracePt t="81193" x="10450513" y="4535488"/>
          <p14:tracePt t="81201" x="10458450" y="4568825"/>
          <p14:tracePt t="81209" x="10458450" y="4594225"/>
          <p14:tracePt t="81218" x="10458450" y="4668838"/>
          <p14:tracePt t="81225" x="10458450" y="4735513"/>
          <p14:tracePt t="81234" x="10458450" y="4776788"/>
          <p14:tracePt t="81241" x="10458450" y="4833938"/>
          <p14:tracePt t="81250" x="10458450" y="4900613"/>
          <p14:tracePt t="81257" x="10458450" y="4959350"/>
          <p14:tracePt t="81265" x="10458450" y="5016500"/>
          <p14:tracePt t="81273" x="10458450" y="5057775"/>
          <p14:tracePt t="81282" x="10458450" y="5100638"/>
          <p14:tracePt t="81290" x="10458450" y="5141913"/>
          <p14:tracePt t="81298" x="10458450" y="5157788"/>
          <p14:tracePt t="81306" x="10458450" y="5183188"/>
          <p14:tracePt t="81314" x="10458450" y="5199063"/>
          <p14:tracePt t="81330" x="10450513" y="5207000"/>
          <p14:tracePt t="81338" x="10450513" y="5224463"/>
          <p14:tracePt t="81346" x="10433050" y="5224463"/>
          <p14:tracePt t="81362" x="10417175" y="5240338"/>
          <p14:tracePt t="81378" x="10401300" y="5240338"/>
          <p14:tracePt t="81386" x="10391775" y="5240338"/>
          <p14:tracePt t="81395" x="10375900" y="5240338"/>
          <p14:tracePt t="81403" x="10358438" y="5240338"/>
          <p14:tracePt t="81411" x="10350500" y="5240338"/>
          <p14:tracePt t="81419" x="10309225" y="5249863"/>
          <p14:tracePt t="81427" x="10267950" y="5249863"/>
          <p14:tracePt t="81435" x="10226675" y="5249863"/>
          <p14:tracePt t="81443" x="10167938" y="5249863"/>
          <p14:tracePt t="81451" x="10110788" y="5249863"/>
          <p14:tracePt t="81459" x="10052050" y="5249863"/>
          <p14:tracePt t="81468" x="9985375" y="5249863"/>
          <p14:tracePt t="81475" x="9918700" y="5249863"/>
          <p14:tracePt t="81485" x="9844088" y="5249863"/>
          <p14:tracePt t="81491" x="9761538" y="5249863"/>
          <p14:tracePt t="81501" x="9720263" y="5240338"/>
          <p14:tracePt t="81508" x="9637713" y="5224463"/>
          <p14:tracePt t="81517" x="9563100" y="5207000"/>
          <p14:tracePt t="81524" x="9512300" y="5199063"/>
          <p14:tracePt t="81532" x="9437688" y="5183188"/>
          <p14:tracePt t="81540" x="9388475" y="5157788"/>
          <p14:tracePt t="81548" x="9339263" y="5124450"/>
          <p14:tracePt t="81556" x="9256713" y="5100638"/>
          <p14:tracePt t="81564" x="9213850" y="5067300"/>
          <p14:tracePt t="81572" x="9164638" y="5057775"/>
          <p14:tracePt t="81580" x="9123363" y="5016500"/>
          <p14:tracePt t="81588" x="9064625" y="4983163"/>
          <p14:tracePt t="81596" x="9023350" y="4975225"/>
          <p14:tracePt t="81605" x="8990013" y="4941888"/>
          <p14:tracePt t="81613" x="8966200" y="4933950"/>
          <p14:tracePt t="81621" x="8940800" y="4900613"/>
          <p14:tracePt t="81629" x="8924925" y="4892675"/>
          <p14:tracePt t="81637" x="8907463" y="4876800"/>
          <p14:tracePt t="81645" x="8899525" y="4859338"/>
          <p14:tracePt t="81653" x="8882063" y="4843463"/>
          <p14:tracePt t="81661" x="8866188" y="4833938"/>
          <p14:tracePt t="81669" x="8866188" y="4818063"/>
          <p14:tracePt t="81677" x="8858250" y="4818063"/>
          <p14:tracePt t="81685" x="8840788" y="4792663"/>
          <p14:tracePt t="81693" x="8840788" y="4776788"/>
          <p14:tracePt t="81701" x="8824913" y="4759325"/>
          <p14:tracePt t="81709" x="8824913" y="4751388"/>
          <p14:tracePt t="81718" x="8824913" y="4735513"/>
          <p14:tracePt t="81725" x="8824913" y="4710113"/>
          <p14:tracePt t="81735" x="8816975" y="4694238"/>
          <p14:tracePt t="81751" x="8816975" y="4668838"/>
          <p14:tracePt t="81758" x="8816975" y="4651375"/>
          <p14:tracePt t="81767" x="8816975" y="4635500"/>
          <p14:tracePt t="81774" x="8816975" y="4627563"/>
          <p14:tracePt t="81790" x="8816975" y="4594225"/>
          <p14:tracePt t="81798" x="8816975" y="4576763"/>
          <p14:tracePt t="81806" x="8816975" y="4568825"/>
          <p14:tracePt t="81823" x="8816975" y="4552950"/>
          <p14:tracePt t="81839" x="8824913" y="4535488"/>
          <p14:tracePt t="81847" x="8840788" y="4535488"/>
          <p14:tracePt t="81855" x="8858250" y="4527550"/>
          <p14:tracePt t="81863" x="8866188" y="4527550"/>
          <p14:tracePt t="81871" x="8924925" y="4494213"/>
          <p14:tracePt t="81879" x="8948738" y="4486275"/>
          <p14:tracePt t="81887" x="9031288" y="4452938"/>
          <p14:tracePt t="81895" x="9105900" y="4427538"/>
          <p14:tracePt t="81903" x="9205913" y="4403725"/>
          <p14:tracePt t="81911" x="9297988" y="4370388"/>
          <p14:tracePt t="81919" x="9388475" y="4344988"/>
          <p14:tracePt t="81928" x="9429750" y="4344988"/>
          <p14:tracePt t="81936" x="9521825" y="4311650"/>
          <p14:tracePt t="81944" x="9596438" y="4303713"/>
          <p14:tracePt t="81952" x="9694863" y="4270375"/>
          <p14:tracePt t="81960" x="9820275" y="4262438"/>
          <p14:tracePt t="81968" x="9844088" y="4262438"/>
          <p14:tracePt t="81976" x="9928225" y="4246563"/>
          <p14:tracePt t="81985" x="9969500" y="4246563"/>
          <p14:tracePt t="81992" x="10026650" y="4246563"/>
          <p14:tracePt t="82001" x="10085388" y="4246563"/>
          <p14:tracePt t="82008" x="10110788" y="4246563"/>
          <p14:tracePt t="82018" x="10152063" y="4246563"/>
          <p14:tracePt t="82024" x="10193338" y="4246563"/>
          <p14:tracePt t="82034" x="10209213" y="4246563"/>
          <p14:tracePt t="82041" x="10226675" y="4246563"/>
          <p14:tracePt t="82049" x="10250488" y="4262438"/>
          <p14:tracePt t="82057" x="10267950" y="4262438"/>
          <p14:tracePt t="82065" x="10267950" y="4270375"/>
          <p14:tracePt t="82073" x="10275888" y="4287838"/>
          <p14:tracePt t="82081" x="10275888" y="4303713"/>
          <p14:tracePt t="82089" x="10293350" y="4329113"/>
          <p14:tracePt t="82097" x="10293350" y="4344988"/>
          <p14:tracePt t="82105" x="10309225" y="4386263"/>
          <p14:tracePt t="82113" x="10317163" y="4411663"/>
          <p14:tracePt t="82121" x="10317163" y="4452938"/>
          <p14:tracePt t="82129" x="10334625" y="4511675"/>
          <p14:tracePt t="82137" x="10350500" y="4552950"/>
          <p14:tracePt t="82146" x="10350500" y="4610100"/>
          <p14:tracePt t="82154" x="10358438" y="4676775"/>
          <p14:tracePt t="82162" x="10375900" y="4735513"/>
          <p14:tracePt t="82170" x="10391775" y="4792663"/>
          <p14:tracePt t="82178" x="10391775" y="4833938"/>
          <p14:tracePt t="82186" x="10401300" y="4859338"/>
          <p14:tracePt t="82194" x="10401300" y="4892675"/>
          <p14:tracePt t="82202" x="10417175" y="4900613"/>
          <p14:tracePt t="82210" x="10417175" y="4918075"/>
          <p14:tracePt t="82218" x="10417175" y="4933950"/>
          <p14:tracePt t="82234" x="10417175" y="4941888"/>
          <p14:tracePt t="82267" x="10417175" y="4959350"/>
          <p14:tracePt t="82347" x="10417175" y="4975225"/>
          <p14:tracePt t="82388" x="10401300" y="4983163"/>
          <p14:tracePt t="82420" x="10391775" y="5000625"/>
          <p14:tracePt t="82428" x="10375900" y="5000625"/>
          <p14:tracePt t="82444" x="10358438" y="5000625"/>
          <p14:tracePt t="82452" x="10350500" y="5016500"/>
          <p14:tracePt t="82460" x="10334625" y="5016500"/>
          <p14:tracePt t="82468" x="10293350" y="5026025"/>
          <p14:tracePt t="82477" x="10275888" y="5026025"/>
          <p14:tracePt t="82484" x="10234613" y="5026025"/>
          <p14:tracePt t="82493" x="10167938" y="5026025"/>
          <p14:tracePt t="82501" x="10110788" y="5026025"/>
          <p14:tracePt t="82509" x="10010775" y="5026025"/>
          <p14:tracePt t="82518" x="9918700" y="5026025"/>
          <p14:tracePt t="82525" x="9802813" y="5041900"/>
          <p14:tracePt t="82539" x="9620250" y="5041900"/>
          <p14:tracePt t="82542" x="9272588" y="5041900"/>
          <p14:tracePt t="82551" x="8966200" y="5041900"/>
          <p14:tracePt t="82557" x="8658225" y="5041900"/>
          <p14:tracePt t="82565" x="8269288" y="5041900"/>
          <p14:tracePt t="82574" x="7821613" y="5041900"/>
          <p14:tracePt t="82581" x="7373938" y="5041900"/>
          <p14:tracePt t="82590" x="6800850" y="4983163"/>
          <p14:tracePt t="82597" x="6245225" y="4859338"/>
          <p14:tracePt t="82606" x="6021388" y="4802188"/>
          <p14:tracePt t="82614" x="5573713" y="4694238"/>
          <p14:tracePt t="82622" x="5149850" y="4527550"/>
          <p14:tracePt t="82864" x="5141913" y="4527550"/>
          <p14:tracePt t="82872" x="5100638" y="4527550"/>
          <p14:tracePt t="82880" x="5018088" y="4527550"/>
          <p14:tracePt t="82888" x="4902200" y="4511675"/>
          <p14:tracePt t="82896" x="4776788" y="4470400"/>
          <p14:tracePt t="82905" x="4619625" y="4427538"/>
          <p14:tracePt t="82913" x="4495800" y="4403725"/>
          <p14:tracePt t="82921" x="4437063" y="4370388"/>
          <p14:tracePt t="82929" x="4329113" y="4329113"/>
          <p14:tracePt t="82937" x="4246563" y="4303713"/>
          <p14:tracePt t="82945" x="4171950" y="4270375"/>
          <p14:tracePt t="82953" x="4105275" y="4246563"/>
          <p14:tracePt t="82961" x="4064000" y="4221163"/>
          <p14:tracePt t="82969" x="4022725" y="4187825"/>
          <p14:tracePt t="82977" x="4005263" y="4162425"/>
          <p14:tracePt t="82985" x="3981450" y="4138613"/>
          <p14:tracePt t="82993" x="3956050" y="4105275"/>
          <p14:tracePt t="83001" x="3940175" y="4064000"/>
          <p14:tracePt t="83009" x="3922713" y="4021138"/>
          <p14:tracePt t="83018" x="3906838" y="3997325"/>
          <p14:tracePt t="83026" x="3906838" y="3956050"/>
          <p14:tracePt t="83035" x="3898900" y="3922713"/>
          <p14:tracePt t="83042" x="3898900" y="3897313"/>
          <p14:tracePt t="83051" x="3898900" y="3871913"/>
          <p14:tracePt t="83067" x="3898900" y="3856038"/>
          <p14:tracePt t="83074" x="3898900" y="3840163"/>
          <p14:tracePt t="83083" x="3898900" y="3830638"/>
          <p14:tracePt t="83098" x="3898900" y="3814763"/>
          <p14:tracePt t="83114" x="3898900" y="3797300"/>
          <p14:tracePt t="83147" x="3898900" y="3781425"/>
          <p14:tracePt t="83211" x="3898900" y="3797300"/>
          <p14:tracePt t="83219" x="3881438" y="3797300"/>
          <p14:tracePt t="83227" x="3881438" y="3814763"/>
          <p14:tracePt t="83236" x="3865563" y="3830638"/>
          <p14:tracePt t="83252" x="3856038" y="3856038"/>
          <p14:tracePt t="83260" x="3840163" y="3881438"/>
          <p14:tracePt t="83268" x="3840163" y="3897313"/>
          <p14:tracePt t="83284" x="3822700" y="3922713"/>
          <p14:tracePt t="83292" x="3814763" y="3938588"/>
          <p14:tracePt t="83301" x="3814763" y="3956050"/>
          <p14:tracePt t="83308" x="3798888" y="3963988"/>
          <p14:tracePt t="83318" x="3781425" y="3963988"/>
          <p14:tracePt t="83325" x="3773488" y="3979863"/>
          <p14:tracePt t="83334" x="3757613" y="3997325"/>
          <p14:tracePt t="83341" x="3740150" y="3997325"/>
          <p14:tracePt t="83348" x="3732213" y="4005263"/>
          <p14:tracePt t="83357" x="3698875" y="4005263"/>
          <p14:tracePt t="83365" x="3673475" y="4021138"/>
          <p14:tracePt t="83373" x="3641725" y="4021138"/>
          <p14:tracePt t="83381" x="3616325" y="4038600"/>
          <p14:tracePt t="83389" x="3557588" y="4046538"/>
          <p14:tracePt t="83397" x="3516313" y="4046538"/>
          <p14:tracePt t="83405" x="3492500" y="4046538"/>
          <p14:tracePt t="83413" x="3433763" y="4046538"/>
          <p14:tracePt t="83421" x="3392488" y="4046538"/>
          <p14:tracePt t="83429" x="3367088" y="4046538"/>
          <p14:tracePt t="83437" x="3325813" y="4046538"/>
          <p14:tracePt t="83445" x="3292475" y="4046538"/>
          <p14:tracePt t="83453" x="3267075" y="4038600"/>
          <p14:tracePt t="83462" x="3225800" y="4005263"/>
          <p14:tracePt t="83470" x="3201988" y="3997325"/>
          <p14:tracePt t="83478" x="3168650" y="3956050"/>
          <p14:tracePt t="83486" x="3143250" y="3922713"/>
          <p14:tracePt t="83494" x="3109913" y="3881438"/>
          <p14:tracePt t="83502" x="3101975" y="3840163"/>
          <p14:tracePt t="83510" x="3068638" y="3814763"/>
          <p14:tracePt t="83519" x="3060700" y="3773488"/>
          <p14:tracePt t="83526" x="3043238" y="3740150"/>
          <p14:tracePt t="83537" x="3019425" y="3698875"/>
          <p14:tracePt t="83543" x="3019425" y="3673475"/>
          <p14:tracePt t="83552" x="3001963" y="3657600"/>
          <p14:tracePt t="83559" x="3001963" y="3632200"/>
          <p14:tracePt t="83568" x="2986088" y="3616325"/>
          <p14:tracePt t="83575" x="2986088" y="3606800"/>
          <p14:tracePt t="83584" x="2986088" y="3590925"/>
          <p14:tracePt t="83591" x="2986088" y="3565525"/>
          <p14:tracePt t="83601" x="2986088" y="3549650"/>
          <p14:tracePt t="83607" x="2986088" y="3532188"/>
          <p14:tracePt t="83618" x="2986088" y="3516313"/>
          <p14:tracePt t="83623" x="2986088" y="3508375"/>
          <p14:tracePt t="83634" x="2986088" y="3490913"/>
          <p14:tracePt t="83639" x="2986088" y="3475038"/>
          <p14:tracePt t="83655" x="2986088" y="3467100"/>
          <p14:tracePt t="83667" x="2986088" y="3449638"/>
          <p14:tracePt t="83671" x="3001963" y="3433763"/>
          <p14:tracePt t="83684" x="3019425" y="3433763"/>
          <p14:tracePt t="83688" x="3019425" y="3424238"/>
          <p14:tracePt t="83701" x="3027363" y="3424238"/>
          <p14:tracePt t="83704" x="3043238" y="3408363"/>
          <p14:tracePt t="83718" x="3060700" y="3408363"/>
          <p14:tracePt t="83720" x="3068638" y="3408363"/>
          <p14:tracePt t="83736" x="3109913" y="3390900"/>
          <p14:tracePt t="83751" x="3168650" y="3390900"/>
          <p14:tracePt t="83753" x="3225800" y="3382963"/>
          <p14:tracePt t="83767" x="3292475" y="3382963"/>
          <p14:tracePt t="83768" x="3392488" y="3382963"/>
          <p14:tracePt t="83776" x="3508375" y="3382963"/>
          <p14:tracePt t="83785" x="3632200" y="3382963"/>
          <p14:tracePt t="83793" x="3698875" y="3382963"/>
          <p14:tracePt t="83801" x="3798888" y="3382963"/>
          <p14:tracePt t="83809" x="3898900" y="3382963"/>
          <p14:tracePt t="83818" x="3997325" y="3382963"/>
          <p14:tracePt t="83825" x="4064000" y="3382963"/>
          <p14:tracePt t="83834" x="4130675" y="3382963"/>
          <p14:tracePt t="83841" x="4187825" y="3382963"/>
          <p14:tracePt t="83851" x="4229100" y="3382963"/>
          <p14:tracePt t="83857" x="4262438" y="3390900"/>
          <p14:tracePt t="83867" x="4287838" y="3390900"/>
          <p14:tracePt t="83873" x="4313238" y="3390900"/>
          <p14:tracePt t="83884" x="4313238" y="3408363"/>
          <p14:tracePt t="83889" x="4329113" y="3408363"/>
          <p14:tracePt t="83901" x="4346575" y="3424238"/>
          <p14:tracePt t="83905" x="4354513" y="3424238"/>
          <p14:tracePt t="83922" x="4370388" y="3433763"/>
          <p14:tracePt t="83934" x="4370388" y="3449638"/>
          <p14:tracePt t="83946" x="4387850" y="3467100"/>
          <p14:tracePt t="83954" x="4395788" y="3475038"/>
          <p14:tracePt t="83962" x="4395788" y="3490913"/>
          <p14:tracePt t="83970" x="4395788" y="3508375"/>
          <p14:tracePt t="83978" x="4411663" y="3516313"/>
          <p14:tracePt t="83994" x="4429125" y="3549650"/>
          <p14:tracePt t="84002" x="4429125" y="3565525"/>
          <p14:tracePt t="84010" x="4437063" y="3573463"/>
          <p14:tracePt t="84019" x="4437063" y="3606800"/>
          <p14:tracePt t="84027" x="4454525" y="3632200"/>
          <p14:tracePt t="84035" x="4470400" y="3657600"/>
          <p14:tracePt t="84043" x="4470400" y="3698875"/>
          <p14:tracePt t="84051" x="4486275" y="3732213"/>
          <p14:tracePt t="84059" x="4495800" y="3781425"/>
          <p14:tracePt t="84067" x="4495800" y="3840163"/>
          <p14:tracePt t="84075" x="4511675" y="3881438"/>
          <p14:tracePt t="84085" x="4511675" y="3914775"/>
          <p14:tracePt t="84091" x="4511675" y="3956050"/>
          <p14:tracePt t="84101" x="4511675" y="3979863"/>
          <p14:tracePt t="84107" x="4511675" y="4021138"/>
          <p14:tracePt t="84115" x="4511675" y="4038600"/>
          <p14:tracePt t="84124" x="4511675" y="4064000"/>
          <p14:tracePt t="84132" x="4495800" y="4079875"/>
          <p14:tracePt t="84140" x="4486275" y="4097338"/>
          <p14:tracePt t="84148" x="4454525" y="4097338"/>
          <p14:tracePt t="84156" x="4411663" y="4105275"/>
          <p14:tracePt t="84164" x="4395788" y="4121150"/>
          <p14:tracePt t="84172" x="4354513" y="4121150"/>
          <p14:tracePt t="84180" x="4346575" y="4121150"/>
          <p14:tracePt t="84188" x="4313238" y="4121150"/>
          <p14:tracePt t="84196" x="4271963" y="4121150"/>
          <p14:tracePt t="84204" x="4262438" y="4121150"/>
          <p14:tracePt t="84212" x="4229100" y="4121150"/>
          <p14:tracePt t="84221" x="4221163" y="4121150"/>
          <p14:tracePt t="84229" x="4205288" y="4121150"/>
          <p14:tracePt t="84237" x="4171950" y="4121150"/>
          <p14:tracePt t="84244" x="4164013" y="4105275"/>
          <p14:tracePt t="84253" x="4146550" y="4097338"/>
          <p14:tracePt t="84269" x="4130675" y="4079875"/>
          <p14:tracePt t="84277" x="4122738" y="4064000"/>
          <p14:tracePt t="84285" x="4105275" y="4064000"/>
          <p14:tracePt t="84293" x="4089400" y="4046538"/>
          <p14:tracePt t="84301" x="4079875" y="4038600"/>
          <p14:tracePt t="84309" x="4079875" y="4021138"/>
          <p14:tracePt t="84318" x="4064000" y="4021138"/>
          <p14:tracePt t="84326" x="4048125" y="4005263"/>
          <p14:tracePt t="84334" x="4048125" y="3997325"/>
          <p14:tracePt t="84342" x="4038600" y="3997325"/>
          <p14:tracePt t="84351" x="4022725" y="3997325"/>
          <p14:tracePt t="84358" x="4022725" y="3979863"/>
          <p14:tracePt t="84367" x="4005263" y="3979863"/>
          <p14:tracePt t="84471" x="4005263" y="3997325"/>
          <p14:tracePt t="84479" x="4005263" y="4005263"/>
          <p14:tracePt t="84495" x="4005263" y="4021138"/>
          <p14:tracePt t="84503" x="4005263" y="4038600"/>
          <p14:tracePt t="84519" x="4005263" y="4046538"/>
          <p14:tracePt t="84543" x="4005263" y="4064000"/>
          <p14:tracePt t="84551" x="3997325" y="4079875"/>
          <p14:tracePt t="84560" x="3981450" y="4079875"/>
          <p14:tracePt t="84568" x="3956050" y="4097338"/>
          <p14:tracePt t="84576" x="3940175" y="4097338"/>
          <p14:tracePt t="84584" x="3922713" y="4097338"/>
          <p14:tracePt t="84592" x="3898900" y="4097338"/>
          <p14:tracePt t="84601" x="3865563" y="4097338"/>
          <p14:tracePt t="84608" x="3822700" y="4105275"/>
          <p14:tracePt t="84617" x="3781425" y="4105275"/>
          <p14:tracePt t="84624" x="3757613" y="4105275"/>
          <p14:tracePt t="84634" x="3698875" y="4121150"/>
          <p14:tracePt t="84640" x="3641725" y="4138613"/>
          <p14:tracePt t="84648" x="3598863" y="4146550"/>
          <p14:tracePt t="84657" x="3516313" y="4162425"/>
          <p14:tracePt t="84665" x="3475038" y="4162425"/>
          <p14:tracePt t="84673" x="3392488" y="4179888"/>
          <p14:tracePt t="84681" x="3351213" y="4187825"/>
          <p14:tracePt t="84689" x="3267075" y="4187825"/>
          <p14:tracePt t="84697" x="3225800" y="4187825"/>
          <p14:tracePt t="84705" x="3168650" y="4187825"/>
          <p14:tracePt t="84713" x="3109913" y="4187825"/>
          <p14:tracePt t="84721" x="3060700" y="4187825"/>
          <p14:tracePt t="84729" x="3027363" y="4187825"/>
          <p14:tracePt t="84737" x="2986088" y="4187825"/>
          <p14:tracePt t="84745" x="2944813" y="4187825"/>
          <p14:tracePt t="84753" x="2919413" y="4187825"/>
          <p14:tracePt t="84762" x="2894013" y="4179888"/>
          <p14:tracePt t="84770" x="2878138" y="4162425"/>
          <p14:tracePt t="84778" x="2860675" y="4146550"/>
          <p14:tracePt t="84786" x="2852738" y="4138613"/>
          <p14:tracePt t="84794" x="2836863" y="4121150"/>
          <p14:tracePt t="84802" x="2819400" y="4097338"/>
          <p14:tracePt t="84810" x="2803525" y="4079875"/>
          <p14:tracePt t="84818" x="2795588" y="4046538"/>
          <p14:tracePt t="84826" x="2795588" y="4021138"/>
          <p14:tracePt t="84835" x="2778125" y="3979863"/>
          <p14:tracePt t="84842" x="2762250" y="3938588"/>
          <p14:tracePt t="84851" x="2762250" y="3914775"/>
          <p14:tracePt t="84858" x="2762250" y="3871913"/>
          <p14:tracePt t="84868" x="2754313" y="3840163"/>
          <p14:tracePt t="84874" x="2754313" y="3797300"/>
          <p14:tracePt t="84884" x="2754313" y="3773488"/>
          <p14:tracePt t="84891" x="2754313" y="3732213"/>
          <p14:tracePt t="84901" x="2754313" y="3690938"/>
          <p14:tracePt t="84907" x="2754313" y="3657600"/>
          <p14:tracePt t="84917" x="2754313" y="3616325"/>
          <p14:tracePt t="84923" x="2754313" y="3606800"/>
          <p14:tracePt t="84934" x="2754313" y="3565525"/>
          <p14:tracePt t="84939" x="2754313" y="3532188"/>
          <p14:tracePt t="84955" x="2762250" y="3508375"/>
          <p14:tracePt t="84968" x="2762250" y="3490913"/>
          <p14:tracePt t="84971" x="2762250" y="3475038"/>
          <p14:tracePt t="84984" x="2778125" y="3475038"/>
          <p14:tracePt t="84996" x="2778125" y="3467100"/>
          <p14:tracePt t="85003" x="2795588" y="3467100"/>
          <p14:tracePt t="85012" x="2795588" y="3449638"/>
          <p14:tracePt t="85028" x="2803525" y="3449638"/>
          <p14:tracePt t="85036" x="2819400" y="3433763"/>
          <p14:tracePt t="85044" x="2860675" y="3424238"/>
          <p14:tracePt t="85052" x="2894013" y="3408363"/>
          <p14:tracePt t="85060" x="2935288" y="3382963"/>
          <p14:tracePt t="85068" x="3001963" y="3367088"/>
          <p14:tracePt t="85076" x="3101975" y="3341688"/>
          <p14:tracePt t="85084" x="3201988" y="3292475"/>
          <p14:tracePt t="85092" x="3309938" y="3267075"/>
          <p14:tracePt t="85101" x="3433763" y="3209925"/>
          <p14:tracePt t="85109" x="3590925" y="3184525"/>
          <p14:tracePt t="85118" x="3716338" y="3143250"/>
          <p14:tracePt t="85125" x="3865563" y="3101975"/>
          <p14:tracePt t="85134" x="4048125" y="3076575"/>
          <p14:tracePt t="85141" x="4105275" y="3076575"/>
          <p14:tracePt t="85150" x="4262438" y="3027363"/>
          <p14:tracePt t="85157" x="4346575" y="3027363"/>
          <p14:tracePt t="85165" x="4437063" y="3017838"/>
          <p14:tracePt t="85173" x="4529138" y="3017838"/>
          <p14:tracePt t="85181" x="4570413" y="3017838"/>
          <p14:tracePt t="85190" x="4611688" y="3017838"/>
          <p14:tracePt t="85197" x="4619625" y="3017838"/>
          <p14:tracePt t="85206" x="4652963" y="3017838"/>
          <p14:tracePt t="85213" x="4660900" y="3017838"/>
          <p14:tracePt t="85222" x="4678363" y="3043238"/>
          <p14:tracePt t="85230" x="4694238" y="3060700"/>
          <p14:tracePt t="85238" x="4694238" y="3076575"/>
          <p14:tracePt t="85246" x="4702175" y="3101975"/>
          <p14:tracePt t="85254" x="4702175" y="3117850"/>
          <p14:tracePt t="85262" x="4719638" y="3143250"/>
          <p14:tracePt t="85270" x="4719638" y="3167063"/>
          <p14:tracePt t="85278" x="4719638" y="3184525"/>
          <p14:tracePt t="85286" x="4719638" y="3209925"/>
          <p14:tracePt t="85294" x="4719638" y="3225800"/>
          <p14:tracePt t="85302" x="4719638" y="3241675"/>
          <p14:tracePt t="85310" x="4719638" y="3267075"/>
          <p14:tracePt t="85319" x="4719638" y="3284538"/>
          <p14:tracePt t="85327" x="4719638" y="3308350"/>
          <p14:tracePt t="85335" x="4719638" y="3325813"/>
          <p14:tracePt t="85342" x="4719638" y="3341688"/>
          <p14:tracePt t="85351" x="4719638" y="3367088"/>
          <p14:tracePt t="85359" x="4719638" y="3382963"/>
          <p14:tracePt t="85368" x="4719638" y="3408363"/>
          <p14:tracePt t="85384" x="4694238" y="3433763"/>
          <p14:tracePt t="85391" x="4694238" y="3449638"/>
          <p14:tracePt t="85400" x="4678363" y="3467100"/>
          <p14:tracePt t="85408" x="4652963" y="3475038"/>
          <p14:tracePt t="85417" x="4619625" y="3508375"/>
          <p14:tracePt t="85423" x="4578350" y="3549650"/>
          <p14:tracePt t="85432" x="4537075" y="3573463"/>
          <p14:tracePt t="85439" x="4454525" y="3632200"/>
          <p14:tracePt t="85448" x="4395788" y="3657600"/>
          <p14:tracePt t="85456" x="4346575" y="3690938"/>
          <p14:tracePt t="85464" x="4271963" y="3740150"/>
          <p14:tracePt t="85472" x="4205288" y="3797300"/>
          <p14:tracePt t="85480" x="4164013" y="3830638"/>
          <p14:tracePt t="85488" x="4105275" y="3856038"/>
          <p14:tracePt t="85496" x="4038600" y="3914775"/>
          <p14:tracePt t="85504" x="3997325" y="3956050"/>
          <p14:tracePt t="85513" x="3940175" y="3979863"/>
          <p14:tracePt t="85521" x="3906838" y="4005263"/>
          <p14:tracePt t="85529" x="3865563" y="4021138"/>
          <p14:tracePt t="85539" x="3840163" y="4046538"/>
          <p14:tracePt t="85545" x="3822700" y="4046538"/>
          <p14:tracePt t="85552" x="3822700" y="4064000"/>
          <p14:tracePt t="85561" x="3814763" y="4079875"/>
          <p14:tracePt t="85569" x="3798888" y="4079875"/>
          <p14:tracePt t="85585" x="3798888" y="4097338"/>
          <p14:tracePt t="85593" x="3781425" y="4097338"/>
          <p14:tracePt t="85738" x="3798888" y="4079875"/>
          <p14:tracePt t="85746" x="3814763" y="4079875"/>
          <p14:tracePt t="85755" x="3822700" y="4064000"/>
          <p14:tracePt t="85771" x="3840163" y="4064000"/>
          <p14:tracePt t="85779" x="3856038" y="4046538"/>
          <p14:tracePt t="85795" x="3865563" y="4046538"/>
          <p14:tracePt t="85803" x="3881438" y="4046538"/>
          <p14:tracePt t="85811" x="3898900" y="4038600"/>
          <p14:tracePt t="85819" x="3906838" y="4038600"/>
          <p14:tracePt t="85835" x="3940175" y="4038600"/>
          <p14:tracePt t="85843" x="3981450" y="4021138"/>
          <p14:tracePt t="85851" x="4022725" y="4005263"/>
          <p14:tracePt t="85859" x="4064000" y="4005263"/>
          <p14:tracePt t="85868" x="4130675" y="3997325"/>
          <p14:tracePt t="85876" x="4171950" y="3997325"/>
          <p14:tracePt t="85884" x="4246563" y="3997325"/>
          <p14:tracePt t="85892" x="4305300" y="3997325"/>
          <p14:tracePt t="85901" x="4370388" y="3997325"/>
          <p14:tracePt t="85908" x="4429125" y="3997325"/>
          <p14:tracePt t="85917" x="4486275" y="3997325"/>
          <p14:tracePt t="85924" x="4552950" y="3997325"/>
          <p14:tracePt t="85934" x="4619625" y="3997325"/>
          <p14:tracePt t="85940" x="4752975" y="3997325"/>
          <p14:tracePt t="85948" x="4818063" y="3997325"/>
          <p14:tracePt t="85956" x="4943475" y="3997325"/>
          <p14:tracePt t="85964" x="5059363" y="3997325"/>
          <p14:tracePt t="85973" x="5208588" y="3997325"/>
          <p14:tracePt t="85980" x="5365750" y="3997325"/>
          <p14:tracePt t="85989" x="5715000" y="3997325"/>
          <p14:tracePt t="85997" x="5838825" y="3997325"/>
          <p14:tracePt t="86005" x="6088063" y="4005263"/>
          <p14:tracePt t="86013" x="6353175" y="4038600"/>
          <p14:tracePt t="86021" x="6659563" y="4038600"/>
          <p14:tracePt t="86029" x="6916738" y="4046538"/>
          <p14:tracePt t="86037" x="7173913" y="4046538"/>
          <p14:tracePt t="86045" x="7489825" y="4079875"/>
          <p14:tracePt t="86053" x="7696200" y="4097338"/>
          <p14:tracePt t="86061" x="7962900" y="4097338"/>
          <p14:tracePt t="86069" x="8186738" y="4097338"/>
          <p14:tracePt t="86077" x="8393113" y="4121150"/>
          <p14:tracePt t="86086" x="8616950" y="4138613"/>
          <p14:tracePt t="86094" x="8840788" y="4162425"/>
          <p14:tracePt t="86102" x="9023350" y="4179888"/>
          <p14:tracePt t="86110" x="9172575" y="4203700"/>
          <p14:tracePt t="86118" x="9355138" y="4246563"/>
          <p14:tracePt t="86126" x="9480550" y="4270375"/>
          <p14:tracePt t="86135" x="9604375" y="4303713"/>
          <p14:tracePt t="86142" x="9663113" y="4329113"/>
          <p14:tracePt t="86151" x="9761538" y="4370388"/>
          <p14:tracePt t="86158" x="9828213" y="4386263"/>
          <p14:tracePt t="86168" x="9902825" y="4427538"/>
          <p14:tracePt t="86174" x="9944100" y="4452938"/>
          <p14:tracePt t="86184" x="9985375" y="4486275"/>
          <p14:tracePt t="86191" x="10010775" y="4511675"/>
          <p14:tracePt t="86201" x="10026650" y="4527550"/>
          <p14:tracePt t="86207" x="10044113" y="4527550"/>
          <p14:tracePt t="86218" x="10052050" y="4535488"/>
          <p14:tracePt t="86223" x="10069513" y="4552950"/>
          <p14:tracePt t="86234" x="10069513" y="4568825"/>
          <p14:tracePt t="86239" x="10069513" y="4576763"/>
          <p14:tracePt t="86251" x="10085388" y="4576763"/>
          <p14:tracePt t="86255" x="10085388" y="4594225"/>
          <p14:tracePt t="86268" x="10093325" y="4610100"/>
          <p14:tracePt t="86279" x="10093325" y="4627563"/>
          <p14:tracePt t="86287" x="10093325" y="4635500"/>
          <p14:tracePt t="86296" x="10093325" y="4668838"/>
          <p14:tracePt t="86303" x="10093325" y="4718050"/>
          <p14:tracePt t="86312" x="10093325" y="4776788"/>
          <p14:tracePt t="86320" x="10093325" y="4876800"/>
          <p14:tracePt t="86328" x="10093325" y="5000625"/>
          <p14:tracePt t="86336" x="10093325" y="5141913"/>
          <p14:tracePt t="86344" x="10093325" y="5199063"/>
          <p14:tracePt t="86352" x="10093325" y="5324475"/>
          <p14:tracePt t="86360" x="10085388" y="5422900"/>
          <p14:tracePt t="86368" x="10069513" y="5489575"/>
          <p14:tracePt t="86376" x="10052050" y="5548313"/>
          <p14:tracePt t="86384" x="10044113" y="5572125"/>
          <p14:tracePt t="86392" x="10010775" y="5597525"/>
          <p14:tracePt t="86401" x="9985375" y="5613400"/>
          <p14:tracePt t="86409" x="9928225" y="5638800"/>
          <p14:tracePt t="86418" x="9886950" y="5638800"/>
          <p14:tracePt t="86424" x="9844088" y="5638800"/>
          <p14:tracePt t="86435" x="9786938" y="5638800"/>
          <p14:tracePt t="86441" x="9737725" y="5638800"/>
          <p14:tracePt t="86451" x="9704388" y="5638800"/>
          <p14:tracePt t="86457" x="9663113" y="5630863"/>
          <p14:tracePt t="86468" x="9637713" y="5597525"/>
          <p14:tracePt t="86473" x="9604375" y="5589588"/>
          <p14:tracePt t="86484" x="9578975" y="5572125"/>
          <p14:tracePt t="86497" x="9563100" y="5556250"/>
          <p14:tracePt t="86505" x="9555163" y="5556250"/>
          <p14:tracePt t="86513" x="9555163" y="5548313"/>
          <p14:tracePt t="86539" x="9537700" y="5548313"/>
          <p14:tracePt t="86562" x="9521825" y="5548313"/>
          <p14:tracePt t="86578" x="9512300" y="5548313"/>
          <p14:tracePt t="86586" x="9480550" y="5548313"/>
          <p14:tracePt t="86594" x="9471025" y="5556250"/>
          <p14:tracePt t="86602" x="9437688" y="5589588"/>
          <p14:tracePt t="86610" x="9396413" y="5613400"/>
          <p14:tracePt t="86618" x="9313863" y="5672138"/>
          <p14:tracePt t="86627" x="9247188" y="5697538"/>
          <p14:tracePt t="86635" x="9164638" y="5738813"/>
          <p14:tracePt t="86643" x="9082088" y="5780088"/>
          <p14:tracePt t="86651" x="8982075" y="5821363"/>
          <p14:tracePt t="86659" x="8858250" y="5862638"/>
          <p14:tracePt t="86668" x="8816975" y="5880100"/>
          <p14:tracePt t="86675" x="8716963" y="5903913"/>
          <p14:tracePt t="86684" x="8634413" y="5921375"/>
          <p14:tracePt t="86691" x="8550275" y="5937250"/>
          <p14:tracePt t="86701" x="8475663" y="5937250"/>
          <p14:tracePt t="86707" x="8418513" y="5954713"/>
          <p14:tracePt t="86715" x="8377238" y="5962650"/>
          <p14:tracePt t="86723" x="8326438" y="5978525"/>
          <p14:tracePt t="86732" x="8269288" y="5978525"/>
          <p14:tracePt t="86740" x="8228013" y="5978525"/>
          <p14:tracePt t="86747" x="8194675" y="5978525"/>
          <p14:tracePt t="86756" x="8143875" y="5978525"/>
          <p14:tracePt t="86764" x="8102600" y="5978525"/>
          <p14:tracePt t="86772" x="8069263" y="5978525"/>
          <p14:tracePt t="86780" x="8027988" y="5978525"/>
          <p14:tracePt t="86788" x="8020050" y="5978525"/>
          <p14:tracePt t="86796" x="7986713" y="5978525"/>
          <p14:tracePt t="86804" x="7970838" y="5978525"/>
          <p14:tracePt t="86812" x="7945438" y="5978525"/>
          <p14:tracePt t="86820" x="7929563" y="5978525"/>
          <p14:tracePt t="86828" x="7904163" y="5978525"/>
          <p14:tracePt t="86844" x="7886700" y="5978525"/>
          <p14:tracePt t="86853" x="7878763" y="5978525"/>
          <p14:tracePt t="86868" x="7862888" y="5978525"/>
          <p14:tracePt t="86877" x="7845425" y="5978525"/>
          <p14:tracePt t="86885" x="7837488" y="5978525"/>
          <p14:tracePt t="86893" x="7821613" y="5978525"/>
          <p14:tracePt t="86901" x="7804150" y="5978525"/>
          <p14:tracePt t="86918" x="7796213" y="5978525"/>
          <p14:tracePt t="86925" x="7762875" y="5978525"/>
          <p14:tracePt t="86935" x="7754938" y="5978525"/>
          <p14:tracePt t="86941" x="7737475" y="5978525"/>
          <p14:tracePt t="86950" x="7705725" y="5978525"/>
          <p14:tracePt t="86957" x="7680325" y="5978525"/>
          <p14:tracePt t="86967" x="7662863" y="5978525"/>
          <p14:tracePt t="86974" x="7639050" y="5978525"/>
          <p14:tracePt t="86982" x="7621588" y="5978525"/>
          <p14:tracePt t="86990" x="7597775" y="5978525"/>
          <p14:tracePt t="86998" x="7556500" y="5978525"/>
          <p14:tracePt t="87006" x="7539038" y="5978525"/>
          <p14:tracePt t="87014" x="7513638" y="5978525"/>
          <p14:tracePt t="87022" x="7497763" y="5978525"/>
          <p14:tracePt t="87030" x="7456488" y="5962650"/>
          <p14:tracePt t="87038" x="7439025" y="5962650"/>
          <p14:tracePt t="87046" x="7415213" y="5962650"/>
          <p14:tracePt t="87054" x="7389813" y="5954713"/>
          <p14:tracePt t="87062" x="7373938" y="5954713"/>
          <p14:tracePt t="87071" x="7356475" y="5954713"/>
          <p14:tracePt t="87079" x="7331075" y="5954713"/>
          <p14:tracePt t="87087" x="7315200" y="5954713"/>
          <p14:tracePt t="87103" x="7307263" y="5937250"/>
          <p14:tracePt t="87111" x="7289800" y="5937250"/>
          <p14:tracePt t="87152" x="7289800" y="5921375"/>
          <p14:tracePt t="87248" x="7289800" y="5903913"/>
          <p14:tracePt t="87353" x="7307263" y="5903913"/>
          <p14:tracePt t="87385" x="7315200" y="5903913"/>
          <p14:tracePt t="87402" x="7331075" y="5903913"/>
          <p14:tracePt t="87410" x="7373938" y="5903913"/>
          <p14:tracePt t="87418" x="7415213" y="5903913"/>
          <p14:tracePt t="87426" x="7497763" y="5895975"/>
          <p14:tracePt t="87434" x="7572375" y="5895975"/>
          <p14:tracePt t="87442" x="7662863" y="5880100"/>
          <p14:tracePt t="87451" x="7780338" y="5862638"/>
          <p14:tracePt t="87458" x="7904163" y="5862638"/>
          <p14:tracePt t="87467" x="8027988" y="5837238"/>
          <p14:tracePt t="87474" x="8086725" y="5837238"/>
          <p14:tracePt t="87484" x="8186738" y="5837238"/>
          <p14:tracePt t="87491" x="8269288" y="5837238"/>
          <p14:tracePt t="87498" x="8369300" y="5821363"/>
          <p14:tracePt t="87507" x="8418513" y="5821363"/>
          <p14:tracePt t="87515" x="8475663" y="5821363"/>
          <p14:tracePt t="87523" x="8501063" y="5821363"/>
          <p14:tracePt t="87531" x="8534400" y="5821363"/>
          <p14:tracePt t="87539" x="8550275" y="5821363"/>
          <p14:tracePt t="87555" x="8559800" y="5821363"/>
          <p14:tracePt t="87579" x="8575675" y="5821363"/>
          <p14:tracePt t="87692" x="8559800" y="5821363"/>
          <p14:tracePt t="87724" x="8550275" y="5821363"/>
          <p14:tracePt t="87741" x="8534400" y="5821363"/>
          <p14:tracePt t="87749" x="8518525" y="5821363"/>
          <p14:tracePt t="87757" x="8518525" y="5837238"/>
          <p14:tracePt t="87765" x="8501063" y="5854700"/>
          <p14:tracePt t="87773" x="8493125" y="5854700"/>
          <p14:tracePt t="87781" x="8493125" y="5862638"/>
          <p14:tracePt t="87789" x="8475663" y="5862638"/>
          <p14:tracePt t="87797" x="8459788" y="5862638"/>
          <p14:tracePt t="87805" x="8459788" y="5880100"/>
          <p14:tracePt t="87813" x="8434388" y="5880100"/>
          <p14:tracePt t="87821" x="8410575" y="5895975"/>
          <p14:tracePt t="87829" x="8393113" y="5903913"/>
          <p14:tracePt t="87838" x="8369300" y="5903913"/>
          <p14:tracePt t="87846" x="8335963" y="5921375"/>
          <p14:tracePt t="87854" x="8285163" y="5921375"/>
          <p14:tracePt t="87862" x="8235950" y="5921375"/>
          <p14:tracePt t="87870" x="8186738" y="5937250"/>
          <p14:tracePt t="87878" x="8143875" y="5937250"/>
          <p14:tracePt t="87886" x="8086725" y="5954713"/>
          <p14:tracePt t="87894" x="8027988" y="5962650"/>
          <p14:tracePt t="87902" x="7970838" y="5962650"/>
          <p14:tracePt t="87910" x="7920038" y="5962650"/>
          <p14:tracePt t="87918" x="7886700" y="5962650"/>
          <p14:tracePt t="87926" x="7837488" y="5978525"/>
          <p14:tracePt t="87935" x="7796213" y="5978525"/>
          <p14:tracePt t="87943" x="7762875" y="5978525"/>
          <p14:tracePt t="87951" x="7705725" y="5995988"/>
          <p14:tracePt t="87959" x="7680325" y="5995988"/>
          <p14:tracePt t="87968" x="7639050" y="5995988"/>
          <p14:tracePt t="87975" x="7613650" y="5995988"/>
          <p14:tracePt t="87985" x="7580313" y="5995988"/>
          <p14:tracePt t="87991" x="7556500" y="5995988"/>
          <p14:tracePt t="88001" x="7539038" y="5995988"/>
          <p14:tracePt t="88007" x="7513638" y="5995988"/>
          <p14:tracePt t="88018" x="7489825" y="5995988"/>
          <p14:tracePt t="88023" x="7472363" y="5995988"/>
          <p14:tracePt t="88034" x="7456488" y="5995988"/>
          <p14:tracePt t="88039" x="7431088" y="5995988"/>
          <p14:tracePt t="88051" x="7415213" y="5995988"/>
          <p14:tracePt t="88063" x="7397750" y="5995988"/>
          <p14:tracePt t="88072" x="7389813" y="5995988"/>
          <p14:tracePt t="88088" x="7373938" y="5995988"/>
          <p14:tracePt t="88176" x="7389813" y="5995988"/>
          <p14:tracePt t="88193" x="7397750" y="5995988"/>
          <p14:tracePt t="88202" x="7415213" y="5995988"/>
          <p14:tracePt t="88209" x="7439025" y="5995988"/>
          <p14:tracePt t="88218" x="7472363" y="5995988"/>
          <p14:tracePt t="88225" x="7531100" y="5995988"/>
          <p14:tracePt t="88235" x="7597775" y="5995988"/>
          <p14:tracePt t="88241" x="7662863" y="5995988"/>
          <p14:tracePt t="88251" x="7754938" y="5978525"/>
          <p14:tracePt t="88257" x="7845425" y="5978525"/>
          <p14:tracePt t="88267" x="7886700" y="5978525"/>
          <p14:tracePt t="88274" x="7986713" y="5978525"/>
          <p14:tracePt t="88282" x="8061325" y="5962650"/>
          <p14:tracePt t="88290" x="8143875" y="5962650"/>
          <p14:tracePt t="88298" x="8186738" y="5962650"/>
          <p14:tracePt t="88306" x="8228013" y="5962650"/>
          <p14:tracePt t="88314" x="8269288" y="5962650"/>
          <p14:tracePt t="88322" x="8285163" y="5962650"/>
          <p14:tracePt t="88330" x="8293100" y="5962650"/>
          <p14:tracePt t="88338" x="8310563" y="5962650"/>
          <p14:tracePt t="88346" x="8326438" y="5962650"/>
          <p14:tracePt t="88354" x="8326438" y="5954713"/>
          <p14:tracePt t="88370" x="8335963" y="5954713"/>
          <p14:tracePt t="88411" x="8335963" y="5937250"/>
          <p14:tracePt t="88459" x="8335963" y="5921375"/>
          <p14:tracePt t="88500" x="8335963" y="5903913"/>
          <p14:tracePt t="88548" x="8326438" y="5903913"/>
          <p14:tracePt t="88564" x="8310563" y="5903913"/>
          <p14:tracePt t="88572" x="8293100" y="5903913"/>
          <p14:tracePt t="88580" x="8285163" y="5903913"/>
          <p14:tracePt t="88589" x="8269288" y="5903913"/>
          <p14:tracePt t="88596" x="8235950" y="5903913"/>
          <p14:tracePt t="88604" x="8210550" y="5903913"/>
          <p14:tracePt t="88613" x="8186738" y="5903913"/>
          <p14:tracePt t="88621" x="8153400" y="5903913"/>
          <p14:tracePt t="88629" x="8112125" y="5903913"/>
          <p14:tracePt t="88637" x="8061325" y="5903913"/>
          <p14:tracePt t="88645" x="8027988" y="5903913"/>
          <p14:tracePt t="88653" x="7986713" y="5903913"/>
          <p14:tracePt t="88661" x="7962900" y="5903913"/>
          <p14:tracePt t="88669" x="7929563" y="5903913"/>
          <p14:tracePt t="88677" x="7920038" y="5903913"/>
          <p14:tracePt t="88685" x="7886700" y="5903913"/>
          <p14:tracePt t="88701" x="7878763" y="5895975"/>
          <p14:tracePt t="88734" x="7878763" y="5880100"/>
          <p14:tracePt t="88758" x="7878763" y="5862638"/>
          <p14:tracePt t="88782" x="7886700" y="5854700"/>
          <p14:tracePt t="88790" x="7904163" y="5854700"/>
          <p14:tracePt t="88798" x="7920038" y="5854700"/>
          <p14:tracePt t="88806" x="7929563" y="5837238"/>
          <p14:tracePt t="88814" x="7970838" y="5837238"/>
          <p14:tracePt t="88822" x="8020050" y="5821363"/>
          <p14:tracePt t="88831" x="8045450" y="5813425"/>
          <p14:tracePt t="88839" x="8086725" y="5795963"/>
          <p14:tracePt t="88847" x="8102600" y="5795963"/>
          <p14:tracePt t="88855" x="8143875" y="5780088"/>
          <p14:tracePt t="88863" x="8153400" y="5772150"/>
          <p14:tracePt t="88871" x="8169275" y="5772150"/>
          <p14:tracePt t="88887" x="8186738" y="5772150"/>
          <p14:tracePt t="88895" x="8186738" y="5754688"/>
          <p14:tracePt t="88992" x="8186738" y="5738813"/>
          <p14:tracePt t="89057" x="8194675" y="5738813"/>
          <p14:tracePt t="89089" x="8210550" y="5738813"/>
          <p14:tracePt t="89097" x="8235950" y="5730875"/>
          <p14:tracePt t="89105" x="8251825" y="5730875"/>
          <p14:tracePt t="89113" x="8285163" y="5730875"/>
          <p14:tracePt t="89122" x="8310563" y="5713413"/>
          <p14:tracePt t="89129" x="8326438" y="5713413"/>
          <p14:tracePt t="89137" x="8351838" y="5697538"/>
          <p14:tracePt t="89146" x="8369300" y="5697538"/>
          <p14:tracePt t="89153" x="8377238" y="5688013"/>
          <p14:tracePt t="89170" x="8393113" y="5688013"/>
          <p14:tracePt t="89178" x="8410575" y="5688013"/>
          <p14:tracePt t="89194" x="8418513" y="5688013"/>
          <p14:tracePt t="89202" x="8418513" y="5672138"/>
          <p14:tracePt t="89218" x="8434388" y="5672138"/>
          <p14:tracePt t="89235" x="8451850" y="5672138"/>
          <p14:tracePt t="89242" x="8459788" y="5672138"/>
          <p14:tracePt t="89251" x="8459788" y="5656263"/>
          <p14:tracePt t="89259" x="8475663" y="5656263"/>
          <p14:tracePt t="89268" x="8501063" y="5656263"/>
          <p14:tracePt t="89274" x="8518525" y="5656263"/>
          <p14:tracePt t="89291" x="8534400" y="5638800"/>
          <p14:tracePt t="89315" x="8550275" y="5638800"/>
          <p14:tracePt t="89396" x="8550275" y="5656263"/>
          <p14:tracePt t="89420" x="8534400" y="5656263"/>
          <p14:tracePt t="89509" x="8550275" y="5656263"/>
          <p14:tracePt t="89539" x="8559800" y="5656263"/>
          <p14:tracePt t="89542" x="8593138" y="5656263"/>
          <p14:tracePt t="89557" x="8601075" y="5656263"/>
          <p14:tracePt t="89565" x="8634413" y="5656263"/>
          <p14:tracePt t="89573" x="8642350" y="5656263"/>
          <p14:tracePt t="89581" x="8658225" y="5656263"/>
          <p14:tracePt t="89614" x="8675688" y="5656263"/>
          <p14:tracePt t="89848" x="8675688" y="5638800"/>
          <p14:tracePt t="89912" x="8658225" y="5638800"/>
          <p14:tracePt t="90106" x="8675688" y="5638800"/>
          <p14:tracePt t="90171" x="8683625" y="5638800"/>
          <p14:tracePt t="90187" x="8716963" y="5638800"/>
          <p14:tracePt t="90195" x="8742363" y="5638800"/>
          <p14:tracePt t="90203" x="8783638" y="5638800"/>
          <p14:tracePt t="90218" x="8866188" y="5638800"/>
          <p14:tracePt t="90220" x="8907463" y="5638800"/>
          <p14:tracePt t="90234" x="8966200" y="5638800"/>
          <p14:tracePt t="90236" x="9090025" y="5638800"/>
          <p14:tracePt t="90252" x="9131300" y="5638800"/>
          <p14:tracePt t="90253" x="9205913" y="5638800"/>
          <p14:tracePt t="90260" x="9256713" y="5656263"/>
          <p14:tracePt t="90268" x="9331325" y="5672138"/>
          <p14:tracePt t="90276" x="9355138" y="5672138"/>
          <p14:tracePt t="90285" x="9396413" y="5688013"/>
          <p14:tracePt t="90292" x="9429750" y="5697538"/>
          <p14:tracePt t="90301" x="9455150" y="5697538"/>
          <p14:tracePt t="90308" x="9471025" y="5713413"/>
          <p14:tracePt t="90318" x="9496425" y="5713413"/>
          <p14:tracePt t="90324" x="9496425" y="5730875"/>
          <p14:tracePt t="90334" x="9512300" y="5730875"/>
          <p14:tracePt t="90340" x="9521825" y="5730875"/>
          <p14:tracePt t="90357" x="9537700" y="5738813"/>
          <p14:tracePt t="90381" x="9555163" y="5738813"/>
          <p14:tracePt t="90389" x="9555163" y="5754688"/>
          <p14:tracePt t="90397" x="9563100" y="5754688"/>
          <p14:tracePt t="90413" x="9563100" y="5772150"/>
          <p14:tracePt t="90429" x="9563100" y="5780088"/>
          <p14:tracePt t="90437" x="9563100" y="5795963"/>
          <p14:tracePt t="90453" x="9563100" y="5813425"/>
          <p14:tracePt t="90462" x="9563100" y="5821363"/>
          <p14:tracePt t="90478" x="9563100" y="5837238"/>
          <p14:tracePt t="90486" x="9563100" y="5854700"/>
          <p14:tracePt t="90510" x="9555163" y="5862638"/>
          <p14:tracePt t="90518" x="9537700" y="5862638"/>
          <p14:tracePt t="90526" x="9521825" y="5880100"/>
          <p14:tracePt t="90539" x="9512300" y="5880100"/>
          <p14:tracePt t="90542" x="9496425" y="5880100"/>
          <p14:tracePt t="90551" x="9480550" y="5895975"/>
          <p14:tracePt t="90567" x="9471025" y="5895975"/>
          <p14:tracePt t="90574" x="9455150" y="5903913"/>
          <p14:tracePt t="90607" x="9437688" y="5903913"/>
          <p14:tracePt t="90655" x="9429750" y="5921375"/>
          <p14:tracePt t="90672" x="9413875" y="5921375"/>
          <p14:tracePt t="90679" x="9413875" y="5937250"/>
          <p14:tracePt t="90688" x="9396413" y="5954713"/>
          <p14:tracePt t="90704" x="9388475" y="5962650"/>
          <p14:tracePt t="90712" x="9372600" y="5978525"/>
          <p14:tracePt t="90720" x="9339263" y="5995988"/>
          <p14:tracePt t="90728" x="9331325" y="6003925"/>
          <p14:tracePt t="90744" x="9297988" y="6019800"/>
          <p14:tracePt t="90752" x="9272588" y="6037263"/>
          <p14:tracePt t="90760" x="9256713" y="6045200"/>
          <p14:tracePt t="90768" x="9231313" y="6062663"/>
          <p14:tracePt t="90776" x="9213850" y="6062663"/>
          <p14:tracePt t="90785" x="9190038" y="6078538"/>
          <p14:tracePt t="90793" x="9172575" y="6078538"/>
          <p14:tracePt t="90801" x="9164638" y="6086475"/>
          <p14:tracePt t="90809" x="9131300" y="6086475"/>
          <p14:tracePt t="90818" x="9123363" y="6086475"/>
          <p14:tracePt t="90825" x="9105900" y="6086475"/>
          <p14:tracePt t="90834" x="9090025" y="6103938"/>
          <p14:tracePt t="90850" x="9082088" y="6103938"/>
          <p14:tracePt t="90857" x="9064625" y="6103938"/>
          <p14:tracePt t="90865" x="9064625" y="6119813"/>
          <p14:tracePt t="90873" x="9048750" y="6119813"/>
          <p14:tracePt t="90881" x="9031288" y="6119813"/>
          <p14:tracePt t="91003" x="9064625" y="6119813"/>
          <p14:tracePt t="91011" x="9105900" y="6119813"/>
          <p14:tracePt t="91018" x="9148763" y="6119813"/>
          <p14:tracePt t="91027" x="9231313" y="6119813"/>
          <p14:tracePt t="91035" x="9339263" y="6103938"/>
          <p14:tracePt t="91043" x="9471025" y="6103938"/>
          <p14:tracePt t="91051" x="9596438" y="6086475"/>
          <p14:tracePt t="91059" x="9720263" y="6078538"/>
          <p14:tracePt t="91068" x="9828213" y="6078538"/>
          <p14:tracePt t="91075" x="9961563" y="6062663"/>
          <p14:tracePt t="91084" x="10085388" y="6037263"/>
          <p14:tracePt t="91091" x="10209213" y="6019800"/>
          <p14:tracePt t="91101" x="10293350" y="6019800"/>
          <p14:tracePt t="91107" x="10391775" y="6003925"/>
          <p14:tracePt t="91117" x="10517188" y="5995988"/>
          <p14:tracePt t="91123" x="10558463" y="5995988"/>
          <p14:tracePt t="91132" x="10625138" y="5978525"/>
          <p14:tracePt t="91140" x="10699750" y="5978525"/>
          <p14:tracePt t="91148" x="10764838" y="5978525"/>
          <p14:tracePt t="91156" x="10823575" y="5978525"/>
          <p14:tracePt t="91164" x="10882313" y="5978525"/>
          <p14:tracePt t="91172" x="10931525" y="5978525"/>
          <p14:tracePt t="91180" x="10964863" y="5978525"/>
          <p14:tracePt t="91188" x="11022013" y="5978525"/>
          <p14:tracePt t="91196" x="11063288" y="5978525"/>
          <p14:tracePt t="91204" x="11088688" y="5978525"/>
          <p14:tracePt t="91212" x="11129963" y="5978525"/>
          <p14:tracePt t="91221" x="11155363" y="5978525"/>
          <p14:tracePt t="91228" x="11214100" y="5978525"/>
          <p14:tracePt t="91237" x="11255375" y="5978525"/>
          <p14:tracePt t="91245" x="11288713" y="5978525"/>
          <p14:tracePt t="91253" x="11329988" y="5978525"/>
          <p14:tracePt t="91261" x="11353800" y="5978525"/>
          <p14:tracePt t="91269" x="11395075" y="5978525"/>
          <p14:tracePt t="91277" x="11437938" y="5978525"/>
          <p14:tracePt t="91285" x="11461750" y="5978525"/>
          <p14:tracePt t="91293" x="11495088" y="5978525"/>
          <p14:tracePt t="91301" x="11503025" y="5978525"/>
          <p14:tracePt t="91309" x="11520488" y="5978525"/>
          <p14:tracePt t="91318" x="11536363" y="5978525"/>
          <p14:tracePt t="91334" x="11553825" y="5978525"/>
          <p14:tracePt t="91398" x="11536363" y="5978525"/>
          <p14:tracePt t="91406" x="11520488" y="5962650"/>
          <p14:tracePt t="91414" x="11503025" y="5962650"/>
          <p14:tracePt t="91422" x="11495088" y="5954713"/>
          <p14:tracePt t="91430" x="11461750" y="5954713"/>
          <p14:tracePt t="91452" x="11379200" y="5903913"/>
          <p14:tracePt t="91455" x="11296650" y="5880100"/>
          <p14:tracePt t="91467" x="11255375" y="5862638"/>
          <p14:tracePt t="91471" x="11155363" y="5821363"/>
          <p14:tracePt t="91484" x="11114088" y="5795963"/>
          <p14:tracePt t="91487" x="11047413" y="5772150"/>
          <p14:tracePt t="91501" x="10988675" y="5730875"/>
          <p14:tracePt t="91504" x="10931525" y="5697538"/>
          <p14:tracePt t="91518" x="10890250" y="5672138"/>
          <p14:tracePt t="91519" x="10864850" y="5656263"/>
          <p14:tracePt t="91527" x="10839450" y="5638800"/>
          <p14:tracePt t="91539" x="10823575" y="5613400"/>
          <p14:tracePt t="91543" x="10807700" y="5613400"/>
          <p14:tracePt t="91552" x="10798175" y="5597525"/>
          <p14:tracePt t="91559" x="10782300" y="5589588"/>
          <p14:tracePt t="91568" x="10756900" y="5556250"/>
          <p14:tracePt t="91576" x="10741025" y="5556250"/>
          <p14:tracePt t="91585" x="10723563" y="5530850"/>
          <p14:tracePt t="91592" x="10715625" y="5514975"/>
          <p14:tracePt t="91601" x="10715625" y="5507038"/>
          <p14:tracePt t="91608" x="10682288" y="5489575"/>
          <p14:tracePt t="91617" x="10682288" y="5473700"/>
          <p14:tracePt t="91632" x="10682288" y="5464175"/>
          <p14:tracePt t="91640" x="10682288" y="5448300"/>
          <p14:tracePt t="91664" x="10682288" y="5432425"/>
          <p14:tracePt t="91689" x="10682288" y="5422900"/>
          <p14:tracePt t="91713" x="10715625" y="5407025"/>
          <p14:tracePt t="91721" x="10756900" y="5389563"/>
          <p14:tracePt t="91729" x="10782300" y="5373688"/>
          <p14:tracePt t="91737" x="10839450" y="5373688"/>
          <p14:tracePt t="91745" x="10882313" y="5365750"/>
          <p14:tracePt t="91753" x="10947400" y="5348288"/>
          <p14:tracePt t="91761" x="11006138" y="5348288"/>
          <p14:tracePt t="91770" x="11047413" y="5348288"/>
          <p14:tracePt t="91778" x="11106150" y="5348288"/>
          <p14:tracePt t="91786" x="11171238" y="5348288"/>
          <p14:tracePt t="91794" x="11229975" y="5348288"/>
          <p14:tracePt t="91802" x="11288713" y="5348288"/>
          <p14:tracePt t="91810" x="11337925" y="5348288"/>
          <p14:tracePt t="91818" x="11395075" y="5348288"/>
          <p14:tracePt t="91826" x="11437938" y="5373688"/>
          <p14:tracePt t="91835" x="11479213" y="5389563"/>
          <p14:tracePt t="91842" x="11536363" y="5422900"/>
          <p14:tracePt t="91851" x="11577638" y="5448300"/>
          <p14:tracePt t="91858" x="11603038" y="5489575"/>
          <p14:tracePt t="91868" x="11644313" y="5530850"/>
          <p14:tracePt t="91874" x="11677650" y="5556250"/>
          <p14:tracePt t="91884" x="11685588" y="5572125"/>
          <p14:tracePt t="91891" x="11703050" y="5597525"/>
          <p14:tracePt t="91899" x="11718925" y="5613400"/>
          <p14:tracePt t="91906" x="11726863" y="5630863"/>
          <p14:tracePt t="91915" x="11726863" y="5638800"/>
          <p14:tracePt t="91923" x="11744325" y="5656263"/>
          <p14:tracePt t="91931" x="11744325" y="5672138"/>
          <p14:tracePt t="91939" x="11744325" y="5688013"/>
          <p14:tracePt t="91947" x="11744325" y="5697538"/>
          <p14:tracePt t="91963" x="11744325" y="5713413"/>
          <p14:tracePt t="91971" x="11744325" y="5738813"/>
          <p14:tracePt t="91979" x="11744325" y="5754688"/>
          <p14:tracePt t="91988" x="11726863" y="5772150"/>
          <p14:tracePt t="91996" x="11726863" y="5795963"/>
          <p14:tracePt t="92003" x="11718925" y="5813425"/>
          <p14:tracePt t="92012" x="11703050" y="5837238"/>
          <p14:tracePt t="92020" x="11685588" y="5862638"/>
          <p14:tracePt t="92028" x="11677650" y="5862638"/>
          <p14:tracePt t="92036" x="11644313" y="5895975"/>
          <p14:tracePt t="92044" x="11636375" y="5903913"/>
          <p14:tracePt t="92052" x="11595100" y="5921375"/>
          <p14:tracePt t="92060" x="11561763" y="5921375"/>
          <p14:tracePt t="92068" x="11536363" y="5954713"/>
          <p14:tracePt t="92076" x="11495088" y="5954713"/>
          <p14:tracePt t="92084" x="11461750" y="5962650"/>
          <p14:tracePt t="92092" x="11420475" y="5962650"/>
          <p14:tracePt t="92101" x="11379200" y="5962650"/>
          <p14:tracePt t="92109" x="11353800" y="5962650"/>
          <p14:tracePt t="92118" x="11312525" y="5962650"/>
          <p14:tracePt t="92125" x="11237913" y="5962650"/>
          <p14:tracePt t="92134" x="11196638" y="5962650"/>
          <p14:tracePt t="92141" x="11129963" y="5921375"/>
          <p14:tracePt t="92150" x="11106150" y="5895975"/>
          <p14:tracePt t="92157" x="11063288" y="5862638"/>
          <p14:tracePt t="92165" x="11006138" y="5837238"/>
          <p14:tracePt t="92173" x="10947400" y="5813425"/>
          <p14:tracePt t="92181" x="10906125" y="5772150"/>
          <p14:tracePt t="92189" x="10864850" y="5738813"/>
          <p14:tracePt t="92197" x="10839450" y="5730875"/>
          <p14:tracePt t="92206" x="10798175" y="5697538"/>
          <p14:tracePt t="92213" x="10782300" y="5688013"/>
          <p14:tracePt t="92222" x="10756900" y="5656263"/>
          <p14:tracePt t="92230" x="10723563" y="5630863"/>
          <p14:tracePt t="92238" x="10699750" y="5597525"/>
          <p14:tracePt t="92246" x="10666413" y="5572125"/>
          <p14:tracePt t="92254" x="10641013" y="5548313"/>
          <p14:tracePt t="92262" x="10625138" y="5507038"/>
          <p14:tracePt t="92270" x="10599738" y="5473700"/>
          <p14:tracePt t="92278" x="10582275" y="5473700"/>
          <p14:tracePt t="92286" x="10574338" y="5448300"/>
          <p14:tracePt t="92294" x="10574338" y="5432425"/>
          <p14:tracePt t="92302" x="10558463" y="5422900"/>
          <p14:tracePt t="92310" x="10558463" y="5407025"/>
          <p14:tracePt t="92319" x="10558463" y="5389563"/>
          <p14:tracePt t="92327" x="10558463" y="5373688"/>
          <p14:tracePt t="92335" x="10558463" y="5365750"/>
          <p14:tracePt t="92343" x="10558463" y="5348288"/>
          <p14:tracePt t="92359" x="10558463" y="5332413"/>
          <p14:tracePt t="92368" x="10558463" y="5324475"/>
          <p14:tracePt t="92384" x="10558463" y="5307013"/>
          <p14:tracePt t="92391" x="10558463" y="5291138"/>
          <p14:tracePt t="92401" x="10558463" y="5281613"/>
          <p14:tracePt t="92407" x="10558463" y="5265738"/>
          <p14:tracePt t="92423" x="10582275" y="5240338"/>
          <p14:tracePt t="92432" x="10615613" y="5224463"/>
          <p14:tracePt t="92440" x="10625138" y="5207000"/>
          <p14:tracePt t="92448" x="10656888" y="5199063"/>
          <p14:tracePt t="92456" x="10682288" y="5183188"/>
          <p14:tracePt t="92464" x="10741025" y="5165725"/>
          <p14:tracePt t="92472" x="10782300" y="5157788"/>
          <p14:tracePt t="92480" x="10823575" y="5141913"/>
          <p14:tracePt t="92488" x="10864850" y="5124450"/>
          <p14:tracePt t="92496" x="10923588" y="5124450"/>
          <p14:tracePt t="92504" x="10947400" y="5124450"/>
          <p14:tracePt t="92512" x="11006138" y="5124450"/>
          <p14:tracePt t="92521" x="11047413" y="5124450"/>
          <p14:tracePt t="92528" x="11072813" y="5124450"/>
          <p14:tracePt t="92540" x="11129963" y="5124450"/>
          <p14:tracePt t="92544" x="11171238" y="5124450"/>
          <p14:tracePt t="92553" x="11196638" y="5124450"/>
          <p14:tracePt t="92561" x="11255375" y="5124450"/>
          <p14:tracePt t="92569" x="11296650" y="5141913"/>
          <p14:tracePt t="92577" x="11329988" y="5157788"/>
          <p14:tracePt t="92585" x="11371263" y="5183188"/>
          <p14:tracePt t="92593" x="11395075" y="5199063"/>
          <p14:tracePt t="92602" x="11420475" y="5207000"/>
          <p14:tracePt t="92609" x="11453813" y="5207000"/>
          <p14:tracePt t="92618" x="11461750" y="5240338"/>
          <p14:tracePt t="92625" x="11479213" y="5240338"/>
          <p14:tracePt t="92635" x="11495088" y="5249863"/>
          <p14:tracePt t="92641" x="11503025" y="5265738"/>
          <p14:tracePt t="92651" x="11520488" y="5265738"/>
          <p14:tracePt t="92658" x="11520488" y="5281613"/>
          <p14:tracePt t="92668" x="11536363" y="5291138"/>
          <p14:tracePt t="92674" x="11553825" y="5307013"/>
          <p14:tracePt t="92684" x="11561763" y="5324475"/>
          <p14:tracePt t="92690" x="11561763" y="5348288"/>
          <p14:tracePt t="92701" x="11577638" y="5365750"/>
          <p14:tracePt t="92706" x="11595100" y="5389563"/>
          <p14:tracePt t="92717" x="11595100" y="5422900"/>
          <p14:tracePt t="92722" x="11603038" y="5432425"/>
          <p14:tracePt t="92735" x="11603038" y="5464175"/>
          <p14:tracePt t="92738" x="11620500" y="5473700"/>
          <p14:tracePt t="92751" x="11620500" y="5489575"/>
          <p14:tracePt t="92755" x="11620500" y="5507038"/>
          <p14:tracePt t="92768" x="11620500" y="5514975"/>
          <p14:tracePt t="92771" x="11636375" y="5530850"/>
          <p14:tracePt t="92784" x="11636375" y="5548313"/>
          <p14:tracePt t="92787" x="11636375" y="5556250"/>
          <p14:tracePt t="92801" x="11636375" y="5589588"/>
          <p14:tracePt t="92804" x="11636375" y="5597525"/>
          <p14:tracePt t="92818" x="11636375" y="5630863"/>
          <p14:tracePt t="92820" x="11636375" y="5656263"/>
          <p14:tracePt t="92835" x="11636375" y="5672138"/>
          <p14:tracePt t="92836" x="11636375" y="5697538"/>
          <p14:tracePt t="92843" x="11636375" y="5713413"/>
          <p14:tracePt t="92851" x="11636375" y="5730875"/>
          <p14:tracePt t="92859" x="11620500" y="5738813"/>
          <p14:tracePt t="92868" x="11620500" y="5754688"/>
          <p14:tracePt t="92876" x="11603038" y="5772150"/>
          <p14:tracePt t="92884" x="11595100" y="5772150"/>
          <p14:tracePt t="92892" x="11577638" y="5780088"/>
          <p14:tracePt t="92908" x="11553825" y="5795963"/>
          <p14:tracePt t="92918" x="11520488" y="5813425"/>
          <p14:tracePt t="92924" x="11503025" y="5813425"/>
          <p14:tracePt t="92934" x="11461750" y="5821363"/>
          <p14:tracePt t="92940" x="11453813" y="5837238"/>
          <p14:tracePt t="92951" x="11412538" y="5837238"/>
          <p14:tracePt t="92956" x="11371263" y="5854700"/>
          <p14:tracePt t="92968" x="11353800" y="5854700"/>
          <p14:tracePt t="92972" x="11312525" y="5854700"/>
          <p14:tracePt t="92984" x="11288713" y="5854700"/>
          <p14:tracePt t="92988" x="11255375" y="5854700"/>
          <p14:tracePt t="93001" x="11214100" y="5854700"/>
          <p14:tracePt t="93005" x="11188700" y="5854700"/>
          <p14:tracePt t="93018" x="11114088" y="5837238"/>
          <p14:tracePt t="93021" x="11072813" y="5813425"/>
          <p14:tracePt t="93034" x="11047413" y="5795963"/>
          <p14:tracePt t="93038" x="10988675" y="5754688"/>
          <p14:tracePt t="93051" x="10947400" y="5730875"/>
          <p14:tracePt t="93054" x="10906125" y="5688013"/>
          <p14:tracePt t="93068" x="10864850" y="5656263"/>
          <p14:tracePt t="93069" x="10848975" y="5638800"/>
          <p14:tracePt t="93078" x="10823575" y="5613400"/>
          <p14:tracePt t="93085" x="10798175" y="5597525"/>
          <p14:tracePt t="93094" x="10782300" y="5589588"/>
          <p14:tracePt t="93102" x="10764838" y="5572125"/>
          <p14:tracePt t="93110" x="10756900" y="5556250"/>
          <p14:tracePt t="93118" x="10741025" y="5548313"/>
          <p14:tracePt t="93126" x="10715625" y="5514975"/>
          <p14:tracePt t="93135" x="10699750" y="5489575"/>
          <p14:tracePt t="93142" x="10682288" y="5473700"/>
          <p14:tracePt t="93152" x="10682288" y="5432425"/>
          <p14:tracePt t="93158" x="10666413" y="5407025"/>
          <p14:tracePt t="93169" x="10656888" y="5389563"/>
          <p14:tracePt t="93174" x="10656888" y="5373688"/>
          <p14:tracePt t="93184" x="10656888" y="5348288"/>
          <p14:tracePt t="93190" x="10641013" y="5332413"/>
          <p14:tracePt t="93207" x="10641013" y="5324475"/>
          <p14:tracePt t="93217" x="10641013" y="5307013"/>
          <p14:tracePt t="93231" x="10641013" y="5291138"/>
          <p14:tracePt t="93239" x="10641013" y="5281613"/>
          <p14:tracePt t="93247" x="10641013" y="5265738"/>
          <p14:tracePt t="93255" x="10656888" y="5249863"/>
          <p14:tracePt t="93263" x="10666413" y="5240338"/>
          <p14:tracePt t="93271" x="10682288" y="5240338"/>
          <p14:tracePt t="93279" x="10715625" y="5224463"/>
          <p14:tracePt t="93287" x="10723563" y="5207000"/>
          <p14:tracePt t="93295" x="10764838" y="5199063"/>
          <p14:tracePt t="93303" x="10798175" y="5183188"/>
          <p14:tracePt t="93312" x="10839450" y="5183188"/>
          <p14:tracePt t="93320" x="10882313" y="5183188"/>
          <p14:tracePt t="93328" x="10906125" y="5183188"/>
          <p14:tracePt t="93336" x="10964863" y="5183188"/>
          <p14:tracePt t="93344" x="11006138" y="5183188"/>
          <p14:tracePt t="93352" x="11047413" y="5183188"/>
          <p14:tracePt t="93360" x="11106150" y="5183188"/>
          <p14:tracePt t="93368" x="11147425" y="5183188"/>
          <p14:tracePt t="93376" x="11188700" y="5183188"/>
          <p14:tracePt t="93385" x="11237913" y="5199063"/>
          <p14:tracePt t="93392" x="11288713" y="5207000"/>
          <p14:tracePt t="93402" x="11337925" y="5240338"/>
          <p14:tracePt t="93408" x="11371263" y="5249863"/>
          <p14:tracePt t="93418" x="11412538" y="5281613"/>
          <p14:tracePt t="93425" x="11437938" y="5291138"/>
          <p14:tracePt t="93435" x="11461750" y="5324475"/>
          <p14:tracePt t="93441" x="11495088" y="5348288"/>
          <p14:tracePt t="93451" x="11520488" y="5373688"/>
          <p14:tracePt t="93457" x="11536363" y="5389563"/>
          <p14:tracePt t="93468" x="11553825" y="5407025"/>
          <p14:tracePt t="93473" x="11561763" y="5432425"/>
          <p14:tracePt t="93484" x="11577638" y="5448300"/>
          <p14:tracePt t="93489" x="11595100" y="5464175"/>
          <p14:tracePt t="93501" x="11595100" y="5489575"/>
          <p14:tracePt t="93505" x="11595100" y="5507038"/>
          <p14:tracePt t="93521" x="11595100" y="5530850"/>
          <p14:tracePt t="93530" x="11595100" y="5548313"/>
          <p14:tracePt t="93540" x="11595100" y="5556250"/>
          <p14:tracePt t="93546" x="11595100" y="5589588"/>
          <p14:tracePt t="93554" x="11595100" y="5613400"/>
          <p14:tracePt t="93562" x="11595100" y="5638800"/>
          <p14:tracePt t="93570" x="11577638" y="5688013"/>
          <p14:tracePt t="93578" x="11561763" y="5713413"/>
          <p14:tracePt t="93586" x="11536363" y="5754688"/>
          <p14:tracePt t="93594" x="11520488" y="5780088"/>
          <p14:tracePt t="93602" x="11503025" y="5813425"/>
          <p14:tracePt t="93610" x="11495088" y="5837238"/>
          <p14:tracePt t="93618" x="11479213" y="5854700"/>
          <p14:tracePt t="93626" x="11461750" y="5862638"/>
          <p14:tracePt t="93636" x="11437938" y="5880100"/>
          <p14:tracePt t="93643" x="11420475" y="5895975"/>
          <p14:tracePt t="93651" x="11412538" y="5895975"/>
          <p14:tracePt t="93659" x="11379200" y="5903913"/>
          <p14:tracePt t="93668" x="11353800" y="5903913"/>
          <p14:tracePt t="93675" x="11312525" y="5921375"/>
          <p14:tracePt t="93684" x="11288713" y="5921375"/>
          <p14:tracePt t="93691" x="11237913" y="5921375"/>
          <p14:tracePt t="93701" x="11196638" y="5921375"/>
          <p14:tracePt t="93707" x="11106150" y="5921375"/>
          <p14:tracePt t="93718" x="11088688" y="5921375"/>
          <p14:tracePt t="93723" x="11022013" y="5921375"/>
          <p14:tracePt t="93735" x="10923588" y="5903913"/>
          <p14:tracePt t="93739" x="10882313" y="5895975"/>
          <p14:tracePt t="93752" x="10807700" y="5880100"/>
          <p14:tracePt t="93756" x="10756900" y="5862638"/>
          <p14:tracePt t="93768" x="10682288" y="5821363"/>
          <p14:tracePt t="93772" x="10641013" y="5813425"/>
          <p14:tracePt t="93784" x="10615613" y="5795963"/>
          <p14:tracePt t="93788" x="10574338" y="5772150"/>
          <p14:tracePt t="93801" x="10541000" y="5754688"/>
          <p14:tracePt t="93805" x="10533063" y="5730875"/>
          <p14:tracePt t="93818" x="10499725" y="5713413"/>
          <p14:tracePt t="93821" x="10491788" y="5697538"/>
          <p14:tracePt t="93835" x="10475913" y="5672138"/>
          <p14:tracePt t="93838" x="10458450" y="5638800"/>
          <p14:tracePt t="93852" x="10450513" y="5630863"/>
          <p14:tracePt t="93853" x="10450513" y="5589588"/>
          <p14:tracePt t="93861" x="10433050" y="5572125"/>
          <p14:tracePt t="93869" x="10417175" y="5530850"/>
          <p14:tracePt t="93877" x="10417175" y="5514975"/>
          <p14:tracePt t="93885" x="10417175" y="5473700"/>
          <p14:tracePt t="93893" x="10417175" y="5432425"/>
          <p14:tracePt t="93902" x="10417175" y="5407025"/>
          <p14:tracePt t="93909" x="10417175" y="5365750"/>
          <p14:tracePt t="93918" x="10417175" y="5332413"/>
          <p14:tracePt t="93925" x="10417175" y="5291138"/>
          <p14:tracePt t="93935" x="10417175" y="5249863"/>
          <p14:tracePt t="93941" x="10417175" y="5240338"/>
          <p14:tracePt t="93951" x="10417175" y="5207000"/>
          <p14:tracePt t="93957" x="10433050" y="5199063"/>
          <p14:tracePt t="93968" x="10450513" y="5183188"/>
          <p14:tracePt t="93973" x="10475913" y="5157788"/>
          <p14:tracePt t="93984" x="10533063" y="5124450"/>
          <p14:tracePt t="93990" x="10574338" y="5100638"/>
          <p14:tracePt t="94001" x="10625138" y="5083175"/>
          <p14:tracePt t="94006" x="10723563" y="5067300"/>
          <p14:tracePt t="94018" x="10798175" y="5057775"/>
          <p14:tracePt t="94022" x="10848975" y="5057775"/>
          <p14:tracePt t="94035" x="11006138" y="5026025"/>
          <p14:tracePt t="94038" x="11106150" y="5026025"/>
          <p14:tracePt t="94051" x="11196638" y="5026025"/>
          <p14:tracePt t="94055" x="11288713" y="5026025"/>
          <p14:tracePt t="94068" x="11379200" y="5026025"/>
          <p14:tracePt t="94071" x="11437938" y="5026025"/>
          <p14:tracePt t="94084" x="11503025" y="5067300"/>
          <p14:tracePt t="94087" x="11577638" y="5108575"/>
          <p14:tracePt t="94101" x="11636375" y="5141913"/>
          <p14:tracePt t="94104" x="11677650" y="5183188"/>
          <p14:tracePt t="94118" x="11744325" y="5224463"/>
          <p14:tracePt t="94120" x="11769725" y="5281613"/>
          <p14:tracePt t="94135" x="11801475" y="5324475"/>
          <p14:tracePt t="94135" x="11826875" y="5373688"/>
          <p14:tracePt t="94143" x="11860213" y="5432425"/>
          <p14:tracePt t="94151" x="11868150" y="5507038"/>
          <p14:tracePt t="94159" x="11885613" y="5556250"/>
          <p14:tracePt t="94168" x="11885613" y="5613400"/>
          <p14:tracePt t="94175" x="11901488" y="5656263"/>
          <p14:tracePt t="94184" x="11909425" y="5713413"/>
          <p14:tracePt t="94191" x="11909425" y="5772150"/>
          <p14:tracePt t="94201" x="11909425" y="5821363"/>
          <p14:tracePt t="94208" x="11909425" y="5854700"/>
          <p14:tracePt t="94217" x="11909425" y="5895975"/>
          <p14:tracePt t="94224" x="11909425" y="5921375"/>
          <p14:tracePt t="94234" x="11909425" y="5962650"/>
          <p14:tracePt t="94240" x="11909425" y="5995988"/>
          <p14:tracePt t="94251" x="11909425" y="6003925"/>
          <p14:tracePt t="94256" x="11901488" y="6019800"/>
          <p14:tracePt t="94268" x="11901488" y="6045200"/>
          <p14:tracePt t="94272" x="11885613" y="6062663"/>
          <p14:tracePt t="94284" x="11868150" y="6062663"/>
          <p14:tracePt t="94288" x="11860213" y="6078538"/>
          <p14:tracePt t="94301" x="11860213" y="6086475"/>
          <p14:tracePt t="94305" x="11844338" y="6086475"/>
          <p14:tracePt t="94318" x="11818938" y="6119813"/>
          <p14:tracePt t="94321" x="11785600" y="6119813"/>
          <p14:tracePt t="94334" x="11769725" y="6127750"/>
          <p14:tracePt t="94337" x="11726863" y="6127750"/>
          <p14:tracePt t="94351" x="11703050" y="6145213"/>
          <p14:tracePt t="94353" x="11644313" y="6161088"/>
          <p14:tracePt t="94368" x="11595100" y="6161088"/>
          <p14:tracePt t="94370" x="11536363" y="6161088"/>
          <p14:tracePt t="94384" x="11495088" y="6161088"/>
          <p14:tracePt t="94385" x="11453813" y="6161088"/>
          <p14:tracePt t="94393" x="11395075" y="6161088"/>
          <p14:tracePt t="94401" x="11371263" y="6161088"/>
          <p14:tracePt t="94409" x="11312525" y="6161088"/>
          <p14:tracePt t="94418" x="11271250" y="6127750"/>
          <p14:tracePt t="94426" x="11196638" y="6119813"/>
          <p14:tracePt t="94435" x="11171238" y="6103938"/>
          <p14:tracePt t="94442" x="11106150" y="6062663"/>
          <p14:tracePt t="94451" x="11088688" y="6045200"/>
          <p14:tracePt t="94458" x="11031538" y="6019800"/>
          <p14:tracePt t="94468" x="10988675" y="5995988"/>
          <p14:tracePt t="94474" x="10947400" y="5962650"/>
          <p14:tracePt t="94484" x="10923588" y="5937250"/>
          <p14:tracePt t="94490" x="10890250" y="5903913"/>
          <p14:tracePt t="94501" x="10882313" y="5895975"/>
          <p14:tracePt t="94506" x="10864850" y="5880100"/>
          <p14:tracePt t="94518" x="10848975" y="5862638"/>
          <p14:tracePt t="94523" x="10839450" y="5837238"/>
          <p14:tracePt t="94537" x="10823575" y="5813425"/>
          <p14:tracePt t="94542" x="10807700" y="5780088"/>
          <p14:tracePt t="94551" x="10798175" y="5738813"/>
          <p14:tracePt t="94555" x="10798175" y="5713413"/>
          <p14:tracePt t="94568" x="10798175" y="5672138"/>
          <p14:tracePt t="94571" x="10798175" y="5638800"/>
          <p14:tracePt t="94584" x="10782300" y="5597525"/>
          <p14:tracePt t="94587" x="10782300" y="5548313"/>
          <p14:tracePt t="94601" x="10782300" y="5514975"/>
          <p14:tracePt t="94604" x="10782300" y="5473700"/>
          <p14:tracePt t="94617" x="10782300" y="5448300"/>
          <p14:tracePt t="94620" x="10782300" y="5432425"/>
          <p14:tracePt t="94634" x="10782300" y="5389563"/>
          <p14:tracePt t="94636" x="10782300" y="5373688"/>
          <p14:tracePt t="94651" x="10782300" y="5348288"/>
          <p14:tracePt t="94652" x="10782300" y="5324475"/>
          <p14:tracePt t="94660" x="10782300" y="5307013"/>
          <p14:tracePt t="94668" x="10782300" y="5281613"/>
          <p14:tracePt t="94676" x="10782300" y="5265738"/>
          <p14:tracePt t="94684" x="10798175" y="5240338"/>
          <p14:tracePt t="94692" x="10798175" y="5207000"/>
          <p14:tracePt t="94701" x="10807700" y="5207000"/>
          <p14:tracePt t="94708" x="10807700" y="5183188"/>
          <p14:tracePt t="94718" x="10839450" y="5165725"/>
          <p14:tracePt t="94724" x="10848975" y="5157788"/>
          <p14:tracePt t="94735" x="10864850" y="5141913"/>
          <p14:tracePt t="94741" x="10890250" y="5124450"/>
          <p14:tracePt t="94751" x="10931525" y="5124450"/>
          <p14:tracePt t="94757" x="10964863" y="5108575"/>
          <p14:tracePt t="94768" x="11006138" y="5108575"/>
          <p14:tracePt t="94773" x="11031538" y="5108575"/>
          <p14:tracePt t="94784" x="11072813" y="5108575"/>
          <p14:tracePt t="94789" x="11114088" y="5108575"/>
          <p14:tracePt t="94801" x="11147425" y="5108575"/>
          <p14:tracePt t="94805" x="11188700" y="5108575"/>
          <p14:tracePt t="94818" x="11214100" y="5108575"/>
          <p14:tracePt t="94821" x="11237913" y="5108575"/>
          <p14:tracePt t="94834" x="11271250" y="5124450"/>
          <p14:tracePt t="94837" x="11296650" y="5141913"/>
          <p14:tracePt t="94851" x="11329988" y="5165725"/>
          <p14:tracePt t="94854" x="11371263" y="5207000"/>
          <p14:tracePt t="94868" x="11395075" y="5249863"/>
          <p14:tracePt t="94871" x="11420475" y="5281613"/>
          <p14:tracePt t="94884" x="11453813" y="5307013"/>
          <p14:tracePt t="94887" x="11461750" y="5332413"/>
          <p14:tracePt t="94901" x="11495088" y="5365750"/>
          <p14:tracePt t="94903" x="11520488" y="5389563"/>
          <p14:tracePt t="94917" x="11553825" y="5432425"/>
          <p14:tracePt t="94926" x="11561763" y="5464175"/>
          <p14:tracePt t="94934" x="11561763" y="5489575"/>
          <p14:tracePt t="94942" x="11577638" y="5489575"/>
          <p14:tracePt t="94951" x="11577638" y="5514975"/>
          <p14:tracePt t="94958" x="11595100" y="5530850"/>
          <p14:tracePt t="94968" x="11595100" y="5556250"/>
          <p14:tracePt t="94975" x="11603038" y="5572125"/>
          <p14:tracePt t="94984" x="11603038" y="5613400"/>
          <p14:tracePt t="94991" x="11603038" y="5638800"/>
          <p14:tracePt t="95001" x="11603038" y="5688013"/>
          <p14:tracePt t="95007" x="11603038" y="5713413"/>
          <p14:tracePt t="95018" x="11603038" y="5738813"/>
          <p14:tracePt t="95023" x="11603038" y="5780088"/>
          <p14:tracePt t="95034" x="11603038" y="5795963"/>
          <p14:tracePt t="95039" x="11603038" y="5813425"/>
          <p14:tracePt t="95051" x="11603038" y="5821363"/>
          <p14:tracePt t="95055" x="11603038" y="5837238"/>
          <p14:tracePt t="95068" x="11603038" y="5854700"/>
          <p14:tracePt t="95096" x="11603038" y="5862638"/>
          <p14:tracePt t="95104" x="11595100" y="5862638"/>
          <p14:tracePt t="95120" x="11595100" y="5880100"/>
          <p14:tracePt t="95128" x="11577638" y="5880100"/>
          <p14:tracePt t="95136" x="11561763" y="5880100"/>
          <p14:tracePt t="95152" x="11553825" y="5880100"/>
          <p14:tracePt t="95160" x="11536363" y="5895975"/>
          <p14:tracePt t="95177" x="11520488" y="5895975"/>
          <p14:tracePt t="95184" x="11503025" y="5895975"/>
          <p14:tracePt t="95192" x="11479213" y="5903913"/>
          <p14:tracePt t="95209" x="11453813" y="5903913"/>
          <p14:tracePt t="95218" x="11420475" y="5903913"/>
          <p14:tracePt t="95225" x="11395075" y="5903913"/>
          <p14:tracePt t="95234" x="11353800" y="5921375"/>
          <p14:tracePt t="95241" x="11329988" y="5921375"/>
          <p14:tracePt t="95251" x="11271250" y="5921375"/>
          <p14:tracePt t="95257" x="11229975" y="5921375"/>
          <p14:tracePt t="95265" x="11171238" y="5921375"/>
          <p14:tracePt t="95274" x="11129963" y="5921375"/>
          <p14:tracePt t="95281" x="11088688" y="5921375"/>
          <p14:tracePt t="95290" x="11031538" y="5921375"/>
          <p14:tracePt t="95298" x="10980738" y="5921375"/>
          <p14:tracePt t="95306" x="10947400" y="5921375"/>
          <p14:tracePt t="95314" x="10906125" y="5921375"/>
          <p14:tracePt t="95322" x="10864850" y="5895975"/>
          <p14:tracePt t="95330" x="10823575" y="5880100"/>
          <p14:tracePt t="95338" x="10782300" y="5854700"/>
          <p14:tracePt t="95346" x="10741025" y="5821363"/>
          <p14:tracePt t="95354" x="10682288" y="5780088"/>
          <p14:tracePt t="95362" x="10641013" y="5738813"/>
          <p14:tracePt t="95370" x="10599738" y="5697538"/>
          <p14:tracePt t="95378" x="10558463" y="5656263"/>
          <p14:tracePt t="95386" x="10533063" y="5613400"/>
          <p14:tracePt t="95395" x="10499725" y="5589588"/>
          <p14:tracePt t="95403" x="10491788" y="5572125"/>
          <p14:tracePt t="95411" x="10475913" y="5548313"/>
          <p14:tracePt t="95419" x="10458450" y="5530850"/>
          <p14:tracePt t="95427" x="10458450" y="5514975"/>
          <p14:tracePt t="95435" x="10450513" y="5514975"/>
          <p14:tracePt t="95443" x="10450513" y="5507038"/>
          <p14:tracePt t="95451" x="10450513" y="5489575"/>
          <p14:tracePt t="95468" x="10450513" y="5473700"/>
          <p14:tracePt t="95475" x="10450513" y="5464175"/>
          <p14:tracePt t="95484" x="10450513" y="5448300"/>
          <p14:tracePt t="95492" x="10450513" y="5432425"/>
          <p14:tracePt t="95501" x="10450513" y="5422900"/>
          <p14:tracePt t="95508" x="10450513" y="5407025"/>
          <p14:tracePt t="95517" x="10450513" y="5389563"/>
          <p14:tracePt t="95524" x="10450513" y="5365750"/>
          <p14:tracePt t="95532" x="10458450" y="5348288"/>
          <p14:tracePt t="95540" x="10458450" y="5332413"/>
          <p14:tracePt t="95548" x="10475913" y="5332413"/>
          <p14:tracePt t="95556" x="10475913" y="5324475"/>
          <p14:tracePt t="95564" x="10491788" y="5307013"/>
          <p14:tracePt t="95572" x="10499725" y="5291138"/>
          <p14:tracePt t="95580" x="10517188" y="5281613"/>
          <p14:tracePt t="95589" x="10541000" y="5281613"/>
          <p14:tracePt t="95596" x="10574338" y="5265738"/>
          <p14:tracePt t="95605" x="10599738" y="5265738"/>
          <p14:tracePt t="95613" x="10641013" y="5265738"/>
          <p14:tracePt t="95621" x="10715625" y="5249863"/>
          <p14:tracePt t="95629" x="10764838" y="5249863"/>
          <p14:tracePt t="95637" x="10839450" y="5249863"/>
          <p14:tracePt t="95645" x="10906125" y="5249863"/>
          <p14:tracePt t="95653" x="11006138" y="5249863"/>
          <p14:tracePt t="95661" x="11047413" y="5249863"/>
          <p14:tracePt t="95669" x="11114088" y="5249863"/>
          <p14:tracePt t="95677" x="11188700" y="5249863"/>
          <p14:tracePt t="95685" x="11255375" y="5249863"/>
          <p14:tracePt t="95693" x="11312525" y="5265738"/>
          <p14:tracePt t="95702" x="11371263" y="5281613"/>
          <p14:tracePt t="95709" x="11420475" y="5307013"/>
          <p14:tracePt t="95718" x="11461750" y="5348288"/>
          <p14:tracePt t="95726" x="11503025" y="5373688"/>
          <p14:tracePt t="95735" x="11536363" y="5407025"/>
          <p14:tracePt t="95742" x="11603038" y="5473700"/>
          <p14:tracePt t="95751" x="11636375" y="5489575"/>
          <p14:tracePt t="95758" x="11677650" y="5530850"/>
          <p14:tracePt t="95768" x="11685588" y="5556250"/>
          <p14:tracePt t="95774" x="11726863" y="5597525"/>
          <p14:tracePt t="95784" x="11760200" y="5630863"/>
          <p14:tracePt t="95790" x="11785600" y="5656263"/>
          <p14:tracePt t="95801" x="11801475" y="5672138"/>
          <p14:tracePt t="95806" x="11818938" y="5688013"/>
          <p14:tracePt t="95818" x="11818938" y="5697538"/>
          <p14:tracePt t="95822" x="11826875" y="5697538"/>
          <p14:tracePt t="95838" x="11826875" y="5713413"/>
          <p14:tracePt t="95863" x="11826875" y="5730875"/>
          <p14:tracePt t="95879" x="11826875" y="5738813"/>
          <p14:tracePt t="95887" x="11826875" y="5754688"/>
          <p14:tracePt t="95903" x="11826875" y="5772150"/>
          <p14:tracePt t="95911" x="11826875" y="5795963"/>
          <p14:tracePt t="95919" x="11826875" y="5813425"/>
          <p14:tracePt t="95935" x="11818938" y="5837238"/>
          <p14:tracePt t="95944" x="11801475" y="5854700"/>
          <p14:tracePt t="95952" x="11785600" y="5862638"/>
          <p14:tracePt t="95960" x="11769725" y="5862638"/>
          <p14:tracePt t="95968" x="11744325" y="5880100"/>
          <p14:tracePt t="95976" x="11726863" y="5895975"/>
          <p14:tracePt t="95984" x="11703050" y="5903913"/>
          <p14:tracePt t="95992" x="11677650" y="5903913"/>
          <p14:tracePt t="96001" x="11644313" y="5921375"/>
          <p14:tracePt t="96008" x="11603038" y="5921375"/>
          <p14:tracePt t="96018" x="11595100" y="5937250"/>
          <p14:tracePt t="96025" x="11553825" y="5954713"/>
          <p14:tracePt t="96034" x="11520488" y="5954713"/>
          <p14:tracePt t="96041" x="11503025" y="5954713"/>
          <p14:tracePt t="96049" x="11479213" y="5954713"/>
          <p14:tracePt t="96057" x="11461750" y="5954713"/>
          <p14:tracePt t="96065" x="11453813" y="5954713"/>
          <p14:tracePt t="96073" x="11437938" y="5954713"/>
          <p14:tracePt t="96081" x="11420475" y="5954713"/>
          <p14:tracePt t="96089" x="11412538" y="5954713"/>
          <p14:tracePt t="96105" x="11395075" y="5954713"/>
          <p14:tracePt t="96121" x="11379200" y="5954713"/>
          <p14:tracePt t="96234" x="11371263" y="5954713"/>
          <p14:tracePt t="96258" x="11353800" y="5954713"/>
          <p14:tracePt t="96274" x="11337925" y="5954713"/>
          <p14:tracePt t="96284" x="11329988" y="5954713"/>
          <p14:tracePt t="96291" x="11296650" y="5954713"/>
          <p14:tracePt t="96301" x="11288713" y="5954713"/>
          <p14:tracePt t="96307" x="11255375" y="5954713"/>
          <p14:tracePt t="96315" x="11237913" y="5937250"/>
          <p14:tracePt t="96323" x="11214100" y="5921375"/>
          <p14:tracePt t="96331" x="11188700" y="5903913"/>
          <p14:tracePt t="96339" x="11155363" y="5895975"/>
          <p14:tracePt t="96347" x="11114088" y="5880100"/>
          <p14:tracePt t="96356" x="11106150" y="5862638"/>
          <p14:tracePt t="96363" x="11063288" y="5837238"/>
          <p14:tracePt t="96372" x="11031538" y="5813425"/>
          <p14:tracePt t="96379" x="11022013" y="5813425"/>
          <p14:tracePt t="96388" x="11006138" y="5795963"/>
          <p14:tracePt t="96396" x="10988675" y="5780088"/>
          <p14:tracePt t="96404" x="10980738" y="5772150"/>
          <p14:tracePt t="96412" x="10964863" y="5754688"/>
          <p14:tracePt t="96420" x="10931525" y="5730875"/>
          <p14:tracePt t="96428" x="10923588" y="5713413"/>
          <p14:tracePt t="96436" x="10906125" y="5697538"/>
          <p14:tracePt t="96444" x="10890250" y="5672138"/>
          <p14:tracePt t="96452" x="10882313" y="5656263"/>
          <p14:tracePt t="96460" x="10882313" y="5638800"/>
          <p14:tracePt t="96469" x="10864850" y="5630863"/>
          <p14:tracePt t="96477" x="10864850" y="5613400"/>
          <p14:tracePt t="96492" x="10848975" y="5597525"/>
          <p14:tracePt t="96501" x="10848975" y="5589588"/>
          <p14:tracePt t="96518" x="10848975" y="5572125"/>
          <p14:tracePt t="96525" x="10848975" y="5548313"/>
          <p14:tracePt t="96539" x="10848975" y="5530850"/>
          <p14:tracePt t="96542" x="10848975" y="5514975"/>
          <p14:tracePt t="96550" x="10848975" y="5507038"/>
          <p14:tracePt t="96557" x="10848975" y="5489575"/>
          <p14:tracePt t="96565" x="10848975" y="5464175"/>
          <p14:tracePt t="96581" x="10848975" y="5448300"/>
          <p14:tracePt t="96589" x="10848975" y="5432425"/>
          <p14:tracePt t="96613" x="10848975" y="5422900"/>
          <p14:tracePt t="96630" x="10848975" y="5407025"/>
          <p14:tracePt t="96646" x="10848975" y="5389563"/>
          <p14:tracePt t="96654" x="10864850" y="5389563"/>
          <p14:tracePt t="96670" x="10882313" y="5373688"/>
          <p14:tracePt t="96678" x="10890250" y="5373688"/>
          <p14:tracePt t="96686" x="10906125" y="5373688"/>
          <p14:tracePt t="96694" x="10931525" y="5365750"/>
          <p14:tracePt t="96702" x="10964863" y="5365750"/>
          <p14:tracePt t="96711" x="10988675" y="5365750"/>
          <p14:tracePt t="96719" x="11031538" y="5365750"/>
          <p14:tracePt t="96727" x="11063288" y="5365750"/>
          <p14:tracePt t="96735" x="11106150" y="5365750"/>
          <p14:tracePt t="96743" x="11155363" y="5365750"/>
          <p14:tracePt t="96751" x="11196638" y="5365750"/>
          <p14:tracePt t="96759" x="11237913" y="5365750"/>
          <p14:tracePt t="96768" x="11296650" y="5365750"/>
          <p14:tracePt t="96775" x="11353800" y="5365750"/>
          <p14:tracePt t="96784" x="11379200" y="5365750"/>
          <p14:tracePt t="96791" x="11437938" y="5365750"/>
          <p14:tracePt t="96801" x="11479213" y="5373688"/>
          <p14:tracePt t="96807" x="11520488" y="5407025"/>
          <p14:tracePt t="96817" x="11553825" y="5422900"/>
          <p14:tracePt t="96824" x="11577638" y="5448300"/>
          <p14:tracePt t="96832" x="11603038" y="5473700"/>
          <p14:tracePt t="96840" x="11636375" y="5507038"/>
          <p14:tracePt t="96848" x="11661775" y="5530850"/>
          <p14:tracePt t="96856" x="11677650" y="5556250"/>
          <p14:tracePt t="96864" x="11685588" y="5572125"/>
          <p14:tracePt t="96872" x="11685588" y="5589588"/>
          <p14:tracePt t="96880" x="11703050" y="5613400"/>
          <p14:tracePt t="96888" x="11718925" y="5630863"/>
          <p14:tracePt t="96904" x="11718925" y="5638800"/>
          <p14:tracePt t="96929" x="11718925" y="5656263"/>
          <p14:tracePt t="96953" x="11718925" y="5672138"/>
          <p14:tracePt t="96969" x="11718925" y="5688013"/>
          <p14:tracePt t="96977" x="11718925" y="5697538"/>
          <p14:tracePt t="96993" x="11718925" y="5713413"/>
          <p14:tracePt t="97009" x="11718925" y="5730875"/>
          <p14:tracePt t="97018" x="11718925" y="5738813"/>
          <p14:tracePt t="97025" x="11718925" y="5754688"/>
          <p14:tracePt t="97034" x="11703050" y="5754688"/>
          <p14:tracePt t="97042" x="11685588" y="5772150"/>
          <p14:tracePt t="97051" x="11661775" y="5795963"/>
          <p14:tracePt t="97058" x="11644313" y="5813425"/>
          <p14:tracePt t="97067" x="11603038" y="5837238"/>
          <p14:tracePt t="97074" x="11595100" y="5854700"/>
          <p14:tracePt t="97082" x="11553825" y="5895975"/>
          <p14:tracePt t="97090" x="11503025" y="5903913"/>
          <p14:tracePt t="97098" x="11461750" y="5937250"/>
          <p14:tracePt t="97106" x="11420475" y="5954713"/>
          <p14:tracePt t="97114" x="11379200" y="5962650"/>
          <p14:tracePt t="97123" x="11329988" y="5978525"/>
          <p14:tracePt t="97130" x="11271250" y="5995988"/>
          <p14:tracePt t="97138" x="11214100" y="6003925"/>
          <p14:tracePt t="97147" x="11155363" y="6003925"/>
          <p14:tracePt t="97155" x="11129963" y="6003925"/>
          <p14:tracePt t="97163" x="11088688" y="6003925"/>
          <p14:tracePt t="97171" x="11063288" y="6003925"/>
          <p14:tracePt t="97179" x="11022013" y="6003925"/>
          <p14:tracePt t="97187" x="10988675" y="6003925"/>
          <p14:tracePt t="97195" x="10964863" y="6003925"/>
          <p14:tracePt t="97203" x="10931525" y="6003925"/>
          <p14:tracePt t="97211" x="10923588" y="6003925"/>
          <p14:tracePt t="97219" x="10882313" y="6003925"/>
          <p14:tracePt t="97227" x="10848975" y="6003925"/>
          <p14:tracePt t="97235" x="10807700" y="6003925"/>
          <p14:tracePt t="97243" x="10764838" y="6003925"/>
          <p14:tracePt t="97252" x="10741025" y="5995988"/>
          <p14:tracePt t="97260" x="10699750" y="5978525"/>
          <p14:tracePt t="97268" x="10666413" y="5962650"/>
          <p14:tracePt t="97276" x="10641013" y="5954713"/>
          <p14:tracePt t="97285" x="10615613" y="5937250"/>
          <p14:tracePt t="97292" x="10582275" y="5903913"/>
          <p14:tracePt t="97301" x="10582275" y="5895975"/>
          <p14:tracePt t="97308" x="10574338" y="5880100"/>
          <p14:tracePt t="97318" x="10558463" y="5862638"/>
          <p14:tracePt t="97324" x="10541000" y="5854700"/>
          <p14:tracePt t="97335" x="10541000" y="5837238"/>
          <p14:tracePt t="97340" x="10541000" y="5813425"/>
          <p14:tracePt t="97351" x="10533063" y="5813425"/>
          <p14:tracePt t="97356" x="10533063" y="5780088"/>
          <p14:tracePt t="97368" x="10533063" y="5738813"/>
          <p14:tracePt t="97372" x="10533063" y="5730875"/>
          <p14:tracePt t="97384" x="10517188" y="5688013"/>
          <p14:tracePt t="97389" x="10517188" y="5656263"/>
          <p14:tracePt t="97401" x="10499725" y="5597525"/>
          <p14:tracePt t="97405" x="10499725" y="5548313"/>
          <p14:tracePt t="97418" x="10499725" y="5489575"/>
          <p14:tracePt t="97421" x="10499725" y="5464175"/>
          <p14:tracePt t="97434" x="10499725" y="5407025"/>
          <p14:tracePt t="97437" x="10499725" y="5365750"/>
          <p14:tracePt t="97451" x="10499725" y="5332413"/>
          <p14:tracePt t="97454" x="10499725" y="5307013"/>
          <p14:tracePt t="97468" x="10499725" y="5291138"/>
          <p14:tracePt t="97470" x="10499725" y="5249863"/>
          <p14:tracePt t="97485" x="10499725" y="5224463"/>
          <p14:tracePt t="97487" x="10499725" y="5207000"/>
          <p14:tracePt t="97501" x="10499725" y="5183188"/>
          <p14:tracePt t="97502" x="10499725" y="5165725"/>
          <p14:tracePt t="97510" x="10517188" y="5157788"/>
          <p14:tracePt t="97519" x="10533063" y="5141913"/>
          <p14:tracePt t="97526" x="10558463" y="5124450"/>
          <p14:tracePt t="97537" x="10574338" y="5108575"/>
          <p14:tracePt t="97543" x="10615613" y="5100638"/>
          <p14:tracePt t="97552" x="10656888" y="5083175"/>
          <p14:tracePt t="97558" x="10741025" y="5067300"/>
          <p14:tracePt t="97568" x="10798175" y="5067300"/>
          <p14:tracePt t="97575" x="10864850" y="5067300"/>
          <p14:tracePt t="97585" x="10964863" y="5067300"/>
          <p14:tracePt t="97591" x="11047413" y="5067300"/>
          <p14:tracePt t="97601" x="11072813" y="5067300"/>
          <p14:tracePt t="97607" x="11229975" y="5067300"/>
          <p14:tracePt t="97618" x="11296650" y="5083175"/>
          <p14:tracePt t="97623" x="11337925" y="5100638"/>
          <p14:tracePt t="97634" x="11412538" y="5141913"/>
          <p14:tracePt t="97639" x="11479213" y="5183188"/>
          <p14:tracePt t="97651" x="11536363" y="5207000"/>
          <p14:tracePt t="97655" x="11595100" y="5249863"/>
          <p14:tracePt t="97668" x="11703050" y="5332413"/>
          <p14:tracePt t="97671" x="11744325" y="5389563"/>
          <p14:tracePt t="97685" x="11801475" y="5448300"/>
          <p14:tracePt t="97688" x="11844338" y="5514975"/>
          <p14:tracePt t="97701" x="11885613" y="5613400"/>
          <p14:tracePt t="97704" x="11901488" y="5638800"/>
          <p14:tracePt t="97718" x="11926888" y="5713413"/>
          <p14:tracePt t="97721" x="11942763" y="5795963"/>
          <p14:tracePt t="97734" x="11942763" y="5837238"/>
          <p14:tracePt t="97736" x="11950700" y="5880100"/>
          <p14:tracePt t="97744" x="11950700" y="5921375"/>
          <p14:tracePt t="97752" x="11950700" y="5937250"/>
          <p14:tracePt t="97760" x="11950700" y="5954713"/>
          <p14:tracePt t="97768" x="11950700" y="5962650"/>
          <p14:tracePt t="97792" x="11950700" y="5978525"/>
          <p14:tracePt t="97801" x="11942763" y="5978525"/>
          <p14:tracePt t="97808" x="11926888" y="5995988"/>
          <p14:tracePt t="97818" x="11909425" y="6003925"/>
          <p14:tracePt t="97825" x="11885613" y="6003925"/>
          <p14:tracePt t="97834" x="11860213" y="6019800"/>
          <p14:tracePt t="97841" x="11826875" y="6037263"/>
          <p14:tracePt t="97850" x="11785600" y="6045200"/>
          <p14:tracePt t="97857" x="11760200" y="6062663"/>
          <p14:tracePt t="97865" x="11718925" y="6062663"/>
          <p14:tracePt t="97873" x="11685588" y="6078538"/>
          <p14:tracePt t="97881" x="11636375" y="6086475"/>
          <p14:tracePt t="97890" x="11595100" y="6086475"/>
          <p14:tracePt t="97897" x="11561763" y="6103938"/>
          <p14:tracePt t="97906" x="11520488" y="6103938"/>
          <p14:tracePt t="97913" x="11479213" y="6103938"/>
          <p14:tracePt t="97922" x="11461750" y="6103938"/>
          <p14:tracePt t="97930" x="11437938" y="6103938"/>
          <p14:tracePt t="97938" x="11420475" y="6103938"/>
          <p14:tracePt t="97954" x="11412538" y="6103938"/>
          <p14:tracePt t="97962" x="11395075" y="6103938"/>
          <p14:tracePt t="97978" x="11379200" y="6103938"/>
          <p14:tracePt t="98019" x="11379200" y="6119813"/>
          <p14:tracePt t="98228" x="11255375" y="6103938"/>
          <p14:tracePt t="98236" x="11106150" y="6062663"/>
          <p14:tracePt t="98245" x="10923588" y="6003925"/>
          <p14:tracePt t="98252" x="10741025" y="5954713"/>
          <p14:tracePt t="98261" x="10475913" y="5895975"/>
          <p14:tracePt t="98269" x="10250488" y="5821363"/>
          <p14:tracePt t="98277" x="10026650" y="5754688"/>
          <p14:tracePt t="98285" x="9578975" y="5613400"/>
          <p14:tracePt t="98293" x="9190038" y="5507038"/>
          <p14:tracePt t="98302" x="8840788" y="5373688"/>
          <p14:tracePt t="98309" x="8493125" y="5281613"/>
          <p14:tracePt t="98318" x="8186738" y="5207000"/>
          <p14:tracePt t="98325" x="7929563" y="5124450"/>
          <p14:tracePt t="98335" x="7705725" y="5083175"/>
          <p14:tracePt t="98342" x="7489825" y="5041900"/>
          <p14:tracePt t="98351" x="7265988" y="5000625"/>
          <p14:tracePt t="98358" x="7008813" y="4959350"/>
          <p14:tracePt t="98367" x="6743700" y="4918075"/>
          <p14:tracePt t="98374" x="6453188" y="4892675"/>
          <p14:tracePt t="98382" x="6186488" y="4843463"/>
          <p14:tracePt t="98390" x="5880100" y="4802188"/>
          <p14:tracePt t="98398" x="5532438" y="4751388"/>
          <p14:tracePt t="98406" x="5275263" y="4710113"/>
          <p14:tracePt t="98414" x="4967288" y="4635500"/>
          <p14:tracePt t="98422" x="4902200" y="4627563"/>
          <p14:tracePt t="98430" x="4678363" y="4576763"/>
          <p14:tracePt t="98438" x="4552950" y="4552950"/>
          <p14:tracePt t="98446" x="4437063" y="4527550"/>
          <p14:tracePt t="98455" x="4346575" y="4494213"/>
          <p14:tracePt t="98462" x="4271963" y="4470400"/>
          <p14:tracePt t="98471" x="4187825" y="4452938"/>
          <p14:tracePt t="98479" x="4122738" y="4445000"/>
          <p14:tracePt t="98487" x="4064000" y="4427538"/>
          <p14:tracePt t="98495" x="4022725" y="4403725"/>
          <p14:tracePt t="98503" x="3940175" y="4403725"/>
          <p14:tracePt t="98511" x="3898900" y="4386263"/>
          <p14:tracePt t="98519" x="3840163" y="4370388"/>
          <p14:tracePt t="98527" x="3798888" y="4362450"/>
          <p14:tracePt t="98537" x="3740150" y="4362450"/>
          <p14:tracePt t="98543" x="3732213" y="4344988"/>
          <p14:tracePt t="98552" x="3698875" y="4344988"/>
          <p14:tracePt t="98560" x="3690938" y="4344988"/>
          <p14:tracePt t="98569" x="3673475" y="4344988"/>
          <p14:tracePt t="98575" x="3657600" y="4329113"/>
          <p14:tracePt t="98673" x="3657600" y="4344988"/>
          <p14:tracePt t="98680" x="3673475" y="4344988"/>
          <p14:tracePt t="98697" x="3690938" y="4362450"/>
          <p14:tracePt t="98705" x="3698875" y="4370388"/>
          <p14:tracePt t="98713" x="3716338" y="4386263"/>
          <p14:tracePt t="98721" x="3732213" y="4411663"/>
          <p14:tracePt t="98729" x="3740150" y="4445000"/>
          <p14:tracePt t="98737" x="3773488" y="4470400"/>
          <p14:tracePt t="98745" x="3773488" y="4511675"/>
          <p14:tracePt t="98753" x="3781425" y="4535488"/>
          <p14:tracePt t="98761" x="3798888" y="4576763"/>
          <p14:tracePt t="98769" x="3798888" y="4594225"/>
          <p14:tracePt t="98777" x="3814763" y="4635500"/>
          <p14:tracePt t="98785" x="3814763" y="4668838"/>
          <p14:tracePt t="98793" x="3814763" y="4694238"/>
          <p14:tracePt t="98802" x="3814763" y="4718050"/>
          <p14:tracePt t="98810" x="3798888" y="4735513"/>
          <p14:tracePt t="98818" x="3740150" y="4776788"/>
          <p14:tracePt t="98826" x="3690938" y="4802188"/>
          <p14:tracePt t="98835" x="3616325" y="4843463"/>
          <p14:tracePt t="98842" x="3549650" y="4859338"/>
          <p14:tracePt t="98851" x="3508375" y="4876800"/>
          <p14:tracePt t="98858" x="3375025" y="4900613"/>
          <p14:tracePt t="98868" x="3284538" y="4918075"/>
          <p14:tracePt t="98874" x="3201988" y="4933950"/>
          <p14:tracePt t="98884" x="3101975" y="4933950"/>
          <p14:tracePt t="98891" x="3043238" y="4933950"/>
          <p14:tracePt t="98901" x="2978150" y="4933950"/>
          <p14:tracePt t="98907" x="2878138" y="4933950"/>
          <p14:tracePt t="98917" x="2803525" y="4900613"/>
          <p14:tracePt t="98923" x="2754313" y="4892675"/>
          <p14:tracePt t="98934" x="2695575" y="4859338"/>
          <p14:tracePt t="98939" x="2654300" y="4833938"/>
          <p14:tracePt t="98951" x="2613025" y="4802188"/>
          <p14:tracePt t="98955" x="2587625" y="4792663"/>
          <p14:tracePt t="98968" x="2554288" y="4776788"/>
          <p14:tracePt t="98971" x="2538413" y="4759325"/>
          <p14:tracePt t="98984" x="2513013" y="4735513"/>
          <p14:tracePt t="98987" x="2497138" y="4735513"/>
          <p14:tracePt t="99001" x="2487613" y="4735513"/>
          <p14:tracePt t="99004" x="2471738" y="4735513"/>
          <p14:tracePt t="99020" x="2454275" y="4735513"/>
          <p14:tracePt t="99052" x="2446338" y="4735513"/>
          <p14:tracePt t="99060" x="2446338" y="4751388"/>
          <p14:tracePt t="99068" x="2446338" y="4759325"/>
          <p14:tracePt t="99085" x="2446338" y="4776788"/>
          <p14:tracePt t="99108" x="2446338" y="4792663"/>
          <p14:tracePt t="99132" x="2446338" y="4802188"/>
          <p14:tracePt t="99157" x="2430463" y="4818063"/>
          <p14:tracePt t="99197" x="2430463" y="4833938"/>
          <p14:tracePt t="99213" x="2413000" y="4833938"/>
          <p14:tracePt t="99222" x="2405063" y="4833938"/>
          <p14:tracePt t="99238" x="2389188" y="4833938"/>
          <p14:tracePt t="99245" x="2371725" y="4833938"/>
          <p14:tracePt t="99262" x="2363788" y="4843463"/>
          <p14:tracePt t="99270" x="2347913" y="4843463"/>
          <p14:tracePt t="99278" x="2322513" y="4843463"/>
          <p14:tracePt t="99286" x="2305050" y="4843463"/>
          <p14:tracePt t="99294" x="2289175" y="4843463"/>
          <p14:tracePt t="99302" x="2263775" y="4843463"/>
          <p14:tracePt t="99310" x="2247900" y="4843463"/>
          <p14:tracePt t="99318" x="2230438" y="4843463"/>
          <p14:tracePt t="99326" x="2222500" y="4843463"/>
          <p14:tracePt t="99334" x="2206625" y="4843463"/>
          <p14:tracePt t="99359" x="2189163" y="4843463"/>
          <p14:tracePt t="99407" x="2189163" y="4833938"/>
          <p14:tracePt t="99439" x="2206625" y="4818063"/>
          <p14:tracePt t="99447" x="2222500" y="4818063"/>
          <p14:tracePt t="99456" x="2263775" y="4802188"/>
          <p14:tracePt t="99464" x="2305050" y="4802188"/>
          <p14:tracePt t="99472" x="2363788" y="4802188"/>
          <p14:tracePt t="99480" x="2405063" y="4802188"/>
          <p14:tracePt t="99488" x="2471738" y="4802188"/>
          <p14:tracePt t="99496" x="2528888" y="4802188"/>
          <p14:tracePt t="99504" x="2595563" y="4818063"/>
          <p14:tracePt t="99512" x="2654300" y="4833938"/>
          <p14:tracePt t="99520" x="2720975" y="4859338"/>
          <p14:tracePt t="99528" x="2778125" y="4892675"/>
          <p14:tracePt t="99540" x="2836863" y="4900613"/>
          <p14:tracePt t="99544" x="2878138" y="4918075"/>
          <p14:tracePt t="99553" x="2935288" y="4933950"/>
          <p14:tracePt t="99561" x="2986088" y="4959350"/>
          <p14:tracePt t="99569" x="3027363" y="4975225"/>
          <p14:tracePt t="99577" x="3068638" y="4975225"/>
          <p14:tracePt t="99585" x="3127375" y="4983163"/>
          <p14:tracePt t="99593" x="3184525" y="5000625"/>
          <p14:tracePt t="99601" x="3251200" y="5000625"/>
          <p14:tracePt t="99609" x="3309938" y="5000625"/>
          <p14:tracePt t="99618" x="3433763" y="5000625"/>
          <p14:tracePt t="99625" x="3508375" y="5000625"/>
          <p14:tracePt t="99635" x="3632200" y="5000625"/>
          <p14:tracePt t="99641" x="3740150" y="5000625"/>
          <p14:tracePt t="99651" x="3898900" y="4983163"/>
          <p14:tracePt t="99658" x="4048125" y="4933950"/>
          <p14:tracePt t="99668" x="4271963" y="4843463"/>
          <p14:tracePt t="99674" x="4660900" y="4718050"/>
          <p14:tracePt t="99684" x="4984750" y="4568825"/>
          <p14:tracePt t="99690" x="5365750" y="4411663"/>
          <p14:tracePt t="99701" x="5805488" y="4179888"/>
          <p14:tracePt t="99706" x="6286500" y="3938588"/>
          <p14:tracePt t="99718" x="6784975" y="3657600"/>
          <p14:tracePt t="99722" x="7348538" y="3325813"/>
          <p14:tracePt t="99735" x="7845425" y="3017838"/>
          <p14:tracePt t="99738" x="8310563" y="2695575"/>
          <p14:tracePt t="99751" x="8493125" y="2554288"/>
          <p14:tracePt t="99754" x="8882063" y="2305050"/>
          <p14:tracePt t="99768" x="9205913" y="2065338"/>
          <p14:tracePt t="99771" x="9455150" y="1882775"/>
          <p14:tracePt t="99784" x="9678988" y="1700213"/>
          <p14:tracePt t="99787" x="9737725" y="1674813"/>
          <p14:tracePt t="99801" x="9869488" y="1566863"/>
          <p14:tracePt t="99804" x="9985375" y="1492250"/>
          <p14:tracePt t="99818" x="10044113" y="1435100"/>
          <p14:tracePt t="99820" x="10085388" y="1409700"/>
          <p14:tracePt t="99834" x="10093325" y="1393825"/>
          <p14:tracePt t="99835" x="10110788" y="1384300"/>
          <p14:tracePt t="99867" x="10110788" y="1368425"/>
          <p14:tracePt t="99884" x="10093325" y="1368425"/>
          <p14:tracePt t="99891" x="10052050" y="1368425"/>
          <p14:tracePt t="99901" x="10002838" y="1368425"/>
          <p14:tracePt t="99908" x="9902825" y="1368425"/>
          <p14:tracePt t="99917" x="9678988" y="1368425"/>
          <p14:tracePt t="99924" x="9172575" y="1393825"/>
          <p14:tracePt t="99932" x="8475663" y="1468438"/>
          <p14:tracePt t="99940" x="6743700" y="1576388"/>
          <p14:tracePt t="99948" x="6046788" y="1692275"/>
          <p14:tracePt t="99956" x="5432425" y="1749425"/>
          <p14:tracePt t="99964" x="5026025" y="1800225"/>
          <p14:tracePt t="99972" x="4967288" y="1800225"/>
          <p14:tracePt t="99980" x="4411663" y="1800225"/>
          <p14:tracePt t="99988" x="4022725" y="1857375"/>
          <p14:tracePt t="99996" x="3757613" y="1898650"/>
          <p14:tracePt t="100004" x="3575050" y="1916113"/>
          <p14:tracePt t="100012" x="3475038" y="1939925"/>
          <p14:tracePt t="100021" x="3433763" y="1957388"/>
          <p14:tracePt t="100029" x="3425825" y="1957388"/>
          <p14:tracePt t="100037" x="3408363" y="1965325"/>
          <p14:tracePt t="100053" x="3392488" y="1965325"/>
          <p14:tracePt t="100069" x="3392488" y="1981200"/>
          <p14:tracePt t="100118" x="3408363" y="1981200"/>
          <p14:tracePt t="100134" x="3425825" y="1981200"/>
          <p14:tracePt t="100151" x="3467100" y="1981200"/>
          <p14:tracePt t="100158" x="3516313" y="1981200"/>
          <p14:tracePt t="100167" x="3575050" y="1998663"/>
          <p14:tracePt t="100174" x="3641725" y="2014538"/>
          <p14:tracePt t="100184" x="3740150" y="2024063"/>
          <p14:tracePt t="100190" x="3856038" y="2065338"/>
          <p14:tracePt t="100198" x="3981450" y="2098675"/>
          <p14:tracePt t="100207" x="4130675" y="2122488"/>
          <p14:tracePt t="100215" x="4287838" y="2163763"/>
          <p14:tracePt t="100223" x="4470400" y="2189163"/>
          <p14:tracePt t="100231" x="4652963" y="2222500"/>
          <p14:tracePt t="100239" x="4843463" y="2247900"/>
          <p14:tracePt t="100247" x="5059363" y="2281238"/>
          <p14:tracePt t="100255" x="5275263" y="2289175"/>
          <p14:tracePt t="100263" x="5499100" y="2322513"/>
          <p14:tracePt t="100271" x="5681663" y="2322513"/>
          <p14:tracePt t="100279" x="5864225" y="2322513"/>
          <p14:tracePt t="100287" x="6021388" y="2322513"/>
          <p14:tracePt t="100295" x="6170613" y="2322513"/>
          <p14:tracePt t="100303" x="6327775" y="2322513"/>
          <p14:tracePt t="100311" x="6453188" y="2322513"/>
          <p14:tracePt t="100319" x="6577013" y="2281238"/>
          <p14:tracePt t="100328" x="6692900" y="2263775"/>
          <p14:tracePt t="100336" x="6818313" y="2247900"/>
          <p14:tracePt t="100344" x="6867525" y="2230438"/>
          <p14:tracePt t="100352" x="6999288" y="2222500"/>
          <p14:tracePt t="100360" x="7065963" y="2206625"/>
          <p14:tracePt t="100368" x="7165975" y="2189163"/>
          <p14:tracePt t="100376" x="7207250" y="2181225"/>
          <p14:tracePt t="100385" x="7265988" y="2163763"/>
          <p14:tracePt t="100392" x="7315200" y="2147888"/>
          <p14:tracePt t="100401" x="7356475" y="2147888"/>
          <p14:tracePt t="100408" x="7389813" y="2139950"/>
          <p14:tracePt t="100418" x="7415213" y="2139950"/>
          <p14:tracePt t="100424" x="7431088" y="2139950"/>
          <p14:tracePt t="100434" x="7456488" y="2122488"/>
          <p14:tracePt t="100441" x="7489825" y="2122488"/>
          <p14:tracePt t="100451" x="7497763" y="2122488"/>
          <p14:tracePt t="100457" x="7531100" y="2122488"/>
          <p14:tracePt t="100467" x="7556500" y="2122488"/>
          <p14:tracePt t="100473" x="7597775" y="2122488"/>
          <p14:tracePt t="100484" x="7639050" y="2122488"/>
          <p14:tracePt t="100489" x="7662863" y="2122488"/>
          <p14:tracePt t="100501" x="7705725" y="2122488"/>
          <p14:tracePt t="100505" x="7737475" y="2139950"/>
          <p14:tracePt t="100518" x="7780338" y="2147888"/>
          <p14:tracePt t="100521" x="7821613" y="2181225"/>
          <p14:tracePt t="100536" x="7845425" y="2189163"/>
          <p14:tracePt t="100542" x="7886700" y="2222500"/>
          <p14:tracePt t="100552" x="7920038" y="2230438"/>
          <p14:tracePt t="100555" x="7945438" y="2247900"/>
          <p14:tracePt t="100568" x="7962900" y="2263775"/>
          <p14:tracePt t="100571" x="7970838" y="2289175"/>
          <p14:tracePt t="100585" x="7986713" y="2305050"/>
          <p14:tracePt t="100587" x="8004175" y="2330450"/>
          <p14:tracePt t="100601" x="8020050" y="2363788"/>
          <p14:tracePt t="100602" x="8027988" y="2387600"/>
          <p14:tracePt t="100610" x="8045450" y="2430463"/>
          <p14:tracePt t="100618" x="8061325" y="2495550"/>
          <p14:tracePt t="100626" x="8069263" y="2570163"/>
          <p14:tracePt t="100635" x="8069263" y="2636838"/>
          <p14:tracePt t="100642" x="8069263" y="2736850"/>
          <p14:tracePt t="100651" x="8069263" y="2778125"/>
          <p14:tracePt t="100659" x="8069263" y="2878138"/>
          <p14:tracePt t="100668" x="8069263" y="2943225"/>
          <p14:tracePt t="100675" x="8069263" y="3001963"/>
          <p14:tracePt t="100684" x="8069263" y="3060700"/>
          <p14:tracePt t="100691" x="8069263" y="3084513"/>
          <p14:tracePt t="100701" x="8069263" y="3125788"/>
          <p14:tracePt t="100707" x="8061325" y="3143250"/>
          <p14:tracePt t="100718" x="8061325" y="3159125"/>
          <p14:tracePt t="100731" x="8045450" y="3167063"/>
          <p14:tracePt t="100740" x="8045450" y="3184525"/>
          <p14:tracePt t="100990" x="8027988" y="3184525"/>
          <p14:tracePt t="101014" x="8020050" y="3184525"/>
          <p14:tracePt t="101022" x="7986713" y="3209925"/>
          <p14:tracePt t="101030" x="7970838" y="3225800"/>
          <p14:tracePt t="101038" x="7945438" y="3241675"/>
          <p14:tracePt t="101046" x="7920038" y="3251200"/>
          <p14:tracePt t="101054" x="7878763" y="3284538"/>
          <p14:tracePt t="101062" x="7821613" y="3308350"/>
          <p14:tracePt t="101070" x="7796213" y="3341688"/>
          <p14:tracePt t="101078" x="7754938" y="3382963"/>
          <p14:tracePt t="101086" x="7705725" y="3390900"/>
          <p14:tracePt t="101095" x="7680325" y="3424238"/>
          <p14:tracePt t="101102" x="7639050" y="3467100"/>
          <p14:tracePt t="101111" x="7613650" y="3490913"/>
          <p14:tracePt t="101119" x="7572375" y="3516313"/>
          <p14:tracePt t="101127" x="7539038" y="3549650"/>
          <p14:tracePt t="101135" x="7497763" y="3590925"/>
          <p14:tracePt t="101143" x="7472363" y="3616325"/>
          <p14:tracePt t="101152" x="7431088" y="3648075"/>
          <p14:tracePt t="101159" x="7389813" y="3690938"/>
          <p14:tracePt t="101168" x="7348538" y="3714750"/>
          <p14:tracePt t="101175" x="7307263" y="3740150"/>
          <p14:tracePt t="101185" x="7265988" y="3773488"/>
          <p14:tracePt t="101191" x="7232650" y="3797300"/>
          <p14:tracePt t="101201" x="7207250" y="3830638"/>
          <p14:tracePt t="101208" x="7173913" y="3840163"/>
          <p14:tracePt t="101218" x="7165975" y="3856038"/>
          <p14:tracePt t="101224" x="7150100" y="3856038"/>
          <p14:tracePt t="101234" x="7132638" y="3871913"/>
          <p14:tracePt t="101240" x="7107238" y="3881438"/>
          <p14:tracePt t="101256" x="7091363" y="3897313"/>
          <p14:tracePt t="101272" x="7083425" y="3914775"/>
          <p14:tracePt t="101288" x="7065963" y="3914775"/>
          <p14:tracePt t="101301" x="7065963" y="3922713"/>
          <p14:tracePt t="101321" x="7050088" y="3922713"/>
          <p14:tracePt t="101603" x="7050088" y="3938588"/>
          <p14:tracePt t="101611" x="7042150" y="3956050"/>
          <p14:tracePt t="101619" x="7008813" y="3979863"/>
          <p14:tracePt t="101627" x="6967538" y="4005263"/>
          <p14:tracePt t="101635" x="6900863" y="4079875"/>
          <p14:tracePt t="101652" x="6734175" y="4221163"/>
          <p14:tracePt t="101660" x="6651625" y="4287838"/>
          <p14:tracePt t="101668" x="6510338" y="4370388"/>
          <p14:tracePt t="101676" x="6411913" y="4452938"/>
          <p14:tracePt t="101685" x="6270625" y="4535488"/>
          <p14:tracePt t="101692" x="6129338" y="4627563"/>
          <p14:tracePt t="101701" x="6021388" y="4668838"/>
          <p14:tracePt t="101708" x="5962650" y="4676775"/>
          <p14:tracePt t="101718" x="5838825" y="4735513"/>
          <p14:tracePt t="101724" x="5738813" y="4776788"/>
          <p14:tracePt t="101734" x="5673725" y="4792663"/>
          <p14:tracePt t="101741" x="5614988" y="4802188"/>
          <p14:tracePt t="101751" x="5556250" y="4833938"/>
          <p14:tracePt t="101757" x="5514975" y="4833938"/>
          <p14:tracePt t="101768" x="5491163" y="4843463"/>
          <p14:tracePt t="101772" x="5457825" y="4859338"/>
          <p14:tracePt t="101789" x="5448300" y="4859338"/>
          <p14:tracePt t="101801" x="5432425" y="4859338"/>
          <p14:tracePt t="103178" x="5373688" y="4859338"/>
          <p14:tracePt t="103186" x="5308600" y="4859338"/>
          <p14:tracePt t="103194" x="5224463" y="4859338"/>
          <p14:tracePt t="103203" x="5141913" y="4859338"/>
          <p14:tracePt t="103210" x="4984750" y="4833938"/>
          <p14:tracePt t="103219" x="4794250" y="4818063"/>
          <p14:tracePt t="103226" x="4611688" y="4776788"/>
          <p14:tracePt t="103235" x="4454525" y="4751388"/>
          <p14:tracePt t="103242" x="4271963" y="4710113"/>
          <p14:tracePt t="103251" x="4146550" y="4668838"/>
          <p14:tracePt t="103258" x="4005263" y="4594225"/>
          <p14:tracePt t="103268" x="3906838" y="4552950"/>
          <p14:tracePt t="103275" x="3865563" y="4527550"/>
          <p14:tracePt t="103284" x="3773488" y="4486275"/>
          <p14:tracePt t="103291" x="3690938" y="4427538"/>
          <p14:tracePt t="103301" x="3641725" y="4386263"/>
          <p14:tracePt t="103307" x="3590925" y="4362450"/>
          <p14:tracePt t="103318" x="3557588" y="4311650"/>
          <p14:tracePt t="103323" x="3533775" y="4287838"/>
          <p14:tracePt t="103334" x="3516313" y="4262438"/>
          <p14:tracePt t="103339" x="3508375" y="4246563"/>
          <p14:tracePt t="103351" x="3492500" y="4229100"/>
          <p14:tracePt t="103355" x="3492500" y="4221163"/>
          <p14:tracePt t="103371" x="3492500" y="4203700"/>
          <p14:tracePt t="103384" x="3492500" y="4187825"/>
          <p14:tracePt t="103403" x="3492500" y="4179888"/>
          <p14:tracePt t="103525" x="3475038" y="4179888"/>
          <p14:tracePt t="103540" x="3475038" y="4162425"/>
          <p14:tracePt t="103622" x="3467100" y="4162425"/>
          <p14:tracePt t="103630" x="3449638" y="4162425"/>
          <p14:tracePt t="103646" x="3433763" y="4162425"/>
          <p14:tracePt t="103654" x="3425825" y="4179888"/>
          <p14:tracePt t="103662" x="3408363" y="4179888"/>
          <p14:tracePt t="103670" x="3392488" y="4179888"/>
          <p14:tracePt t="103678" x="3375025" y="4179888"/>
          <p14:tracePt t="103686" x="3367088" y="4179888"/>
          <p14:tracePt t="103694" x="3333750" y="4179888"/>
          <p14:tracePt t="103702" x="3325813" y="4179888"/>
          <p14:tracePt t="103710" x="3284538" y="4179888"/>
          <p14:tracePt t="103719" x="3243263" y="4179888"/>
          <p14:tracePt t="103727" x="3209925" y="4179888"/>
          <p14:tracePt t="103735" x="3160713" y="4179888"/>
          <p14:tracePt t="103743" x="3127375" y="4179888"/>
          <p14:tracePt t="103752" x="3101975" y="4179888"/>
          <p14:tracePt t="103759" x="3068638" y="4179888"/>
          <p14:tracePt t="103767" x="3060700" y="4162425"/>
          <p14:tracePt t="103775" x="3043238" y="4146550"/>
          <p14:tracePt t="103785" x="3027363" y="4146550"/>
          <p14:tracePt t="103791" x="3019425" y="4146550"/>
          <p14:tracePt t="103801" x="3019425" y="4138613"/>
          <p14:tracePt t="103815" x="3019425" y="4121150"/>
          <p14:tracePt t="103831" x="3019425" y="4105275"/>
          <p14:tracePt t="103840" x="3019425" y="4064000"/>
          <p14:tracePt t="104583" x="3060700" y="4064000"/>
          <p14:tracePt t="104591" x="3101975" y="4064000"/>
          <p14:tracePt t="104599" x="3109913" y="4064000"/>
          <p14:tracePt t="104607" x="3143250" y="4064000"/>
          <p14:tracePt t="104615" x="3160713" y="4064000"/>
          <p14:tracePt t="104623" x="3168650" y="4064000"/>
          <p14:tracePt t="104639" x="3184525" y="4064000"/>
          <p14:tracePt t="104703" x="3160713" y="4064000"/>
          <p14:tracePt t="104712" x="3143250" y="4064000"/>
          <p14:tracePt t="104720" x="3127375" y="4064000"/>
          <p14:tracePt t="104728" x="3101975" y="4046538"/>
          <p14:tracePt t="104736" x="3068638" y="4046538"/>
          <p14:tracePt t="104752" x="3060700" y="4038600"/>
          <p14:tracePt t="104753" x="3027363" y="4021138"/>
          <p14:tracePt t="104760" x="3001963" y="4005263"/>
          <p14:tracePt t="104768" x="2978150" y="3997325"/>
          <p14:tracePt t="104776" x="2944813" y="3979863"/>
          <p14:tracePt t="104785" x="2919413" y="3963988"/>
          <p14:tracePt t="104792" x="2894013" y="3956050"/>
          <p14:tracePt t="104801" x="2878138" y="3938588"/>
          <p14:tracePt t="104808" x="2860675" y="3922713"/>
          <p14:tracePt t="104818" x="2836863" y="3897313"/>
          <p14:tracePt t="104825" x="2819400" y="3897313"/>
          <p14:tracePt t="104834" x="2795588" y="3871913"/>
          <p14:tracePt t="104841" x="2762250" y="3856038"/>
          <p14:tracePt t="104851" x="2754313" y="3840163"/>
          <p14:tracePt t="104857" x="2720975" y="3814763"/>
          <p14:tracePt t="104867" x="2679700" y="3781425"/>
          <p14:tracePt t="104873" x="2636838" y="3740150"/>
          <p14:tracePt t="104885" x="2595563" y="3714750"/>
          <p14:tracePt t="104889" x="2571750" y="3690938"/>
          <p14:tracePt t="104901" x="2528888" y="3657600"/>
          <p14:tracePt t="104905" x="2497138" y="3632200"/>
          <p14:tracePt t="104918" x="2487613" y="3606800"/>
          <p14:tracePt t="104922" x="2471738" y="3590925"/>
          <p14:tracePt t="104934" x="2454275" y="3573463"/>
          <p14:tracePt t="104938" x="2446338" y="3549650"/>
          <p14:tracePt t="104951" x="2430463" y="3532188"/>
          <p14:tracePt t="104967" x="2413000" y="3508375"/>
          <p14:tracePt t="104970" x="2413000" y="3490913"/>
          <p14:tracePt t="104984" x="2413000" y="3475038"/>
          <p14:tracePt t="104987" x="2413000" y="3467100"/>
          <p14:tracePt t="105003" x="2413000" y="3449638"/>
          <p14:tracePt t="105018" x="2413000" y="3433763"/>
          <p14:tracePt t="105035" x="2413000" y="3424238"/>
          <p14:tracePt t="105067" x="2430463" y="3424238"/>
          <p14:tracePt t="105075" x="2430463" y="3408363"/>
          <p14:tracePt t="105084" x="2446338" y="3408363"/>
          <p14:tracePt t="105091" x="2471738" y="3390900"/>
          <p14:tracePt t="105100" x="2497138" y="3390900"/>
          <p14:tracePt t="105107" x="2538413" y="3367088"/>
          <p14:tracePt t="105117" x="2587625" y="3367088"/>
          <p14:tracePt t="105123" x="2628900" y="3349625"/>
          <p14:tracePt t="105131" x="2711450" y="3325813"/>
          <p14:tracePt t="105140" x="2736850" y="3308350"/>
          <p14:tracePt t="105148" x="2803525" y="3308350"/>
          <p14:tracePt t="105156" x="2894013" y="3284538"/>
          <p14:tracePt t="105164" x="3001963" y="3267075"/>
          <p14:tracePt t="105172" x="3043238" y="3251200"/>
          <p14:tracePt t="105180" x="3109913" y="3241675"/>
          <p14:tracePt t="105188" x="3184525" y="3225800"/>
          <p14:tracePt t="105196" x="3243263" y="3225800"/>
          <p14:tracePt t="105204" x="3309938" y="3209925"/>
          <p14:tracePt t="105212" x="3392488" y="3209925"/>
          <p14:tracePt t="105220" x="3433763" y="3209925"/>
          <p14:tracePt t="105228" x="3516313" y="3209925"/>
          <p14:tracePt t="105236" x="3557588" y="3209925"/>
          <p14:tracePt t="105244" x="3616325" y="3209925"/>
          <p14:tracePt t="105252" x="3657600" y="3209925"/>
          <p14:tracePt t="105261" x="3698875" y="3209925"/>
          <p14:tracePt t="105269" x="3757613" y="3209925"/>
          <p14:tracePt t="105277" x="3798888" y="3209925"/>
          <p14:tracePt t="105285" x="3856038" y="3209925"/>
          <p14:tracePt t="105293" x="3881438" y="3209925"/>
          <p14:tracePt t="105302" x="3940175" y="3225800"/>
          <p14:tracePt t="105309" x="3981450" y="3241675"/>
          <p14:tracePt t="105318" x="4005263" y="3241675"/>
          <p14:tracePt t="105325" x="4048125" y="3267075"/>
          <p14:tracePt t="105335" x="4089400" y="3284538"/>
          <p14:tracePt t="105341" x="4130675" y="3308350"/>
          <p14:tracePt t="105351" x="4171950" y="3341688"/>
          <p14:tracePt t="105358" x="4229100" y="3367088"/>
          <p14:tracePt t="105368" x="4271963" y="3390900"/>
          <p14:tracePt t="105374" x="4313238" y="3433763"/>
          <p14:tracePt t="105384" x="4346575" y="3475038"/>
          <p14:tracePt t="105390" x="4370388" y="3508375"/>
          <p14:tracePt t="105401" x="4395788" y="3516313"/>
          <p14:tracePt t="105406" x="4429125" y="3549650"/>
          <p14:tracePt t="105418" x="4429125" y="3565525"/>
          <p14:tracePt t="105422" x="4437063" y="3590925"/>
          <p14:tracePt t="105434" x="4454525" y="3606800"/>
          <p14:tracePt t="105438" x="4470400" y="3606800"/>
          <p14:tracePt t="105451" x="4470400" y="3632200"/>
          <p14:tracePt t="105454" x="4486275" y="3648075"/>
          <p14:tracePt t="105468" x="4495800" y="3657600"/>
          <p14:tracePt t="105471" x="4495800" y="3673475"/>
          <p14:tracePt t="105484" x="4511675" y="3690938"/>
          <p14:tracePt t="105487" x="4511675" y="3714750"/>
          <p14:tracePt t="105501" x="4529138" y="3714750"/>
          <p14:tracePt t="105504" x="4529138" y="3732213"/>
          <p14:tracePt t="105519" x="4529138" y="3740150"/>
          <p14:tracePt t="105539" x="4529138" y="3756025"/>
          <p14:tracePt t="105559" x="4529138" y="3773488"/>
          <p14:tracePt t="105576" x="4529138" y="3781425"/>
          <p14:tracePt t="105584" x="4529138" y="3797300"/>
          <p14:tracePt t="105601" x="4529138" y="3814763"/>
          <p14:tracePt t="105608" x="4511675" y="3830638"/>
          <p14:tracePt t="105624" x="4495800" y="3840163"/>
          <p14:tracePt t="105634" x="4495800" y="3856038"/>
          <p14:tracePt t="105648" x="4486275" y="3871913"/>
          <p14:tracePt t="105656" x="4470400" y="3881438"/>
          <p14:tracePt t="105672" x="4454525" y="3881438"/>
          <p14:tracePt t="105681" x="4437063" y="3897313"/>
          <p14:tracePt t="105689" x="4429125" y="3897313"/>
          <p14:tracePt t="105697" x="4411663" y="3914775"/>
          <p14:tracePt t="105705" x="4395788" y="3922713"/>
          <p14:tracePt t="105713" x="4387850" y="3922713"/>
          <p14:tracePt t="105721" x="4354513" y="3938588"/>
          <p14:tracePt t="105729" x="4346575" y="3938588"/>
          <p14:tracePt t="105737" x="4313238" y="3956050"/>
          <p14:tracePt t="105745" x="4287838" y="3956050"/>
          <p14:tracePt t="105753" x="4221163" y="3963988"/>
          <p14:tracePt t="105761" x="4164013" y="3963988"/>
          <p14:tracePt t="105769" x="4089400" y="3963988"/>
          <p14:tracePt t="105777" x="4064000" y="3963988"/>
          <p14:tracePt t="105786" x="3997325" y="3963988"/>
          <p14:tracePt t="105794" x="3940175" y="3963988"/>
          <p14:tracePt t="105802" x="3898900" y="3963988"/>
          <p14:tracePt t="105810" x="3856038" y="3963988"/>
          <p14:tracePt t="105818" x="3822700" y="3963988"/>
          <p14:tracePt t="105826" x="3798888" y="3963988"/>
          <p14:tracePt t="105835" x="3773488" y="3963988"/>
          <p14:tracePt t="105842" x="3757613" y="3963988"/>
          <p14:tracePt t="105851" x="3732213" y="3963988"/>
          <p14:tracePt t="105858" x="3698875" y="3963988"/>
          <p14:tracePt t="105868" x="3690938" y="3956050"/>
          <p14:tracePt t="105874" x="3657600" y="3956050"/>
          <p14:tracePt t="105884" x="3632200" y="3938588"/>
          <p14:tracePt t="105890" x="3590925" y="3938588"/>
          <p14:tracePt t="105901" x="3549650" y="3938588"/>
          <p14:tracePt t="105906" x="3508375" y="3922713"/>
          <p14:tracePt t="105917" x="3467100" y="3914775"/>
          <p14:tracePt t="105923" x="3408363" y="3914775"/>
          <p14:tracePt t="105935" x="3375025" y="3897313"/>
          <p14:tracePt t="105939" x="3333750" y="3881438"/>
          <p14:tracePt t="105951" x="3284538" y="3871913"/>
          <p14:tracePt t="105955" x="3251200" y="3856038"/>
          <p14:tracePt t="105968" x="3225800" y="3856038"/>
          <p14:tracePt t="105971" x="3201988" y="3830638"/>
          <p14:tracePt t="105984" x="3168650" y="3830638"/>
          <p14:tracePt t="105987" x="3127375" y="3814763"/>
          <p14:tracePt t="106001" x="3109913" y="3797300"/>
          <p14:tracePt t="106004" x="3068638" y="3797300"/>
          <p14:tracePt t="106018" x="3043238" y="3781425"/>
          <p14:tracePt t="106021" x="3019425" y="3773488"/>
          <p14:tracePt t="106034" x="2978150" y="3756025"/>
          <p14:tracePt t="106037" x="2944813" y="3756025"/>
          <p14:tracePt t="106051" x="2903538" y="3740150"/>
          <p14:tracePt t="106052" x="2878138" y="3732213"/>
          <p14:tracePt t="106060" x="2836863" y="3732213"/>
          <p14:tracePt t="106068" x="2803525" y="3714750"/>
          <p14:tracePt t="106076" x="2795588" y="3714750"/>
          <p14:tracePt t="106084" x="2754313" y="3698875"/>
          <p14:tracePt t="106092" x="2736850" y="3690938"/>
          <p14:tracePt t="106102" x="2720975" y="3690938"/>
          <p14:tracePt t="106109" x="2695575" y="3673475"/>
          <p14:tracePt t="106118" x="2679700" y="3657600"/>
          <p14:tracePt t="106125" x="2670175" y="3657600"/>
          <p14:tracePt t="106135" x="2654300" y="3648075"/>
          <p14:tracePt t="106141" x="2636838" y="3632200"/>
          <p14:tracePt t="106151" x="2628900" y="3616325"/>
          <p14:tracePt t="106165" x="2613025" y="3606800"/>
          <p14:tracePt t="106173" x="2613025" y="3590925"/>
          <p14:tracePt t="106189" x="2613025" y="3573463"/>
          <p14:tracePt t="106197" x="2613025" y="3565525"/>
          <p14:tracePt t="106213" x="2613025" y="3549650"/>
          <p14:tracePt t="106221" x="2613025" y="3532188"/>
          <p14:tracePt t="106237" x="2613025" y="3516313"/>
          <p14:tracePt t="106262" x="2613025" y="3508375"/>
          <p14:tracePt t="106278" x="2628900" y="3508375"/>
          <p14:tracePt t="106286" x="2654300" y="3490913"/>
          <p14:tracePt t="106294" x="2670175" y="3475038"/>
          <p14:tracePt t="106302" x="2720975" y="3467100"/>
          <p14:tracePt t="106310" x="2762250" y="3449638"/>
          <p14:tracePt t="106318" x="2795588" y="3433763"/>
          <p14:tracePt t="106327" x="2894013" y="3408363"/>
          <p14:tracePt t="106335" x="2935288" y="3408363"/>
          <p14:tracePt t="106343" x="3001963" y="3390900"/>
          <p14:tracePt t="106351" x="3060700" y="3390900"/>
          <p14:tracePt t="106359" x="3127375" y="3382963"/>
          <p14:tracePt t="106368" x="3184525" y="3382963"/>
          <p14:tracePt t="106375" x="3251200" y="3382963"/>
          <p14:tracePt t="106384" x="3309938" y="3382963"/>
          <p14:tracePt t="106391" x="3333750" y="3382963"/>
          <p14:tracePt t="106401" x="3392488" y="3382963"/>
          <p14:tracePt t="106407" x="3433763" y="3382963"/>
          <p14:tracePt t="106415" x="3492500" y="3382963"/>
          <p14:tracePt t="106423" x="3516313" y="3382963"/>
          <p14:tracePt t="106431" x="3557588" y="3382963"/>
          <p14:tracePt t="106439" x="3575050" y="3382963"/>
          <p14:tracePt t="106447" x="3616325" y="3382963"/>
          <p14:tracePt t="106455" x="3641725" y="3382963"/>
          <p14:tracePt t="106463" x="3690938" y="3382963"/>
          <p14:tracePt t="106472" x="3732213" y="3382963"/>
          <p14:tracePt t="106480" x="3740150" y="3382963"/>
          <p14:tracePt t="106488" x="3781425" y="3390900"/>
          <p14:tracePt t="106496" x="3798888" y="3408363"/>
          <p14:tracePt t="106504" x="3822700" y="3424238"/>
          <p14:tracePt t="106512" x="3856038" y="3433763"/>
          <p14:tracePt t="106520" x="3865563" y="3449638"/>
          <p14:tracePt t="106528" x="3898900" y="3467100"/>
          <p14:tracePt t="106539" x="3906838" y="3475038"/>
          <p14:tracePt t="106544" x="3940175" y="3508375"/>
          <p14:tracePt t="106552" x="3940175" y="3516313"/>
          <p14:tracePt t="106560" x="3956050" y="3532188"/>
          <p14:tracePt t="106569" x="3963988" y="3532188"/>
          <p14:tracePt t="106577" x="3981450" y="3549650"/>
          <p14:tracePt t="106585" x="3997325" y="3565525"/>
          <p14:tracePt t="106593" x="3997325" y="3573463"/>
          <p14:tracePt t="106601" x="4005263" y="3590925"/>
          <p14:tracePt t="106609" x="4005263" y="3606800"/>
          <p14:tracePt t="106618" x="4022725" y="3616325"/>
          <p14:tracePt t="106625" x="4038600" y="3616325"/>
          <p14:tracePt t="106635" x="4038600" y="3632200"/>
          <p14:tracePt t="106641" x="4038600" y="3648075"/>
          <p14:tracePt t="106651" x="4048125" y="3648075"/>
          <p14:tracePt t="106657" x="4048125" y="3657600"/>
          <p14:tracePt t="106668" x="4064000" y="3657600"/>
          <p14:tracePt t="106674" x="4064000" y="3673475"/>
          <p14:tracePt t="106684" x="4064000" y="3690938"/>
          <p14:tracePt t="106690" x="4079875" y="3690938"/>
          <p14:tracePt t="106701" x="4079875" y="3698875"/>
          <p14:tracePt t="106722" x="4079875" y="3714750"/>
          <p14:tracePt t="106730" x="4079875" y="3732213"/>
          <p14:tracePt t="106738" x="4089400" y="3732213"/>
          <p14:tracePt t="106746" x="4089400" y="3756025"/>
          <p14:tracePt t="106754" x="4089400" y="3773488"/>
          <p14:tracePt t="106762" x="4089400" y="3781425"/>
          <p14:tracePt t="106771" x="4105275" y="3797300"/>
          <p14:tracePt t="106787" x="4105275" y="3830638"/>
          <p14:tracePt t="106795" x="4105275" y="3840163"/>
          <p14:tracePt t="106811" x="4105275" y="3856038"/>
          <p14:tracePt t="106827" x="4105275" y="3871913"/>
          <p14:tracePt t="106859" x="4105275" y="3881438"/>
          <p14:tracePt t="106884" x="4089400" y="3881438"/>
          <p14:tracePt t="106891" x="4089400" y="3897313"/>
          <p14:tracePt t="106901" x="4079875" y="3897313"/>
          <p14:tracePt t="106908" x="4064000" y="3914775"/>
          <p14:tracePt t="106917" x="4048125" y="3914775"/>
          <p14:tracePt t="106932" x="4022725" y="3922713"/>
          <p14:tracePt t="106940" x="3997325" y="3922713"/>
          <p14:tracePt t="106948" x="3981450" y="3938588"/>
          <p14:tracePt t="106956" x="3956050" y="3938588"/>
          <p14:tracePt t="106964" x="3922713" y="3956050"/>
          <p14:tracePt t="106972" x="3898900" y="3956050"/>
          <p14:tracePt t="106980" x="3865563" y="3963988"/>
          <p14:tracePt t="106988" x="3840163" y="3963988"/>
          <p14:tracePt t="106996" x="3798888" y="3963988"/>
          <p14:tracePt t="107005" x="3773488" y="3963988"/>
          <p14:tracePt t="107012" x="3732213" y="3963988"/>
          <p14:tracePt t="107021" x="3673475" y="3963988"/>
          <p14:tracePt t="107029" x="3641725" y="3963988"/>
          <p14:tracePt t="107037" x="3549650" y="3963988"/>
          <p14:tracePt t="107045" x="3508375" y="3963988"/>
          <p14:tracePt t="107053" x="3449638" y="3963988"/>
          <p14:tracePt t="107061" x="3408363" y="3963988"/>
          <p14:tracePt t="107069" x="3367088" y="3963988"/>
          <p14:tracePt t="107077" x="3333750" y="3956050"/>
          <p14:tracePt t="107085" x="3309938" y="3956050"/>
          <p14:tracePt t="107093" x="3284538" y="3938588"/>
          <p14:tracePt t="107101" x="3267075" y="3938588"/>
          <p14:tracePt t="107110" x="3251200" y="3938588"/>
          <p14:tracePt t="107118" x="3243263" y="3922713"/>
          <p14:tracePt t="107126" x="3225800" y="3922713"/>
          <p14:tracePt t="107142" x="3209925" y="3914775"/>
          <p14:tracePt t="107151" x="3201988" y="3914775"/>
          <p14:tracePt t="107158" x="3184525" y="3914775"/>
          <p14:tracePt t="107168" x="3168650" y="3914775"/>
          <p14:tracePt t="107174" x="3168650" y="3897313"/>
          <p14:tracePt t="107184" x="3160713" y="3897313"/>
          <p14:tracePt t="107191" x="3143250" y="3881438"/>
          <p14:tracePt t="107201" x="3127375" y="3881438"/>
          <p14:tracePt t="107206" x="3109913" y="3881438"/>
          <p14:tracePt t="107218" x="3101975" y="3871913"/>
          <p14:tracePt t="107231" x="3086100" y="3871913"/>
          <p14:tracePt t="107239" x="3060700" y="3856038"/>
          <p14:tracePt t="107247" x="3043238" y="3856038"/>
          <p14:tracePt t="107255" x="3019425" y="3840163"/>
          <p14:tracePt t="107263" x="2986088" y="3830638"/>
          <p14:tracePt t="107271" x="2978150" y="3814763"/>
          <p14:tracePt t="107279" x="2944813" y="3797300"/>
          <p14:tracePt t="107287" x="2919413" y="3797300"/>
          <p14:tracePt t="107295" x="2894013" y="3781425"/>
          <p14:tracePt t="107303" x="2860675" y="3773488"/>
          <p14:tracePt t="107312" x="2852738" y="3740150"/>
          <p14:tracePt t="107320" x="2819400" y="3732213"/>
          <p14:tracePt t="107328" x="2803525" y="3732213"/>
          <p14:tracePt t="107335" x="2795588" y="3714750"/>
          <p14:tracePt t="107344" x="2778125" y="3698875"/>
          <p14:tracePt t="107352" x="2762250" y="3698875"/>
          <p14:tracePt t="107360" x="2762250" y="3690938"/>
          <p14:tracePt t="107368" x="2754313" y="3673475"/>
          <p14:tracePt t="107376" x="2754313" y="3657600"/>
          <p14:tracePt t="107385" x="2736850" y="3648075"/>
          <p14:tracePt t="107401" x="2736850" y="3632200"/>
          <p14:tracePt t="107424" x="2736850" y="3616325"/>
          <p14:tracePt t="107434" x="2736850" y="3606800"/>
          <p14:tracePt t="107457" x="2754313" y="3590925"/>
          <p14:tracePt t="107465" x="2795588" y="3573463"/>
          <p14:tracePt t="107473" x="2819400" y="3549650"/>
          <p14:tracePt t="107481" x="2878138" y="3516313"/>
          <p14:tracePt t="107489" x="2935288" y="3490913"/>
          <p14:tracePt t="107497" x="3027363" y="3467100"/>
          <p14:tracePt t="107505" x="3127375" y="3424238"/>
          <p14:tracePt t="107513" x="3243263" y="3382963"/>
          <p14:tracePt t="107521" x="3367088" y="3341688"/>
          <p14:tracePt t="107529" x="3492500" y="3308350"/>
          <p14:tracePt t="107540" x="3616325" y="3292475"/>
          <p14:tracePt t="107545" x="3773488" y="3292475"/>
          <p14:tracePt t="107554" x="3906838" y="3292475"/>
          <p14:tracePt t="107562" x="4038600" y="3292475"/>
          <p14:tracePt t="107570" x="4164013" y="3292475"/>
          <p14:tracePt t="107578" x="4187825" y="3292475"/>
          <p14:tracePt t="107586" x="4287838" y="3292475"/>
          <p14:tracePt t="107594" x="4370388" y="3292475"/>
          <p14:tracePt t="107602" x="4437063" y="3325813"/>
          <p14:tracePt t="107610" x="4495800" y="3349625"/>
          <p14:tracePt t="107618" x="4537075" y="3382963"/>
          <p14:tracePt t="107626" x="4578350" y="3408363"/>
          <p14:tracePt t="107635" x="4619625" y="3433763"/>
          <p14:tracePt t="107642" x="4652963" y="3467100"/>
          <p14:tracePt t="107651" x="4694238" y="3508375"/>
          <p14:tracePt t="107659" x="4719638" y="3532188"/>
          <p14:tracePt t="107668" x="4735513" y="3565525"/>
          <p14:tracePt t="107675" x="4760913" y="3590925"/>
          <p14:tracePt t="107691" x="4760913" y="3616325"/>
          <p14:tracePt t="107701" x="4776788" y="3616325"/>
          <p14:tracePt t="107707" x="4776788" y="3632200"/>
          <p14:tracePt t="107718" x="4776788" y="3648075"/>
          <p14:tracePt t="107747" x="4776788" y="3657600"/>
          <p14:tracePt t="107771" x="4776788" y="3673475"/>
          <p14:tracePt t="107796" x="4776788" y="3690938"/>
          <p14:tracePt t="107804" x="4760913" y="3690938"/>
          <p14:tracePt t="107812" x="4752975" y="3690938"/>
          <p14:tracePt t="107820" x="4735513" y="3698875"/>
          <p14:tracePt t="107828" x="4702175" y="3714750"/>
          <p14:tracePt t="107836" x="4694238" y="3732213"/>
          <p14:tracePt t="107844" x="4660900" y="3740150"/>
          <p14:tracePt t="107852" x="4619625" y="3781425"/>
          <p14:tracePt t="107860" x="4594225" y="3797300"/>
          <p14:tracePt t="107868" x="4537075" y="3830638"/>
          <p14:tracePt t="107877" x="4486275" y="3856038"/>
          <p14:tracePt t="107885" x="4429125" y="3871913"/>
          <p14:tracePt t="107893" x="4370388" y="3897313"/>
          <p14:tracePt t="107901" x="4329113" y="3914775"/>
          <p14:tracePt t="107909" x="4246563" y="3922713"/>
          <p14:tracePt t="107918" x="4221163" y="3938588"/>
          <p14:tracePt t="107925" x="4164013" y="3956050"/>
          <p14:tracePt t="107934" x="4146550" y="3956050"/>
          <p14:tracePt t="107941" x="4105275" y="3963988"/>
          <p14:tracePt t="107950" x="4079875" y="3963988"/>
          <p14:tracePt t="107957" x="4048125" y="3963988"/>
          <p14:tracePt t="107967" x="4022725" y="3963988"/>
          <p14:tracePt t="107974" x="4005263" y="3963988"/>
          <p14:tracePt t="107981" x="3981450" y="3963988"/>
          <p14:tracePt t="107990" x="3956050" y="3963988"/>
          <p14:tracePt t="107998" x="3940175" y="3963988"/>
          <p14:tracePt t="108006" x="3906838" y="3963988"/>
          <p14:tracePt t="108014" x="3898900" y="3963988"/>
          <p14:tracePt t="108022" x="3881438" y="3963988"/>
          <p14:tracePt t="108030" x="3881438" y="3956050"/>
          <p14:tracePt t="108038" x="3865563" y="3956050"/>
          <p14:tracePt t="108054" x="3865563" y="3938588"/>
          <p14:tracePt t="108103" x="3865563" y="3922713"/>
          <p14:tracePt t="108143" x="3865563" y="3914775"/>
          <p14:tracePt t="108159" x="3881438" y="3914775"/>
          <p14:tracePt t="108200" x="3881438" y="3897313"/>
          <p14:tracePt t="108217" x="3898900" y="3897313"/>
          <p14:tracePt t="108232" x="3898900" y="3881438"/>
          <p14:tracePt t="108264" x="3898900" y="3871913"/>
          <p14:tracePt t="108288" x="3898900" y="3856038"/>
          <p14:tracePt t="108296" x="3906838" y="3856038"/>
          <p14:tracePt t="108329" x="3906838" y="3840163"/>
          <p14:tracePt t="108353" x="3922713" y="3840163"/>
          <p14:tracePt t="108369" x="3922713" y="3830638"/>
          <p14:tracePt t="108401" x="3940175" y="3830638"/>
          <p14:tracePt t="108434" x="3956050" y="3830638"/>
          <p14:tracePt t="108458" x="3963988" y="3830638"/>
          <p14:tracePt t="108474" x="3981450" y="3830638"/>
          <p14:tracePt t="108483" x="3997325" y="3830638"/>
          <p14:tracePt t="108498" x="4005263" y="3830638"/>
          <p14:tracePt t="108506" x="4022725" y="3830638"/>
          <p14:tracePt t="108531" x="4038600" y="3830638"/>
          <p14:tracePt t="108547" x="4048125" y="3830638"/>
          <p14:tracePt t="108668" x="4048125" y="3814763"/>
          <p14:tracePt t="108676" x="4064000" y="3797300"/>
          <p14:tracePt t="108686" x="4064000" y="3781425"/>
          <p14:tracePt t="108692" x="4079875" y="3773488"/>
          <p14:tracePt t="108702" x="4089400" y="3773488"/>
          <p14:tracePt t="108708" x="4105275" y="3756025"/>
          <p14:tracePt t="108718" x="4122738" y="3740150"/>
          <p14:tracePt t="108724" x="4130675" y="3732213"/>
          <p14:tracePt t="108734" x="4146550" y="3732213"/>
          <p14:tracePt t="108740" x="4171950" y="3714750"/>
          <p14:tracePt t="108757" x="4187825" y="3714750"/>
          <p14:tracePt t="108781" x="4205288" y="37147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6D6467-FE4B-1209-C55E-48CCAD822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Priority Sampling Estimator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9137C35-A7E0-204E-1331-7795C95C8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334555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largest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Observe that conditioning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we have: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9137C35-A7E0-204E-1331-7795C95C8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334555" cy="4351338"/>
              </a:xfrm>
              <a:blipFill>
                <a:blip r:embed="rId5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 descr="一張含有 文字, 筆跡, 字型, 圖表 的圖片&#10;&#10;AI 產生的內容可能不正確。">
            <a:extLst>
              <a:ext uri="{FF2B5EF4-FFF2-40B4-BE49-F238E27FC236}">
                <a16:creationId xmlns:a16="http://schemas.microsoft.com/office/drawing/2014/main" id="{59434CF4-03A2-BCCC-F139-517BB3A8D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825625"/>
            <a:ext cx="7772400" cy="4532954"/>
          </a:xfrm>
          <a:prstGeom prst="rect">
            <a:avLst/>
          </a:prstGeom>
        </p:spPr>
      </p:pic>
      <p:pic>
        <p:nvPicPr>
          <p:cNvPr id="13" name="音訊 12">
            <a:extLst>
              <a:ext uri="{FF2B5EF4-FFF2-40B4-BE49-F238E27FC236}">
                <a16:creationId xmlns:a16="http://schemas.microsoft.com/office/drawing/2014/main" id="{B93A58DC-3E43-32F8-8668-FD82755C23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480"/>
    </mc:Choice>
    <mc:Fallback xmlns="">
      <p:transition spd="slow" advTm="1484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81" x="4205288" y="3714750"/>
          <p14:tracePt t="389" x="4205288" y="3632200"/>
          <p14:tracePt t="397" x="4205288" y="3590925"/>
          <p14:tracePt t="405" x="4187825" y="3532188"/>
          <p14:tracePt t="413" x="4187825" y="3490913"/>
          <p14:tracePt t="421" x="4187825" y="3467100"/>
          <p14:tracePt t="430" x="4187825" y="3424238"/>
          <p14:tracePt t="437" x="4187825" y="3390900"/>
          <p14:tracePt t="446" x="4187825" y="3341688"/>
          <p14:tracePt t="453" x="4187825" y="3284538"/>
          <p14:tracePt t="462" x="4221163" y="3241675"/>
          <p14:tracePt t="470" x="4229100" y="3209925"/>
          <p14:tracePt t="478" x="4246563" y="3167063"/>
          <p14:tracePt t="486" x="4262438" y="3143250"/>
          <p14:tracePt t="494" x="4287838" y="3117850"/>
          <p14:tracePt t="502" x="4305300" y="3084513"/>
          <p14:tracePt t="510" x="4305300" y="3076575"/>
          <p14:tracePt t="518" x="4313238" y="3060700"/>
          <p14:tracePt t="526" x="4313238" y="3027363"/>
          <p14:tracePt t="542" x="4313238" y="3017838"/>
          <p14:tracePt t="550" x="4313238" y="3001963"/>
          <p14:tracePt t="559" x="4313238" y="2986088"/>
          <p14:tracePt t="567" x="4313238" y="2976563"/>
          <p14:tracePt t="575" x="4313238" y="2960688"/>
          <p14:tracePt t="583" x="4313238" y="2943225"/>
          <p14:tracePt t="592" x="4313238" y="2935288"/>
          <p14:tracePt t="599" x="4313238" y="2919413"/>
          <p14:tracePt t="611" x="4313238" y="2894013"/>
          <p14:tracePt t="615" x="4305300" y="2878138"/>
          <p14:tracePt t="625" x="4287838" y="2852738"/>
          <p14:tracePt t="631" x="4271963" y="2836863"/>
          <p14:tracePt t="639" x="4271963" y="2819400"/>
          <p14:tracePt t="648" x="4262438" y="2811463"/>
          <p14:tracePt t="655" x="4229100" y="2778125"/>
          <p14:tracePt t="664" x="4221163" y="2778125"/>
          <p14:tracePt t="671" x="4205288" y="2760663"/>
          <p14:tracePt t="680" x="4146550" y="2736850"/>
          <p14:tracePt t="688" x="4089400" y="2719388"/>
          <p14:tracePt t="696" x="4038600" y="2695575"/>
          <p14:tracePt t="704" x="3956050" y="2678113"/>
          <p14:tracePt t="712" x="3757613" y="2628900"/>
          <p14:tracePt t="720" x="3575050" y="2587625"/>
          <p14:tracePt t="728" x="3309938" y="2528888"/>
          <p14:tracePt t="736" x="3201988" y="2513013"/>
          <p14:tracePt t="744" x="3019425" y="2487613"/>
          <p14:tracePt t="752" x="2919413" y="2487613"/>
          <p14:tracePt t="760" x="2762250" y="2487613"/>
          <p14:tracePt t="769" x="2636838" y="2487613"/>
          <p14:tracePt t="776" x="2538413" y="2487613"/>
          <p14:tracePt t="785" x="2471738" y="2487613"/>
          <p14:tracePt t="793" x="2413000" y="2487613"/>
          <p14:tracePt t="801" x="2389188" y="2487613"/>
          <p14:tracePt t="809" x="2347913" y="2487613"/>
          <p14:tracePt t="817" x="2322513" y="2487613"/>
          <p14:tracePt t="826" x="2289175" y="2487613"/>
          <p14:tracePt t="833" x="2263775" y="2487613"/>
          <p14:tracePt t="842" x="2230438" y="2487613"/>
          <p14:tracePt t="849" x="2189163" y="2487613"/>
          <p14:tracePt t="859" x="2147888" y="2487613"/>
          <p14:tracePt t="865" x="2139950" y="2487613"/>
          <p14:tracePt t="875" x="2098675" y="2487613"/>
          <p14:tracePt t="882" x="2081213" y="2487613"/>
          <p14:tracePt t="892" x="2057400" y="2487613"/>
          <p14:tracePt t="898" x="2039938" y="2487613"/>
          <p14:tracePt t="908" x="2024063" y="2487613"/>
          <p14:tracePt t="930" x="2006600" y="2487613"/>
          <p14:tracePt t="938" x="2006600" y="2471738"/>
          <p14:tracePt t="1027" x="1998663" y="2471738"/>
          <p14:tracePt t="1051" x="1982788" y="2454275"/>
          <p14:tracePt t="1067" x="1965325" y="2454275"/>
          <p14:tracePt t="1075" x="1965325" y="2446338"/>
          <p14:tracePt t="1083" x="1957388" y="2446338"/>
          <p14:tracePt t="1092" x="1941513" y="2446338"/>
          <p14:tracePt t="1099" x="1941513" y="2430463"/>
          <p14:tracePt t="1108" x="1924050" y="2430463"/>
          <p14:tracePt t="1116" x="1916113" y="2413000"/>
          <p14:tracePt t="1125" x="1898650" y="2413000"/>
          <p14:tracePt t="1132" x="1898650" y="2405063"/>
          <p14:tracePt t="1141" x="1882775" y="2387600"/>
          <p14:tracePt t="1148" x="1874838" y="2387600"/>
          <p14:tracePt t="1156" x="1857375" y="2371725"/>
          <p14:tracePt t="1164" x="1833563" y="2371725"/>
          <p14:tracePt t="1172" x="1816100" y="2363788"/>
          <p14:tracePt t="1180" x="1790700" y="2346325"/>
          <p14:tracePt t="1188" x="1774825" y="2346325"/>
          <p14:tracePt t="1196" x="1733550" y="2330450"/>
          <p14:tracePt t="1204" x="1700213" y="2330450"/>
          <p14:tracePt t="1213" x="1692275" y="2330450"/>
          <p14:tracePt t="1221" x="1658938" y="2322513"/>
          <p14:tracePt t="1229" x="1651000" y="2322513"/>
          <p14:tracePt t="1237" x="1617663" y="2322513"/>
          <p14:tracePt t="1245" x="1609725" y="2322513"/>
          <p14:tracePt t="1253" x="1592263" y="2322513"/>
          <p14:tracePt t="1261" x="1576388" y="2322513"/>
          <p14:tracePt t="1277" x="1566863" y="2322513"/>
          <p14:tracePt t="1285" x="1550988" y="2322513"/>
          <p14:tracePt t="1342" x="1550988" y="2330450"/>
          <p14:tracePt t="1398" x="1566863" y="2330450"/>
          <p14:tracePt t="1408" x="1617663" y="2330450"/>
          <p14:tracePt t="1414" x="1692275" y="2330450"/>
          <p14:tracePt t="1422" x="1774825" y="2346325"/>
          <p14:tracePt t="1430" x="1882775" y="2363788"/>
          <p14:tracePt t="1438" x="1982788" y="2371725"/>
          <p14:tracePt t="1447" x="2139950" y="2387600"/>
          <p14:tracePt t="1455" x="2263775" y="2405063"/>
          <p14:tracePt t="1463" x="2413000" y="2413000"/>
          <p14:tracePt t="1471" x="2571750" y="2430463"/>
          <p14:tracePt t="1479" x="2679700" y="2446338"/>
          <p14:tracePt t="1487" x="2803525" y="2471738"/>
          <p14:tracePt t="1495" x="2860675" y="2471738"/>
          <p14:tracePt t="1503" x="2986088" y="2471738"/>
          <p14:tracePt t="1511" x="3060700" y="2487613"/>
          <p14:tracePt t="1519" x="3127375" y="2487613"/>
          <p14:tracePt t="1527" x="3201988" y="2495550"/>
          <p14:tracePt t="1536" x="3251200" y="2495550"/>
          <p14:tracePt t="1543" x="3292475" y="2495550"/>
          <p14:tracePt t="1551" x="3325813" y="2495550"/>
          <p14:tracePt t="1559" x="3351213" y="2495550"/>
          <p14:tracePt t="1568" x="3367088" y="2495550"/>
          <p14:tracePt t="1576" x="3375025" y="2495550"/>
          <p14:tracePt t="1592" x="3392488" y="2495550"/>
          <p14:tracePt t="1616" x="3408363" y="2495550"/>
          <p14:tracePt t="1745" x="3392488" y="2495550"/>
          <p14:tracePt t="1761" x="3367088" y="2513013"/>
          <p14:tracePt t="1770" x="3325813" y="2513013"/>
          <p14:tracePt t="1778" x="3284538" y="2528888"/>
          <p14:tracePt t="1786" x="3225800" y="2546350"/>
          <p14:tracePt t="1794" x="3127375" y="2554288"/>
          <p14:tracePt t="1802" x="3027363" y="2554288"/>
          <p14:tracePt t="1810" x="2935288" y="2570163"/>
          <p14:tracePt t="1818" x="2803525" y="2570163"/>
          <p14:tracePt t="1826" x="2695575" y="2570163"/>
          <p14:tracePt t="1834" x="2571750" y="2587625"/>
          <p14:tracePt t="1842" x="2446338" y="2587625"/>
          <p14:tracePt t="1850" x="2347913" y="2587625"/>
          <p14:tracePt t="1859" x="2222500" y="2587625"/>
          <p14:tracePt t="1866" x="2139950" y="2587625"/>
          <p14:tracePt t="1875" x="2081213" y="2587625"/>
          <p14:tracePt t="1882" x="1982788" y="2587625"/>
          <p14:tracePt t="1892" x="1916113" y="2587625"/>
          <p14:tracePt t="1899" x="1833563" y="2587625"/>
          <p14:tracePt t="1908" x="1790700" y="2587625"/>
          <p14:tracePt t="1915" x="1733550" y="2587625"/>
          <p14:tracePt t="1925" x="1700213" y="2587625"/>
          <p14:tracePt t="1931" x="1674813" y="2587625"/>
          <p14:tracePt t="1939" x="1658938" y="2587625"/>
          <p14:tracePt t="1947" x="1633538" y="2587625"/>
          <p14:tracePt t="1955" x="1633538" y="2570163"/>
          <p14:tracePt t="1971" x="1617663" y="2570163"/>
          <p14:tracePt t="1996" x="1617663" y="2554288"/>
          <p14:tracePt t="2020" x="1617663" y="2546350"/>
          <p14:tracePt t="2044" x="1633538" y="2546350"/>
          <p14:tracePt t="2052" x="1651000" y="2546350"/>
          <p14:tracePt t="2060" x="1692275" y="2528888"/>
          <p14:tracePt t="2068" x="1716088" y="2513013"/>
          <p14:tracePt t="2076" x="1774825" y="2513013"/>
          <p14:tracePt t="2084" x="1874838" y="2487613"/>
          <p14:tracePt t="2093" x="1941513" y="2487613"/>
          <p14:tracePt t="2101" x="1998663" y="2471738"/>
          <p14:tracePt t="2109" x="2065338" y="2454275"/>
          <p14:tracePt t="2117" x="2139950" y="2446338"/>
          <p14:tracePt t="2125" x="2222500" y="2430463"/>
          <p14:tracePt t="2133" x="2263775" y="2413000"/>
          <p14:tracePt t="2142" x="2305050" y="2413000"/>
          <p14:tracePt t="2149" x="2347913" y="2413000"/>
          <p14:tracePt t="2158" x="2363788" y="2405063"/>
          <p14:tracePt t="2165" x="2389188" y="2405063"/>
          <p14:tracePt t="2175" x="2405063" y="2405063"/>
          <p14:tracePt t="2197" x="2413000" y="2405063"/>
          <p14:tracePt t="2642" x="2487613" y="2405063"/>
          <p14:tracePt t="2650" x="2571750" y="2387600"/>
          <p14:tracePt t="2659" x="2670175" y="2363788"/>
          <p14:tracePt t="2666" x="2736850" y="2330450"/>
          <p14:tracePt t="2675" x="2795588" y="2322513"/>
          <p14:tracePt t="2682" x="2836863" y="2305050"/>
          <p14:tracePt t="2691" x="2878138" y="2289175"/>
          <p14:tracePt t="2698" x="2944813" y="2289175"/>
          <p14:tracePt t="2706" x="2986088" y="2289175"/>
          <p14:tracePt t="2714" x="3001963" y="2281238"/>
          <p14:tracePt t="2722" x="3019425" y="2281238"/>
          <p14:tracePt t="2771" x="2978150" y="2305050"/>
          <p14:tracePt t="2779" x="2944813" y="2322513"/>
          <p14:tracePt t="2787" x="2878138" y="2346325"/>
          <p14:tracePt t="2795" x="2819400" y="2371725"/>
          <p14:tracePt t="2803" x="2720975" y="2405063"/>
          <p14:tracePt t="2811" x="2654300" y="2446338"/>
          <p14:tracePt t="2819" x="2554288" y="2471738"/>
          <p14:tracePt t="2827" x="2497138" y="2471738"/>
          <p14:tracePt t="2835" x="2430463" y="2495550"/>
          <p14:tracePt t="2843" x="2330450" y="2513013"/>
          <p14:tracePt t="2851" x="2263775" y="2546350"/>
          <p14:tracePt t="2860" x="2189163" y="2554288"/>
          <p14:tracePt t="2868" x="2139950" y="2554288"/>
          <p14:tracePt t="2876" x="2081213" y="2570163"/>
          <p14:tracePt t="2884" x="2039938" y="2587625"/>
          <p14:tracePt t="2892" x="2024063" y="2587625"/>
          <p14:tracePt t="2900" x="1998663" y="2587625"/>
          <p14:tracePt t="2909" x="1982788" y="2587625"/>
          <p14:tracePt t="2916" x="1965325" y="2587625"/>
          <p14:tracePt t="2925" x="1965325" y="2595563"/>
          <p14:tracePt t="2941" x="1957388" y="2595563"/>
          <p14:tracePt t="3433" x="1957388" y="2587625"/>
          <p14:tracePt t="3443" x="1957388" y="2554288"/>
          <p14:tracePt t="3449" x="1965325" y="2546350"/>
          <p14:tracePt t="3459" x="1965325" y="2528888"/>
          <p14:tracePt t="3465" x="1982788" y="2513013"/>
          <p14:tracePt t="3475" x="1982788" y="2487613"/>
          <p14:tracePt t="3481" x="1998663" y="2471738"/>
          <p14:tracePt t="3489" x="1998663" y="2430463"/>
          <p14:tracePt t="3497" x="2006600" y="2405063"/>
          <p14:tracePt t="3506" x="2006600" y="2371725"/>
          <p14:tracePt t="3514" x="2006600" y="2330450"/>
          <p14:tracePt t="3521" x="2006600" y="2305050"/>
          <p14:tracePt t="3530" x="2006600" y="2247900"/>
          <p14:tracePt t="3538" x="2006600" y="2206625"/>
          <p14:tracePt t="3546" x="2006600" y="2181225"/>
          <p14:tracePt t="3554" x="2006600" y="2139950"/>
          <p14:tracePt t="3562" x="2006600" y="2122488"/>
          <p14:tracePt t="3570" x="2006600" y="2106613"/>
          <p14:tracePt t="3578" x="2006600" y="2098675"/>
          <p14:tracePt t="3586" x="2006600" y="2081213"/>
          <p14:tracePt t="3627" x="1998663" y="2081213"/>
          <p14:tracePt t="3643" x="1982788" y="2081213"/>
          <p14:tracePt t="3651" x="1965325" y="2081213"/>
          <p14:tracePt t="3659" x="1957388" y="2081213"/>
          <p14:tracePt t="3667" x="1941513" y="2081213"/>
          <p14:tracePt t="3675" x="1924050" y="2098675"/>
          <p14:tracePt t="3692" x="1916113" y="2106613"/>
          <p14:tracePt t="3699" x="1898650" y="2106613"/>
          <p14:tracePt t="3709" x="1898650" y="2122488"/>
          <p14:tracePt t="3715" x="1882775" y="2139950"/>
          <p14:tracePt t="3725" x="1874838" y="2147888"/>
          <p14:tracePt t="3732" x="1874838" y="2163763"/>
          <p14:tracePt t="3739" x="1857375" y="2181225"/>
          <p14:tracePt t="3748" x="1841500" y="2206625"/>
          <p14:tracePt t="3756" x="1833563" y="2230438"/>
          <p14:tracePt t="3764" x="1816100" y="2263775"/>
          <p14:tracePt t="3772" x="1800225" y="2305050"/>
          <p14:tracePt t="3780" x="1790700" y="2322513"/>
          <p14:tracePt t="3788" x="1774825" y="2363788"/>
          <p14:tracePt t="3796" x="1758950" y="2387600"/>
          <p14:tracePt t="3804" x="1741488" y="2405063"/>
          <p14:tracePt t="3812" x="1741488" y="2413000"/>
          <p14:tracePt t="3820" x="1741488" y="2430463"/>
          <p14:tracePt t="3828" x="1741488" y="2446338"/>
          <p14:tracePt t="3844" x="1733550" y="2446338"/>
          <p14:tracePt t="3852" x="1733550" y="2454275"/>
          <p14:tracePt t="3909" x="1741488" y="2454275"/>
          <p14:tracePt t="3926" x="1758950" y="2446338"/>
          <p14:tracePt t="3941" x="1774825" y="2430463"/>
          <p14:tracePt t="3950" x="1790700" y="2430463"/>
          <p14:tracePt t="3959" x="1800225" y="2413000"/>
          <p14:tracePt t="3966" x="1816100" y="2413000"/>
          <p14:tracePt t="3982" x="1833563" y="2413000"/>
          <p14:tracePt t="3998" x="1841500" y="2405063"/>
          <p14:tracePt t="4079" x="1841500" y="2413000"/>
          <p14:tracePt t="4087" x="1841500" y="2430463"/>
          <p14:tracePt t="4095" x="1841500" y="2446338"/>
          <p14:tracePt t="4103" x="1841500" y="2454275"/>
          <p14:tracePt t="4111" x="1841500" y="2471738"/>
          <p14:tracePt t="4126" x="1833563" y="2487613"/>
          <p14:tracePt t="4127" x="1833563" y="2513013"/>
          <p14:tracePt t="4135" x="1816100" y="2528888"/>
          <p14:tracePt t="4143" x="1800225" y="2546350"/>
          <p14:tracePt t="4159" x="1800225" y="2554288"/>
          <p14:tracePt t="4168" x="1790700" y="2554288"/>
          <p14:tracePt t="4184" x="1790700" y="2570163"/>
          <p14:tracePt t="4240" x="1790700" y="2554288"/>
          <p14:tracePt t="4256" x="1800225" y="2546350"/>
          <p14:tracePt t="4265" x="1833563" y="2513013"/>
          <p14:tracePt t="4272" x="1874838" y="2471738"/>
          <p14:tracePt t="4292" x="1924050" y="2430463"/>
          <p14:tracePt t="4297" x="1982788" y="2405063"/>
          <p14:tracePt t="4309" x="2024063" y="2371725"/>
          <p14:tracePt t="4313" x="2065338" y="2346325"/>
          <p14:tracePt t="4326" x="2081213" y="2330450"/>
          <p14:tracePt t="4329" x="2106613" y="2322513"/>
          <p14:tracePt t="4342" x="2122488" y="2322513"/>
          <p14:tracePt t="4345" x="2139950" y="2305050"/>
          <p14:tracePt t="4359" x="2147888" y="2305050"/>
          <p14:tracePt t="4418" x="2139950" y="2322513"/>
          <p14:tracePt t="4426" x="2098675" y="2346325"/>
          <p14:tracePt t="4434" x="2024063" y="2405063"/>
          <p14:tracePt t="4442" x="1957388" y="2471738"/>
          <p14:tracePt t="4450" x="1841500" y="2570163"/>
          <p14:tracePt t="4458" x="1733550" y="2670175"/>
          <p14:tracePt t="4466" x="1576388" y="2794000"/>
          <p14:tracePt t="4475" x="1427163" y="2935288"/>
          <p14:tracePt t="4482" x="1309688" y="3043238"/>
          <p14:tracePt t="4491" x="1268413" y="3084513"/>
          <p14:tracePt t="4498" x="1169988" y="3184525"/>
          <p14:tracePt t="4508" x="1085850" y="3251200"/>
          <p14:tracePt t="4515" x="1044575" y="3292475"/>
          <p14:tracePt t="4523" x="1003300" y="3341688"/>
          <p14:tracePt t="4531" x="995363" y="3349625"/>
          <p14:tracePt t="4539" x="977900" y="3367088"/>
          <p14:tracePt t="4547" x="977900" y="3382963"/>
          <p14:tracePt t="4563" x="962025" y="3390900"/>
          <p14:tracePt t="4611" x="962025" y="3382963"/>
          <p14:tracePt t="4619" x="977900" y="3367088"/>
          <p14:tracePt t="4628" x="977900" y="3349625"/>
          <p14:tracePt t="4636" x="995363" y="3349625"/>
          <p14:tracePt t="4644" x="1036638" y="3308350"/>
          <p14:tracePt t="4652" x="1077913" y="3284538"/>
          <p14:tracePt t="4660" x="1128713" y="3241675"/>
          <p14:tracePt t="4668" x="1169988" y="3209925"/>
          <p14:tracePt t="4676" x="1227138" y="3167063"/>
          <p14:tracePt t="4684" x="1285875" y="3125788"/>
          <p14:tracePt t="4692" x="1343025" y="3101975"/>
          <p14:tracePt t="4700" x="1368425" y="3084513"/>
          <p14:tracePt t="4709" x="1409700" y="3060700"/>
          <p14:tracePt t="4716" x="1427163" y="3043238"/>
          <p14:tracePt t="4725" x="1450975" y="3027363"/>
          <p14:tracePt t="4733" x="1450975" y="3017838"/>
          <p14:tracePt t="4742" x="1468438" y="3017838"/>
          <p14:tracePt t="4758" x="1476375" y="3017838"/>
          <p14:tracePt t="4765" x="1476375" y="3001963"/>
          <p14:tracePt t="4830" x="1492250" y="3001963"/>
          <p14:tracePt t="4846" x="1492250" y="2986088"/>
          <p14:tracePt t="4854" x="1509713" y="2986088"/>
          <p14:tracePt t="4870" x="1525588" y="2976563"/>
          <p14:tracePt t="4878" x="1535113" y="2976563"/>
          <p14:tracePt t="4886" x="1550988" y="2960688"/>
          <p14:tracePt t="4894" x="1550988" y="2943225"/>
          <p14:tracePt t="4902" x="1566863" y="2943225"/>
          <p14:tracePt t="4910" x="1576388" y="2935288"/>
          <p14:tracePt t="4918" x="1609725" y="2919413"/>
          <p14:tracePt t="4926" x="1617663" y="2901950"/>
          <p14:tracePt t="4934" x="1651000" y="2878138"/>
          <p14:tracePt t="4942" x="1658938" y="2852738"/>
          <p14:tracePt t="4951" x="1700213" y="2811463"/>
          <p14:tracePt t="4959" x="1741488" y="2778125"/>
          <p14:tracePt t="4967" x="1774825" y="2736850"/>
          <p14:tracePt t="4976" x="1816100" y="2695575"/>
          <p14:tracePt t="4983" x="1841500" y="2654300"/>
          <p14:tracePt t="4992" x="1882775" y="2611438"/>
          <p14:tracePt t="4999" x="1916113" y="2587625"/>
          <p14:tracePt t="5009" x="1924050" y="2554288"/>
          <p14:tracePt t="5015" x="1941513" y="2513013"/>
          <p14:tracePt t="5025" x="1965325" y="2495550"/>
          <p14:tracePt t="5032" x="1965325" y="2471738"/>
          <p14:tracePt t="5042" x="1982788" y="2446338"/>
          <p14:tracePt t="5048" x="1998663" y="2430463"/>
          <p14:tracePt t="5058" x="2024063" y="2387600"/>
          <p14:tracePt t="5064" x="2039938" y="2371725"/>
          <p14:tracePt t="5076" x="2057400" y="2346325"/>
          <p14:tracePt t="5080" x="2065338" y="2322513"/>
          <p14:tracePt t="5092" x="2081213" y="2322513"/>
          <p14:tracePt t="5096" x="2081213" y="2289175"/>
          <p14:tracePt t="5108" x="2098675" y="2289175"/>
          <p14:tracePt t="5112" x="2098675" y="2281238"/>
          <p14:tracePt t="5125" x="2098675" y="2263775"/>
          <p14:tracePt t="5128" x="2106613" y="2263775"/>
          <p14:tracePt t="5209" x="2098675" y="2263775"/>
          <p14:tracePt t="5217" x="2081213" y="2281238"/>
          <p14:tracePt t="5233" x="2065338" y="2289175"/>
          <p14:tracePt t="5241" x="2057400" y="2305050"/>
          <p14:tracePt t="5249" x="2039938" y="2305050"/>
          <p14:tracePt t="5259" x="2024063" y="2322513"/>
          <p14:tracePt t="5266" x="2006600" y="2330450"/>
          <p14:tracePt t="5276" x="1998663" y="2330450"/>
          <p14:tracePt t="5291" x="1998663" y="2346325"/>
          <p14:tracePt t="5306" x="1982788" y="2346325"/>
          <p14:tracePt t="5314" x="1982788" y="2363788"/>
          <p14:tracePt t="5338" x="1965325" y="2363788"/>
          <p14:tracePt t="5435" x="1982788" y="2363788"/>
          <p14:tracePt t="5443" x="1982788" y="2346325"/>
          <p14:tracePt t="5460" x="1998663" y="2346325"/>
          <p14:tracePt t="5467" x="1998663" y="2330450"/>
          <p14:tracePt t="5475" x="2006600" y="2330450"/>
          <p14:tracePt t="5492" x="2024063" y="2330450"/>
          <p14:tracePt t="5516" x="2039938" y="2330450"/>
          <p14:tracePt t="5540" x="2057400" y="2330450"/>
          <p14:tracePt t="5613" x="2057400" y="2346325"/>
          <p14:tracePt t="5637" x="2057400" y="2363788"/>
          <p14:tracePt t="5718" x="2065338" y="2363788"/>
          <p14:tracePt t="5742" x="2065338" y="2371725"/>
          <p14:tracePt t="5750" x="2081213" y="2371725"/>
          <p14:tracePt t="5798" x="2081213" y="2387600"/>
          <p14:tracePt t="5871" x="2098675" y="2387600"/>
          <p14:tracePt t="5887" x="2122488" y="2387600"/>
          <p14:tracePt t="5895" x="2147888" y="2387600"/>
          <p14:tracePt t="5903" x="2206625" y="2371725"/>
          <p14:tracePt t="5911" x="2273300" y="2363788"/>
          <p14:tracePt t="5919" x="2322513" y="2330450"/>
          <p14:tracePt t="5927" x="2363788" y="2330450"/>
          <p14:tracePt t="5936" x="2413000" y="2305050"/>
          <p14:tracePt t="5944" x="2454275" y="2289175"/>
          <p14:tracePt t="5952" x="2487613" y="2281238"/>
          <p14:tracePt t="5960" x="2528888" y="2263775"/>
          <p14:tracePt t="5968" x="2538413" y="2263775"/>
          <p14:tracePt t="5976" x="2554288" y="2263775"/>
          <p14:tracePt t="5984" x="2554288" y="2247900"/>
          <p14:tracePt t="6000" x="2571750" y="2247900"/>
          <p14:tracePt t="6073" x="2554288" y="2247900"/>
          <p14:tracePt t="6089" x="2554288" y="2263775"/>
          <p14:tracePt t="6145" x="2554288" y="2281238"/>
          <p14:tracePt t="6153" x="2587625" y="2281238"/>
          <p14:tracePt t="6162" x="2595563" y="2281238"/>
          <p14:tracePt t="6170" x="2613025" y="2289175"/>
          <p14:tracePt t="6178" x="2628900" y="2289175"/>
          <p14:tracePt t="6186" x="2654300" y="2289175"/>
          <p14:tracePt t="6194" x="2670175" y="2289175"/>
          <p14:tracePt t="6202" x="2711450" y="2305050"/>
          <p14:tracePt t="6210" x="2720975" y="2305050"/>
          <p14:tracePt t="6218" x="2762250" y="2305050"/>
          <p14:tracePt t="6226" x="2803525" y="2305050"/>
          <p14:tracePt t="6234" x="2852738" y="2305050"/>
          <p14:tracePt t="6242" x="2894013" y="2305050"/>
          <p14:tracePt t="6251" x="2919413" y="2305050"/>
          <p14:tracePt t="6259" x="2960688" y="2305050"/>
          <p14:tracePt t="6267" x="2986088" y="2305050"/>
          <p14:tracePt t="6283" x="3001963" y="2305050"/>
          <p14:tracePt t="6292" x="3019425" y="2305050"/>
          <p14:tracePt t="6315" x="3027363" y="2305050"/>
          <p14:tracePt t="6372" x="3019425" y="2305050"/>
          <p14:tracePt t="6380" x="2978150" y="2305050"/>
          <p14:tracePt t="6388" x="2935288" y="2305050"/>
          <p14:tracePt t="6396" x="2878138" y="2305050"/>
          <p14:tracePt t="6404" x="2836863" y="2305050"/>
          <p14:tracePt t="6426" x="2736850" y="2305050"/>
          <p14:tracePt t="6429" x="2695575" y="2305050"/>
          <p14:tracePt t="6442" x="2654300" y="2305050"/>
          <p14:tracePt t="6444" x="2636838" y="2289175"/>
          <p14:tracePt t="6459" x="2628900" y="2289175"/>
          <p14:tracePt t="6475" x="2613025" y="2289175"/>
          <p14:tracePt t="6719" x="2628900" y="2289175"/>
          <p14:tracePt t="6743" x="2636838" y="2289175"/>
          <p14:tracePt t="6751" x="2654300" y="2289175"/>
          <p14:tracePt t="6767" x="2670175" y="2289175"/>
          <p14:tracePt t="6776" x="2679700" y="2289175"/>
          <p14:tracePt t="6783" x="2711450" y="2289175"/>
          <p14:tracePt t="6792" x="2720975" y="2289175"/>
          <p14:tracePt t="6799" x="2736850" y="2289175"/>
          <p14:tracePt t="6809" x="2762250" y="2289175"/>
          <p14:tracePt t="6816" x="2778125" y="2289175"/>
          <p14:tracePt t="6825" x="2803525" y="2289175"/>
          <p14:tracePt t="6832" x="2836863" y="2289175"/>
          <p14:tracePt t="6841" x="2852738" y="2289175"/>
          <p14:tracePt t="6848" x="2878138" y="2289175"/>
          <p14:tracePt t="6856" x="2894013" y="2289175"/>
          <p14:tracePt t="6864" x="2935288" y="2289175"/>
          <p14:tracePt t="6872" x="2944813" y="2289175"/>
          <p14:tracePt t="6880" x="2978150" y="2289175"/>
          <p14:tracePt t="6888" x="3001963" y="2289175"/>
          <p14:tracePt t="6896" x="3019425" y="2289175"/>
          <p14:tracePt t="6905" x="3027363" y="2289175"/>
          <p14:tracePt t="6913" x="3043238" y="2289175"/>
          <p14:tracePt t="6921" x="3060700" y="2289175"/>
          <p14:tracePt t="6929" x="3068638" y="2289175"/>
          <p14:tracePt t="6945" x="3086100" y="2289175"/>
          <p14:tracePt t="6961" x="3101975" y="2289175"/>
          <p14:tracePt t="6977" x="3109913" y="2289175"/>
          <p14:tracePt t="6993" x="3127375" y="2289175"/>
          <p14:tracePt t="7001" x="3143250" y="2289175"/>
          <p14:tracePt t="7009" x="3168650" y="2289175"/>
          <p14:tracePt t="7017" x="3184525" y="2289175"/>
          <p14:tracePt t="7026" x="3209925" y="2289175"/>
          <p14:tracePt t="7034" x="3243263" y="2289175"/>
          <p14:tracePt t="7043" x="3284538" y="2289175"/>
          <p14:tracePt t="7050" x="3325813" y="2289175"/>
          <p14:tracePt t="7058" x="3367088" y="2289175"/>
          <p14:tracePt t="7066" x="3408363" y="2289175"/>
          <p14:tracePt t="7075" x="3467100" y="2289175"/>
          <p14:tracePt t="7082" x="3492500" y="2289175"/>
          <p14:tracePt t="7092" x="3549650" y="2289175"/>
          <p14:tracePt t="7098" x="3590925" y="2289175"/>
          <p14:tracePt t="7108" x="3616325" y="2289175"/>
          <p14:tracePt t="7115" x="3657600" y="2289175"/>
          <p14:tracePt t="7123" x="3673475" y="2305050"/>
          <p14:tracePt t="7131" x="3716338" y="2305050"/>
          <p14:tracePt t="7139" x="3732213" y="2305050"/>
          <p14:tracePt t="7147" x="3740150" y="2305050"/>
          <p14:tracePt t="7155" x="3757613" y="2305050"/>
          <p14:tracePt t="7163" x="3773488" y="2305050"/>
          <p14:tracePt t="7179" x="3781425" y="2305050"/>
          <p14:tracePt t="7211" x="3798888" y="2305050"/>
          <p14:tracePt t="7397" x="3781425" y="2305050"/>
          <p14:tracePt t="7453" x="3773488" y="2305050"/>
          <p14:tracePt t="7470" x="3757613" y="2305050"/>
          <p14:tracePt t="7494" x="3740150" y="2305050"/>
          <p14:tracePt t="7502" x="3732213" y="2305050"/>
          <p14:tracePt t="7510" x="3732213" y="2322513"/>
          <p14:tracePt t="7518" x="3716338" y="2322513"/>
          <p14:tracePt t="7542" x="3698875" y="2322513"/>
          <p14:tracePt t="7550" x="3690938" y="2322513"/>
          <p14:tracePt t="7567" x="3673475" y="2330450"/>
          <p14:tracePt t="7591" x="3657600" y="2330450"/>
          <p14:tracePt t="7599" x="3641725" y="2330450"/>
          <p14:tracePt t="7671" x="3632200" y="2330450"/>
          <p14:tracePt t="8075" x="3616325" y="2330450"/>
          <p14:tracePt t="8083" x="3598863" y="2346325"/>
          <p14:tracePt t="8092" x="3575050" y="2346325"/>
          <p14:tracePt t="8099" x="3557588" y="2363788"/>
          <p14:tracePt t="8109" x="3549650" y="2363788"/>
          <p14:tracePt t="8116" x="3516313" y="2363788"/>
          <p14:tracePt t="8125" x="3492500" y="2363788"/>
          <p14:tracePt t="8132" x="3467100" y="2371725"/>
          <p14:tracePt t="8141" x="3433763" y="2371725"/>
          <p14:tracePt t="8148" x="3425825" y="2371725"/>
          <p14:tracePt t="8156" x="3392488" y="2371725"/>
          <p14:tracePt t="8164" x="3367088" y="2371725"/>
          <p14:tracePt t="8172" x="3333750" y="2371725"/>
          <p14:tracePt t="8180" x="3309938" y="2371725"/>
          <p14:tracePt t="8188" x="3292475" y="2371725"/>
          <p14:tracePt t="8197" x="3267075" y="2371725"/>
          <p14:tracePt t="8204" x="3251200" y="2371725"/>
          <p14:tracePt t="8213" x="3243263" y="2371725"/>
          <p14:tracePt t="8221" x="3225800" y="2371725"/>
          <p14:tracePt t="8229" x="3209925" y="2371725"/>
          <p14:tracePt t="8237" x="3201988" y="2371725"/>
          <p14:tracePt t="8245" x="3184525" y="2371725"/>
          <p14:tracePt t="8261" x="3168650" y="2371725"/>
          <p14:tracePt t="8285" x="3160713" y="2371725"/>
          <p14:tracePt t="8366" x="3168650" y="2371725"/>
          <p14:tracePt t="8375" x="3184525" y="2371725"/>
          <p14:tracePt t="8382" x="3267075" y="2371725"/>
          <p14:tracePt t="8392" x="3333750" y="2371725"/>
          <p14:tracePt t="8398" x="3408363" y="2371725"/>
          <p14:tracePt t="8408" x="3508375" y="2371725"/>
          <p14:tracePt t="8415" x="3632200" y="2387600"/>
          <p14:tracePt t="8422" x="3716338" y="2413000"/>
          <p14:tracePt t="8430" x="3773488" y="2430463"/>
          <p14:tracePt t="8438" x="3865563" y="2446338"/>
          <p14:tracePt t="8447" x="3940175" y="2454275"/>
          <p14:tracePt t="8455" x="3997325" y="2471738"/>
          <p14:tracePt t="8463" x="4038600" y="2471738"/>
          <p14:tracePt t="8471" x="4064000" y="2487613"/>
          <p14:tracePt t="8479" x="4079875" y="2495550"/>
          <p14:tracePt t="8495" x="4089400" y="2495550"/>
          <p14:tracePt t="8552" x="4079875" y="2495550"/>
          <p14:tracePt t="8560" x="4048125" y="2495550"/>
          <p14:tracePt t="8568" x="3963988" y="2495550"/>
          <p14:tracePt t="8576" x="3898900" y="2495550"/>
          <p14:tracePt t="8584" x="3798888" y="2495550"/>
          <p14:tracePt t="8592" x="3757613" y="2495550"/>
          <p14:tracePt t="8600" x="3673475" y="2495550"/>
          <p14:tracePt t="8614" x="3575050" y="2495550"/>
          <p14:tracePt t="8617" x="3508375" y="2495550"/>
          <p14:tracePt t="8625" x="3433763" y="2495550"/>
          <p14:tracePt t="8632" x="3367088" y="2495550"/>
          <p14:tracePt t="8642" x="3309938" y="2495550"/>
          <p14:tracePt t="8648" x="3251200" y="2495550"/>
          <p14:tracePt t="8658" x="3201988" y="2495550"/>
          <p14:tracePt t="8664" x="3109913" y="2513013"/>
          <p14:tracePt t="8673" x="3027363" y="2528888"/>
          <p14:tracePt t="8681" x="2960688" y="2546350"/>
          <p14:tracePt t="8689" x="2860675" y="2570163"/>
          <p14:tracePt t="8697" x="2736850" y="2595563"/>
          <p14:tracePt t="8705" x="2654300" y="2628900"/>
          <p14:tracePt t="8713" x="2528888" y="2670175"/>
          <p14:tracePt t="8721" x="2471738" y="2678113"/>
          <p14:tracePt t="8729" x="2371725" y="2711450"/>
          <p14:tracePt t="8737" x="2305050" y="2736850"/>
          <p14:tracePt t="8745" x="2230438" y="2760663"/>
          <p14:tracePt t="8753" x="2181225" y="2778125"/>
          <p14:tracePt t="8762" x="2122488" y="2794000"/>
          <p14:tracePt t="8769" x="2098675" y="2794000"/>
          <p14:tracePt t="8778" x="2057400" y="2811463"/>
          <p14:tracePt t="8786" x="2024063" y="2819400"/>
          <p14:tracePt t="8794" x="2006600" y="2819400"/>
          <p14:tracePt t="8802" x="1965325" y="2836863"/>
          <p14:tracePt t="8810" x="1957388" y="2836863"/>
          <p14:tracePt t="8818" x="1924050" y="2836863"/>
          <p14:tracePt t="8826" x="1898650" y="2852738"/>
          <p14:tracePt t="8834" x="1882775" y="2852738"/>
          <p14:tracePt t="8843" x="1857375" y="2852738"/>
          <p14:tracePt t="8850" x="1841500" y="2852738"/>
          <p14:tracePt t="8867" x="1833563" y="2852738"/>
          <p14:tracePt t="8876" x="1816100" y="2852738"/>
          <p14:tracePt t="8891" x="1800225" y="2852738"/>
          <p14:tracePt t="8980" x="1816100" y="2852738"/>
          <p14:tracePt t="8988" x="1857375" y="2852738"/>
          <p14:tracePt t="8996" x="1916113" y="2852738"/>
          <p14:tracePt t="9004" x="1965325" y="2852738"/>
          <p14:tracePt t="9012" x="2024063" y="2852738"/>
          <p14:tracePt t="9020" x="2098675" y="2860675"/>
          <p14:tracePt t="9028" x="2147888" y="2878138"/>
          <p14:tracePt t="9036" x="2222500" y="2878138"/>
          <p14:tracePt t="9044" x="2263775" y="2878138"/>
          <p14:tracePt t="9052" x="2289175" y="2894013"/>
          <p14:tracePt t="9060" x="2322513" y="2894013"/>
          <p14:tracePt t="9068" x="2330450" y="2894013"/>
          <p14:tracePt t="9101" x="2347913" y="2894013"/>
          <p14:tracePt t="9254" x="2330450" y="2894013"/>
          <p14:tracePt t="9262" x="2305050" y="2878138"/>
          <p14:tracePt t="9270" x="2289175" y="2878138"/>
          <p14:tracePt t="9278" x="2263775" y="2860675"/>
          <p14:tracePt t="9286" x="2230438" y="2852738"/>
          <p14:tracePt t="9294" x="2206625" y="2836863"/>
          <p14:tracePt t="9303" x="2181225" y="2811463"/>
          <p14:tracePt t="9310" x="2147888" y="2794000"/>
          <p14:tracePt t="9319" x="2122488" y="2760663"/>
          <p14:tracePt t="9326" x="2122488" y="2752725"/>
          <p14:tracePt t="9335" x="2098675" y="2736850"/>
          <p14:tracePt t="9343" x="2081213" y="2711450"/>
          <p14:tracePt t="9351" x="2057400" y="2678113"/>
          <p14:tracePt t="9359" x="2039938" y="2654300"/>
          <p14:tracePt t="9367" x="2006600" y="2628900"/>
          <p14:tracePt t="9375" x="1982788" y="2587625"/>
          <p14:tracePt t="9383" x="1965325" y="2546350"/>
          <p14:tracePt t="9392" x="1941513" y="2513013"/>
          <p14:tracePt t="9399" x="1924050" y="2471738"/>
          <p14:tracePt t="9408" x="1916113" y="2446338"/>
          <p14:tracePt t="9415" x="1898650" y="2430463"/>
          <p14:tracePt t="9425" x="1898650" y="2405063"/>
          <p14:tracePt t="9432" x="1898650" y="2387600"/>
          <p14:tracePt t="9441" x="1882775" y="2387600"/>
          <p14:tracePt t="9448" x="1882775" y="2371725"/>
          <p14:tracePt t="9456" x="1882775" y="2363788"/>
          <p14:tracePt t="9472" x="1882775" y="2346325"/>
          <p14:tracePt t="9504" x="1882775" y="2330450"/>
          <p14:tracePt t="9520" x="1924050" y="2322513"/>
          <p14:tracePt t="9529" x="1957388" y="2322513"/>
          <p14:tracePt t="9537" x="2006600" y="2305050"/>
          <p14:tracePt t="9545" x="2057400" y="2305050"/>
          <p14:tracePt t="9553" x="2165350" y="2289175"/>
          <p14:tracePt t="9561" x="2206625" y="2289175"/>
          <p14:tracePt t="9569" x="2273300" y="2289175"/>
          <p14:tracePt t="9577" x="2347913" y="2289175"/>
          <p14:tracePt t="9585" x="2405063" y="2289175"/>
          <p14:tracePt t="9593" x="2471738" y="2289175"/>
          <p14:tracePt t="9601" x="2528888" y="2289175"/>
          <p14:tracePt t="9613" x="2587625" y="2289175"/>
          <p14:tracePt t="9617" x="2636838" y="2289175"/>
          <p14:tracePt t="9626" x="2679700" y="2322513"/>
          <p14:tracePt t="9634" x="2736850" y="2346325"/>
          <p14:tracePt t="9642" x="2778125" y="2387600"/>
          <p14:tracePt t="9650" x="2819400" y="2430463"/>
          <p14:tracePt t="9659" x="2860675" y="2471738"/>
          <p14:tracePt t="9666" x="2894013" y="2528888"/>
          <p14:tracePt t="9675" x="2935288" y="2570163"/>
          <p14:tracePt t="9682" x="2960688" y="2611438"/>
          <p14:tracePt t="9691" x="2978150" y="2628900"/>
          <p14:tracePt t="9698" x="2986088" y="2654300"/>
          <p14:tracePt t="9706" x="3001963" y="2670175"/>
          <p14:tracePt t="9715" x="3001963" y="2695575"/>
          <p14:tracePt t="9722" x="3019425" y="2695575"/>
          <p14:tracePt t="9731" x="3019425" y="2711450"/>
          <p14:tracePt t="9746" x="3019425" y="2719388"/>
          <p14:tracePt t="9755" x="3019425" y="2736850"/>
          <p14:tracePt t="9779" x="3019425" y="2752725"/>
          <p14:tracePt t="9787" x="3019425" y="2760663"/>
          <p14:tracePt t="9795" x="3019425" y="2778125"/>
          <p14:tracePt t="9803" x="3001963" y="2794000"/>
          <p14:tracePt t="9811" x="2986088" y="2819400"/>
          <p14:tracePt t="9819" x="2978150" y="2852738"/>
          <p14:tracePt t="9827" x="2944813" y="2860675"/>
          <p14:tracePt t="9835" x="2919413" y="2894013"/>
          <p14:tracePt t="9843" x="2903538" y="2901950"/>
          <p14:tracePt t="9852" x="2878138" y="2935288"/>
          <p14:tracePt t="9859" x="2852738" y="2943225"/>
          <p14:tracePt t="9867" x="2836863" y="2960688"/>
          <p14:tracePt t="9876" x="2795588" y="2976563"/>
          <p14:tracePt t="9884" x="2754313" y="2976563"/>
          <p14:tracePt t="9892" x="2711450" y="2986088"/>
          <p14:tracePt t="9900" x="2670175" y="2986088"/>
          <p14:tracePt t="9908" x="2613025" y="2986088"/>
          <p14:tracePt t="9916" x="2554288" y="2986088"/>
          <p14:tracePt t="9925" x="2487613" y="2986088"/>
          <p14:tracePt t="9932" x="2454275" y="2986088"/>
          <p14:tracePt t="9942" x="2405063" y="2986088"/>
          <p14:tracePt t="9948" x="2347913" y="2976563"/>
          <p14:tracePt t="9958" x="2305050" y="2960688"/>
          <p14:tracePt t="9965" x="2273300" y="2943225"/>
          <p14:tracePt t="9972" x="2230438" y="2935288"/>
          <p14:tracePt t="9981" x="2222500" y="2919413"/>
          <p14:tracePt t="9989" x="2189163" y="2894013"/>
          <p14:tracePt t="9997" x="2165350" y="2878138"/>
          <p14:tracePt t="10005" x="2147888" y="2860675"/>
          <p14:tracePt t="10013" x="2122488" y="2836863"/>
          <p14:tracePt t="10021" x="2106613" y="2811463"/>
          <p14:tracePt t="10029" x="2081213" y="2778125"/>
          <p14:tracePt t="10037" x="2065338" y="2760663"/>
          <p14:tracePt t="10045" x="2057400" y="2736850"/>
          <p14:tracePt t="10053" x="2039938" y="2719388"/>
          <p14:tracePt t="10061" x="2024063" y="2695575"/>
          <p14:tracePt t="10069" x="2006600" y="2670175"/>
          <p14:tracePt t="10077" x="2006600" y="2654300"/>
          <p14:tracePt t="10086" x="1998663" y="2628900"/>
          <p14:tracePt t="10094" x="1998663" y="2611438"/>
          <p14:tracePt t="10102" x="1998663" y="2595563"/>
          <p14:tracePt t="10110" x="1998663" y="2570163"/>
          <p14:tracePt t="10118" x="1982788" y="2554288"/>
          <p14:tracePt t="10126" x="1982788" y="2546350"/>
          <p14:tracePt t="10134" x="1982788" y="2528888"/>
          <p14:tracePt t="10142" x="1982788" y="2513013"/>
          <p14:tracePt t="10150" x="1982788" y="2487613"/>
          <p14:tracePt t="10166" x="1982788" y="2454275"/>
          <p14:tracePt t="10176" x="1982788" y="2446338"/>
          <p14:tracePt t="10182" x="1982788" y="2430463"/>
          <p14:tracePt t="10192" x="1982788" y="2413000"/>
          <p14:tracePt t="10208" x="1982788" y="2405063"/>
          <p14:tracePt t="10215" x="1998663" y="2387600"/>
          <p14:tracePt t="10231" x="1998663" y="2371725"/>
          <p14:tracePt t="10239" x="2006600" y="2371725"/>
          <p14:tracePt t="10247" x="2024063" y="2363788"/>
          <p14:tracePt t="10255" x="2057400" y="2363788"/>
          <p14:tracePt t="10263" x="2081213" y="2346325"/>
          <p14:tracePt t="10271" x="2122488" y="2346325"/>
          <p14:tracePt t="10280" x="2165350" y="2346325"/>
          <p14:tracePt t="10288" x="2206625" y="2346325"/>
          <p14:tracePt t="10296" x="2247900" y="2346325"/>
          <p14:tracePt t="10304" x="2305050" y="2346325"/>
          <p14:tracePt t="10312" x="2347913" y="2346325"/>
          <p14:tracePt t="10320" x="2389188" y="2346325"/>
          <p14:tracePt t="10328" x="2446338" y="2346325"/>
          <p14:tracePt t="10336" x="2471738" y="2346325"/>
          <p14:tracePt t="10344" x="2513013" y="2346325"/>
          <p14:tracePt t="10352" x="2538413" y="2363788"/>
          <p14:tracePt t="10360" x="2554288" y="2371725"/>
          <p14:tracePt t="10368" x="2587625" y="2405063"/>
          <p14:tracePt t="10376" x="2613025" y="2413000"/>
          <p14:tracePt t="10384" x="2628900" y="2430463"/>
          <p14:tracePt t="10392" x="2636838" y="2446338"/>
          <p14:tracePt t="10400" x="2670175" y="2471738"/>
          <p14:tracePt t="10409" x="2670175" y="2495550"/>
          <p14:tracePt t="10417" x="2679700" y="2513013"/>
          <p14:tracePt t="10426" x="2695575" y="2546350"/>
          <p14:tracePt t="10433" x="2695575" y="2587625"/>
          <p14:tracePt t="10442" x="2711450" y="2611438"/>
          <p14:tracePt t="10449" x="2720975" y="2654300"/>
          <p14:tracePt t="10459" x="2720975" y="2670175"/>
          <p14:tracePt t="10465" x="2736850" y="2711450"/>
          <p14:tracePt t="10475" x="2736850" y="2736850"/>
          <p14:tracePt t="10489" x="2736850" y="2760663"/>
          <p14:tracePt t="10497" x="2736850" y="2778125"/>
          <p14:tracePt t="10505" x="2736850" y="2794000"/>
          <p14:tracePt t="10522" x="2736850" y="2811463"/>
          <p14:tracePt t="10530" x="2720975" y="2811463"/>
          <p14:tracePt t="10546" x="2720975" y="2819400"/>
          <p14:tracePt t="10554" x="2711450" y="2836863"/>
          <p14:tracePt t="10570" x="2695575" y="2836863"/>
          <p14:tracePt t="10578" x="2679700" y="2852738"/>
          <p14:tracePt t="10594" x="2670175" y="2860675"/>
          <p14:tracePt t="10602" x="2636838" y="2860675"/>
          <p14:tracePt t="10613" x="2628900" y="2860675"/>
          <p14:tracePt t="10618" x="2595563" y="2878138"/>
          <p14:tracePt t="10626" x="2571750" y="2894013"/>
          <p14:tracePt t="10635" x="2497138" y="2894013"/>
          <p14:tracePt t="10643" x="2446338" y="2894013"/>
          <p14:tracePt t="10651" x="2371725" y="2894013"/>
          <p14:tracePt t="10659" x="2330450" y="2894013"/>
          <p14:tracePt t="10667" x="2273300" y="2878138"/>
          <p14:tracePt t="10675" x="2230438" y="2852738"/>
          <p14:tracePt t="10684" x="2181225" y="2811463"/>
          <p14:tracePt t="10692" x="2122488" y="2778125"/>
          <p14:tracePt t="10699" x="2098675" y="2752725"/>
          <p14:tracePt t="10709" x="2065338" y="2719388"/>
          <p14:tracePt t="10715" x="2039938" y="2695575"/>
          <p14:tracePt t="10725" x="2024063" y="2678113"/>
          <p14:tracePt t="10732" x="2006600" y="2670175"/>
          <p14:tracePt t="10739" x="2006600" y="2628900"/>
          <p14:tracePt t="10748" x="1998663" y="2611438"/>
          <p14:tracePt t="10756" x="1998663" y="2587625"/>
          <p14:tracePt t="10764" x="1982788" y="2554288"/>
          <p14:tracePt t="10772" x="1982788" y="2546350"/>
          <p14:tracePt t="10780" x="1982788" y="2528888"/>
          <p14:tracePt t="10788" x="1965325" y="2495550"/>
          <p14:tracePt t="10804" x="1965325" y="2487613"/>
          <p14:tracePt t="10812" x="1965325" y="2471738"/>
          <p14:tracePt t="10820" x="1965325" y="2454275"/>
          <p14:tracePt t="10828" x="1965325" y="2446338"/>
          <p14:tracePt t="10852" x="1965325" y="2430463"/>
          <p14:tracePt t="10861" x="1965325" y="2413000"/>
          <p14:tracePt t="10877" x="1982788" y="2413000"/>
          <p14:tracePt t="10885" x="1998663" y="2405063"/>
          <p14:tracePt t="10893" x="2024063" y="2405063"/>
          <p14:tracePt t="10901" x="2039938" y="2405063"/>
          <p14:tracePt t="10909" x="2081213" y="2387600"/>
          <p14:tracePt t="10917" x="2106613" y="2387600"/>
          <p14:tracePt t="10925" x="2147888" y="2371725"/>
          <p14:tracePt t="10933" x="2189163" y="2371725"/>
          <p14:tracePt t="10942" x="2230438" y="2371725"/>
          <p14:tracePt t="10949" x="2289175" y="2371725"/>
          <p14:tracePt t="10958" x="2330450" y="2371725"/>
          <p14:tracePt t="10966" x="2371725" y="2371725"/>
          <p14:tracePt t="10975" x="2413000" y="2371725"/>
          <p14:tracePt t="10982" x="2454275" y="2371725"/>
          <p14:tracePt t="10991" x="2487613" y="2405063"/>
          <p14:tracePt t="10998" x="2513013" y="2413000"/>
          <p14:tracePt t="11006" x="2528888" y="2430463"/>
          <p14:tracePt t="11014" x="2554288" y="2446338"/>
          <p14:tracePt t="11022" x="2571750" y="2454275"/>
          <p14:tracePt t="11030" x="2571750" y="2471738"/>
          <p14:tracePt t="11038" x="2587625" y="2487613"/>
          <p14:tracePt t="11047" x="2595563" y="2495550"/>
          <p14:tracePt t="11054" x="2613025" y="2528888"/>
          <p14:tracePt t="11062" x="2613025" y="2546350"/>
          <p14:tracePt t="11071" x="2628900" y="2554288"/>
          <p14:tracePt t="11078" x="2628900" y="2570163"/>
          <p14:tracePt t="11087" x="2628900" y="2587625"/>
          <p14:tracePt t="11103" x="2628900" y="2595563"/>
          <p14:tracePt t="11127" x="2628900" y="2611438"/>
          <p14:tracePt t="11192" x="2628900" y="2628900"/>
          <p14:tracePt t="11224" x="2628900" y="2636838"/>
          <p14:tracePt t="11232" x="2636838" y="2670175"/>
          <p14:tracePt t="11243" x="2636838" y="2678113"/>
          <p14:tracePt t="11248" x="2654300" y="2711450"/>
          <p14:tracePt t="11258" x="2654300" y="2719388"/>
          <p14:tracePt t="11264" x="2654300" y="2736850"/>
          <p14:tracePt t="11272" x="2670175" y="2760663"/>
          <p14:tracePt t="11288" x="2670175" y="2778125"/>
          <p14:tracePt t="11305" x="2670175" y="2794000"/>
          <p14:tracePt t="11385" x="2670175" y="2811463"/>
          <p14:tracePt t="11555" x="2695575" y="2794000"/>
          <p14:tracePt t="11563" x="2720975" y="2794000"/>
          <p14:tracePt t="11571" x="2754313" y="2778125"/>
          <p14:tracePt t="11579" x="2778125" y="2760663"/>
          <p14:tracePt t="11587" x="2803525" y="2752725"/>
          <p14:tracePt t="11596" x="2836863" y="2752725"/>
          <p14:tracePt t="11603" x="2878138" y="2719388"/>
          <p14:tracePt t="11614" x="2894013" y="2711450"/>
          <p14:tracePt t="11620" x="2903538" y="2711450"/>
          <p14:tracePt t="11628" x="2919413" y="2695575"/>
          <p14:tracePt t="11636" x="2935288" y="2695575"/>
          <p14:tracePt t="11652" x="2935288" y="2678113"/>
          <p14:tracePt t="11660" x="2944813" y="2678113"/>
          <p14:tracePt t="11716" x="2935288" y="2678113"/>
          <p14:tracePt t="11733" x="2903538" y="2670175"/>
          <p14:tracePt t="11742" x="2878138" y="2670175"/>
          <p14:tracePt t="11749" x="2852738" y="2670175"/>
          <p14:tracePt t="11758" x="2819400" y="2670175"/>
          <p14:tracePt t="11765" x="2795588" y="2670175"/>
          <p14:tracePt t="11774" x="2762250" y="2654300"/>
          <p14:tracePt t="11781" x="2736850" y="2654300"/>
          <p14:tracePt t="11789" x="2711450" y="2654300"/>
          <p14:tracePt t="11797" x="2679700" y="2654300"/>
          <p14:tracePt t="11805" x="2670175" y="2654300"/>
          <p14:tracePt t="11813" x="2636838" y="2654300"/>
          <p14:tracePt t="11821" x="2628900" y="2654300"/>
          <p14:tracePt t="11829" x="2613025" y="2636838"/>
          <p14:tracePt t="11838" x="2595563" y="2636838"/>
          <p14:tracePt t="11853" x="2587625" y="2636838"/>
          <p14:tracePt t="11862" x="2571750" y="2636838"/>
          <p14:tracePt t="11894" x="2554288" y="2636838"/>
          <p14:tracePt t="11918" x="2554288" y="2654300"/>
          <p14:tracePt t="11934" x="2538413" y="2654300"/>
          <p14:tracePt t="11951" x="2538413" y="2670175"/>
          <p14:tracePt t="11975" x="2528888" y="2670175"/>
          <p14:tracePt t="11983" x="2528888" y="2678113"/>
          <p14:tracePt t="12007" x="2513013" y="2678113"/>
          <p14:tracePt t="12015" x="2513013" y="2695575"/>
          <p14:tracePt t="12025" x="2497138" y="2695575"/>
          <p14:tracePt t="12031" x="2497138" y="2711450"/>
          <p14:tracePt t="12048" x="2487613" y="2711450"/>
          <p14:tracePt t="12056" x="2471738" y="2711450"/>
          <p14:tracePt t="12064" x="2471738" y="2719388"/>
          <p14:tracePt t="12072" x="2454275" y="2719388"/>
          <p14:tracePt t="12080" x="2430463" y="2736850"/>
          <p14:tracePt t="12088" x="2413000" y="2736850"/>
          <p14:tracePt t="12096" x="2405063" y="2752725"/>
          <p14:tracePt t="12104" x="2363788" y="2752725"/>
          <p14:tracePt t="12112" x="2347913" y="2752725"/>
          <p14:tracePt t="12120" x="2305050" y="2752725"/>
          <p14:tracePt t="12129" x="2273300" y="2752725"/>
          <p14:tracePt t="12136" x="2247900" y="2752725"/>
          <p14:tracePt t="12144" x="2206625" y="2752725"/>
          <p14:tracePt t="12152" x="2189163" y="2752725"/>
          <p14:tracePt t="12161" x="2165350" y="2752725"/>
          <p14:tracePt t="12169" x="2139950" y="2752725"/>
          <p14:tracePt t="12177" x="2122488" y="2752725"/>
          <p14:tracePt t="12185" x="2098675" y="2752725"/>
          <p14:tracePt t="12193" x="2081213" y="2736850"/>
          <p14:tracePt t="12209" x="2065338" y="2719388"/>
          <p14:tracePt t="12225" x="2057400" y="2711450"/>
          <p14:tracePt t="12241" x="2057400" y="2695575"/>
          <p14:tracePt t="12249" x="2039938" y="2678113"/>
          <p14:tracePt t="12259" x="2039938" y="2670175"/>
          <p14:tracePt t="12275" x="2024063" y="2654300"/>
          <p14:tracePt t="12282" x="2024063" y="2636838"/>
          <p14:tracePt t="12291" x="2024063" y="2611438"/>
          <p14:tracePt t="12306" x="2006600" y="2587625"/>
          <p14:tracePt t="12322" x="2006600" y="2570163"/>
          <p14:tracePt t="12330" x="2006600" y="2554288"/>
          <p14:tracePt t="12338" x="2006600" y="2528888"/>
          <p14:tracePt t="12346" x="2006600" y="2513013"/>
          <p14:tracePt t="12354" x="2006600" y="2495550"/>
          <p14:tracePt t="12362" x="2006600" y="2471738"/>
          <p14:tracePt t="12370" x="2006600" y="2454275"/>
          <p14:tracePt t="12379" x="2006600" y="2430463"/>
          <p14:tracePt t="12386" x="2006600" y="2405063"/>
          <p14:tracePt t="12395" x="2006600" y="2371725"/>
          <p14:tracePt t="12403" x="2006600" y="2346325"/>
          <p14:tracePt t="12411" x="2024063" y="2330450"/>
          <p14:tracePt t="12419" x="2039938" y="2305050"/>
          <p14:tracePt t="12427" x="2039938" y="2281238"/>
          <p14:tracePt t="12435" x="2057400" y="2263775"/>
          <p14:tracePt t="12443" x="2065338" y="2230438"/>
          <p14:tracePt t="12451" x="2081213" y="2222500"/>
          <p14:tracePt t="12459" x="2098675" y="2189163"/>
          <p14:tracePt t="12467" x="2106613" y="2189163"/>
          <p14:tracePt t="12475" x="2139950" y="2181225"/>
          <p14:tracePt t="12483" x="2165350" y="2163763"/>
          <p14:tracePt t="12493" x="2206625" y="2163763"/>
          <p14:tracePt t="12500" x="2247900" y="2163763"/>
          <p14:tracePt t="12509" x="2289175" y="2163763"/>
          <p14:tracePt t="12516" x="2347913" y="2163763"/>
          <p14:tracePt t="12525" x="2405063" y="2163763"/>
          <p14:tracePt t="12532" x="2497138" y="2163763"/>
          <p14:tracePt t="12542" x="2554288" y="2189163"/>
          <p14:tracePt t="12548" x="2595563" y="2222500"/>
          <p14:tracePt t="12559" x="2636838" y="2247900"/>
          <p14:tracePt t="12564" x="2711450" y="2305050"/>
          <p14:tracePt t="12575" x="2754313" y="2346325"/>
          <p14:tracePt t="12580" x="2803525" y="2387600"/>
          <p14:tracePt t="12593" x="2836863" y="2430463"/>
          <p14:tracePt t="12597" x="2878138" y="2471738"/>
          <p14:tracePt t="12611" x="2903538" y="2513013"/>
          <p14:tracePt t="12616" x="2919413" y="2546350"/>
          <p14:tracePt t="12625" x="2935288" y="2587625"/>
          <p14:tracePt t="12629" x="2944813" y="2587625"/>
          <p14:tracePt t="12642" x="2944813" y="2611438"/>
          <p14:tracePt t="12645" x="2960688" y="2628900"/>
          <p14:tracePt t="12659" x="2960688" y="2636838"/>
          <p14:tracePt t="12675" x="2960688" y="2654300"/>
          <p14:tracePt t="12677" x="2960688" y="2670175"/>
          <p14:tracePt t="12694" x="2960688" y="2695575"/>
          <p14:tracePt t="12709" x="2960688" y="2719388"/>
          <p14:tracePt t="12710" x="2944813" y="2736850"/>
          <p14:tracePt t="12718" x="2919413" y="2778125"/>
          <p14:tracePt t="12726" x="2903538" y="2794000"/>
          <p14:tracePt t="12734" x="2894013" y="2819400"/>
          <p14:tracePt t="12742" x="2878138" y="2852738"/>
          <p14:tracePt t="12750" x="2852738" y="2878138"/>
          <p14:tracePt t="12759" x="2836863" y="2878138"/>
          <p14:tracePt t="12766" x="2819400" y="2894013"/>
          <p14:tracePt t="12775" x="2795588" y="2901950"/>
          <p14:tracePt t="12782" x="2778125" y="2919413"/>
          <p14:tracePt t="12792" x="2736850" y="2919413"/>
          <p14:tracePt t="12799" x="2670175" y="2935288"/>
          <p14:tracePt t="12809" x="2628900" y="2935288"/>
          <p14:tracePt t="12814" x="2554288" y="2935288"/>
          <p14:tracePt t="12825" x="2497138" y="2935288"/>
          <p14:tracePt t="12831" x="2430463" y="2935288"/>
          <p14:tracePt t="12842" x="2371725" y="2935288"/>
          <p14:tracePt t="12847" x="2322513" y="2919413"/>
          <p14:tracePt t="12859" x="2273300" y="2878138"/>
          <p14:tracePt t="12863" x="2230438" y="2860675"/>
          <p14:tracePt t="12875" x="2189163" y="2819400"/>
          <p14:tracePt t="12879" x="2122488" y="2778125"/>
          <p14:tracePt t="12892" x="2065338" y="2736850"/>
          <p14:tracePt t="12895" x="2024063" y="2678113"/>
          <p14:tracePt t="12908" x="1998663" y="2670175"/>
          <p14:tracePt t="12911" x="1957388" y="2628900"/>
          <p14:tracePt t="12926" x="1924050" y="2587625"/>
          <p14:tracePt t="12929" x="1898650" y="2554288"/>
          <p14:tracePt t="12942" x="1874838" y="2528888"/>
          <p14:tracePt t="12944" x="1857375" y="2513013"/>
          <p14:tracePt t="12959" x="1841500" y="2495550"/>
          <p14:tracePt t="12960" x="1841500" y="2487613"/>
          <p14:tracePt t="12968" x="1833563" y="2471738"/>
          <p14:tracePt t="12984" x="1833563" y="2454275"/>
          <p14:tracePt t="13000" x="1833563" y="2446338"/>
          <p14:tracePt t="13033" x="1841500" y="2430463"/>
          <p14:tracePt t="13042" x="1857375" y="2413000"/>
          <p14:tracePt t="13049" x="1882775" y="2413000"/>
          <p14:tracePt t="13058" x="1916113" y="2405063"/>
          <p14:tracePt t="13065" x="1957388" y="2387600"/>
          <p14:tracePt t="13074" x="1998663" y="2387600"/>
          <p14:tracePt t="13081" x="2024063" y="2371725"/>
          <p14:tracePt t="13089" x="2081213" y="2363788"/>
          <p14:tracePt t="13097" x="2139950" y="2363788"/>
          <p14:tracePt t="13105" x="2181225" y="2363788"/>
          <p14:tracePt t="13113" x="2230438" y="2363788"/>
          <p14:tracePt t="13121" x="2305050" y="2363788"/>
          <p14:tracePt t="13129" x="2363788" y="2363788"/>
          <p14:tracePt t="13137" x="2413000" y="2363788"/>
          <p14:tracePt t="13145" x="2471738" y="2363788"/>
          <p14:tracePt t="13153" x="2528888" y="2363788"/>
          <p14:tracePt t="13162" x="2554288" y="2363788"/>
          <p14:tracePt t="13170" x="2595563" y="2371725"/>
          <p14:tracePt t="13178" x="2636838" y="2405063"/>
          <p14:tracePt t="13186" x="2670175" y="2430463"/>
          <p14:tracePt t="13194" x="2695575" y="2454275"/>
          <p14:tracePt t="13202" x="2720975" y="2495550"/>
          <p14:tracePt t="13210" x="2736850" y="2528888"/>
          <p14:tracePt t="13218" x="2754313" y="2546350"/>
          <p14:tracePt t="13226" x="2754313" y="2554288"/>
          <p14:tracePt t="13234" x="2754313" y="2587625"/>
          <p14:tracePt t="13242" x="2762250" y="2587625"/>
          <p14:tracePt t="13250" x="2762250" y="2595563"/>
          <p14:tracePt t="13259" x="2762250" y="2611438"/>
          <p14:tracePt t="13283" x="2762250" y="2628900"/>
          <p14:tracePt t="13307" x="2762250" y="2636838"/>
          <p14:tracePt t="13324" x="2762250" y="2654300"/>
          <p14:tracePt t="13347" x="2762250" y="2670175"/>
          <p14:tracePt t="13622" x="2778125" y="2670175"/>
          <p14:tracePt t="13630" x="2795588" y="2670175"/>
          <p14:tracePt t="13646" x="2803525" y="2670175"/>
          <p14:tracePt t="13670" x="2819400" y="2670175"/>
          <p14:tracePt t="13784" x="2803525" y="2670175"/>
          <p14:tracePt t="13799" x="2795588" y="2670175"/>
          <p14:tracePt t="13809" x="2778125" y="2670175"/>
          <p14:tracePt t="13825" x="2762250" y="2670175"/>
          <p14:tracePt t="13912" x="2795588" y="2670175"/>
          <p14:tracePt t="13920" x="2803525" y="2670175"/>
          <p14:tracePt t="13929" x="2836863" y="2670175"/>
          <p14:tracePt t="13937" x="2860675" y="2670175"/>
          <p14:tracePt t="13945" x="2878138" y="2670175"/>
          <p14:tracePt t="13953" x="2894013" y="2670175"/>
          <p14:tracePt t="13961" x="2903538" y="2670175"/>
          <p14:tracePt t="13969" x="2919413" y="2654300"/>
          <p14:tracePt t="13993" x="2935288" y="2636838"/>
          <p14:tracePt t="14001" x="2935288" y="2628900"/>
          <p14:tracePt t="14009" x="2935288" y="2611438"/>
          <p14:tracePt t="14017" x="2935288" y="2595563"/>
          <p14:tracePt t="14026" x="2935288" y="2570163"/>
          <p14:tracePt t="14041" x="2935288" y="2554288"/>
          <p14:tracePt t="14050" x="2935288" y="2546350"/>
          <p14:tracePt t="14074" x="2935288" y="2528888"/>
          <p14:tracePt t="14130" x="2919413" y="2528888"/>
          <p14:tracePt t="14284" x="2919413" y="2495550"/>
          <p14:tracePt t="14300" x="2919413" y="2471738"/>
          <p14:tracePt t="14309" x="2919413" y="2454275"/>
          <p14:tracePt t="14316" x="2919413" y="2446338"/>
          <p14:tracePt t="14325" x="2919413" y="2430463"/>
          <p14:tracePt t="14332" x="2919413" y="2413000"/>
          <p14:tracePt t="14342" x="2919413" y="2405063"/>
          <p14:tracePt t="14357" x="2919413" y="2387600"/>
          <p14:tracePt t="14389" x="2919413" y="2371725"/>
          <p14:tracePt t="14446" x="2919413" y="2387600"/>
          <p14:tracePt t="14453" x="2903538" y="2446338"/>
          <p14:tracePt t="14462" x="2894013" y="2513013"/>
          <p14:tracePt t="14469" x="2878138" y="2587625"/>
          <p14:tracePt t="14478" x="2878138" y="2628900"/>
          <p14:tracePt t="14486" x="2860675" y="2695575"/>
          <p14:tracePt t="14494" x="2836863" y="2752725"/>
          <p14:tracePt t="14502" x="2836863" y="2778125"/>
          <p14:tracePt t="14510" x="2819400" y="2819400"/>
          <p14:tracePt t="14518" x="2819400" y="2852738"/>
          <p14:tracePt t="14534" x="2819400" y="2860675"/>
          <p14:tracePt t="14566" x="2819400" y="2852738"/>
          <p14:tracePt t="14575" x="2819400" y="2836863"/>
          <p14:tracePt t="14583" x="2836863" y="2794000"/>
          <p14:tracePt t="14592" x="2878138" y="2752725"/>
          <p14:tracePt t="14599" x="2919413" y="2711450"/>
          <p14:tracePt t="14610" x="2944813" y="2670175"/>
          <p14:tracePt t="14616" x="2960688" y="2654300"/>
          <p14:tracePt t="14625" x="2978150" y="2636838"/>
          <p14:tracePt t="14631" x="2986088" y="2628900"/>
          <p14:tracePt t="14647" x="2986088" y="2611438"/>
          <p14:tracePt t="14655" x="3001963" y="2611438"/>
          <p14:tracePt t="14720" x="3001963" y="2628900"/>
          <p14:tracePt t="14728" x="3001963" y="2678113"/>
          <p14:tracePt t="14736" x="3001963" y="2736850"/>
          <p14:tracePt t="14744" x="3001963" y="2760663"/>
          <p14:tracePt t="14752" x="3001963" y="2819400"/>
          <p14:tracePt t="14760" x="3001963" y="2860675"/>
          <p14:tracePt t="14768" x="3001963" y="2894013"/>
          <p14:tracePt t="14776" x="3001963" y="2919413"/>
          <p14:tracePt t="14784" x="3001963" y="2935288"/>
          <p14:tracePt t="14792" x="3001963" y="2943225"/>
          <p14:tracePt t="14857" x="3019425" y="2943225"/>
          <p14:tracePt t="14865" x="3019425" y="2935288"/>
          <p14:tracePt t="14889" x="3027363" y="2935288"/>
          <p14:tracePt t="15051" x="3043238" y="2935288"/>
          <p14:tracePt t="15059" x="3060700" y="2935288"/>
          <p14:tracePt t="15067" x="3068638" y="2935288"/>
          <p14:tracePt t="15076" x="3086100" y="2935288"/>
          <p14:tracePt t="15083" x="3101975" y="2935288"/>
          <p14:tracePt t="15092" x="3109913" y="2919413"/>
          <p14:tracePt t="15099" x="3143250" y="2901950"/>
          <p14:tracePt t="15116" x="3160713" y="2894013"/>
          <p14:tracePt t="15125" x="3168650" y="2894013"/>
          <p14:tracePt t="15132" x="3168650" y="2878138"/>
          <p14:tracePt t="15148" x="3184525" y="2878138"/>
          <p14:tracePt t="22061" x="3127375" y="2894013"/>
          <p14:tracePt t="22067" x="3086100" y="2935288"/>
          <p14:tracePt t="22077" x="3027363" y="2960688"/>
          <p14:tracePt t="22083" x="3019425" y="2960688"/>
          <p14:tracePt t="22095" x="2978150" y="2976563"/>
          <p14:tracePt t="22099" x="2960688" y="2976563"/>
          <p14:tracePt t="22110" x="2944813" y="2986088"/>
          <p14:tracePt t="22115" x="2903538" y="3001963"/>
          <p14:tracePt t="22126" x="2852738" y="3001963"/>
          <p14:tracePt t="22131" x="2778125" y="3017838"/>
          <p14:tracePt t="22142" x="2754313" y="3027363"/>
          <p14:tracePt t="22147" x="2679700" y="3043238"/>
          <p14:tracePt t="22160" x="2628900" y="3060700"/>
          <p14:tracePt t="22163" x="2595563" y="3076575"/>
          <p14:tracePt t="22176" x="2538413" y="3101975"/>
          <p14:tracePt t="22179" x="2471738" y="3125788"/>
          <p14:tracePt t="22192" x="2363788" y="3184525"/>
          <p14:tracePt t="22196" x="2289175" y="3225800"/>
          <p14:tracePt t="22210" x="2222500" y="3251200"/>
          <p14:tracePt t="22213" x="2189163" y="3267075"/>
          <p14:tracePt t="22227" x="2122488" y="3308350"/>
          <p14:tracePt t="22228" x="2065338" y="3341688"/>
          <p14:tracePt t="22236" x="2024063" y="3367088"/>
          <p14:tracePt t="22244" x="1998663" y="3382963"/>
          <p14:tracePt t="22252" x="1965325" y="3390900"/>
          <p14:tracePt t="22260" x="1957388" y="3408363"/>
          <p14:tracePt t="22268" x="1924050" y="3424238"/>
          <p14:tracePt t="22276" x="1916113" y="3424238"/>
          <p14:tracePt t="22284" x="1898650" y="3424238"/>
          <p14:tracePt t="22293" x="1898650" y="3433763"/>
          <p14:tracePt t="22300" x="1882775" y="3433763"/>
          <p14:tracePt t="22309" x="1874838" y="3449638"/>
          <p14:tracePt t="22332" x="1857375" y="3449638"/>
          <p14:tracePt t="22348" x="1841500" y="3449638"/>
          <p14:tracePt t="22373" x="1833563" y="3449638"/>
          <p14:tracePt t="22381" x="1816100" y="3449638"/>
          <p14:tracePt t="22389" x="1800225" y="3449638"/>
          <p14:tracePt t="22397" x="1790700" y="3433763"/>
          <p14:tracePt t="22405" x="1774825" y="3424238"/>
          <p14:tracePt t="22413" x="1758950" y="3408363"/>
          <p14:tracePt t="22421" x="1741488" y="3390900"/>
          <p14:tracePt t="22437" x="1733550" y="3382963"/>
          <p14:tracePt t="22445" x="1716088" y="3367088"/>
          <p14:tracePt t="22454" x="1716088" y="3349625"/>
          <p14:tracePt t="22461" x="1716088" y="3341688"/>
          <p14:tracePt t="22470" x="1700213" y="3325813"/>
          <p14:tracePt t="22486" x="1700213" y="3308350"/>
          <p14:tracePt t="22494" x="1700213" y="3292475"/>
          <p14:tracePt t="22526" x="1700213" y="3284538"/>
          <p14:tracePt t="22625" x="1716088" y="3284538"/>
          <p14:tracePt t="22639" x="1733550" y="3284538"/>
          <p14:tracePt t="22647" x="1741488" y="3284538"/>
          <p14:tracePt t="22655" x="1774825" y="3284538"/>
          <p14:tracePt t="22663" x="1800225" y="3284538"/>
          <p14:tracePt t="22671" x="1833563" y="3284538"/>
          <p14:tracePt t="22680" x="1874838" y="3284538"/>
          <p14:tracePt t="22687" x="1882775" y="3284538"/>
          <p14:tracePt t="22696" x="1916113" y="3284538"/>
          <p14:tracePt t="22704" x="1941513" y="3284538"/>
          <p14:tracePt t="22720" x="1957388" y="3292475"/>
          <p14:tracePt t="22744" x="1965325" y="3292475"/>
          <p14:tracePt t="22752" x="1965325" y="3308350"/>
          <p14:tracePt t="22776" x="1965325" y="3325813"/>
          <p14:tracePt t="22800" x="1924050" y="3341688"/>
          <p14:tracePt t="22809" x="1882775" y="3341688"/>
          <p14:tracePt t="22817" x="1816100" y="3349625"/>
          <p14:tracePt t="22825" x="1741488" y="3382963"/>
          <p14:tracePt t="22833" x="1700213" y="3382963"/>
          <p14:tracePt t="22842" x="1658938" y="3390900"/>
          <p14:tracePt t="22849" x="1576388" y="3408363"/>
          <p14:tracePt t="22859" x="1535113" y="3408363"/>
          <p14:tracePt t="22865" x="1492250" y="3408363"/>
          <p14:tracePt t="22875" x="1468438" y="3408363"/>
          <p14:tracePt t="22881" x="1427163" y="3408363"/>
          <p14:tracePt t="22889" x="1393825" y="3408363"/>
          <p14:tracePt t="22898" x="1384300" y="3408363"/>
          <p14:tracePt t="22914" x="1368425" y="3408363"/>
          <p14:tracePt t="22922" x="1352550" y="3408363"/>
          <p14:tracePt t="22994" x="1352550" y="3390900"/>
          <p14:tracePt t="23042" x="1368425" y="3390900"/>
          <p14:tracePt t="23099" x="1384300" y="3390900"/>
          <p14:tracePt t="23115" x="1393825" y="3390900"/>
          <p14:tracePt t="23125" x="1409700" y="3390900"/>
          <p14:tracePt t="23132" x="1427163" y="3390900"/>
          <p14:tracePt t="23148" x="1450975" y="3390900"/>
          <p14:tracePt t="23156" x="1476375" y="3390900"/>
          <p14:tracePt t="23164" x="1492250" y="3390900"/>
          <p14:tracePt t="23172" x="1535113" y="3390900"/>
          <p14:tracePt t="23180" x="1550988" y="3390900"/>
          <p14:tracePt t="23188" x="1592263" y="3390900"/>
          <p14:tracePt t="23196" x="1651000" y="3390900"/>
          <p14:tracePt t="23204" x="1674813" y="3390900"/>
          <p14:tracePt t="23212" x="1716088" y="3390900"/>
          <p14:tracePt t="23220" x="1741488" y="3390900"/>
          <p14:tracePt t="23229" x="1790700" y="3390900"/>
          <p14:tracePt t="23237" x="1833563" y="3390900"/>
          <p14:tracePt t="23245" x="1857375" y="3390900"/>
          <p14:tracePt t="23253" x="1898650" y="3390900"/>
          <p14:tracePt t="23261" x="1924050" y="3390900"/>
          <p14:tracePt t="23269" x="1965325" y="3390900"/>
          <p14:tracePt t="23277" x="2006600" y="3390900"/>
          <p14:tracePt t="23285" x="2024063" y="3390900"/>
          <p14:tracePt t="23293" x="2065338" y="3390900"/>
          <p14:tracePt t="23301" x="2098675" y="3390900"/>
          <p14:tracePt t="23309" x="2139950" y="3390900"/>
          <p14:tracePt t="23317" x="2165350" y="3390900"/>
          <p14:tracePt t="23326" x="2206625" y="3390900"/>
          <p14:tracePt t="23334" x="2263775" y="3390900"/>
          <p14:tracePt t="23342" x="2322513" y="3390900"/>
          <p14:tracePt t="23350" x="2347913" y="3382963"/>
          <p14:tracePt t="23359" x="2405063" y="3382963"/>
          <p14:tracePt t="23366" x="2454275" y="3382963"/>
          <p14:tracePt t="23375" x="2487613" y="3382963"/>
          <p14:tracePt t="23382" x="2538413" y="3367088"/>
          <p14:tracePt t="23392" x="2587625" y="3367088"/>
          <p14:tracePt t="23398" x="2595563" y="3349625"/>
          <p14:tracePt t="23409" x="2628900" y="3349625"/>
          <p14:tracePt t="23414" x="2636838" y="3349625"/>
          <p14:tracePt t="23425" x="2670175" y="3349625"/>
          <p14:tracePt t="23430" x="2679700" y="3341688"/>
          <p14:tracePt t="23442" x="2695575" y="3341688"/>
          <p14:tracePt t="23446" x="2711450" y="3341688"/>
          <p14:tracePt t="23462" x="2720975" y="3341688"/>
          <p14:tracePt t="23495" x="2736850" y="3341688"/>
          <p14:tracePt t="23551" x="2720975" y="3341688"/>
          <p14:tracePt t="23568" x="2695575" y="3341688"/>
          <p14:tracePt t="23576" x="2670175" y="3341688"/>
          <p14:tracePt t="23592" x="2636838" y="3341688"/>
          <p14:tracePt t="23600" x="2595563" y="3341688"/>
          <p14:tracePt t="23611" x="2587625" y="3341688"/>
          <p14:tracePt t="23616" x="2554288" y="3341688"/>
          <p14:tracePt t="23625" x="2538413" y="3341688"/>
          <p14:tracePt t="23632" x="2513013" y="3341688"/>
          <p14:tracePt t="23642" x="2487613" y="3341688"/>
          <p14:tracePt t="23648" x="2471738" y="3341688"/>
          <p14:tracePt t="23658" x="2446338" y="3341688"/>
          <p14:tracePt t="23664" x="2430463" y="3341688"/>
          <p14:tracePt t="23673" x="2413000" y="3341688"/>
          <p14:tracePt t="23681" x="2405063" y="3341688"/>
          <p14:tracePt t="23689" x="2389188" y="3341688"/>
          <p14:tracePt t="23697" x="2371725" y="3341688"/>
          <p14:tracePt t="23721" x="2363788" y="3341688"/>
          <p14:tracePt t="23802" x="2371725" y="3341688"/>
          <p14:tracePt t="23826" x="2389188" y="3341688"/>
          <p14:tracePt t="23842" x="2405063" y="3341688"/>
          <p14:tracePt t="23866" x="2413000" y="3341688"/>
          <p14:tracePt t="23947" x="2413000" y="3349625"/>
          <p14:tracePt t="23955" x="2405063" y="3349625"/>
          <p14:tracePt t="23963" x="2389188" y="3367088"/>
          <p14:tracePt t="23971" x="2371725" y="3382963"/>
          <p14:tracePt t="23979" x="2363788" y="3382963"/>
          <p14:tracePt t="23987" x="2330450" y="3390900"/>
          <p14:tracePt t="23996" x="2322513" y="3390900"/>
          <p14:tracePt t="24004" x="2289175" y="3390900"/>
          <p14:tracePt t="24012" x="2263775" y="3390900"/>
          <p14:tracePt t="24019" x="2247900" y="3390900"/>
          <p14:tracePt t="24028" x="2230438" y="3390900"/>
          <p14:tracePt t="24036" x="2222500" y="3390900"/>
          <p14:tracePt t="24044" x="2206625" y="3390900"/>
          <p14:tracePt t="24060" x="2189163" y="3390900"/>
          <p14:tracePt t="24149" x="2206625" y="3382963"/>
          <p14:tracePt t="24165" x="2222500" y="3382963"/>
          <p14:tracePt t="24175" x="2230438" y="3382963"/>
          <p14:tracePt t="24181" x="2247900" y="3382963"/>
          <p14:tracePt t="24189" x="2305050" y="3367088"/>
          <p14:tracePt t="24197" x="2347913" y="3367088"/>
          <p14:tracePt t="24205" x="2413000" y="3349625"/>
          <p14:tracePt t="24213" x="2487613" y="3341688"/>
          <p14:tracePt t="24221" x="2528888" y="3341688"/>
          <p14:tracePt t="24230" x="2595563" y="3341688"/>
          <p14:tracePt t="24237" x="2670175" y="3341688"/>
          <p14:tracePt t="24246" x="2720975" y="3341688"/>
          <p14:tracePt t="24254" x="2762250" y="3325813"/>
          <p14:tracePt t="24262" x="2795588" y="3325813"/>
          <p14:tracePt t="24270" x="2803525" y="3325813"/>
          <p14:tracePt t="24278" x="2836863" y="3325813"/>
          <p14:tracePt t="24343" x="2819400" y="3325813"/>
          <p14:tracePt t="24351" x="2795588" y="3325813"/>
          <p14:tracePt t="24359" x="2754313" y="3325813"/>
          <p14:tracePt t="24367" x="2711450" y="3341688"/>
          <p14:tracePt t="24375" x="2628900" y="3349625"/>
          <p14:tracePt t="24393" x="2528888" y="3367088"/>
          <p14:tracePt t="24399" x="2446338" y="3382963"/>
          <p14:tracePt t="24409" x="2330450" y="3390900"/>
          <p14:tracePt t="24415" x="2273300" y="3408363"/>
          <p14:tracePt t="24425" x="2206625" y="3408363"/>
          <p14:tracePt t="24432" x="2122488" y="3408363"/>
          <p14:tracePt t="24442" x="2057400" y="3424238"/>
          <p14:tracePt t="24447" x="1982788" y="3424238"/>
          <p14:tracePt t="24458" x="1924050" y="3424238"/>
          <p14:tracePt t="24464" x="1874838" y="3424238"/>
          <p14:tracePt t="24475" x="1833563" y="3424238"/>
          <p14:tracePt t="24480" x="1790700" y="3424238"/>
          <p14:tracePt t="24492" x="1741488" y="3424238"/>
          <p14:tracePt t="24496" x="1733550" y="3424238"/>
          <p14:tracePt t="24508" x="1700213" y="3424238"/>
          <p14:tracePt t="24512" x="1692275" y="3424238"/>
          <p14:tracePt t="24528" x="1674813" y="3424238"/>
          <p14:tracePt t="24541" x="1658938" y="3424238"/>
          <p14:tracePt t="24577" x="1658938" y="3408363"/>
          <p14:tracePt t="24625" x="1658938" y="3390900"/>
          <p14:tracePt t="24649" x="1674813" y="3390900"/>
          <p14:tracePt t="24674" x="1692275" y="3390900"/>
          <p14:tracePt t="24691" x="1700213" y="3390900"/>
          <p14:tracePt t="24698" x="1716088" y="3390900"/>
          <p14:tracePt t="24706" x="1733550" y="3390900"/>
          <p14:tracePt t="24714" x="1758950" y="3390900"/>
          <p14:tracePt t="24722" x="1774825" y="3382963"/>
          <p14:tracePt t="24730" x="1790700" y="3382963"/>
          <p14:tracePt t="24738" x="1800225" y="3382963"/>
          <p14:tracePt t="24746" x="1816100" y="3382963"/>
          <p14:tracePt t="24762" x="1833563" y="3382963"/>
          <p14:tracePt t="24811" x="1816100" y="3382963"/>
          <p14:tracePt t="24819" x="1790700" y="3382963"/>
          <p14:tracePt t="24827" x="1758950" y="3382963"/>
          <p14:tracePt t="24835" x="1716088" y="3382963"/>
          <p14:tracePt t="24843" x="1692275" y="3382963"/>
          <p14:tracePt t="24851" x="1651000" y="3382963"/>
          <p14:tracePt t="24859" x="1617663" y="3382963"/>
          <p14:tracePt t="24867" x="1576388" y="3382963"/>
          <p14:tracePt t="24875" x="1550988" y="3382963"/>
          <p14:tracePt t="24884" x="1525588" y="3382963"/>
          <p14:tracePt t="24892" x="1492250" y="3367088"/>
          <p14:tracePt t="24899" x="1476375" y="3367088"/>
          <p14:tracePt t="24909" x="1450975" y="3367088"/>
          <p14:tracePt t="24916" x="1435100" y="3367088"/>
          <p14:tracePt t="24925" x="1427163" y="3367088"/>
          <p14:tracePt t="24932" x="1409700" y="3349625"/>
          <p14:tracePt t="24948" x="1393825" y="3349625"/>
          <p14:tracePt t="24980" x="1393825" y="3341688"/>
          <p14:tracePt t="25045" x="1409700" y="3341688"/>
          <p14:tracePt t="25053" x="1427163" y="3341688"/>
          <p14:tracePt t="25061" x="1468438" y="3325813"/>
          <p14:tracePt t="25069" x="1525588" y="3325813"/>
          <p14:tracePt t="25077" x="1617663" y="3308350"/>
          <p14:tracePt t="25093" x="1741488" y="3292475"/>
          <p14:tracePt t="25094" x="1898650" y="3284538"/>
          <p14:tracePt t="25102" x="2081213" y="3251200"/>
          <p14:tracePt t="25110" x="2263775" y="3225800"/>
          <p14:tracePt t="25118" x="2446338" y="3200400"/>
          <p14:tracePt t="25126" x="2636838" y="3184525"/>
          <p14:tracePt t="25134" x="2852738" y="3167063"/>
          <p14:tracePt t="25142" x="3068638" y="3143250"/>
          <p14:tracePt t="25150" x="3251200" y="3143250"/>
          <p14:tracePt t="25159" x="3351213" y="3143250"/>
          <p14:tracePt t="25166" x="3616325" y="3143250"/>
          <p14:tracePt t="25175" x="3690938" y="3143250"/>
          <p14:tracePt t="25182" x="3814763" y="3143250"/>
          <p14:tracePt t="25192" x="3906838" y="3143250"/>
          <p14:tracePt t="25198" x="3997325" y="3143250"/>
          <p14:tracePt t="25209" x="4079875" y="3143250"/>
          <p14:tracePt t="25214" x="4122738" y="3143250"/>
          <p14:tracePt t="25225" x="4164013" y="3143250"/>
          <p14:tracePt t="25231" x="4205288" y="3143250"/>
          <p14:tracePt t="25242" x="4221163" y="3143250"/>
          <p14:tracePt t="25247" x="4229100" y="3143250"/>
          <p14:tracePt t="25259" x="4246563" y="3143250"/>
          <p14:tracePt t="25263" x="4262438" y="3143250"/>
          <p14:tracePt t="25279" x="4262438" y="3159125"/>
          <p14:tracePt t="25319" x="4262438" y="3167063"/>
          <p14:tracePt t="25336" x="4229100" y="3184525"/>
          <p14:tracePt t="25352" x="4205288" y="3184525"/>
          <p14:tracePt t="25360" x="4171950" y="3200400"/>
          <p14:tracePt t="25368" x="4146550" y="3200400"/>
          <p14:tracePt t="25376" x="4079875" y="3200400"/>
          <p14:tracePt t="25384" x="4022725" y="3209925"/>
          <p14:tracePt t="25392" x="3956050" y="3225800"/>
          <p14:tracePt t="25400" x="3856038" y="3241675"/>
          <p14:tracePt t="25408" x="3757613" y="3251200"/>
          <p14:tracePt t="25416" x="3598863" y="3267075"/>
          <p14:tracePt t="25425" x="3475038" y="3284538"/>
          <p14:tracePt t="25432" x="3425825" y="3292475"/>
          <p14:tracePt t="25442" x="3333750" y="3308350"/>
          <p14:tracePt t="25449" x="3243263" y="3325813"/>
          <p14:tracePt t="25458" x="3160713" y="3349625"/>
          <p14:tracePt t="25465" x="3086100" y="3349625"/>
          <p14:tracePt t="25473" x="3027363" y="3367088"/>
          <p14:tracePt t="25481" x="2986088" y="3382963"/>
          <p14:tracePt t="25489" x="2944813" y="3390900"/>
          <p14:tracePt t="25497" x="2894013" y="3408363"/>
          <p14:tracePt t="25505" x="2860675" y="3424238"/>
          <p14:tracePt t="25513" x="2803525" y="3449638"/>
          <p14:tracePt t="25521" x="2762250" y="3449638"/>
          <p14:tracePt t="25529" x="2720975" y="3490913"/>
          <p14:tracePt t="25537" x="2679700" y="3490913"/>
          <p14:tracePt t="25546" x="2628900" y="3516313"/>
          <p14:tracePt t="25553" x="2595563" y="3532188"/>
          <p14:tracePt t="25562" x="2554288" y="3565525"/>
          <p14:tracePt t="25570" x="2513013" y="3590925"/>
          <p14:tracePt t="25578" x="2471738" y="3606800"/>
          <p14:tracePt t="25586" x="2446338" y="3616325"/>
          <p14:tracePt t="25594" x="2405063" y="3648075"/>
          <p14:tracePt t="25602" x="2371725" y="3657600"/>
          <p14:tracePt t="25614" x="2330450" y="3673475"/>
          <p14:tracePt t="25618" x="2322513" y="3690938"/>
          <p14:tracePt t="25626" x="2273300" y="3698875"/>
          <p14:tracePt t="25634" x="2263775" y="3714750"/>
          <p14:tracePt t="25642" x="2247900" y="3714750"/>
          <p14:tracePt t="25650" x="2230438" y="3732213"/>
          <p14:tracePt t="25675" x="2222500" y="3732213"/>
          <p14:tracePt t="25796" x="2222500" y="3714750"/>
          <p14:tracePt t="25836" x="2206625" y="3714750"/>
          <p14:tracePt t="25852" x="2189163" y="3714750"/>
          <p14:tracePt t="25860" x="2181225" y="3714750"/>
          <p14:tracePt t="25868" x="2165350" y="3714750"/>
          <p14:tracePt t="25884" x="2139950" y="3714750"/>
          <p14:tracePt t="25892" x="2122488" y="3714750"/>
          <p14:tracePt t="25901" x="2098675" y="3698875"/>
          <p14:tracePt t="25909" x="2081213" y="3698875"/>
          <p14:tracePt t="25917" x="2057400" y="3698875"/>
          <p14:tracePt t="25925" x="2024063" y="3698875"/>
          <p14:tracePt t="25933" x="1998663" y="3698875"/>
          <p14:tracePt t="25942" x="1965325" y="3690938"/>
          <p14:tracePt t="25949" x="1957388" y="3690938"/>
          <p14:tracePt t="25958" x="1924050" y="3690938"/>
          <p14:tracePt t="25965" x="1916113" y="3690938"/>
          <p14:tracePt t="25975" x="1898650" y="3690938"/>
          <p14:tracePt t="25982" x="1882775" y="3690938"/>
          <p14:tracePt t="25991" x="1874838" y="3690938"/>
          <p14:tracePt t="25998" x="1857375" y="3690938"/>
          <p14:tracePt t="26014" x="1841500" y="3690938"/>
          <p14:tracePt t="26046" x="1833563" y="3690938"/>
          <p14:tracePt t="26143" x="1833563" y="3673475"/>
          <p14:tracePt t="26151" x="1833563" y="3657600"/>
          <p14:tracePt t="26159" x="1833563" y="3648075"/>
          <p14:tracePt t="26175" x="1833563" y="3632200"/>
          <p14:tracePt t="26183" x="1833563" y="3616325"/>
          <p14:tracePt t="26199" x="1833563" y="3606800"/>
          <p14:tracePt t="26209" x="1833563" y="3590925"/>
          <p14:tracePt t="26225" x="1833563" y="3573463"/>
          <p14:tracePt t="26312" x="1816100" y="3573463"/>
          <p14:tracePt t="26320" x="1800225" y="3573463"/>
          <p14:tracePt t="26329" x="1790700" y="3590925"/>
          <p14:tracePt t="26336" x="1774825" y="3590925"/>
          <p14:tracePt t="26345" x="1741488" y="3606800"/>
          <p14:tracePt t="26361" x="1733550" y="3606800"/>
          <p14:tracePt t="26369" x="1716088" y="3606800"/>
          <p14:tracePt t="26377" x="1700213" y="3606800"/>
          <p14:tracePt t="26385" x="1674813" y="3616325"/>
          <p14:tracePt t="26401" x="1658938" y="3632200"/>
          <p14:tracePt t="26409" x="1651000" y="3632200"/>
          <p14:tracePt t="26417" x="1633538" y="3648075"/>
          <p14:tracePt t="26425" x="1617663" y="3648075"/>
          <p14:tracePt t="26442" x="1609725" y="3648075"/>
          <p14:tracePt t="26458" x="1592263" y="3648075"/>
          <p14:tracePt t="26563" x="1609725" y="3648075"/>
          <p14:tracePt t="26595" x="1617663" y="3648075"/>
          <p14:tracePt t="26643" x="1633538" y="3648075"/>
          <p14:tracePt t="26668" x="1633538" y="3657600"/>
          <p14:tracePt t="26692" x="1651000" y="3657600"/>
          <p14:tracePt t="26700" x="1651000" y="3673475"/>
          <p14:tracePt t="26716" x="1658938" y="3673475"/>
          <p14:tracePt t="26725" x="1658938" y="3690938"/>
          <p14:tracePt t="26741" x="1658938" y="3698875"/>
          <p14:tracePt t="26765" x="1658938" y="3714750"/>
          <p14:tracePt t="26877" x="1658938" y="3698875"/>
          <p14:tracePt t="26902" x="1658938" y="3690938"/>
          <p14:tracePt t="26934" x="1658938" y="3673475"/>
          <p14:tracePt t="26942" x="1674813" y="3673475"/>
          <p14:tracePt t="26950" x="1692275" y="3673475"/>
          <p14:tracePt t="26959" x="1716088" y="3673475"/>
          <p14:tracePt t="26966" x="1741488" y="3673475"/>
          <p14:tracePt t="26975" x="1774825" y="3673475"/>
          <p14:tracePt t="26982" x="1790700" y="3673475"/>
          <p14:tracePt t="26992" x="1833563" y="3673475"/>
          <p14:tracePt t="26999" x="1841500" y="3673475"/>
          <p14:tracePt t="27008" x="1857375" y="3673475"/>
          <p14:tracePt t="27015" x="1874838" y="3690938"/>
          <p14:tracePt t="27024" x="1882775" y="3690938"/>
          <p14:tracePt t="27039" x="1882775" y="3698875"/>
          <p14:tracePt t="27055" x="1898650" y="3698875"/>
          <p14:tracePt t="27079" x="1898650" y="3714750"/>
          <p14:tracePt t="27112" x="1898650" y="3732213"/>
          <p14:tracePt t="27136" x="1882775" y="3732213"/>
          <p14:tracePt t="27144" x="1874838" y="3732213"/>
          <p14:tracePt t="27152" x="1857375" y="3732213"/>
          <p14:tracePt t="27160" x="1841500" y="3732213"/>
          <p14:tracePt t="27168" x="1833563" y="3732213"/>
          <p14:tracePt t="27176" x="1800225" y="3732213"/>
          <p14:tracePt t="27184" x="1790700" y="3732213"/>
          <p14:tracePt t="27192" x="1774825" y="3714750"/>
          <p14:tracePt t="27200" x="1733550" y="3714750"/>
          <p14:tracePt t="27209" x="1700213" y="3690938"/>
          <p14:tracePt t="27217" x="1658938" y="3690938"/>
          <p14:tracePt t="27225" x="1609725" y="3657600"/>
          <p14:tracePt t="27233" x="1566863" y="3632200"/>
          <p14:tracePt t="27242" x="1509713" y="3606800"/>
          <p14:tracePt t="27249" x="1476375" y="3590925"/>
          <p14:tracePt t="27258" x="1435100" y="3565525"/>
          <p14:tracePt t="27265" x="1409700" y="3532188"/>
          <p14:tracePt t="27274" x="1384300" y="3490913"/>
          <p14:tracePt t="27281" x="1368425" y="3467100"/>
          <p14:tracePt t="27289" x="1352550" y="3449638"/>
          <p14:tracePt t="27297" x="1352550" y="3424238"/>
          <p14:tracePt t="27305" x="1352550" y="3408363"/>
          <p14:tracePt t="27313" x="1352550" y="3390900"/>
          <p14:tracePt t="27321" x="1352550" y="3382963"/>
          <p14:tracePt t="27330" x="1352550" y="3367088"/>
          <p14:tracePt t="27346" x="1384300" y="3349625"/>
          <p14:tracePt t="27354" x="1393825" y="3349625"/>
          <p14:tracePt t="27362" x="1409700" y="3341688"/>
          <p14:tracePt t="27370" x="1450975" y="3325813"/>
          <p14:tracePt t="27378" x="1492250" y="3308350"/>
          <p14:tracePt t="27386" x="1535113" y="3292475"/>
          <p14:tracePt t="27394" x="1576388" y="3284538"/>
          <p14:tracePt t="27402" x="1633538" y="3267075"/>
          <p14:tracePt t="27410" x="1692275" y="3267075"/>
          <p14:tracePt t="27418" x="1733550" y="3267075"/>
          <p14:tracePt t="27427" x="1816100" y="3251200"/>
          <p14:tracePt t="27434" x="1882775" y="3251200"/>
          <p14:tracePt t="27442" x="1982788" y="3251200"/>
          <p14:tracePt t="27451" x="2006600" y="3251200"/>
          <p14:tracePt t="27459" x="2081213" y="3251200"/>
          <p14:tracePt t="27467" x="2165350" y="3251200"/>
          <p14:tracePt t="27475" x="2206625" y="3251200"/>
          <p14:tracePt t="27483" x="2247900" y="3267075"/>
          <p14:tracePt t="27492" x="2305050" y="3284538"/>
          <p14:tracePt t="27499" x="2330450" y="3308350"/>
          <p14:tracePt t="27509" x="2363788" y="3341688"/>
          <p14:tracePt t="27515" x="2371725" y="3349625"/>
          <p14:tracePt t="27525" x="2389188" y="3382963"/>
          <p14:tracePt t="27531" x="2405063" y="3390900"/>
          <p14:tracePt t="27541" x="2405063" y="3424238"/>
          <p14:tracePt t="27548" x="2413000" y="3433763"/>
          <p14:tracePt t="27556" x="2413000" y="3449638"/>
          <p14:tracePt t="27564" x="2413000" y="3467100"/>
          <p14:tracePt t="27572" x="2413000" y="3490913"/>
          <p14:tracePt t="27580" x="2413000" y="3508375"/>
          <p14:tracePt t="27588" x="2413000" y="3516313"/>
          <p14:tracePt t="27604" x="2413000" y="3532188"/>
          <p14:tracePt t="27613" x="2413000" y="3549650"/>
          <p14:tracePt t="27620" x="2413000" y="3565525"/>
          <p14:tracePt t="27628" x="2405063" y="3565525"/>
          <p14:tracePt t="27636" x="2389188" y="3573463"/>
          <p14:tracePt t="27644" x="2371725" y="3590925"/>
          <p14:tracePt t="27653" x="2363788" y="3590925"/>
          <p14:tracePt t="27661" x="2330450" y="3606800"/>
          <p14:tracePt t="27669" x="2322513" y="3606800"/>
          <p14:tracePt t="27677" x="2289175" y="3616325"/>
          <p14:tracePt t="27685" x="2263775" y="3616325"/>
          <p14:tracePt t="27693" x="2247900" y="3632200"/>
          <p14:tracePt t="27701" x="2206625" y="3648075"/>
          <p14:tracePt t="27709" x="2189163" y="3648075"/>
          <p14:tracePt t="27717" x="2147888" y="3657600"/>
          <p14:tracePt t="27725" x="2122488" y="3657600"/>
          <p14:tracePt t="27733" x="2106613" y="3673475"/>
          <p14:tracePt t="27742" x="2081213" y="3673475"/>
          <p14:tracePt t="27749" x="2057400" y="3690938"/>
          <p14:tracePt t="27759" x="2024063" y="3698875"/>
          <p14:tracePt t="27766" x="1998663" y="3714750"/>
          <p14:tracePt t="27775" x="1965325" y="3714750"/>
          <p14:tracePt t="27782" x="1941513" y="3732213"/>
          <p14:tracePt t="27791" x="1924050" y="3732213"/>
          <p14:tracePt t="27798" x="1882775" y="3732213"/>
          <p14:tracePt t="27806" x="1874838" y="3732213"/>
          <p14:tracePt t="27814" x="1841500" y="3732213"/>
          <p14:tracePt t="27822" x="1816100" y="3732213"/>
          <p14:tracePt t="27830" x="1800225" y="3732213"/>
          <p14:tracePt t="27838" x="1774825" y="3732213"/>
          <p14:tracePt t="27846" x="1758950" y="3732213"/>
          <p14:tracePt t="27854" x="1741488" y="3732213"/>
          <p14:tracePt t="27862" x="1741488" y="3714750"/>
          <p14:tracePt t="27871" x="1733550" y="3690938"/>
          <p14:tracePt t="27879" x="1700213" y="3673475"/>
          <p14:tracePt t="27887" x="1700213" y="3648075"/>
          <p14:tracePt t="27895" x="1692275" y="3632200"/>
          <p14:tracePt t="27903" x="1674813" y="3606800"/>
          <p14:tracePt t="27911" x="1674813" y="3565525"/>
          <p14:tracePt t="27919" x="1674813" y="3549650"/>
          <p14:tracePt t="27927" x="1658938" y="3508375"/>
          <p14:tracePt t="27935" x="1658938" y="3490913"/>
          <p14:tracePt t="27943" x="1658938" y="3467100"/>
          <p14:tracePt t="27951" x="1658938" y="3449638"/>
          <p14:tracePt t="27959" x="1658938" y="3433763"/>
          <p14:tracePt t="27967" x="1658938" y="3424238"/>
          <p14:tracePt t="27976" x="1658938" y="3408363"/>
          <p14:tracePt t="27983" x="1658938" y="3390900"/>
          <p14:tracePt t="27992" x="1658938" y="3382963"/>
          <p14:tracePt t="28016" x="1674813" y="3367088"/>
          <p14:tracePt t="28040" x="1692275" y="3349625"/>
          <p14:tracePt t="28048" x="1700213" y="3349625"/>
          <p14:tracePt t="28058" x="1716088" y="3341688"/>
          <p14:tracePt t="28064" x="1733550" y="3341688"/>
          <p14:tracePt t="28072" x="1758950" y="3325813"/>
          <p14:tracePt t="28080" x="1816100" y="3292475"/>
          <p14:tracePt t="28089" x="1841500" y="3292475"/>
          <p14:tracePt t="28097" x="1924050" y="3267075"/>
          <p14:tracePt t="28105" x="1982788" y="3251200"/>
          <p14:tracePt t="28113" x="2039938" y="3251200"/>
          <p14:tracePt t="28121" x="2106613" y="3241675"/>
          <p14:tracePt t="28129" x="2165350" y="3241675"/>
          <p14:tracePt t="28137" x="2230438" y="3241675"/>
          <p14:tracePt t="28145" x="2289175" y="3241675"/>
          <p14:tracePt t="28153" x="2347913" y="3241675"/>
          <p14:tracePt t="28161" x="2371725" y="3241675"/>
          <p14:tracePt t="28169" x="2413000" y="3251200"/>
          <p14:tracePt t="28177" x="2446338" y="3267075"/>
          <p14:tracePt t="28186" x="2454275" y="3284538"/>
          <p14:tracePt t="28193" x="2487613" y="3308350"/>
          <p14:tracePt t="28201" x="2497138" y="3325813"/>
          <p14:tracePt t="28209" x="2513013" y="3325813"/>
          <p14:tracePt t="28218" x="2513013" y="3341688"/>
          <p14:tracePt t="28226" x="2528888" y="3367088"/>
          <p14:tracePt t="28234" x="2528888" y="3382963"/>
          <p14:tracePt t="28242" x="2538413" y="3390900"/>
          <p14:tracePt t="28259" x="2538413" y="3424238"/>
          <p14:tracePt t="28266" x="2538413" y="3433763"/>
          <p14:tracePt t="28275" x="2538413" y="3449638"/>
          <p14:tracePt t="28282" x="2538413" y="3467100"/>
          <p14:tracePt t="28298" x="2538413" y="3475038"/>
          <p14:tracePt t="28308" x="2538413" y="3508375"/>
          <p14:tracePt t="28314" x="2538413" y="3516313"/>
          <p14:tracePt t="28331" x="2528888" y="3532188"/>
          <p14:tracePt t="28338" x="2513013" y="3549650"/>
          <p14:tracePt t="28347" x="2487613" y="3549650"/>
          <p14:tracePt t="28355" x="2471738" y="3565525"/>
          <p14:tracePt t="28363" x="2446338" y="3573463"/>
          <p14:tracePt t="28371" x="2430463" y="3573463"/>
          <p14:tracePt t="28379" x="2405063" y="3590925"/>
          <p14:tracePt t="28387" x="2363788" y="3606800"/>
          <p14:tracePt t="28396" x="2347913" y="3606800"/>
          <p14:tracePt t="28403" x="2322513" y="3616325"/>
          <p14:tracePt t="28411" x="2289175" y="3616325"/>
          <p14:tracePt t="28420" x="2247900" y="3632200"/>
          <p14:tracePt t="28428" x="2222500" y="3648075"/>
          <p14:tracePt t="28436" x="2181225" y="3648075"/>
          <p14:tracePt t="28444" x="2122488" y="3657600"/>
          <p14:tracePt t="28452" x="2098675" y="3673475"/>
          <p14:tracePt t="28460" x="2039938" y="3673475"/>
          <p14:tracePt t="28468" x="1982788" y="3690938"/>
          <p14:tracePt t="28476" x="1941513" y="3690938"/>
          <p14:tracePt t="28484" x="1916113" y="3690938"/>
          <p14:tracePt t="28492" x="1857375" y="3690938"/>
          <p14:tracePt t="28500" x="1816100" y="3698875"/>
          <p14:tracePt t="28509" x="1790700" y="3698875"/>
          <p14:tracePt t="28516" x="1758950" y="3698875"/>
          <p14:tracePt t="28526" x="1733550" y="3698875"/>
          <p14:tracePt t="28533" x="1692275" y="3698875"/>
          <p14:tracePt t="28542" x="1658938" y="3698875"/>
          <p14:tracePt t="28549" x="1633538" y="3698875"/>
          <p14:tracePt t="28559" x="1592263" y="3698875"/>
          <p14:tracePt t="28565" x="1576388" y="3698875"/>
          <p14:tracePt t="28575" x="1550988" y="3698875"/>
          <p14:tracePt t="28581" x="1535113" y="3690938"/>
          <p14:tracePt t="28592" x="1525588" y="3673475"/>
          <p14:tracePt t="28605" x="1509713" y="3648075"/>
          <p14:tracePt t="28614" x="1476375" y="3616325"/>
          <p14:tracePt t="28629" x="1468438" y="3573463"/>
          <p14:tracePt t="28638" x="1468438" y="3549650"/>
          <p14:tracePt t="28646" x="1468438" y="3532188"/>
          <p14:tracePt t="28654" x="1450975" y="3508375"/>
          <p14:tracePt t="28662" x="1450975" y="3490913"/>
          <p14:tracePt t="28670" x="1450975" y="3467100"/>
          <p14:tracePt t="28678" x="1450975" y="3433763"/>
          <p14:tracePt t="28686" x="1450975" y="3424238"/>
          <p14:tracePt t="28694" x="1450975" y="3408363"/>
          <p14:tracePt t="28702" x="1450975" y="3390900"/>
          <p14:tracePt t="28710" x="1450975" y="3382963"/>
          <p14:tracePt t="28718" x="1450975" y="3367088"/>
          <p14:tracePt t="28726" x="1468438" y="3367088"/>
          <p14:tracePt t="28734" x="1476375" y="3367088"/>
          <p14:tracePt t="28742" x="1492250" y="3349625"/>
          <p14:tracePt t="28751" x="1509713" y="3349625"/>
          <p14:tracePt t="28759" x="1566863" y="3341688"/>
          <p14:tracePt t="28767" x="1609725" y="3325813"/>
          <p14:tracePt t="28775" x="1658938" y="3308350"/>
          <p14:tracePt t="28783" x="1733550" y="3292475"/>
          <p14:tracePt t="28792" x="1800225" y="3284538"/>
          <p14:tracePt t="28799" x="1841500" y="3267075"/>
          <p14:tracePt t="28808" x="1924050" y="3251200"/>
          <p14:tracePt t="28815" x="2006600" y="3251200"/>
          <p14:tracePt t="28825" x="2081213" y="3251200"/>
          <p14:tracePt t="28831" x="2139950" y="3251200"/>
          <p14:tracePt t="28839" x="2181225" y="3251200"/>
          <p14:tracePt t="28847" x="2230438" y="3251200"/>
          <p14:tracePt t="28855" x="2273300" y="3251200"/>
          <p14:tracePt t="28863" x="2305050" y="3251200"/>
          <p14:tracePt t="28872" x="2330450" y="3267075"/>
          <p14:tracePt t="28880" x="2371725" y="3308350"/>
          <p14:tracePt t="28888" x="2389188" y="3308350"/>
          <p14:tracePt t="28896" x="2413000" y="3341688"/>
          <p14:tracePt t="28904" x="2430463" y="3367088"/>
          <p14:tracePt t="28912" x="2446338" y="3390900"/>
          <p14:tracePt t="28920" x="2454275" y="3390900"/>
          <p14:tracePt t="28928" x="2454275" y="3424238"/>
          <p14:tracePt t="28936" x="2471738" y="3449638"/>
          <p14:tracePt t="28944" x="2487613" y="3467100"/>
          <p14:tracePt t="28952" x="2487613" y="3490913"/>
          <p14:tracePt t="28960" x="2497138" y="3508375"/>
          <p14:tracePt t="28969" x="2497138" y="3516313"/>
          <p14:tracePt t="28977" x="2497138" y="3549650"/>
          <p14:tracePt t="28985" x="2497138" y="3565525"/>
          <p14:tracePt t="28993" x="2497138" y="3573463"/>
          <p14:tracePt t="29001" x="2497138" y="3590925"/>
          <p14:tracePt t="29009" x="2497138" y="3606800"/>
          <p14:tracePt t="29017" x="2497138" y="3616325"/>
          <p14:tracePt t="29026" x="2497138" y="3632200"/>
          <p14:tracePt t="29033" x="2487613" y="3648075"/>
          <p14:tracePt t="29042" x="2454275" y="3648075"/>
          <p14:tracePt t="29049" x="2446338" y="3657600"/>
          <p14:tracePt t="29059" x="2413000" y="3673475"/>
          <p14:tracePt t="29065" x="2405063" y="3690938"/>
          <p14:tracePt t="29075" x="2363788" y="3690938"/>
          <p14:tracePt t="29082" x="2330450" y="3714750"/>
          <p14:tracePt t="29092" x="2289175" y="3714750"/>
          <p14:tracePt t="29098" x="2247900" y="3740150"/>
          <p14:tracePt t="29108" x="2222500" y="3740150"/>
          <p14:tracePt t="29114" x="2165350" y="3773488"/>
          <p14:tracePt t="29125" x="2122488" y="3773488"/>
          <p14:tracePt t="29130" x="2081213" y="3781425"/>
          <p14:tracePt t="29142" x="2039938" y="3797300"/>
          <p14:tracePt t="29146" x="1982788" y="3814763"/>
          <p14:tracePt t="29159" x="1965325" y="3814763"/>
          <p14:tracePt t="29162" x="1924050" y="3814763"/>
          <p14:tracePt t="29175" x="1898650" y="3814763"/>
          <p14:tracePt t="29186" x="1882775" y="3814763"/>
          <p14:tracePt t="29195" x="1874838" y="3797300"/>
          <p14:tracePt t="29203" x="1874838" y="3781425"/>
          <p14:tracePt t="29211" x="1874838" y="3773488"/>
          <p14:tracePt t="29219" x="1874838" y="3756025"/>
          <p14:tracePt t="29227" x="1874838" y="3740150"/>
          <p14:tracePt t="29235" x="1874838" y="3732213"/>
          <p14:tracePt t="29267" x="1874838" y="3714750"/>
          <p14:tracePt t="29275" x="1882775" y="3714750"/>
          <p14:tracePt t="29283" x="1898650" y="3714750"/>
          <p14:tracePt t="29292" x="1916113" y="3714750"/>
          <p14:tracePt t="29299" x="1924050" y="3714750"/>
          <p14:tracePt t="29309" x="1941513" y="3714750"/>
          <p14:tracePt t="29315" x="1957388" y="3714750"/>
          <p14:tracePt t="29325" x="1982788" y="3714750"/>
          <p14:tracePt t="29332" x="2006600" y="3714750"/>
          <p14:tracePt t="29341" x="2039938" y="3714750"/>
          <p14:tracePt t="29348" x="2065338" y="3732213"/>
          <p14:tracePt t="29364" x="2098675" y="3740150"/>
          <p14:tracePt t="29372" x="2106613" y="3740150"/>
          <p14:tracePt t="29396" x="2122488" y="3740150"/>
          <p14:tracePt t="29404" x="2122488" y="3756025"/>
          <p14:tracePt t="29420" x="2139950" y="3756025"/>
          <p14:tracePt t="29550" x="2147888" y="3756025"/>
          <p14:tracePt t="29560" x="2165350" y="3756025"/>
          <p14:tracePt t="29566" x="2206625" y="3756025"/>
          <p14:tracePt t="29576" x="2230438" y="3756025"/>
          <p14:tracePt t="29582" x="2322513" y="3740150"/>
          <p14:tracePt t="29592" x="2347913" y="3732213"/>
          <p14:tracePt t="29598" x="2405063" y="3714750"/>
          <p14:tracePt t="29608" x="2471738" y="3698875"/>
          <p14:tracePt t="29616" x="2538413" y="3690938"/>
          <p14:tracePt t="29622" x="2595563" y="3690938"/>
          <p14:tracePt t="29631" x="2670175" y="3673475"/>
          <p14:tracePt t="29639" x="2720975" y="3657600"/>
          <p14:tracePt t="29647" x="2762250" y="3648075"/>
          <p14:tracePt t="29655" x="2778125" y="3648075"/>
          <p14:tracePt t="29663" x="2803525" y="3648075"/>
          <p14:tracePt t="29671" x="2836863" y="3648075"/>
          <p14:tracePt t="29687" x="2852738" y="3648075"/>
          <p14:tracePt t="29711" x="2860675" y="3648075"/>
          <p14:tracePt t="29808" x="2878138" y="3648075"/>
          <p14:tracePt t="29816" x="2894013" y="3648075"/>
          <p14:tracePt t="29825" x="2935288" y="3648075"/>
          <p14:tracePt t="29832" x="2960688" y="3648075"/>
          <p14:tracePt t="29842" x="3027363" y="3648075"/>
          <p14:tracePt t="29849" x="3101975" y="3648075"/>
          <p14:tracePt t="29858" x="3143250" y="3648075"/>
          <p14:tracePt t="29865" x="3209925" y="3648075"/>
          <p14:tracePt t="29873" x="3284538" y="3648075"/>
          <p14:tracePt t="29881" x="3333750" y="3648075"/>
          <p14:tracePt t="29889" x="3392488" y="3648075"/>
          <p14:tracePt t="29897" x="3449638" y="3648075"/>
          <p14:tracePt t="29905" x="3467100" y="3648075"/>
          <p14:tracePt t="29913" x="3492500" y="3648075"/>
          <p14:tracePt t="29921" x="3508375" y="3648075"/>
          <p14:tracePt t="29929" x="3516313" y="3648075"/>
          <p14:tracePt t="29953" x="3533775" y="3648075"/>
          <p14:tracePt t="30050" x="3549650" y="3648075"/>
          <p14:tracePt t="30066" x="3557588" y="3648075"/>
          <p14:tracePt t="30076" x="3590925" y="3648075"/>
          <p14:tracePt t="30083" x="3616325" y="3648075"/>
          <p14:tracePt t="30092" x="3657600" y="3648075"/>
          <p14:tracePt t="30099" x="3690938" y="3648075"/>
          <p14:tracePt t="30108" x="3740150" y="3648075"/>
          <p14:tracePt t="30115" x="3798888" y="3648075"/>
          <p14:tracePt t="30124" x="3822700" y="3648075"/>
          <p14:tracePt t="30131" x="3865563" y="3648075"/>
          <p14:tracePt t="30139" x="3881438" y="3648075"/>
          <p14:tracePt t="30147" x="3906838" y="3657600"/>
          <p14:tracePt t="30155" x="3922713" y="3657600"/>
          <p14:tracePt t="30163" x="3940175" y="3673475"/>
          <p14:tracePt t="30187" x="3956050" y="3690938"/>
          <p14:tracePt t="30228" x="3956050" y="3698875"/>
          <p14:tracePt t="30236" x="3940175" y="3698875"/>
          <p14:tracePt t="30244" x="3922713" y="3698875"/>
          <p14:tracePt t="30252" x="3898900" y="3698875"/>
          <p14:tracePt t="30260" x="3881438" y="3698875"/>
          <p14:tracePt t="30268" x="3856038" y="3698875"/>
          <p14:tracePt t="30276" x="3840163" y="3698875"/>
          <p14:tracePt t="30284" x="3814763" y="3698875"/>
          <p14:tracePt t="30293" x="3781425" y="3698875"/>
          <p14:tracePt t="30301" x="3773488" y="3698875"/>
          <p14:tracePt t="30309" x="3740150" y="3698875"/>
          <p14:tracePt t="30317" x="3716338" y="3698875"/>
          <p14:tracePt t="30325" x="3690938" y="3698875"/>
          <p14:tracePt t="30333" x="3657600" y="3698875"/>
          <p14:tracePt t="30342" x="3641725" y="3698875"/>
          <p14:tracePt t="30349" x="3616325" y="3698875"/>
          <p14:tracePt t="30358" x="3598863" y="3690938"/>
          <p14:tracePt t="30365" x="3590925" y="3673475"/>
          <p14:tracePt t="30375" x="3575050" y="3657600"/>
          <p14:tracePt t="30381" x="3557588" y="3632200"/>
          <p14:tracePt t="30389" x="3557588" y="3616325"/>
          <p14:tracePt t="30397" x="3549650" y="3590925"/>
          <p14:tracePt t="30406" x="3549650" y="3549650"/>
          <p14:tracePt t="30413" x="3533775" y="3532188"/>
          <p14:tracePt t="30422" x="3533775" y="3508375"/>
          <p14:tracePt t="30430" x="3533775" y="3490913"/>
          <p14:tracePt t="30438" x="3533775" y="3475038"/>
          <p14:tracePt t="30446" x="3533775" y="3467100"/>
          <p14:tracePt t="30454" x="3533775" y="3449638"/>
          <p14:tracePt t="30470" x="3533775" y="3433763"/>
          <p14:tracePt t="30559" x="3533775" y="3449638"/>
          <p14:tracePt t="30567" x="3533775" y="3475038"/>
          <p14:tracePt t="30583" x="3533775" y="3508375"/>
          <p14:tracePt t="30592" x="3549650" y="3516313"/>
          <p14:tracePt t="30599" x="3549650" y="3532188"/>
          <p14:tracePt t="30611" x="3549650" y="3565525"/>
          <p14:tracePt t="30617" x="3557588" y="3573463"/>
          <p14:tracePt t="30625" x="3557588" y="3590925"/>
          <p14:tracePt t="30632" x="3557588" y="3606800"/>
          <p14:tracePt t="30641" x="3557588" y="3632200"/>
          <p14:tracePt t="30648" x="3557588" y="3648075"/>
          <p14:tracePt t="30656" x="3575050" y="3657600"/>
          <p14:tracePt t="30672" x="3575050" y="3673475"/>
          <p14:tracePt t="30680" x="3575050" y="3690938"/>
          <p14:tracePt t="30696" x="3575050" y="3698875"/>
          <p14:tracePt t="30720" x="3575050" y="3714750"/>
          <p14:tracePt t="30729" x="3575050" y="3732213"/>
          <p14:tracePt t="30737" x="3557588" y="3732213"/>
          <p14:tracePt t="30745" x="3549650" y="3732213"/>
          <p14:tracePt t="30753" x="3549650" y="3740150"/>
          <p14:tracePt t="30761" x="3533775" y="3740150"/>
          <p14:tracePt t="30769" x="3508375" y="3740150"/>
          <p14:tracePt t="30777" x="3492500" y="3740150"/>
          <p14:tracePt t="30785" x="3475038" y="3740150"/>
          <p14:tracePt t="30793" x="3467100" y="3740150"/>
          <p14:tracePt t="30801" x="3433763" y="3740150"/>
          <p14:tracePt t="30809" x="3425825" y="3740150"/>
          <p14:tracePt t="30817" x="3408363" y="3740150"/>
          <p14:tracePt t="30825" x="3375025" y="3740150"/>
          <p14:tracePt t="30833" x="3367088" y="3714750"/>
          <p14:tracePt t="30842" x="3351213" y="3698875"/>
          <p14:tracePt t="30850" x="3333750" y="3690938"/>
          <p14:tracePt t="30859" x="3309938" y="3657600"/>
          <p14:tracePt t="30866" x="3292475" y="3632200"/>
          <p14:tracePt t="30875" x="3284538" y="3616325"/>
          <p14:tracePt t="30882" x="3267075" y="3590925"/>
          <p14:tracePt t="30892" x="3243263" y="3565525"/>
          <p14:tracePt t="30898" x="3243263" y="3532188"/>
          <p14:tracePt t="30906" x="3209925" y="3508375"/>
          <p14:tracePt t="30914" x="3209925" y="3475038"/>
          <p14:tracePt t="30922" x="3201988" y="3449638"/>
          <p14:tracePt t="30931" x="3184525" y="3433763"/>
          <p14:tracePt t="30938" x="3168650" y="3408363"/>
          <p14:tracePt t="30947" x="3168650" y="3390900"/>
          <p14:tracePt t="30955" x="3160713" y="3382963"/>
          <p14:tracePt t="30963" x="3160713" y="3367088"/>
          <p14:tracePt t="30971" x="3160713" y="3349625"/>
          <p14:tracePt t="30979" x="3143250" y="3341688"/>
          <p14:tracePt t="31003" x="3143250" y="3325813"/>
          <p14:tracePt t="31043" x="3160713" y="3308350"/>
          <p14:tracePt t="31051" x="3168650" y="3308350"/>
          <p14:tracePt t="31060" x="3184525" y="3308350"/>
          <p14:tracePt t="31068" x="3243263" y="3308350"/>
          <p14:tracePt t="31076" x="3292475" y="3308350"/>
          <p14:tracePt t="31084" x="3367088" y="3292475"/>
          <p14:tracePt t="31092" x="3408363" y="3284538"/>
          <p14:tracePt t="31100" x="3475038" y="3267075"/>
          <p14:tracePt t="31109" x="3549650" y="3267075"/>
          <p14:tracePt t="31117" x="3616325" y="3251200"/>
          <p14:tracePt t="31125" x="3673475" y="3251200"/>
          <p14:tracePt t="31132" x="3732213" y="3251200"/>
          <p14:tracePt t="31142" x="3781425" y="3251200"/>
          <p14:tracePt t="31148" x="3814763" y="3251200"/>
          <p14:tracePt t="31157" x="3856038" y="3251200"/>
          <p14:tracePt t="31165" x="3881438" y="3251200"/>
          <p14:tracePt t="31172" x="3906838" y="3251200"/>
          <p14:tracePt t="31180" x="3956050" y="3292475"/>
          <p14:tracePt t="31189" x="4005263" y="3341688"/>
          <p14:tracePt t="31197" x="4038600" y="3367088"/>
          <p14:tracePt t="31205" x="4079875" y="3408363"/>
          <p14:tracePt t="31213" x="4122738" y="3467100"/>
          <p14:tracePt t="31221" x="4146550" y="3508375"/>
          <p14:tracePt t="31229" x="4187825" y="3549650"/>
          <p14:tracePt t="31237" x="4221163" y="3606800"/>
          <p14:tracePt t="31245" x="4246563" y="3632200"/>
          <p14:tracePt t="31253" x="4262438" y="3657600"/>
          <p14:tracePt t="31261" x="4271963" y="3690938"/>
          <p14:tracePt t="31269" x="4287838" y="3698875"/>
          <p14:tracePt t="31277" x="4287838" y="3714750"/>
          <p14:tracePt t="31285" x="4305300" y="3714750"/>
          <p14:tracePt t="31294" x="4305300" y="3732213"/>
          <p14:tracePt t="31318" x="4305300" y="3740150"/>
          <p14:tracePt t="31342" x="4305300" y="3756025"/>
          <p14:tracePt t="31382" x="4305300" y="3773488"/>
          <p14:tracePt t="31392" x="4287838" y="3773488"/>
          <p14:tracePt t="31399" x="4271963" y="3773488"/>
          <p14:tracePt t="31408" x="4271963" y="3781425"/>
          <p14:tracePt t="31415" x="4262438" y="3781425"/>
          <p14:tracePt t="31424" x="4246563" y="3781425"/>
          <p14:tracePt t="31431" x="4229100" y="3797300"/>
          <p14:tracePt t="31439" x="4205288" y="3797300"/>
          <p14:tracePt t="31455" x="4187825" y="3797300"/>
          <p14:tracePt t="31463" x="4164013" y="3814763"/>
          <p14:tracePt t="31471" x="4146550" y="3814763"/>
          <p14:tracePt t="31479" x="4130675" y="3814763"/>
          <p14:tracePt t="31487" x="4105275" y="3814763"/>
          <p14:tracePt t="31495" x="4079875" y="3814763"/>
          <p14:tracePt t="31503" x="4064000" y="3814763"/>
          <p14:tracePt t="31512" x="4048125" y="3814763"/>
          <p14:tracePt t="31520" x="4038600" y="3814763"/>
          <p14:tracePt t="31528" x="4022725" y="3814763"/>
          <p14:tracePt t="31536" x="4005263" y="3814763"/>
          <p14:tracePt t="31544" x="3997325" y="3814763"/>
          <p14:tracePt t="31552" x="3981450" y="3814763"/>
          <p14:tracePt t="31568" x="3963988" y="3814763"/>
          <p14:tracePt t="31576" x="3956050" y="3814763"/>
          <p14:tracePt t="31584" x="3940175" y="3797300"/>
          <p14:tracePt t="31593" x="3922713" y="3797300"/>
          <p14:tracePt t="31601" x="3906838" y="3781425"/>
          <p14:tracePt t="31613" x="3898900" y="3781425"/>
          <p14:tracePt t="31617" x="3898900" y="3773488"/>
          <p14:tracePt t="31626" x="3881438" y="3773488"/>
          <p14:tracePt t="31633" x="3865563" y="3756025"/>
          <p14:tracePt t="31649" x="3856038" y="3740150"/>
          <p14:tracePt t="31658" x="3840163" y="3740150"/>
          <p14:tracePt t="31675" x="3822700" y="3732213"/>
          <p14:tracePt t="31681" x="3814763" y="3714750"/>
          <p14:tracePt t="31689" x="3814763" y="3698875"/>
          <p14:tracePt t="31697" x="3798888" y="3690938"/>
          <p14:tracePt t="31713" x="3781425" y="3657600"/>
          <p14:tracePt t="31722" x="3781425" y="3648075"/>
          <p14:tracePt t="31737" x="3773488" y="3632200"/>
          <p14:tracePt t="31746" x="3773488" y="3616325"/>
          <p14:tracePt t="31754" x="3773488" y="3606800"/>
          <p14:tracePt t="31762" x="3773488" y="3573463"/>
          <p14:tracePt t="31778" x="3773488" y="3565525"/>
          <p14:tracePt t="31786" x="3773488" y="3549650"/>
          <p14:tracePt t="31794" x="3773488" y="3516313"/>
          <p14:tracePt t="31802" x="3773488" y="3508375"/>
          <p14:tracePt t="31818" x="3773488" y="3475038"/>
          <p14:tracePt t="31827" x="3773488" y="3467100"/>
          <p14:tracePt t="31835" x="3773488" y="3449638"/>
          <p14:tracePt t="31843" x="3773488" y="3433763"/>
          <p14:tracePt t="31859" x="3773488" y="3424238"/>
          <p14:tracePt t="31867" x="3773488" y="3408363"/>
          <p14:tracePt t="31875" x="3773488" y="3390900"/>
          <p14:tracePt t="31883" x="3781425" y="3390900"/>
          <p14:tracePt t="31892" x="3781425" y="3382963"/>
          <p14:tracePt t="31908" x="3798888" y="3367088"/>
          <p14:tracePt t="31925" x="3814763" y="3367088"/>
          <p14:tracePt t="31932" x="3822700" y="3349625"/>
          <p14:tracePt t="31948" x="3840163" y="3349625"/>
          <p14:tracePt t="31956" x="3856038" y="3349625"/>
          <p14:tracePt t="31964" x="3865563" y="3349625"/>
          <p14:tracePt t="31972" x="3881438" y="3349625"/>
          <p14:tracePt t="31980" x="3906838" y="3349625"/>
          <p14:tracePt t="31996" x="3940175" y="3349625"/>
          <p14:tracePt t="32004" x="3963988" y="3349625"/>
          <p14:tracePt t="32012" x="3997325" y="3349625"/>
          <p14:tracePt t="32020" x="4022725" y="3349625"/>
          <p14:tracePt t="32028" x="4048125" y="3349625"/>
          <p14:tracePt t="32036" x="4089400" y="3349625"/>
          <p14:tracePt t="32045" x="4130675" y="3367088"/>
          <p14:tracePt t="32052" x="4171950" y="3390900"/>
          <p14:tracePt t="32061" x="4205288" y="3408363"/>
          <p14:tracePt t="32069" x="4246563" y="3449638"/>
          <p14:tracePt t="32077" x="4287838" y="3490913"/>
          <p14:tracePt t="32085" x="4329113" y="3532188"/>
          <p14:tracePt t="32093" x="4354513" y="3565525"/>
          <p14:tracePt t="32101" x="4387850" y="3606800"/>
          <p14:tracePt t="32109" x="4411663" y="3616325"/>
          <p14:tracePt t="32117" x="4429125" y="3657600"/>
          <p14:tracePt t="32125" x="4429125" y="3673475"/>
          <p14:tracePt t="32133" x="4437063" y="3690938"/>
          <p14:tracePt t="32142" x="4437063" y="3714750"/>
          <p14:tracePt t="32150" x="4437063" y="3732213"/>
          <p14:tracePt t="32166" x="4437063" y="3740150"/>
          <p14:tracePt t="32175" x="4437063" y="3756025"/>
          <p14:tracePt t="32191" x="4437063" y="3773488"/>
          <p14:tracePt t="32198" x="4429125" y="3773488"/>
          <p14:tracePt t="32206" x="4411663" y="3781425"/>
          <p14:tracePt t="32214" x="4395788" y="3781425"/>
          <p14:tracePt t="32230" x="4387850" y="3797300"/>
          <p14:tracePt t="32238" x="4370388" y="3797300"/>
          <p14:tracePt t="32247" x="4354513" y="3797300"/>
          <p14:tracePt t="32254" x="4346575" y="3814763"/>
          <p14:tracePt t="32262" x="4329113" y="3814763"/>
          <p14:tracePt t="32270" x="4313238" y="3814763"/>
          <p14:tracePt t="32279" x="4305300" y="3814763"/>
          <p14:tracePt t="32287" x="4271963" y="3814763"/>
          <p14:tracePt t="32295" x="4262438" y="3814763"/>
          <p14:tracePt t="32303" x="4246563" y="3814763"/>
          <p14:tracePt t="32311" x="4221163" y="3814763"/>
          <p14:tracePt t="32319" x="4205288" y="3814763"/>
          <p14:tracePt t="32327" x="4187825" y="3814763"/>
          <p14:tracePt t="32335" x="4164013" y="3814763"/>
          <p14:tracePt t="32343" x="4146550" y="3814763"/>
          <p14:tracePt t="32351" x="4130675" y="3814763"/>
          <p14:tracePt t="32367" x="4122738" y="3814763"/>
          <p14:tracePt t="32375" x="4105275" y="3814763"/>
          <p14:tracePt t="32384" x="4089400" y="3814763"/>
          <p14:tracePt t="32392" x="4079875" y="3814763"/>
          <p14:tracePt t="32400" x="4064000" y="3797300"/>
          <p14:tracePt t="32416" x="4048125" y="3797300"/>
          <p14:tracePt t="32425" x="4038600" y="3797300"/>
          <p14:tracePt t="32441" x="4022725" y="3781425"/>
          <p14:tracePt t="32448" x="4005263" y="3781425"/>
          <p14:tracePt t="32464" x="3997325" y="3773488"/>
          <p14:tracePt t="32474" x="3981450" y="3773488"/>
          <p14:tracePt t="32481" x="3956050" y="3773488"/>
          <p14:tracePt t="32488" x="3940175" y="3756025"/>
          <p14:tracePt t="32497" x="3922713" y="3756025"/>
          <p14:tracePt t="32505" x="3898900" y="3740150"/>
          <p14:tracePt t="32513" x="3881438" y="3740150"/>
          <p14:tracePt t="32521" x="3865563" y="3732213"/>
          <p14:tracePt t="32529" x="3840163" y="3714750"/>
          <p14:tracePt t="32537" x="3822700" y="3698875"/>
          <p14:tracePt t="32545" x="3814763" y="3690938"/>
          <p14:tracePt t="32553" x="3798888" y="3690938"/>
          <p14:tracePt t="32561" x="3781425" y="3673475"/>
          <p14:tracePt t="32569" x="3773488" y="3657600"/>
          <p14:tracePt t="32586" x="3757613" y="3648075"/>
          <p14:tracePt t="32594" x="3740150" y="3616325"/>
          <p14:tracePt t="32602" x="3740150" y="3606800"/>
          <p14:tracePt t="32613" x="3740150" y="3590925"/>
          <p14:tracePt t="32626" x="3740150" y="3573463"/>
          <p14:tracePt t="32634" x="3740150" y="3565525"/>
          <p14:tracePt t="32642" x="3740150" y="3549650"/>
          <p14:tracePt t="32658" x="3740150" y="3532188"/>
          <p14:tracePt t="32715" x="3757613" y="3532188"/>
          <p14:tracePt t="32731" x="3757613" y="3549650"/>
          <p14:tracePt t="32739" x="3757613" y="3565525"/>
          <p14:tracePt t="32747" x="3757613" y="3590925"/>
          <p14:tracePt t="32755" x="3757613" y="3606800"/>
          <p14:tracePt t="32763" x="3757613" y="3616325"/>
          <p14:tracePt t="32771" x="3757613" y="3648075"/>
          <p14:tracePt t="32779" x="3757613" y="3657600"/>
          <p14:tracePt t="32787" x="3757613" y="3690938"/>
          <p14:tracePt t="32795" x="3757613" y="3698875"/>
          <p14:tracePt t="32803" x="3757613" y="3732213"/>
          <p14:tracePt t="32812" x="3740150" y="3740150"/>
          <p14:tracePt t="32820" x="3732213" y="3773488"/>
          <p14:tracePt t="32828" x="3716338" y="3773488"/>
          <p14:tracePt t="32836" x="3698875" y="3781425"/>
          <p14:tracePt t="32844" x="3698875" y="3797300"/>
          <p14:tracePt t="32852" x="3673475" y="3797300"/>
          <p14:tracePt t="32860" x="3657600" y="3814763"/>
          <p14:tracePt t="32868" x="3641725" y="3814763"/>
          <p14:tracePt t="32884" x="3632200" y="3814763"/>
          <p14:tracePt t="32892" x="3616325" y="3814763"/>
          <p14:tracePt t="32900" x="3598863" y="3814763"/>
          <p14:tracePt t="32909" x="3575050" y="3814763"/>
          <p14:tracePt t="32925" x="3557588" y="3814763"/>
          <p14:tracePt t="32933" x="3533775" y="3814763"/>
          <p14:tracePt t="32942" x="3508375" y="3814763"/>
          <p14:tracePt t="32958" x="3475038" y="3797300"/>
          <p14:tracePt t="32965" x="3449638" y="3781425"/>
          <p14:tracePt t="32975" x="3433763" y="3773488"/>
          <p14:tracePt t="32981" x="3425825" y="3756025"/>
          <p14:tracePt t="32989" x="3392488" y="3740150"/>
          <p14:tracePt t="33005" x="3367088" y="3714750"/>
          <p14:tracePt t="33013" x="3351213" y="3698875"/>
          <p14:tracePt t="33021" x="3333750" y="3690938"/>
          <p14:tracePt t="33030" x="3325813" y="3657600"/>
          <p14:tracePt t="33038" x="3309938" y="3648075"/>
          <p14:tracePt t="33054" x="3292475" y="3616325"/>
          <p14:tracePt t="33062" x="3284538" y="3606800"/>
          <p14:tracePt t="33070" x="3267075" y="3590925"/>
          <p14:tracePt t="33078" x="3267075" y="3573463"/>
          <p14:tracePt t="33086" x="3251200" y="3565525"/>
          <p14:tracePt t="33094" x="3251200" y="3549650"/>
          <p14:tracePt t="33102" x="3251200" y="3532188"/>
          <p14:tracePt t="33110" x="3251200" y="3516313"/>
          <p14:tracePt t="33118" x="3251200" y="3508375"/>
          <p14:tracePt t="33126" x="3251200" y="3490913"/>
          <p14:tracePt t="33135" x="3251200" y="3475038"/>
          <p14:tracePt t="33142" x="3251200" y="3467100"/>
          <p14:tracePt t="33151" x="3251200" y="3449638"/>
          <p14:tracePt t="33166" x="3251200" y="3433763"/>
          <p14:tracePt t="33175" x="3251200" y="3424238"/>
          <p14:tracePt t="33183" x="3267075" y="3424238"/>
          <p14:tracePt t="33192" x="3267075" y="3408363"/>
          <p14:tracePt t="33199" x="3284538" y="3408363"/>
          <p14:tracePt t="33215" x="3292475" y="3408363"/>
          <p14:tracePt t="33225" x="3309938" y="3390900"/>
          <p14:tracePt t="33241" x="3325813" y="3390900"/>
          <p14:tracePt t="33248" x="3333750" y="3390900"/>
          <p14:tracePt t="33255" x="3351213" y="3390900"/>
          <p14:tracePt t="33272" x="3367088" y="3390900"/>
          <p14:tracePt t="33280" x="3375025" y="3390900"/>
          <p14:tracePt t="33288" x="3392488" y="3390900"/>
          <p14:tracePt t="33296" x="3425825" y="3390900"/>
          <p14:tracePt t="33304" x="3433763" y="3390900"/>
          <p14:tracePt t="33312" x="3467100" y="3390900"/>
          <p14:tracePt t="33320" x="3475038" y="3390900"/>
          <p14:tracePt t="33328" x="3508375" y="3390900"/>
          <p14:tracePt t="33336" x="3549650" y="3390900"/>
          <p14:tracePt t="33344" x="3557588" y="3390900"/>
          <p14:tracePt t="33352" x="3590925" y="3390900"/>
          <p14:tracePt t="33361" x="3598863" y="3390900"/>
          <p14:tracePt t="33369" x="3616325" y="3390900"/>
          <p14:tracePt t="33377" x="3641725" y="3390900"/>
          <p14:tracePt t="33385" x="3657600" y="3408363"/>
          <p14:tracePt t="33393" x="3673475" y="3408363"/>
          <p14:tracePt t="33401" x="3690938" y="3433763"/>
          <p14:tracePt t="33409" x="3698875" y="3433763"/>
          <p14:tracePt t="33417" x="3716338" y="3449638"/>
          <p14:tracePt t="33425" x="3716338" y="3467100"/>
          <p14:tracePt t="33433" x="3732213" y="3475038"/>
          <p14:tracePt t="33442" x="3732213" y="3490913"/>
          <p14:tracePt t="33449" x="3740150" y="3490913"/>
          <p14:tracePt t="33458" x="3740150" y="3508375"/>
          <p14:tracePt t="33465" x="3740150" y="3516313"/>
          <p14:tracePt t="33476" x="3740150" y="3532188"/>
          <p14:tracePt t="33491" x="3740150" y="3549650"/>
          <p14:tracePt t="33498" x="3740150" y="3565525"/>
          <p14:tracePt t="33506" x="3740150" y="3590925"/>
          <p14:tracePt t="33522" x="3740150" y="3606800"/>
          <p14:tracePt t="33530" x="3740150" y="3616325"/>
          <p14:tracePt t="33538" x="3732213" y="3648075"/>
          <p14:tracePt t="33546" x="3732213" y="3657600"/>
          <p14:tracePt t="33554" x="3716338" y="3673475"/>
          <p14:tracePt t="33563" x="3716338" y="3690938"/>
          <p14:tracePt t="33570" x="3698875" y="3698875"/>
          <p14:tracePt t="33579" x="3690938" y="3714750"/>
          <p14:tracePt t="33587" x="3673475" y="3714750"/>
          <p14:tracePt t="33595" x="3657600" y="3732213"/>
          <p14:tracePt t="33603" x="3641725" y="3740150"/>
          <p14:tracePt t="33614" x="3641725" y="3756025"/>
          <p14:tracePt t="33619" x="3616325" y="3773488"/>
          <p14:tracePt t="33627" x="3598863" y="3773488"/>
          <p14:tracePt t="33635" x="3575050" y="3781425"/>
          <p14:tracePt t="33643" x="3557588" y="3797300"/>
          <p14:tracePt t="33651" x="3533775" y="3797300"/>
          <p14:tracePt t="33659" x="3508375" y="3814763"/>
          <p14:tracePt t="33667" x="3475038" y="3814763"/>
          <p14:tracePt t="33675" x="3449638" y="3814763"/>
          <p14:tracePt t="33691" x="3425825" y="3814763"/>
          <p14:tracePt t="33700" x="3392488" y="3814763"/>
          <p14:tracePt t="33716" x="3367088" y="3814763"/>
          <p14:tracePt t="33725" x="3351213" y="3814763"/>
          <p14:tracePt t="33732" x="3333750" y="3814763"/>
          <p14:tracePt t="33741" x="3325813" y="3797300"/>
          <p14:tracePt t="33748" x="3292475" y="3781425"/>
          <p14:tracePt t="33756" x="3284538" y="3773488"/>
          <p14:tracePt t="33764" x="3267075" y="3773488"/>
          <p14:tracePt t="33772" x="3267075" y="3756025"/>
          <p14:tracePt t="33780" x="3251200" y="3740150"/>
          <p14:tracePt t="33788" x="3243263" y="3732213"/>
          <p14:tracePt t="33796" x="3209925" y="3714750"/>
          <p14:tracePt t="33805" x="3201988" y="3698875"/>
          <p14:tracePt t="33813" x="3201988" y="3690938"/>
          <p14:tracePt t="33820" x="3184525" y="3673475"/>
          <p14:tracePt t="33829" x="3160713" y="3648075"/>
          <p14:tracePt t="33837" x="3160713" y="3616325"/>
          <p14:tracePt t="33845" x="3143250" y="3606800"/>
          <p14:tracePt t="33853" x="3127375" y="3573463"/>
          <p14:tracePt t="33861" x="3127375" y="3565525"/>
          <p14:tracePt t="33869" x="3109913" y="3532188"/>
          <p14:tracePt t="33877" x="3109913" y="3508375"/>
          <p14:tracePt t="33885" x="3109913" y="3490913"/>
          <p14:tracePt t="33893" x="3109913" y="3467100"/>
          <p14:tracePt t="33901" x="3109913" y="3449638"/>
          <p14:tracePt t="33910" x="3109913" y="3433763"/>
          <p14:tracePt t="33918" x="3109913" y="3408363"/>
          <p14:tracePt t="33926" x="3109913" y="3390900"/>
          <p14:tracePt t="33942" x="3109913" y="3382963"/>
          <p14:tracePt t="33950" x="3109913" y="3349625"/>
          <p14:tracePt t="33958" x="3127375" y="3349625"/>
          <p14:tracePt t="33966" x="3127375" y="3341688"/>
          <p14:tracePt t="33975" x="3160713" y="3325813"/>
          <p14:tracePt t="33982" x="3168650" y="3308350"/>
          <p14:tracePt t="33992" x="3201988" y="3292475"/>
          <p14:tracePt t="33999" x="3209925" y="3292475"/>
          <p14:tracePt t="34008" x="3243263" y="3292475"/>
          <p14:tracePt t="34015" x="3267075" y="3284538"/>
          <p14:tracePt t="34023" x="3325813" y="3284538"/>
          <p14:tracePt t="34031" x="3375025" y="3284538"/>
          <p14:tracePt t="34039" x="3433763" y="3284538"/>
          <p14:tracePt t="34047" x="3508375" y="3284538"/>
          <p14:tracePt t="34055" x="3557588" y="3284538"/>
          <p14:tracePt t="34063" x="3598863" y="3284538"/>
          <p14:tracePt t="34071" x="3641725" y="3284538"/>
          <p14:tracePt t="34079" x="3698875" y="3292475"/>
          <p14:tracePt t="34087" x="3732213" y="3308350"/>
          <p14:tracePt t="34095" x="3757613" y="3325813"/>
          <p14:tracePt t="34103" x="3781425" y="3349625"/>
          <p14:tracePt t="34111" x="3798888" y="3367088"/>
          <p14:tracePt t="34119" x="3822700" y="3390900"/>
          <p14:tracePt t="34127" x="3856038" y="3433763"/>
          <p14:tracePt t="34136" x="3865563" y="3449638"/>
          <p14:tracePt t="34144" x="3898900" y="3490913"/>
          <p14:tracePt t="34152" x="3906838" y="3516313"/>
          <p14:tracePt t="34160" x="3922713" y="3549650"/>
          <p14:tracePt t="34168" x="3940175" y="3573463"/>
          <p14:tracePt t="34176" x="3940175" y="3606800"/>
          <p14:tracePt t="34184" x="3956050" y="3616325"/>
          <p14:tracePt t="34192" x="3956050" y="3648075"/>
          <p14:tracePt t="34200" x="3963988" y="3657600"/>
          <p14:tracePt t="34209" x="3963988" y="3673475"/>
          <p14:tracePt t="34216" x="3963988" y="3690938"/>
          <p14:tracePt t="34225" x="3963988" y="3714750"/>
          <p14:tracePt t="34233" x="3963988" y="3732213"/>
          <p14:tracePt t="34249" x="3963988" y="3756025"/>
          <p14:tracePt t="34258" x="3963988" y="3773488"/>
          <p14:tracePt t="34265" x="3963988" y="3781425"/>
          <p14:tracePt t="34275" x="3956050" y="3797300"/>
          <p14:tracePt t="34281" x="3940175" y="3814763"/>
          <p14:tracePt t="34292" x="3906838" y="3830638"/>
          <p14:tracePt t="34297" x="3898900" y="3840163"/>
          <p14:tracePt t="34309" x="3881438" y="3856038"/>
          <p14:tracePt t="34313" x="3856038" y="3856038"/>
          <p14:tracePt t="34325" x="3822700" y="3871913"/>
          <p14:tracePt t="34329" x="3798888" y="3871913"/>
          <p14:tracePt t="34342" x="3757613" y="3881438"/>
          <p14:tracePt t="34346" x="3732213" y="3881438"/>
          <p14:tracePt t="34358" x="3690938" y="3881438"/>
          <p14:tracePt t="34362" x="3657600" y="3881438"/>
          <p14:tracePt t="34375" x="3616325" y="3881438"/>
          <p14:tracePt t="34378" x="3590925" y="3881438"/>
          <p14:tracePt t="34392" x="3557588" y="3881438"/>
          <p14:tracePt t="34394" x="3533775" y="3871913"/>
          <p14:tracePt t="34409" x="3516313" y="3856038"/>
          <p14:tracePt t="34411" x="3508375" y="3830638"/>
          <p14:tracePt t="34425" x="3475038" y="3797300"/>
          <p14:tracePt t="34426" x="3467100" y="3781425"/>
          <p14:tracePt t="34434" x="3449638" y="3756025"/>
          <p14:tracePt t="34442" x="3433763" y="3714750"/>
          <p14:tracePt t="34451" x="3425825" y="3698875"/>
          <p14:tracePt t="34459" x="3425825" y="3673475"/>
          <p14:tracePt t="34467" x="3408363" y="3657600"/>
          <p14:tracePt t="34475" x="3408363" y="3632200"/>
          <p14:tracePt t="34483" x="3408363" y="3616325"/>
          <p14:tracePt t="34492" x="3408363" y="3606800"/>
          <p14:tracePt t="34499" x="3408363" y="3590925"/>
          <p14:tracePt t="34509" x="3408363" y="3573463"/>
          <p14:tracePt t="34524" x="3408363" y="3565525"/>
          <p14:tracePt t="34531" x="3408363" y="3549650"/>
          <p14:tracePt t="34564" x="3425825" y="3549650"/>
          <p14:tracePt t="34580" x="3433763" y="3549650"/>
          <p14:tracePt t="34588" x="3449638" y="3549650"/>
          <p14:tracePt t="34596" x="3467100" y="3549650"/>
          <p14:tracePt t="34613" x="3475038" y="3549650"/>
          <p14:tracePt t="34628" x="3492500" y="3549650"/>
          <p14:tracePt t="34636" x="3508375" y="3549650"/>
          <p14:tracePt t="34644" x="3516313" y="3565525"/>
          <p14:tracePt t="34652" x="3533775" y="3565525"/>
          <p14:tracePt t="34660" x="3533775" y="3573463"/>
          <p14:tracePt t="34668" x="3549650" y="3573463"/>
          <p14:tracePt t="34677" x="3557588" y="3573463"/>
          <p14:tracePt t="34693" x="3575050" y="3590925"/>
          <p14:tracePt t="34700" x="3590925" y="3590925"/>
          <p14:tracePt t="34717" x="3590925" y="3606800"/>
          <p14:tracePt t="34741" x="3590925" y="3616325"/>
          <p14:tracePt t="34773" x="3590925" y="3632200"/>
          <p14:tracePt t="34791" x="3590925" y="3648075"/>
          <p14:tracePt t="34806" x="3590925" y="3657600"/>
          <p14:tracePt t="34822" x="3590925" y="3673475"/>
          <p14:tracePt t="34846" x="3590925" y="3690938"/>
          <p14:tracePt t="34862" x="3575050" y="3690938"/>
          <p14:tracePt t="34870" x="3575050" y="3698875"/>
          <p14:tracePt t="34895" x="3557588" y="3698875"/>
          <p14:tracePt t="34935" x="3557588" y="3714750"/>
          <p14:tracePt t="35040" x="3557588" y="3698875"/>
          <p14:tracePt t="35048" x="3557588" y="3690938"/>
          <p14:tracePt t="35064" x="3557588" y="3673475"/>
          <p14:tracePt t="35072" x="3575050" y="3648075"/>
          <p14:tracePt t="35080" x="3616325" y="3632200"/>
          <p14:tracePt t="35088" x="3690938" y="3616325"/>
          <p14:tracePt t="35097" x="3781425" y="3606800"/>
          <p14:tracePt t="35104" x="3906838" y="3573463"/>
          <p14:tracePt t="35113" x="4089400" y="3532188"/>
          <p14:tracePt t="35121" x="4313238" y="3490913"/>
          <p14:tracePt t="35129" x="4529138" y="3449638"/>
          <p14:tracePt t="35137" x="4752975" y="3408363"/>
          <p14:tracePt t="35145" x="4967288" y="3349625"/>
          <p14:tracePt t="35153" x="5149850" y="3308350"/>
          <p14:tracePt t="35161" x="5349875" y="3251200"/>
          <p14:tracePt t="35169" x="5491163" y="3209925"/>
          <p14:tracePt t="35177" x="5640388" y="3167063"/>
          <p14:tracePt t="35185" x="5697538" y="3167063"/>
          <p14:tracePt t="35193" x="5797550" y="3125788"/>
          <p14:tracePt t="35202" x="5897563" y="3101975"/>
          <p14:tracePt t="35210" x="5962650" y="3084513"/>
          <p14:tracePt t="35217" x="6021388" y="3060700"/>
          <p14:tracePt t="35226" x="6046788" y="3060700"/>
          <p14:tracePt t="35234" x="6088063" y="3027363"/>
          <p14:tracePt t="35242" x="6129338" y="3027363"/>
          <p14:tracePt t="35258" x="6145213" y="3017838"/>
          <p14:tracePt t="35266" x="6162675" y="3017838"/>
          <p14:tracePt t="35275" x="6170613" y="3017838"/>
          <p14:tracePt t="35282" x="6186488" y="3001963"/>
          <p14:tracePt t="35292" x="6203950" y="3001963"/>
          <p14:tracePt t="35298" x="6211888" y="3001963"/>
          <p14:tracePt t="35308" x="6245225" y="3001963"/>
          <p14:tracePt t="35315" x="6270625" y="3001963"/>
          <p14:tracePt t="35322" x="6327775" y="3001963"/>
          <p14:tracePt t="35331" x="6394450" y="3001963"/>
          <p14:tracePt t="35339" x="6477000" y="3001963"/>
          <p14:tracePt t="35347" x="6551613" y="3001963"/>
          <p14:tracePt t="35355" x="6651625" y="3001963"/>
          <p14:tracePt t="35363" x="6759575" y="3001963"/>
          <p14:tracePt t="35371" x="6883400" y="3017838"/>
          <p14:tracePt t="35379" x="7042150" y="3084513"/>
          <p14:tracePt t="35387" x="7173913" y="3167063"/>
          <p14:tracePt t="35395" x="7348538" y="3251200"/>
          <p14:tracePt t="35403" x="7497763" y="3367088"/>
          <p14:tracePt t="35411" x="7705725" y="3490913"/>
          <p14:tracePt t="35419" x="7862888" y="3648075"/>
          <p14:tracePt t="35427" x="8045450" y="3781425"/>
          <p14:tracePt t="35436" x="8194675" y="3922713"/>
          <p14:tracePt t="35443" x="8310563" y="4038600"/>
          <p14:tracePt t="35452" x="8434388" y="4162425"/>
          <p14:tracePt t="35460" x="8550275" y="4270375"/>
          <p14:tracePt t="35468" x="8642350" y="4370388"/>
          <p14:tracePt t="35476" x="8742363" y="4486275"/>
          <p14:tracePt t="35484" x="8840788" y="4576763"/>
          <p14:tracePt t="35492" x="8907463" y="4676775"/>
          <p14:tracePt t="35500" x="9007475" y="4776788"/>
          <p14:tracePt t="35509" x="9031288" y="4818063"/>
          <p14:tracePt t="35516" x="9105900" y="4900613"/>
          <p14:tracePt t="35525" x="9172575" y="4975225"/>
          <p14:tracePt t="35532" x="9213850" y="5026025"/>
          <p14:tracePt t="35542" x="9247188" y="5067300"/>
          <p14:tracePt t="35549" x="9272588" y="5100638"/>
          <p14:tracePt t="35558" x="9288463" y="5108575"/>
          <p14:tracePt t="35565" x="9297988" y="5124450"/>
          <p14:tracePt t="35589" x="9313863" y="5141913"/>
          <p14:tracePt t="35670" x="9313863" y="5157788"/>
          <p14:tracePt t="35702" x="9313863" y="5165725"/>
          <p14:tracePt t="35718" x="9297988" y="5183188"/>
          <p14:tracePt t="35726" x="9288463" y="5199063"/>
          <p14:tracePt t="35734" x="9272588" y="5207000"/>
          <p14:tracePt t="35742" x="9256713" y="5249863"/>
          <p14:tracePt t="35750" x="9231313" y="5281613"/>
          <p14:tracePt t="35758" x="9205913" y="5307013"/>
          <p14:tracePt t="35767" x="9190038" y="5324475"/>
          <p14:tracePt t="35775" x="9148763" y="5348288"/>
          <p14:tracePt t="35783" x="9123363" y="5373688"/>
          <p14:tracePt t="35792" x="9064625" y="5407025"/>
          <p14:tracePt t="35799" x="8990013" y="5432425"/>
          <p14:tracePt t="35809" x="8940800" y="5432425"/>
          <p14:tracePt t="35815" x="8907463" y="5448300"/>
          <p14:tracePt t="35824" x="8824913" y="5464175"/>
          <p14:tracePt t="35831" x="8799513" y="5464175"/>
          <p14:tracePt t="35839" x="8742363" y="5464175"/>
          <p14:tracePt t="35847" x="8699500" y="5464175"/>
          <p14:tracePt t="35856" x="8683625" y="5464175"/>
          <p14:tracePt t="35864" x="8642350" y="5464175"/>
          <p14:tracePt t="35871" x="8634413" y="5464175"/>
          <p14:tracePt t="35880" x="8616950" y="5464175"/>
          <p14:tracePt t="35887" x="8593138" y="5464175"/>
          <p14:tracePt t="35896" x="8575675" y="5464175"/>
          <p14:tracePt t="35904" x="8534400" y="5464175"/>
          <p14:tracePt t="35912" x="8475663" y="5464175"/>
          <p14:tracePt t="35920" x="8410575" y="5464175"/>
          <p14:tracePt t="35928" x="8310563" y="5464175"/>
          <p14:tracePt t="35936" x="8153400" y="5448300"/>
          <p14:tracePt t="35944" x="8004175" y="5407025"/>
          <p14:tracePt t="35952" x="7821613" y="5373688"/>
          <p14:tracePt t="35961" x="7597775" y="5332413"/>
          <p14:tracePt t="35968" x="7389813" y="5307013"/>
          <p14:tracePt t="35977" x="7191375" y="5281613"/>
          <p14:tracePt t="35985" x="6983413" y="5207000"/>
          <p14:tracePt t="35993" x="6826250" y="5183188"/>
          <p14:tracePt t="36001" x="6677025" y="5141913"/>
          <p14:tracePt t="36009" x="6518275" y="5100638"/>
          <p14:tracePt t="36017" x="6394450" y="5057775"/>
          <p14:tracePt t="36025" x="6270625" y="5000625"/>
          <p14:tracePt t="36033" x="6162675" y="4941888"/>
          <p14:tracePt t="36042" x="6005513" y="4833938"/>
          <p14:tracePt t="36049" x="5864225" y="4718050"/>
          <p14:tracePt t="36058" x="5738813" y="4627563"/>
          <p14:tracePt t="36065" x="5630863" y="4494213"/>
          <p14:tracePt t="36075" x="5514975" y="4386263"/>
          <p14:tracePt t="36082" x="5407025" y="4229100"/>
          <p14:tracePt t="36092" x="5324475" y="4105275"/>
          <p14:tracePt t="36097" x="5267325" y="3979863"/>
          <p14:tracePt t="36109" x="5192713" y="3830638"/>
          <p14:tracePt t="36114" x="5167313" y="3673475"/>
          <p14:tracePt t="36125" x="5126038" y="3516313"/>
          <p14:tracePt t="36130" x="5126038" y="3467100"/>
          <p14:tracePt t="36142" x="5108575" y="3349625"/>
          <p14:tracePt t="36146" x="5108575" y="3251200"/>
          <p14:tracePt t="36158" x="5108575" y="3076575"/>
          <p14:tracePt t="36162" x="5108575" y="2943225"/>
          <p14:tracePt t="36175" x="5108575" y="2852738"/>
          <p14:tracePt t="36179" x="5126038" y="2719388"/>
          <p14:tracePt t="36192" x="5192713" y="2595563"/>
          <p14:tracePt t="36195" x="5267325" y="2495550"/>
          <p14:tracePt t="36209" x="5349875" y="2387600"/>
          <p14:tracePt t="36212" x="5448300" y="2281238"/>
          <p14:tracePt t="36225" x="5556250" y="2147888"/>
          <p14:tracePt t="36228" x="5681663" y="2055813"/>
          <p14:tracePt t="36242" x="5780088" y="1965325"/>
          <p14:tracePt t="36244" x="5897563" y="1898650"/>
          <p14:tracePt t="36258" x="6005513" y="1841500"/>
          <p14:tracePt t="36261" x="6103938" y="1774825"/>
          <p14:tracePt t="36275" x="6229350" y="1716088"/>
          <p14:tracePt t="36276" x="6353175" y="1674813"/>
          <p14:tracePt t="36283" x="6535738" y="1617663"/>
          <p14:tracePt t="36292" x="6718300" y="1576388"/>
          <p14:tracePt t="36300" x="6916738" y="1533525"/>
          <p14:tracePt t="36308" x="7124700" y="1525588"/>
          <p14:tracePt t="36316" x="7348538" y="1492250"/>
          <p14:tracePt t="36325" x="7796213" y="1468438"/>
          <p14:tracePt t="36332" x="7945438" y="1468438"/>
          <p14:tracePt t="36342" x="8210550" y="1468438"/>
          <p14:tracePt t="36348" x="8459788" y="1468438"/>
          <p14:tracePt t="36358" x="8724900" y="1492250"/>
          <p14:tracePt t="36364" x="8990013" y="1576388"/>
          <p14:tracePt t="36375" x="9205913" y="1658938"/>
          <p14:tracePt t="36380" x="9429750" y="1749425"/>
          <p14:tracePt t="36391" x="9653588" y="1816100"/>
          <p14:tracePt t="36396" x="9844088" y="1924050"/>
          <p14:tracePt t="36408" x="10052050" y="2024063"/>
          <p14:tracePt t="36412" x="10209213" y="2098675"/>
          <p14:tracePt t="36425" x="10358438" y="2181225"/>
          <p14:tracePt t="36429" x="10533063" y="2281238"/>
          <p14:tracePt t="36442" x="10641013" y="2346325"/>
          <p14:tracePt t="36445" x="10782300" y="2430463"/>
          <p14:tracePt t="36458" x="10890250" y="2546350"/>
          <p14:tracePt t="36461" x="10988675" y="2628900"/>
          <p14:tracePt t="36475" x="11072813" y="2719388"/>
          <p14:tracePt t="36478" x="11171238" y="2811463"/>
          <p14:tracePt t="36491" x="11237913" y="2919413"/>
          <p14:tracePt t="36494" x="11353800" y="3027363"/>
          <p14:tracePt t="36508" x="11395075" y="3117850"/>
          <p14:tracePt t="36511" x="11479213" y="3225800"/>
          <p14:tracePt t="36525" x="11520488" y="3325813"/>
          <p14:tracePt t="36526" x="11577638" y="3424238"/>
          <p14:tracePt t="36534" x="11620500" y="3516313"/>
          <p14:tracePt t="36542" x="11685588" y="3648075"/>
          <p14:tracePt t="36550" x="11726863" y="3773488"/>
          <p14:tracePt t="36558" x="11760200" y="3897313"/>
          <p14:tracePt t="36566" x="11769725" y="3963988"/>
          <p14:tracePt t="36575" x="11801475" y="4064000"/>
          <p14:tracePt t="36582" x="11818938" y="4162425"/>
          <p14:tracePt t="36592" x="11826875" y="4246563"/>
          <p14:tracePt t="36598" x="11844338" y="4303713"/>
          <p14:tracePt t="36613" x="11844338" y="4370388"/>
          <p14:tracePt t="36614" x="11844338" y="4411663"/>
          <p14:tracePt t="36622" x="11844338" y="4452938"/>
          <p14:tracePt t="36631" x="11844338" y="4470400"/>
          <p14:tracePt t="36638" x="11826875" y="4535488"/>
          <p14:tracePt t="36647" x="11785600" y="4576763"/>
          <p14:tracePt t="36655" x="11744325" y="4627563"/>
          <p14:tracePt t="36663" x="11677650" y="4694238"/>
          <p14:tracePt t="36671" x="11620500" y="4759325"/>
          <p14:tracePt t="36679" x="11536363" y="4833938"/>
          <p14:tracePt t="36687" x="11453813" y="4900613"/>
          <p14:tracePt t="36695" x="11296650" y="5016500"/>
          <p14:tracePt t="36703" x="11171238" y="5100638"/>
          <p14:tracePt t="36711" x="11022013" y="5165725"/>
          <p14:tracePt t="36719" x="10823575" y="5240338"/>
          <p14:tracePt t="36727" x="10433050" y="5348288"/>
          <p14:tracePt t="36735" x="10275888" y="5365750"/>
          <p14:tracePt t="36744" x="10026650" y="5373688"/>
          <p14:tracePt t="36752" x="9761538" y="5407025"/>
          <p14:tracePt t="36760" x="9496425" y="5407025"/>
          <p14:tracePt t="36768" x="9247188" y="5407025"/>
          <p14:tracePt t="36776" x="9064625" y="5407025"/>
          <p14:tracePt t="36784" x="8866188" y="5407025"/>
          <p14:tracePt t="36792" x="8716963" y="5407025"/>
          <p14:tracePt t="36800" x="8601075" y="5407025"/>
          <p14:tracePt t="36809" x="8475663" y="5407025"/>
          <p14:tracePt t="36816" x="8351838" y="5407025"/>
          <p14:tracePt t="36826" x="8251825" y="5407025"/>
          <p14:tracePt t="36832" x="8143875" y="5389563"/>
          <p14:tracePt t="36842" x="8020050" y="5365750"/>
          <p14:tracePt t="36848" x="7920038" y="5348288"/>
          <p14:tracePt t="36858" x="7796213" y="5348288"/>
          <p14:tracePt t="36865" x="7737475" y="5332413"/>
          <p14:tracePt t="36876" x="7639050" y="5332413"/>
          <p14:tracePt t="36881" x="7572375" y="5324475"/>
          <p14:tracePt t="36892" x="7472363" y="5324475"/>
          <p14:tracePt t="36897" x="7431088" y="5307013"/>
          <p14:tracePt t="36909" x="7348538" y="5307013"/>
          <p14:tracePt t="36913" x="7307263" y="5307013"/>
          <p14:tracePt t="36925" x="7265988" y="5307013"/>
          <p14:tracePt t="36929" x="7207250" y="5291138"/>
          <p14:tracePt t="36942" x="7173913" y="5291138"/>
          <p14:tracePt t="36945" x="7132638" y="5281613"/>
          <p14:tracePt t="36958" x="7091363" y="5281613"/>
          <p14:tracePt t="36962" x="7065963" y="5265738"/>
          <p14:tracePt t="36975" x="7042150" y="5265738"/>
          <p14:tracePt t="36978" x="7024688" y="5249863"/>
          <p14:tracePt t="36991" x="7008813" y="5249863"/>
          <p14:tracePt t="36994" x="6983413" y="5249863"/>
          <p14:tracePt t="37008" x="6967538" y="5249863"/>
          <p14:tracePt t="37025" x="6958013" y="5240338"/>
          <p14:tracePt t="37027" x="6942138" y="5240338"/>
          <p14:tracePt t="37099" x="6942138" y="5224463"/>
          <p14:tracePt t="37349" x="6942138" y="5207000"/>
          <p14:tracePt t="37359" x="6942138" y="5083175"/>
          <p14:tracePt t="37365" x="6942138" y="4975225"/>
          <p14:tracePt t="37375" x="6942138" y="4818063"/>
          <p14:tracePt t="37381" x="6942138" y="4694238"/>
          <p14:tracePt t="37391" x="6916738" y="4511675"/>
          <p14:tracePt t="37398" x="6900863" y="4362450"/>
          <p14:tracePt t="37406" x="6883400" y="4203700"/>
          <p14:tracePt t="37414" x="6859588" y="3897313"/>
          <p14:tracePt t="37422" x="6818313" y="3648075"/>
          <p14:tracePt t="37430" x="6800850" y="3424238"/>
          <p14:tracePt t="37438" x="6759575" y="3241675"/>
          <p14:tracePt t="37446" x="6743700" y="3060700"/>
          <p14:tracePt t="37454" x="6743700" y="2901950"/>
          <p14:tracePt t="37462" x="6718300" y="2752725"/>
          <p14:tracePt t="37470" x="6718300" y="2695575"/>
          <p14:tracePt t="37478" x="6718300" y="2595563"/>
          <p14:tracePt t="37486" x="6718300" y="2495550"/>
          <p14:tracePt t="37495" x="6718300" y="2454275"/>
          <p14:tracePt t="37502" x="6718300" y="2405063"/>
          <p14:tracePt t="37511" x="6718300" y="2363788"/>
          <p14:tracePt t="37519" x="6718300" y="2346325"/>
          <p14:tracePt t="37535" x="6718300" y="2330450"/>
          <p14:tracePt t="37543" x="6718300" y="2322513"/>
          <p14:tracePt t="37626" x="6718300" y="2330450"/>
          <p14:tracePt t="37632" x="6700838" y="2346325"/>
          <p14:tracePt t="37648" x="6692900" y="2346325"/>
          <p14:tracePt t="37659" x="6692900" y="2363788"/>
          <p14:tracePt t="37664" x="6677025" y="2363788"/>
          <p14:tracePt t="37680" x="6659563" y="2363788"/>
          <p14:tracePt t="37692" x="6651625" y="2371725"/>
          <p14:tracePt t="37696" x="6635750" y="2371725"/>
          <p14:tracePt t="37708" x="6618288" y="2371725"/>
          <p14:tracePt t="37712" x="6592888" y="2371725"/>
          <p14:tracePt t="37725" x="6577013" y="2371725"/>
          <p14:tracePt t="37729" x="6551613" y="2371725"/>
          <p14:tracePt t="37742" x="6518275" y="2371725"/>
          <p14:tracePt t="37745" x="6510338" y="2371725"/>
          <p14:tracePt t="37758" x="6477000" y="2371725"/>
          <p14:tracePt t="37761" x="6469063" y="2371725"/>
          <p14:tracePt t="37775" x="6435725" y="2387600"/>
          <p14:tracePt t="37778" x="6394450" y="2387600"/>
          <p14:tracePt t="37792" x="6386513" y="2387600"/>
          <p14:tracePt t="37794" x="6327775" y="2387600"/>
          <p14:tracePt t="37808" x="6286500" y="2387600"/>
          <p14:tracePt t="37809" x="6203950" y="2405063"/>
          <p14:tracePt t="37817" x="6121400" y="2413000"/>
          <p14:tracePt t="37825" x="6046788" y="2413000"/>
          <p14:tracePt t="37834" x="6021388" y="2430463"/>
          <p14:tracePt t="37843" x="5938838" y="2430463"/>
          <p14:tracePt t="37850" x="5864225" y="2446338"/>
          <p14:tracePt t="37859" x="5797550" y="2454275"/>
          <p14:tracePt t="37866" x="5738813" y="2454275"/>
          <p14:tracePt t="37875" x="5673725" y="2454275"/>
          <p14:tracePt t="37882" x="5614988" y="2454275"/>
          <p14:tracePt t="37892" x="5556250" y="2454275"/>
          <p14:tracePt t="37898" x="5491163" y="2454275"/>
          <p14:tracePt t="37908" x="5432425" y="2454275"/>
          <p14:tracePt t="37914" x="5365750" y="2454275"/>
          <p14:tracePt t="37925" x="5308600" y="2454275"/>
          <p14:tracePt t="37931" x="5267325" y="2454275"/>
          <p14:tracePt t="37942" x="5183188" y="2454275"/>
          <p14:tracePt t="37947" x="5141913" y="2454275"/>
          <p14:tracePt t="37958" x="5059363" y="2454275"/>
          <p14:tracePt t="37963" x="5018088" y="2454275"/>
          <p14:tracePt t="37975" x="4959350" y="2454275"/>
          <p14:tracePt t="37979" x="4918075" y="2454275"/>
          <p14:tracePt t="37992" x="4860925" y="2454275"/>
          <p14:tracePt t="37995" x="4835525" y="2454275"/>
          <p14:tracePt t="38008" x="4794250" y="2446338"/>
          <p14:tracePt t="38011" x="4760913" y="2430463"/>
          <p14:tracePt t="38025" x="4719638" y="2430463"/>
          <p14:tracePt t="38028" x="4678363" y="2413000"/>
          <p14:tracePt t="38042" x="4652963" y="2405063"/>
          <p14:tracePt t="38045" x="4594225" y="2405063"/>
          <p14:tracePt t="38058" x="4570413" y="2387600"/>
          <p14:tracePt t="38060" x="4529138" y="2371725"/>
          <p14:tracePt t="38068" x="4486275" y="2371725"/>
          <p14:tracePt t="38076" x="4454525" y="2346325"/>
          <p14:tracePt t="38084" x="4429125" y="2346325"/>
          <p14:tracePt t="38092" x="4411663" y="2330450"/>
          <p14:tracePt t="38100" x="4387850" y="2322513"/>
          <p14:tracePt t="38109" x="4354513" y="2305050"/>
          <p14:tracePt t="38116" x="4346575" y="2289175"/>
          <p14:tracePt t="38125" x="4329113" y="2281238"/>
          <p14:tracePt t="38132" x="4313238" y="2263775"/>
          <p14:tracePt t="38142" x="4313238" y="2230438"/>
          <p14:tracePt t="38148" x="4305300" y="2222500"/>
          <p14:tracePt t="38158" x="4287838" y="2189163"/>
          <p14:tracePt t="38165" x="4271963" y="2181225"/>
          <p14:tracePt t="38175" x="4271963" y="2139950"/>
          <p14:tracePt t="38181" x="4271963" y="2106613"/>
          <p14:tracePt t="38192" x="4271963" y="2081213"/>
          <p14:tracePt t="38197" x="4271963" y="2055813"/>
          <p14:tracePt t="38209" x="4271963" y="2024063"/>
          <p14:tracePt t="38213" x="4271963" y="1998663"/>
          <p14:tracePt t="38225" x="4271963" y="1965325"/>
          <p14:tracePt t="38229" x="4271963" y="1957388"/>
          <p14:tracePt t="38242" x="4271963" y="1924050"/>
          <p14:tracePt t="38245" x="4271963" y="1916113"/>
          <p14:tracePt t="38258" x="4271963" y="1882775"/>
          <p14:tracePt t="38262" x="4271963" y="1874838"/>
          <p14:tracePt t="38275" x="4287838" y="1857375"/>
          <p14:tracePt t="38278" x="4287838" y="1841500"/>
          <p14:tracePt t="38292" x="4305300" y="1831975"/>
          <p14:tracePt t="38295" x="4313238" y="1816100"/>
          <p14:tracePt t="38308" x="4329113" y="1800225"/>
          <p14:tracePt t="38311" x="4354513" y="1790700"/>
          <p14:tracePt t="38325" x="4395788" y="1757363"/>
          <p14:tracePt t="38327" x="4454525" y="1749425"/>
          <p14:tracePt t="38342" x="4529138" y="1716088"/>
          <p14:tracePt t="38343" x="4594225" y="1692275"/>
          <p14:tracePt t="38350" x="4660900" y="1674813"/>
          <p14:tracePt t="38358" x="4702175" y="1658938"/>
          <p14:tracePt t="38366" x="4860925" y="1633538"/>
          <p14:tracePt t="38375" x="4943475" y="1617663"/>
          <p14:tracePt t="38383" x="5041900" y="1608138"/>
          <p14:tracePt t="38392" x="5167313" y="1592263"/>
          <p14:tracePt t="38399" x="5324475" y="1566863"/>
          <p14:tracePt t="38408" x="5448300" y="1566863"/>
          <p14:tracePt t="38415" x="5573713" y="1566863"/>
          <p14:tracePt t="38425" x="5715000" y="1566863"/>
          <p14:tracePt t="38431" x="5838825" y="1566863"/>
          <p14:tracePt t="38442" x="5962650" y="1566863"/>
          <p14:tracePt t="38447" x="6062663" y="1566863"/>
          <p14:tracePt t="38458" x="6088063" y="1576388"/>
          <p14:tracePt t="38463" x="6186488" y="1608138"/>
          <p14:tracePt t="38475" x="6286500" y="1651000"/>
          <p14:tracePt t="38479" x="6353175" y="1674813"/>
          <p14:tracePt t="38492" x="6435725" y="1700213"/>
          <p14:tracePt t="38496" x="6477000" y="1733550"/>
          <p14:tracePt t="38508" x="6535738" y="1774825"/>
          <p14:tracePt t="38512" x="6592888" y="1800225"/>
          <p14:tracePt t="38525" x="6651625" y="1841500"/>
          <p14:tracePt t="38528" x="6734175" y="1916113"/>
          <p14:tracePt t="38542" x="6784975" y="1998663"/>
          <p14:tracePt t="38544" x="6859588" y="2081213"/>
          <p14:tracePt t="38558" x="6916738" y="2189163"/>
          <p14:tracePt t="38561" x="6958013" y="2230438"/>
          <p14:tracePt t="38575" x="7008813" y="2346325"/>
          <p14:tracePt t="38577" x="7042150" y="2387600"/>
          <p14:tracePt t="38592" x="7083425" y="2471738"/>
          <p14:tracePt t="38593" x="7091363" y="2495550"/>
          <p14:tracePt t="38601" x="7107238" y="2546350"/>
          <p14:tracePt t="38613" x="7124700" y="2554288"/>
          <p14:tracePt t="38617" x="7124700" y="2570163"/>
          <p14:tracePt t="38633" x="7124700" y="2587625"/>
          <p14:tracePt t="38642" x="7124700" y="2595563"/>
          <p14:tracePt t="38665" x="7124700" y="2611438"/>
          <p14:tracePt t="38689" x="7107238" y="2628900"/>
          <p14:tracePt t="38697" x="7091363" y="2628900"/>
          <p14:tracePt t="38705" x="7083425" y="2628900"/>
          <p14:tracePt t="38713" x="7050088" y="2636838"/>
          <p14:tracePt t="38722" x="7042150" y="2654300"/>
          <p14:tracePt t="38730" x="6999288" y="2670175"/>
          <p14:tracePt t="38738" x="6958013" y="2678113"/>
          <p14:tracePt t="38746" x="6924675" y="2695575"/>
          <p14:tracePt t="38754" x="6867525" y="2711450"/>
          <p14:tracePt t="38762" x="6842125" y="2719388"/>
          <p14:tracePt t="38770" x="6784975" y="2736850"/>
          <p14:tracePt t="38778" x="6734175" y="2752725"/>
          <p14:tracePt t="38786" x="6677025" y="2760663"/>
          <p14:tracePt t="38795" x="6618288" y="2778125"/>
          <p14:tracePt t="38802" x="6577013" y="2811463"/>
          <p14:tracePt t="38810" x="6518275" y="2811463"/>
          <p14:tracePt t="38818" x="6469063" y="2836863"/>
          <p14:tracePt t="38826" x="6411913" y="2860675"/>
          <p14:tracePt t="38835" x="6353175" y="2860675"/>
          <p14:tracePt t="38843" x="6311900" y="2894013"/>
          <p14:tracePt t="38851" x="6270625" y="2894013"/>
          <p14:tracePt t="38859" x="6245225" y="2901950"/>
          <p14:tracePt t="38867" x="6203950" y="2919413"/>
          <p14:tracePt t="38875" x="6162675" y="2919413"/>
          <p14:tracePt t="38883" x="6145213" y="2935288"/>
          <p14:tracePt t="38892" x="6121400" y="2935288"/>
          <p14:tracePt t="38899" x="6103938" y="2935288"/>
          <p14:tracePt t="38909" x="6088063" y="2935288"/>
          <p14:tracePt t="38915" x="6070600" y="2935288"/>
          <p14:tracePt t="38925" x="6062663" y="2935288"/>
          <p14:tracePt t="38932" x="6046788" y="2935288"/>
          <p14:tracePt t="38941" x="6029325" y="2935288"/>
          <p14:tracePt t="38956" x="6021388" y="2935288"/>
          <p14:tracePt t="38972" x="6005513" y="2935288"/>
          <p14:tracePt t="38988" x="5988050" y="2935288"/>
          <p14:tracePt t="38996" x="5980113" y="2919413"/>
          <p14:tracePt t="39004" x="5962650" y="2919413"/>
          <p14:tracePt t="39012" x="5946775" y="2919413"/>
          <p14:tracePt t="39020" x="5938838" y="2901950"/>
          <p14:tracePt t="39029" x="5921375" y="2901950"/>
          <p14:tracePt t="39036" x="5905500" y="2894013"/>
          <p14:tracePt t="39045" x="5880100" y="2894013"/>
          <p14:tracePt t="39053" x="5864225" y="2878138"/>
          <p14:tracePt t="39061" x="5838825" y="2878138"/>
          <p14:tracePt t="39069" x="5822950" y="2860675"/>
          <p14:tracePt t="39077" x="5780088" y="2852738"/>
          <p14:tracePt t="39085" x="5738813" y="2852738"/>
          <p14:tracePt t="39093" x="5715000" y="2836863"/>
          <p14:tracePt t="39101" x="5614988" y="2794000"/>
          <p14:tracePt t="39109" x="5540375" y="2760663"/>
          <p14:tracePt t="39117" x="5473700" y="2736850"/>
          <p14:tracePt t="39126" x="5373688" y="2695575"/>
          <p14:tracePt t="39133" x="5291138" y="2654300"/>
          <p14:tracePt t="39142" x="5192713" y="2595563"/>
          <p14:tracePt t="39150" x="5149850" y="2570163"/>
          <p14:tracePt t="39159" x="5067300" y="2513013"/>
          <p14:tracePt t="39166" x="4984750" y="2454275"/>
          <p14:tracePt t="39176" x="4943475" y="2413000"/>
          <p14:tracePt t="39182" x="4902200" y="2371725"/>
          <p14:tracePt t="39192" x="4876800" y="2363788"/>
          <p14:tracePt t="39198" x="4860925" y="2330450"/>
          <p14:tracePt t="39208" x="4843463" y="2305050"/>
          <p14:tracePt t="39222" x="4835525" y="2289175"/>
          <p14:tracePt t="39230" x="4835525" y="2281238"/>
          <p14:tracePt t="39246" x="4835525" y="2263775"/>
          <p14:tracePt t="39263" x="4843463" y="2263775"/>
          <p14:tracePt t="39271" x="4860925" y="2247900"/>
          <p14:tracePt t="39279" x="4902200" y="2247900"/>
          <p14:tracePt t="39287" x="4959350" y="2230438"/>
          <p14:tracePt t="39295" x="5141913" y="2181225"/>
          <p14:tracePt t="39303" x="5332413" y="2122488"/>
          <p14:tracePt t="39311" x="5448300" y="2098675"/>
          <p14:tracePt t="39319" x="5715000" y="2024063"/>
          <p14:tracePt t="39327" x="6211888" y="1916113"/>
          <p14:tracePt t="39335" x="6602413" y="1857375"/>
          <p14:tracePt t="39343" x="7065963" y="1800225"/>
          <p14:tracePt t="39351" x="7248525" y="1800225"/>
          <p14:tracePt t="39360" x="7639050" y="1774825"/>
          <p14:tracePt t="39368" x="8335963" y="1774825"/>
          <p14:tracePt t="39376" x="8783638" y="1774825"/>
          <p14:tracePt t="39384" x="9172575" y="1800225"/>
          <p14:tracePt t="39392" x="9331325" y="1874838"/>
          <p14:tracePt t="39400" x="9637713" y="1981200"/>
          <p14:tracePt t="39408" x="9928225" y="2098675"/>
          <p14:tracePt t="39416" x="10267950" y="2247900"/>
          <p14:tracePt t="39425" x="10517188" y="2413000"/>
          <p14:tracePt t="39432" x="10764838" y="2570163"/>
          <p14:tracePt t="39442" x="10988675" y="2719388"/>
          <p14:tracePt t="39448" x="11129963" y="2852738"/>
          <p14:tracePt t="39458" x="11288713" y="2986088"/>
          <p14:tracePt t="39465" x="11329988" y="3027363"/>
          <p14:tracePt t="39474" x="11395075" y="3117850"/>
          <p14:tracePt t="39481" x="11461750" y="3184525"/>
          <p14:tracePt t="39489" x="11503025" y="3251200"/>
          <p14:tracePt t="39497" x="11561763" y="3308350"/>
          <p14:tracePt t="39505" x="11595100" y="3367088"/>
          <p14:tracePt t="39513" x="11644313" y="3475038"/>
          <p14:tracePt t="39521" x="11677650" y="3516313"/>
          <p14:tracePt t="39529" x="11703050" y="3549650"/>
          <p14:tracePt t="39537" x="11744325" y="3606800"/>
          <p14:tracePt t="39546" x="11769725" y="3657600"/>
          <p14:tracePt t="39553" x="11801475" y="3714750"/>
          <p14:tracePt t="39561" x="11844338" y="3756025"/>
          <p14:tracePt t="39569" x="11860213" y="3814763"/>
          <p14:tracePt t="39578" x="11909425" y="3922713"/>
          <p14:tracePt t="39586" x="11942763" y="3997325"/>
          <p14:tracePt t="39594" x="11968163" y="4064000"/>
          <p14:tracePt t="39602" x="11984038" y="4105275"/>
          <p14:tracePt t="39614" x="11993563" y="4229100"/>
          <p14:tracePt t="39618" x="11993563" y="4262438"/>
          <p14:tracePt t="39626" x="11993563" y="4362450"/>
          <p14:tracePt t="39634" x="11993563" y="4427538"/>
          <p14:tracePt t="39642" x="11993563" y="4486275"/>
          <p14:tracePt t="39650" x="11993563" y="4552950"/>
          <p14:tracePt t="39659" x="11993563" y="4610100"/>
          <p14:tracePt t="39666" x="11993563" y="4668838"/>
          <p14:tracePt t="39675" x="11993563" y="4718050"/>
          <p14:tracePt t="39683" x="11968163" y="4751388"/>
          <p14:tracePt t="39692" x="11942763" y="4802188"/>
          <p14:tracePt t="39699" x="11901488" y="4876800"/>
          <p14:tracePt t="39709" x="11885613" y="4900613"/>
          <p14:tracePt t="39715" x="11826875" y="4983163"/>
          <p14:tracePt t="39725" x="11760200" y="5026025"/>
          <p14:tracePt t="39731" x="11718925" y="5100638"/>
          <p14:tracePt t="39742" x="11677650" y="5108575"/>
          <p14:tracePt t="39747" x="11636375" y="5157788"/>
          <p14:tracePt t="39759" x="11577638" y="5207000"/>
          <p14:tracePt t="39763" x="11520488" y="5240338"/>
          <p14:tracePt t="39775" x="11412538" y="5291138"/>
          <p14:tracePt t="39780" x="11371263" y="5332413"/>
          <p14:tracePt t="39792" x="11288713" y="5365750"/>
          <p14:tracePt t="39796" x="11188700" y="5407025"/>
          <p14:tracePt t="39808" x="11106150" y="5448300"/>
          <p14:tracePt t="39812" x="10947400" y="5507038"/>
          <p14:tracePt t="39825" x="10798175" y="5548313"/>
          <p14:tracePt t="39828" x="10615613" y="5597525"/>
          <p14:tracePt t="39842" x="10417175" y="5638800"/>
          <p14:tracePt t="39845" x="10234613" y="5688013"/>
          <p14:tracePt t="39859" x="10010775" y="5738813"/>
          <p14:tracePt t="39861" x="9828213" y="5754688"/>
          <p14:tracePt t="39875" x="9604375" y="5795963"/>
          <p14:tracePt t="39877" x="9396413" y="5813425"/>
          <p14:tracePt t="39892" x="9172575" y="5837238"/>
          <p14:tracePt t="39893" x="8948738" y="5837238"/>
          <p14:tracePt t="39900" x="8724900" y="5837238"/>
          <p14:tracePt t="39909" x="8501063" y="5837238"/>
          <p14:tracePt t="39917" x="8326438" y="5837238"/>
          <p14:tracePt t="39925" x="8169275" y="5837238"/>
          <p14:tracePt t="39933" x="7986713" y="5837238"/>
          <p14:tracePt t="39942" x="7862888" y="5837238"/>
          <p14:tracePt t="39949" x="7705725" y="5837238"/>
          <p14:tracePt t="39959" x="7621588" y="5837238"/>
          <p14:tracePt t="39965" x="7497763" y="5813425"/>
          <p14:tracePt t="39975" x="7456488" y="5795963"/>
          <p14:tracePt t="39981" x="7307263" y="5738813"/>
          <p14:tracePt t="39992" x="7232650" y="5713413"/>
          <p14:tracePt t="39997" x="7150100" y="5656263"/>
          <p14:tracePt t="40009" x="7065963" y="5597525"/>
          <p14:tracePt t="40014" x="6983413" y="5530850"/>
          <p14:tracePt t="40025" x="6924675" y="5448300"/>
          <p14:tracePt t="40030" x="6818313" y="5332413"/>
          <p14:tracePt t="40042" x="6743700" y="5224463"/>
          <p14:tracePt t="40046" x="6677025" y="5108575"/>
          <p14:tracePt t="40059" x="6592888" y="4983163"/>
          <p14:tracePt t="40062" x="6535738" y="4876800"/>
          <p14:tracePt t="40075" x="6477000" y="4751388"/>
          <p14:tracePt t="40078" x="6435725" y="4651375"/>
          <p14:tracePt t="40092" x="6369050" y="4535488"/>
          <p14:tracePt t="40095" x="6327775" y="4411663"/>
          <p14:tracePt t="40108" x="6270625" y="4287838"/>
          <p14:tracePt t="40111" x="6203950" y="4162425"/>
          <p14:tracePt t="40125" x="6162675" y="4005263"/>
          <p14:tracePt t="40128" x="6088063" y="3871913"/>
          <p14:tracePt t="40141" x="6062663" y="3814763"/>
          <p14:tracePt t="40144" x="6005513" y="3690938"/>
          <p14:tracePt t="40158" x="5962650" y="3590925"/>
          <p14:tracePt t="40160" x="5921375" y="3516313"/>
          <p14:tracePt t="40167" x="5897563" y="3467100"/>
          <p14:tracePt t="40175" x="5864225" y="3408363"/>
          <p14:tracePt t="40183" x="5838825" y="3367088"/>
          <p14:tracePt t="40192" x="5805488" y="3325813"/>
          <p14:tracePt t="40199" x="5797550" y="3284538"/>
          <p14:tracePt t="40208" x="5780088" y="3251200"/>
          <p14:tracePt t="40215" x="5756275" y="3209925"/>
          <p14:tracePt t="40225" x="5738813" y="3184525"/>
          <p14:tracePt t="40231" x="5722938" y="3125788"/>
          <p14:tracePt t="40241" x="5715000" y="3084513"/>
          <p14:tracePt t="40248" x="5697538" y="3060700"/>
          <p14:tracePt t="40258" x="5673725" y="3001963"/>
          <p14:tracePt t="40264" x="5656263" y="2960688"/>
          <p14:tracePt t="40275" x="5640388" y="2935288"/>
          <p14:tracePt t="40280" x="5630863" y="2901950"/>
          <p14:tracePt t="40292" x="5599113" y="2894013"/>
          <p14:tracePt t="40296" x="5573713" y="2852738"/>
          <p14:tracePt t="40308" x="5540375" y="2819400"/>
          <p14:tracePt t="40312" x="5499100" y="2778125"/>
          <p14:tracePt t="40325" x="5457825" y="2752725"/>
          <p14:tracePt t="40328" x="5432425" y="2736850"/>
          <p14:tracePt t="40341" x="5391150" y="2711450"/>
          <p14:tracePt t="40345" x="5349875" y="2678113"/>
          <p14:tracePt t="40358" x="5308600" y="2654300"/>
          <p14:tracePt t="40361" x="5275263" y="2636838"/>
          <p14:tracePt t="40375" x="5249863" y="2628900"/>
          <p14:tracePt t="40377" x="5224463" y="2611438"/>
          <p14:tracePt t="40392" x="5208588" y="2595563"/>
          <p14:tracePt t="40394" x="5183188" y="2595563"/>
          <p14:tracePt t="40408" x="5167313" y="2587625"/>
          <p14:tracePt t="40410" x="5149850" y="2570163"/>
          <p14:tracePt t="40425" x="5126038" y="2546350"/>
          <p14:tracePt t="40426" x="5108575" y="2528888"/>
          <p14:tracePt t="40433" x="5100638" y="2495550"/>
          <p14:tracePt t="40441" x="5084763" y="2487613"/>
          <p14:tracePt t="40449" x="5059363" y="2454275"/>
          <p14:tracePt t="40458" x="5041900" y="2430463"/>
          <p14:tracePt t="40466" x="5026025" y="2413000"/>
          <p14:tracePt t="40475" x="5000625" y="2387600"/>
          <p14:tracePt t="40482" x="4984750" y="2387600"/>
          <p14:tracePt t="40492" x="4967288" y="2371725"/>
          <p14:tracePt t="40498" x="4943475" y="2346325"/>
          <p14:tracePt t="40508" x="4926013" y="2346325"/>
          <p14:tracePt t="40514" x="4902200" y="2346325"/>
          <p14:tracePt t="40525" x="4902200" y="2330450"/>
          <p14:tracePt t="40530" x="4884738" y="2330450"/>
          <p14:tracePt t="40541" x="4876800" y="2330450"/>
          <p14:tracePt t="40546" x="4860925" y="2330450"/>
          <p14:tracePt t="40558" x="4843463" y="2330450"/>
          <p14:tracePt t="40579" x="4835525" y="2330450"/>
          <p14:tracePt t="40619" x="4835525" y="2346325"/>
          <p14:tracePt t="40635" x="4835525" y="2363788"/>
          <p14:tracePt t="40643" x="4835525" y="2371725"/>
          <p14:tracePt t="40651" x="4835525" y="2387600"/>
          <p14:tracePt t="40660" x="4835525" y="2405063"/>
          <p14:tracePt t="40684" x="4835525" y="2413000"/>
          <p14:tracePt t="40692" x="4835525" y="2430463"/>
          <p14:tracePt t="40724" x="4835525" y="2446338"/>
          <p14:tracePt t="40748" x="4835525" y="2454275"/>
          <p14:tracePt t="40773" x="4818063" y="2454275"/>
          <p14:tracePt t="40781" x="4818063" y="2471738"/>
          <p14:tracePt t="40789" x="4802188" y="2471738"/>
          <p14:tracePt t="40797" x="4794250" y="2471738"/>
          <p14:tracePt t="40805" x="4776788" y="2471738"/>
          <p14:tracePt t="40813" x="4760913" y="2471738"/>
          <p14:tracePt t="40829" x="4752975" y="2471738"/>
          <p14:tracePt t="40837" x="4735513" y="2471738"/>
          <p14:tracePt t="40853" x="4719638" y="2471738"/>
          <p14:tracePt t="40861" x="4702175" y="2471738"/>
          <p14:tracePt t="40983" x="4702175" y="2454275"/>
          <p14:tracePt t="40998" x="4735513" y="2454275"/>
          <p14:tracePt t="41009" x="4760913" y="2454275"/>
          <p14:tracePt t="41015" x="4843463" y="2454275"/>
          <p14:tracePt t="41024" x="4918075" y="2454275"/>
          <p14:tracePt t="41031" x="4984750" y="2454275"/>
          <p14:tracePt t="41039" x="5026025" y="2454275"/>
          <p14:tracePt t="41047" x="5126038" y="2454275"/>
          <p14:tracePt t="41055" x="5192713" y="2454275"/>
          <p14:tracePt t="41063" x="5249863" y="2471738"/>
          <p14:tracePt t="41071" x="5324475" y="2487613"/>
          <p14:tracePt t="41079" x="5391150" y="2487613"/>
          <p14:tracePt t="41087" x="5448300" y="2487613"/>
          <p14:tracePt t="41095" x="5499100" y="2487613"/>
          <p14:tracePt t="41104" x="5540375" y="2487613"/>
          <p14:tracePt t="41112" x="5589588" y="2487613"/>
          <p14:tracePt t="41120" x="5614988" y="2487613"/>
          <p14:tracePt t="41128" x="5656263" y="2487613"/>
          <p14:tracePt t="41136" x="5697538" y="2487613"/>
          <p14:tracePt t="41144" x="5722938" y="2487613"/>
          <p14:tracePt t="41152" x="5764213" y="2471738"/>
          <p14:tracePt t="41160" x="5780088" y="2471738"/>
          <p14:tracePt t="41168" x="5822950" y="2454275"/>
          <p14:tracePt t="41176" x="5838825" y="2454275"/>
          <p14:tracePt t="41184" x="5854700" y="2446338"/>
          <p14:tracePt t="41192" x="5864225" y="2446338"/>
          <p14:tracePt t="41200" x="5880100" y="2446338"/>
          <p14:tracePt t="41209" x="5880100" y="2430463"/>
          <p14:tracePt t="41217" x="5897563" y="2430463"/>
          <p14:tracePt t="41242" x="5905500" y="2430463"/>
          <p14:tracePt t="41265" x="5905500" y="2413000"/>
          <p14:tracePt t="41274" x="5921375" y="2413000"/>
          <p14:tracePt t="41305" x="5938838" y="2405063"/>
          <p14:tracePt t="41313" x="5946775" y="2405063"/>
          <p14:tracePt t="41322" x="5946775" y="2387600"/>
          <p14:tracePt t="41330" x="5962650" y="2387600"/>
          <p14:tracePt t="41338" x="5980113" y="2371725"/>
          <p14:tracePt t="41346" x="5988050" y="2363788"/>
          <p14:tracePt t="41354" x="6005513" y="2363788"/>
          <p14:tracePt t="41362" x="6021388" y="2346325"/>
          <p14:tracePt t="41378" x="6029325" y="2346325"/>
          <p14:tracePt t="41386" x="6046788" y="2346325"/>
          <p14:tracePt t="41410" x="6062663" y="2346325"/>
          <p14:tracePt t="41483" x="6046788" y="2363788"/>
          <p14:tracePt t="41493" x="6029325" y="2363788"/>
          <p14:tracePt t="41499" x="6005513" y="2371725"/>
          <p14:tracePt t="41507" x="5988050" y="2387600"/>
          <p14:tracePt t="41525" x="5921375" y="2405063"/>
          <p14:tracePt t="41531" x="5905500" y="2405063"/>
          <p14:tracePt t="41542" x="5864225" y="2413000"/>
          <p14:tracePt t="41547" x="5838825" y="2430463"/>
          <p14:tracePt t="41558" x="5797550" y="2430463"/>
          <p14:tracePt t="41564" x="5738813" y="2446338"/>
          <p14:tracePt t="41575" x="5697538" y="2454275"/>
          <p14:tracePt t="41580" x="5656263" y="2471738"/>
          <p14:tracePt t="41592" x="5599113" y="2471738"/>
          <p14:tracePt t="41596" x="5540375" y="2487613"/>
          <p14:tracePt t="41611" x="5499100" y="2495550"/>
          <p14:tracePt t="41616" x="5448300" y="2495550"/>
          <p14:tracePt t="41625" x="5391150" y="2513013"/>
          <p14:tracePt t="41628" x="5332413" y="2513013"/>
          <p14:tracePt t="41642" x="5308600" y="2513013"/>
          <p14:tracePt t="41645" x="5249863" y="2513013"/>
          <p14:tracePt t="41658" x="5192713" y="2513013"/>
          <p14:tracePt t="41661" x="5141913" y="2513013"/>
          <p14:tracePt t="41675" x="5108575" y="2513013"/>
          <p14:tracePt t="41678" x="5067300" y="2513013"/>
          <p14:tracePt t="41691" x="5041900" y="2513013"/>
          <p14:tracePt t="41694" x="5000625" y="2513013"/>
          <p14:tracePt t="41709" x="4959350" y="2513013"/>
          <p14:tracePt t="41709" x="4926013" y="2513013"/>
          <p14:tracePt t="41717" x="4902200" y="2487613"/>
          <p14:tracePt t="41725" x="4884738" y="2487613"/>
          <p14:tracePt t="41733" x="4860925" y="2471738"/>
          <p14:tracePt t="41743" x="4835525" y="2454275"/>
          <p14:tracePt t="41750" x="4818063" y="2430463"/>
          <p14:tracePt t="41758" x="4802188" y="2430463"/>
          <p14:tracePt t="41766" x="4776788" y="2405063"/>
          <p14:tracePt t="41775" x="4760913" y="2387600"/>
          <p14:tracePt t="41782" x="4735513" y="2363788"/>
          <p14:tracePt t="41792" x="4719638" y="2330450"/>
          <p14:tracePt t="41798" x="4702175" y="2322513"/>
          <p14:tracePt t="41809" x="4694238" y="2305050"/>
          <p14:tracePt t="41814" x="4694238" y="2281238"/>
          <p14:tracePt t="41825" x="4660900" y="2263775"/>
          <p14:tracePt t="41830" x="4660900" y="2230438"/>
          <p14:tracePt t="41842" x="4652963" y="2206625"/>
          <p14:tracePt t="41846" x="4635500" y="2189163"/>
          <p14:tracePt t="41858" x="4635500" y="2163763"/>
          <p14:tracePt t="41863" x="4619625" y="2147888"/>
          <p14:tracePt t="41875" x="4619625" y="2122488"/>
          <p14:tracePt t="41879" x="4611688" y="2098675"/>
          <p14:tracePt t="41891" x="4611688" y="2065338"/>
          <p14:tracePt t="41895" x="4611688" y="2039938"/>
          <p14:tracePt t="41908" x="4594225" y="2014538"/>
          <p14:tracePt t="41911" x="4594225" y="1981200"/>
          <p14:tracePt t="41925" x="4594225" y="1957388"/>
          <p14:tracePt t="41927" x="4594225" y="1924050"/>
          <p14:tracePt t="41942" x="4594225" y="1882775"/>
          <p14:tracePt t="41944" x="4594225" y="1874838"/>
          <p14:tracePt t="41958" x="4594225" y="1857375"/>
          <p14:tracePt t="41960" x="4594225" y="1831975"/>
          <p14:tracePt t="41967" x="4594225" y="1816100"/>
          <p14:tracePt t="41984" x="4594225" y="1800225"/>
          <p14:tracePt t="41992" x="4611688" y="1790700"/>
          <p14:tracePt t="42000" x="4619625" y="1790700"/>
          <p14:tracePt t="42009" x="4635500" y="1790700"/>
          <p14:tracePt t="42016" x="4678363" y="1757363"/>
          <p14:tracePt t="42025" x="4719638" y="1749425"/>
          <p14:tracePt t="42032" x="4794250" y="1716088"/>
          <p14:tracePt t="42042" x="4860925" y="1692275"/>
          <p14:tracePt t="42048" x="4959350" y="1658938"/>
          <p14:tracePt t="42058" x="5084763" y="1617663"/>
          <p14:tracePt t="42065" x="5208588" y="1592263"/>
          <p14:tracePt t="42073" x="5365750" y="1550988"/>
          <p14:tracePt t="42081" x="5499100" y="1533525"/>
          <p14:tracePt t="42089" x="5656263" y="1509713"/>
          <p14:tracePt t="42097" x="5805488" y="1492250"/>
          <p14:tracePt t="42105" x="5962650" y="1492250"/>
          <p14:tracePt t="42113" x="6021388" y="1492250"/>
          <p14:tracePt t="42121" x="6121400" y="1492250"/>
          <p14:tracePt t="42129" x="6211888" y="1492250"/>
          <p14:tracePt t="42137" x="6286500" y="1492250"/>
          <p14:tracePt t="42145" x="6337300" y="1492250"/>
          <p14:tracePt t="42153" x="6369050" y="1492250"/>
          <p14:tracePt t="42161" x="6411913" y="1492250"/>
          <p14:tracePt t="42170" x="6427788" y="1509713"/>
          <p14:tracePt t="42177" x="6453188" y="1525588"/>
          <p14:tracePt t="42186" x="6469063" y="1533525"/>
          <p14:tracePt t="42193" x="6477000" y="1550988"/>
          <p14:tracePt t="42202" x="6494463" y="1576388"/>
          <p14:tracePt t="42210" x="6510338" y="1592263"/>
          <p14:tracePt t="42218" x="6510338" y="1617663"/>
          <p14:tracePt t="42226" x="6535738" y="1651000"/>
          <p14:tracePt t="42234" x="6535738" y="1674813"/>
          <p14:tracePt t="42242" x="6551613" y="1716088"/>
          <p14:tracePt t="42250" x="6561138" y="1749425"/>
          <p14:tracePt t="42258" x="6561138" y="1790700"/>
          <p14:tracePt t="42266" x="6577013" y="1816100"/>
          <p14:tracePt t="42275" x="6592888" y="1874838"/>
          <p14:tracePt t="42282" x="6592888" y="1916113"/>
          <p14:tracePt t="42292" x="6592888" y="1939925"/>
          <p14:tracePt t="42299" x="6592888" y="1965325"/>
          <p14:tracePt t="42309" x="6592888" y="1998663"/>
          <p14:tracePt t="42315" x="6592888" y="2024063"/>
          <p14:tracePt t="42325" x="6592888" y="2065338"/>
          <p14:tracePt t="42331" x="6592888" y="2081213"/>
          <p14:tracePt t="42342" x="6592888" y="2098675"/>
          <p14:tracePt t="42347" x="6577013" y="2122488"/>
          <p14:tracePt t="42358" x="6561138" y="2139950"/>
          <p14:tracePt t="42363" x="6535738" y="2147888"/>
          <p14:tracePt t="42375" x="6510338" y="2181225"/>
          <p14:tracePt t="42379" x="6435725" y="2222500"/>
          <p14:tracePt t="42392" x="6435725" y="2230438"/>
          <p14:tracePt t="42395" x="6386513" y="2263775"/>
          <p14:tracePt t="42409" x="6337300" y="2305050"/>
          <p14:tracePt t="42412" x="6286500" y="2330450"/>
          <p14:tracePt t="42425" x="6203950" y="2387600"/>
          <p14:tracePt t="42428" x="6129338" y="2413000"/>
          <p14:tracePt t="42442" x="6062663" y="2471738"/>
          <p14:tracePt t="42445" x="5988050" y="2528888"/>
          <p14:tracePt t="42458" x="5905500" y="2554288"/>
          <p14:tracePt t="42461" x="5880100" y="2587625"/>
          <p14:tracePt t="42475" x="5805488" y="2628900"/>
          <p14:tracePt t="42477" x="5756275" y="2654300"/>
          <p14:tracePt t="42491" x="5681663" y="2695575"/>
          <p14:tracePt t="42492" x="5640388" y="2719388"/>
          <p14:tracePt t="42500" x="5589588" y="2752725"/>
          <p14:tracePt t="42508" x="5556250" y="2752725"/>
          <p14:tracePt t="42517" x="5514975" y="2778125"/>
          <p14:tracePt t="42525" x="5499100" y="2778125"/>
          <p14:tracePt t="42533" x="5457825" y="2794000"/>
          <p14:tracePt t="42542" x="5432425" y="2794000"/>
          <p14:tracePt t="42549" x="5407025" y="2811463"/>
          <p14:tracePt t="42558" x="5373688" y="2811463"/>
          <p14:tracePt t="42565" x="5349875" y="2811463"/>
          <p14:tracePt t="42575" x="5308600" y="2811463"/>
          <p14:tracePt t="42581" x="5291138" y="2811463"/>
          <p14:tracePt t="42592" x="5249863" y="2811463"/>
          <p14:tracePt t="42597" x="5208588" y="2811463"/>
          <p14:tracePt t="42610" x="5192713" y="2811463"/>
          <p14:tracePt t="42615" x="5149850" y="2794000"/>
          <p14:tracePt t="42625" x="5126038" y="2794000"/>
          <p14:tracePt t="42630" x="5100638" y="2778125"/>
          <p14:tracePt t="42642" x="5059363" y="2760663"/>
          <p14:tracePt t="42646" x="5041900" y="2752725"/>
          <p14:tracePt t="42658" x="5018088" y="2752725"/>
          <p14:tracePt t="42662" x="4984750" y="2719388"/>
          <p14:tracePt t="42675" x="4959350" y="2719388"/>
          <p14:tracePt t="42678" x="4943475" y="2711450"/>
          <p14:tracePt t="42692" x="4926013" y="2695575"/>
          <p14:tracePt t="42694" x="4918075" y="2695575"/>
          <p14:tracePt t="42709" x="4902200" y="2695575"/>
          <p14:tracePt t="42711" x="4902200" y="2678113"/>
          <p14:tracePt t="42725" x="4902200" y="2670175"/>
          <p14:tracePt t="42742" x="4902200" y="2654300"/>
          <p14:tracePt t="42953" x="4884738" y="2654300"/>
          <p14:tracePt t="42960" x="4860925" y="2654300"/>
          <p14:tracePt t="42968" x="4802188" y="2636838"/>
          <p14:tracePt t="42977" x="4760913" y="2628900"/>
          <p14:tracePt t="42985" x="4735513" y="2595563"/>
          <p14:tracePt t="42993" x="4660900" y="2570163"/>
          <p14:tracePt t="43001" x="4611688" y="2546350"/>
          <p14:tracePt t="43009" x="4537075" y="2495550"/>
          <p14:tracePt t="43017" x="4495800" y="2454275"/>
          <p14:tracePt t="43025" x="4454525" y="2430463"/>
          <p14:tracePt t="43033" x="4411663" y="2405063"/>
          <p14:tracePt t="43041" x="4387850" y="2371725"/>
          <p14:tracePt t="43049" x="4354513" y="2346325"/>
          <p14:tracePt t="43058" x="4329113" y="2322513"/>
          <p14:tracePt t="43066" x="4313238" y="2289175"/>
          <p14:tracePt t="43075" x="4305300" y="2281238"/>
          <p14:tracePt t="43082" x="4287838" y="2263775"/>
          <p14:tracePt t="43091" x="4287838" y="2230438"/>
          <p14:tracePt t="43098" x="4271963" y="2222500"/>
          <p14:tracePt t="43106" x="4271963" y="2206625"/>
          <p14:tracePt t="43114" x="4271963" y="2189163"/>
          <p14:tracePt t="43122" x="4271963" y="2181225"/>
          <p14:tracePt t="43130" x="4271963" y="2163763"/>
          <p14:tracePt t="43146" x="4271963" y="2147888"/>
          <p14:tracePt t="43170" x="4287838" y="2139950"/>
          <p14:tracePt t="43178" x="4305300" y="2139950"/>
          <p14:tracePt t="43186" x="4313238" y="2139950"/>
          <p14:tracePt t="43195" x="4346575" y="2122488"/>
          <p14:tracePt t="43203" x="4370388" y="2106613"/>
          <p14:tracePt t="43211" x="4395788" y="2106613"/>
          <p14:tracePt t="43219" x="4437063" y="2098675"/>
          <p14:tracePt t="43227" x="4470400" y="2098675"/>
          <p14:tracePt t="43235" x="4529138" y="2081213"/>
          <p14:tracePt t="43243" x="4570413" y="2065338"/>
          <p14:tracePt t="43251" x="4611688" y="2055813"/>
          <p14:tracePt t="43259" x="4702175" y="2039938"/>
          <p14:tracePt t="43267" x="4776788" y="2039938"/>
          <p14:tracePt t="43275" x="4860925" y="2024063"/>
          <p14:tracePt t="43284" x="4884738" y="2024063"/>
          <p14:tracePt t="43292" x="4959350" y="2014538"/>
          <p14:tracePt t="43299" x="5041900" y="1998663"/>
          <p14:tracePt t="43308" x="5108575" y="1981200"/>
          <p14:tracePt t="43316" x="5141913" y="1965325"/>
          <p14:tracePt t="43325" x="5192713" y="1965325"/>
          <p14:tracePt t="43332" x="5233988" y="1965325"/>
          <p14:tracePt t="43341" x="5267325" y="1957388"/>
          <p14:tracePt t="43348" x="5291138" y="1957388"/>
          <p14:tracePt t="43356" x="5324475" y="1957388"/>
          <p14:tracePt t="43364" x="5332413" y="1957388"/>
          <p14:tracePt t="43372" x="5365750" y="1957388"/>
          <p14:tracePt t="43380" x="5373688" y="1957388"/>
          <p14:tracePt t="43388" x="5407025" y="1957388"/>
          <p14:tracePt t="43397" x="5448300" y="1957388"/>
          <p14:tracePt t="43405" x="5457825" y="1957388"/>
          <p14:tracePt t="43413" x="5514975" y="1957388"/>
          <p14:tracePt t="43421" x="5540375" y="1957388"/>
          <p14:tracePt t="43429" x="5589588" y="1957388"/>
          <p14:tracePt t="43437" x="5630863" y="1957388"/>
          <p14:tracePt t="43445" x="5656263" y="1957388"/>
          <p14:tracePt t="43453" x="5697538" y="1957388"/>
          <p14:tracePt t="43461" x="5722938" y="1957388"/>
          <p14:tracePt t="43469" x="5780088" y="1957388"/>
          <p14:tracePt t="43477" x="5805488" y="1957388"/>
          <p14:tracePt t="43485" x="5838825" y="1957388"/>
          <p14:tracePt t="43493" x="5880100" y="1957388"/>
          <p14:tracePt t="43501" x="5905500" y="1965325"/>
          <p14:tracePt t="43509" x="5938838" y="1965325"/>
          <p14:tracePt t="43517" x="5980113" y="1998663"/>
          <p14:tracePt t="43526" x="6005513" y="2014538"/>
          <p14:tracePt t="43534" x="6029325" y="2024063"/>
          <p14:tracePt t="43542" x="6062663" y="2039938"/>
          <p14:tracePt t="43550" x="6088063" y="2055813"/>
          <p14:tracePt t="43559" x="6103938" y="2065338"/>
          <p14:tracePt t="43566" x="6121400" y="2081213"/>
          <p14:tracePt t="43575" x="6129338" y="2098675"/>
          <p14:tracePt t="43582" x="6129338" y="2106613"/>
          <p14:tracePt t="43592" x="6145213" y="2122488"/>
          <p14:tracePt t="43598" x="6145213" y="2139950"/>
          <p14:tracePt t="43611" x="6162675" y="2147888"/>
          <p14:tracePt t="43616" x="6162675" y="2181225"/>
          <p14:tracePt t="43625" x="6170613" y="2189163"/>
          <p14:tracePt t="43631" x="6170613" y="2206625"/>
          <p14:tracePt t="43642" x="6170613" y="2222500"/>
          <p14:tracePt t="43647" x="6170613" y="2247900"/>
          <p14:tracePt t="43663" x="6170613" y="2281238"/>
          <p14:tracePt t="43675" x="6170613" y="2289175"/>
          <p14:tracePt t="43679" x="6170613" y="2305050"/>
          <p14:tracePt t="43692" x="6170613" y="2322513"/>
          <p14:tracePt t="43703" x="6162675" y="2330450"/>
          <p14:tracePt t="43711" x="6162675" y="2346325"/>
          <p14:tracePt t="43720" x="6129338" y="2346325"/>
          <p14:tracePt t="43727" x="6121400" y="2363788"/>
          <p14:tracePt t="43736" x="6088063" y="2363788"/>
          <p14:tracePt t="43744" x="6088063" y="2371725"/>
          <p14:tracePt t="43752" x="6046788" y="2371725"/>
          <p14:tracePt t="43760" x="6005513" y="2371725"/>
          <p14:tracePt t="43768" x="5962650" y="2387600"/>
          <p14:tracePt t="43776" x="5880100" y="2387600"/>
          <p14:tracePt t="43784" x="5805488" y="2405063"/>
          <p14:tracePt t="43792" x="5715000" y="2405063"/>
          <p14:tracePt t="43800" x="5599113" y="2405063"/>
          <p14:tracePt t="43809" x="5499100" y="2405063"/>
          <p14:tracePt t="43816" x="5448300" y="2405063"/>
          <p14:tracePt t="43825" x="5349875" y="2405063"/>
          <p14:tracePt t="43833" x="5275263" y="2405063"/>
          <p14:tracePt t="43842" x="5208588" y="2405063"/>
          <p14:tracePt t="43849" x="5126038" y="2387600"/>
          <p14:tracePt t="43859" x="5100638" y="2371725"/>
          <p14:tracePt t="43865" x="5041900" y="2363788"/>
          <p14:tracePt t="43875" x="5018088" y="2346325"/>
          <p14:tracePt t="43881" x="4984750" y="2322513"/>
          <p14:tracePt t="43892" x="4959350" y="2305050"/>
          <p14:tracePt t="43897" x="4943475" y="2289175"/>
          <p14:tracePt t="43908" x="4918075" y="2263775"/>
          <p14:tracePt t="43913" x="4902200" y="2247900"/>
          <p14:tracePt t="43925" x="4876800" y="2222500"/>
          <p14:tracePt t="43930" x="4860925" y="2189163"/>
          <p14:tracePt t="43942" x="4843463" y="2181225"/>
          <p14:tracePt t="43946" x="4835525" y="2139950"/>
          <p14:tracePt t="43958" x="4818063" y="2106613"/>
          <p14:tracePt t="43962" x="4818063" y="2098675"/>
          <p14:tracePt t="43975" x="4818063" y="2055813"/>
          <p14:tracePt t="43978" x="4818063" y="2039938"/>
          <p14:tracePt t="43992" x="4818063" y="2024063"/>
          <p14:tracePt t="43995" x="4818063" y="1998663"/>
          <p14:tracePt t="44008" x="4818063" y="1981200"/>
          <p14:tracePt t="44011" x="4818063" y="1965325"/>
          <p14:tracePt t="44025" x="4818063" y="1957388"/>
          <p14:tracePt t="44041" x="4818063" y="1939925"/>
          <p14:tracePt t="44042" x="4818063" y="1924050"/>
          <p14:tracePt t="44051" x="4835525" y="1924050"/>
          <p14:tracePt t="44059" x="4843463" y="1916113"/>
          <p14:tracePt t="44075" x="4876800" y="1898650"/>
          <p14:tracePt t="44083" x="4884738" y="1898650"/>
          <p14:tracePt t="44092" x="4902200" y="1882775"/>
          <p14:tracePt t="44099" x="4926013" y="1882775"/>
          <p14:tracePt t="44108" x="4959350" y="1874838"/>
          <p14:tracePt t="44115" x="4984750" y="1874838"/>
          <p14:tracePt t="44125" x="5041900" y="1874838"/>
          <p14:tracePt t="44131" x="5100638" y="1857375"/>
          <p14:tracePt t="44139" x="5149850" y="1857375"/>
          <p14:tracePt t="44147" x="5192713" y="1857375"/>
          <p14:tracePt t="44156" x="5275263" y="1857375"/>
          <p14:tracePt t="44164" x="5324475" y="1857375"/>
          <p14:tracePt t="44172" x="5373688" y="1857375"/>
          <p14:tracePt t="44180" x="5416550" y="1857375"/>
          <p14:tracePt t="44188" x="5448300" y="1874838"/>
          <p14:tracePt t="44196" x="5491163" y="1882775"/>
          <p14:tracePt t="44204" x="5499100" y="1898650"/>
          <p14:tracePt t="44212" x="5514975" y="1916113"/>
          <p14:tracePt t="44220" x="5532438" y="1924050"/>
          <p14:tracePt t="44228" x="5540375" y="1924050"/>
          <p14:tracePt t="44236" x="5540375" y="1957388"/>
          <p14:tracePt t="44244" x="5556250" y="1957388"/>
          <p14:tracePt t="44252" x="5599113" y="2055813"/>
          <p14:tracePt t="44947" x="5640388" y="2055813"/>
          <p14:tracePt t="44955" x="5673725" y="2055813"/>
          <p14:tracePt t="44963" x="5715000" y="2055813"/>
          <p14:tracePt t="44971" x="5756275" y="2055813"/>
          <p14:tracePt t="44979" x="5764213" y="2065338"/>
          <p14:tracePt t="44987" x="5897563" y="2106613"/>
          <p14:tracePt t="44995" x="5962650" y="2147888"/>
          <p14:tracePt t="45003" x="6021388" y="2189163"/>
          <p14:tracePt t="45011" x="6062663" y="2222500"/>
          <p14:tracePt t="45019" x="6129338" y="2281238"/>
          <p14:tracePt t="45027" x="6186488" y="2322513"/>
          <p14:tracePt t="45035" x="6229350" y="2363788"/>
          <p14:tracePt t="45043" x="6253163" y="2387600"/>
          <p14:tracePt t="45052" x="6270625" y="2405063"/>
          <p14:tracePt t="45060" x="6286500" y="2413000"/>
          <p14:tracePt t="45068" x="6294438" y="2430463"/>
          <p14:tracePt t="45092" x="6311900" y="2446338"/>
          <p14:tracePt t="45116" x="6311900" y="2454275"/>
          <p14:tracePt t="45141" x="6311900" y="2471738"/>
          <p14:tracePt t="45157" x="6311900" y="2487613"/>
          <p14:tracePt t="45165" x="6311900" y="2495550"/>
          <p14:tracePt t="45173" x="6311900" y="2513013"/>
          <p14:tracePt t="45181" x="6311900" y="2528888"/>
          <p14:tracePt t="45189" x="6311900" y="2546350"/>
          <p14:tracePt t="45197" x="6311900" y="2554288"/>
          <p14:tracePt t="45205" x="6311900" y="2570163"/>
          <p14:tracePt t="45213" x="6294438" y="2587625"/>
          <p14:tracePt t="45221" x="6286500" y="2595563"/>
          <p14:tracePt t="45229" x="6270625" y="2628900"/>
          <p14:tracePt t="45237" x="6245225" y="2636838"/>
          <p14:tracePt t="45246" x="6211888" y="2670175"/>
          <p14:tracePt t="45253" x="6186488" y="2678113"/>
          <p14:tracePt t="45262" x="6145213" y="2711450"/>
          <p14:tracePt t="45269" x="6121400" y="2736850"/>
          <p14:tracePt t="45278" x="6070600" y="2760663"/>
          <p14:tracePt t="45286" x="6062663" y="2778125"/>
          <p14:tracePt t="45294" x="6021388" y="2794000"/>
          <p14:tracePt t="45302" x="6005513" y="2819400"/>
          <p14:tracePt t="45310" x="5980113" y="2836863"/>
          <p14:tracePt t="45318" x="5946775" y="2836863"/>
          <p14:tracePt t="45326" x="5938838" y="2852738"/>
          <p14:tracePt t="45334" x="5905500" y="2852738"/>
          <p14:tracePt t="45342" x="5897563" y="2852738"/>
          <p14:tracePt t="45350" x="5864225" y="2852738"/>
          <p14:tracePt t="45358" x="5854700" y="2852738"/>
          <p14:tracePt t="45367" x="5838825" y="2852738"/>
          <p14:tracePt t="45376" x="5805488" y="2852738"/>
          <p14:tracePt t="45383" x="5797550" y="2852738"/>
          <p14:tracePt t="45392" x="5780088" y="2836863"/>
          <p14:tracePt t="45399" x="5764213" y="2819400"/>
          <p14:tracePt t="45409" x="5738813" y="2794000"/>
          <p14:tracePt t="45415" x="5722938" y="2760663"/>
          <p14:tracePt t="45425" x="5715000" y="2752725"/>
          <p14:tracePt t="45431" x="5697538" y="2736850"/>
          <p14:tracePt t="45442" x="5681663" y="2719388"/>
          <p14:tracePt t="45447" x="5681663" y="2711450"/>
          <p14:tracePt t="45458" x="5673725" y="2695575"/>
          <p14:tracePt t="45463" x="5673725" y="2678113"/>
          <p14:tracePt t="45475" x="5656263" y="2670175"/>
          <p14:tracePt t="45488" x="5656263" y="2654300"/>
          <p14:tracePt t="45496" x="5656263" y="2636838"/>
          <p14:tracePt t="45504" x="5640388" y="2636838"/>
          <p14:tracePt t="45512" x="5640388" y="2628900"/>
          <p14:tracePt t="45544" x="5640388" y="2611438"/>
          <p14:tracePt t="45568" x="5640388" y="2595563"/>
          <p14:tracePt t="45697" x="5630863" y="2595563"/>
          <p14:tracePt t="45705" x="5614988" y="2595563"/>
          <p14:tracePt t="45722" x="5589588" y="2595563"/>
          <p14:tracePt t="45730" x="5540375" y="2595563"/>
          <p14:tracePt t="45738" x="5499100" y="2595563"/>
          <p14:tracePt t="45746" x="5416550" y="2595563"/>
          <p14:tracePt t="45754" x="5332413" y="2595563"/>
          <p14:tracePt t="45762" x="5249863" y="2570163"/>
          <p14:tracePt t="45770" x="5141913" y="2528888"/>
          <p14:tracePt t="45778" x="5018088" y="2487613"/>
          <p14:tracePt t="45786" x="4967288" y="2446338"/>
          <p14:tracePt t="45794" x="4876800" y="2405063"/>
          <p14:tracePt t="45802" x="4794250" y="2346325"/>
          <p14:tracePt t="45811" x="4735513" y="2322513"/>
          <p14:tracePt t="45819" x="4694238" y="2289175"/>
          <p14:tracePt t="45827" x="4660900" y="2263775"/>
          <p14:tracePt t="45835" x="4635500" y="2230438"/>
          <p14:tracePt t="45843" x="4619625" y="2189163"/>
          <p14:tracePt t="45851" x="4619625" y="2181225"/>
          <p14:tracePt t="45859" x="4611688" y="2139950"/>
          <p14:tracePt t="45867" x="4594225" y="2106613"/>
          <p14:tracePt t="45875" x="4594225" y="2065338"/>
          <p14:tracePt t="45883" x="4594225" y="2039938"/>
          <p14:tracePt t="45892" x="4594225" y="2014538"/>
          <p14:tracePt t="45899" x="4594225" y="1981200"/>
          <p14:tracePt t="45909" x="4594225" y="1965325"/>
          <p14:tracePt t="45915" x="4594225" y="1939925"/>
          <p14:tracePt t="45925" x="4594225" y="1924050"/>
          <p14:tracePt t="45931" x="4594225" y="1916113"/>
          <p14:tracePt t="45956" x="4594225" y="1898650"/>
          <p14:tracePt t="45972" x="4594225" y="1882775"/>
          <p14:tracePt t="45996" x="4594225" y="1874838"/>
          <p14:tracePt t="46004" x="4611688" y="1857375"/>
          <p14:tracePt t="46012" x="4635500" y="1857375"/>
          <p14:tracePt t="46020" x="4652963" y="1841500"/>
          <p14:tracePt t="46029" x="4678363" y="1831975"/>
          <p14:tracePt t="46036" x="4702175" y="1831975"/>
          <p14:tracePt t="46045" x="4752975" y="1816100"/>
          <p14:tracePt t="46053" x="4794250" y="1816100"/>
          <p14:tracePt t="46061" x="4818063" y="1800225"/>
          <p14:tracePt t="46069" x="4843463" y="1800225"/>
          <p14:tracePt t="46077" x="4876800" y="1790700"/>
          <p14:tracePt t="46085" x="4918075" y="1790700"/>
          <p14:tracePt t="46093" x="4959350" y="1790700"/>
          <p14:tracePt t="46101" x="4984750" y="1790700"/>
          <p14:tracePt t="46109" x="5026025" y="1790700"/>
          <p14:tracePt t="46117" x="5084763" y="1790700"/>
          <p14:tracePt t="46126" x="5108575" y="1790700"/>
          <p14:tracePt t="46133" x="5149850" y="1790700"/>
          <p14:tracePt t="46142" x="5183188" y="1790700"/>
          <p14:tracePt t="46149" x="5233988" y="1790700"/>
          <p14:tracePt t="46159" x="5275263" y="1800225"/>
          <p14:tracePt t="46166" x="5308600" y="1816100"/>
          <p14:tracePt t="46175" x="5332413" y="1831975"/>
          <p14:tracePt t="46182" x="5365750" y="1831975"/>
          <p14:tracePt t="46192" x="5391150" y="1841500"/>
          <p14:tracePt t="46198" x="5407025" y="1857375"/>
          <p14:tracePt t="46214" x="5416550" y="1857375"/>
          <p14:tracePt t="46230" x="5432425" y="1874838"/>
          <p14:tracePt t="46270" x="5432425" y="1882775"/>
          <p14:tracePt t="46279" x="5448300" y="1882775"/>
          <p14:tracePt t="46287" x="5457825" y="1898650"/>
          <p14:tracePt t="46295" x="5473700" y="1916113"/>
          <p14:tracePt t="46303" x="5491163" y="1924050"/>
          <p14:tracePt t="46311" x="5499100" y="1939925"/>
          <p14:tracePt t="46319" x="5514975" y="1957388"/>
          <p14:tracePt t="46327" x="5532438" y="1957388"/>
          <p14:tracePt t="46335" x="5532438" y="1965325"/>
          <p14:tracePt t="46343" x="5540375" y="1981200"/>
          <p14:tracePt t="46351" x="5540375" y="1998663"/>
          <p14:tracePt t="46360" x="5556250" y="2014538"/>
          <p14:tracePt t="46368" x="5573713" y="2024063"/>
          <p14:tracePt t="46384" x="5573713" y="2039938"/>
          <p14:tracePt t="46392" x="5589588" y="2055813"/>
          <p14:tracePt t="46400" x="5599113" y="2065338"/>
          <p14:tracePt t="46408" x="5614988" y="2081213"/>
          <p14:tracePt t="46425" x="5614988" y="2098675"/>
          <p14:tracePt t="46432" x="5630863" y="2098675"/>
          <p14:tracePt t="46442" x="5630863" y="2106613"/>
          <p14:tracePt t="46448" x="5630863" y="2122488"/>
          <p14:tracePt t="46458" x="5630863" y="2147888"/>
          <p14:tracePt t="46465" x="5640388" y="2181225"/>
          <p14:tracePt t="46473" x="5640388" y="2222500"/>
          <p14:tracePt t="46481" x="5640388" y="2247900"/>
          <p14:tracePt t="46489" x="5640388" y="2305050"/>
          <p14:tracePt t="46497" x="5640388" y="2363788"/>
          <p14:tracePt t="46505" x="5640388" y="2413000"/>
          <p14:tracePt t="46513" x="5640388" y="2454275"/>
          <p14:tracePt t="46521" x="5640388" y="2495550"/>
          <p14:tracePt t="46529" x="5640388" y="2546350"/>
          <p14:tracePt t="46537" x="5640388" y="2554288"/>
          <p14:tracePt t="46545" x="5640388" y="2587625"/>
          <p14:tracePt t="46553" x="5630863" y="2595563"/>
          <p14:tracePt t="46561" x="5614988" y="2595563"/>
          <p14:tracePt t="46569" x="5589588" y="2611438"/>
          <p14:tracePt t="46577" x="5573713" y="2611438"/>
          <p14:tracePt t="46586" x="5532438" y="2611438"/>
          <p14:tracePt t="46594" x="5499100" y="2611438"/>
          <p14:tracePt t="46602" x="5457825" y="2611438"/>
          <p14:tracePt t="46613" x="5432425" y="2611438"/>
          <p14:tracePt t="46618" x="5407025" y="2587625"/>
          <p14:tracePt t="46626" x="5365750" y="2570163"/>
          <p14:tracePt t="46634" x="5349875" y="2554288"/>
          <p14:tracePt t="46642" x="5324475" y="2546350"/>
          <p14:tracePt t="46650" x="5308600" y="2528888"/>
          <p14:tracePt t="46659" x="5291138" y="2528888"/>
          <p14:tracePt t="46682" x="5275263" y="2513013"/>
          <p14:tracePt t="46731" x="5267325" y="2513013"/>
          <p14:tracePt t="46739" x="5267325" y="2495550"/>
          <p14:tracePt t="46747" x="5249863" y="2495550"/>
          <p14:tracePt t="46755" x="5233988" y="2495550"/>
          <p14:tracePt t="46763" x="5224463" y="2487613"/>
          <p14:tracePt t="46771" x="5208588" y="2487613"/>
          <p14:tracePt t="46779" x="5192713" y="2471738"/>
          <p14:tracePt t="46787" x="5183188" y="2471738"/>
          <p14:tracePt t="46796" x="5167313" y="2454275"/>
          <p14:tracePt t="46812" x="5149850" y="2454275"/>
          <p14:tracePt t="46828" x="5149850" y="2446338"/>
          <p14:tracePt t="46836" x="5141913" y="2446338"/>
          <p14:tracePt t="46900" x="5126038" y="2446338"/>
          <p14:tracePt t="46924" x="5108575" y="2446338"/>
          <p14:tracePt t="46933" x="5108575" y="2454275"/>
          <p14:tracePt t="46949" x="5100638" y="2454275"/>
          <p14:tracePt t="46958" x="5100638" y="2471738"/>
          <p14:tracePt t="46981" x="5084763" y="2471738"/>
          <p14:tracePt t="46989" x="5084763" y="2487613"/>
          <p14:tracePt t="47102" x="5084763" y="2495550"/>
          <p14:tracePt t="47127" x="5084763" y="2513013"/>
          <p14:tracePt t="47151" x="5067300" y="2513013"/>
          <p14:tracePt t="47159" x="5067300" y="2546350"/>
          <p14:tracePt t="47167" x="5067300" y="2554288"/>
          <p14:tracePt t="47175" x="5059363" y="2570163"/>
          <p14:tracePt t="47183" x="5059363" y="2587625"/>
          <p14:tracePt t="47192" x="5059363" y="2595563"/>
          <p14:tracePt t="47199" x="5041900" y="2611438"/>
          <p14:tracePt t="47208" x="5041900" y="2628900"/>
          <p14:tracePt t="47215" x="5041900" y="2636838"/>
          <p14:tracePt t="47232" x="5026025" y="2654300"/>
          <p14:tracePt t="47256" x="5026025" y="2670175"/>
          <p14:tracePt t="47312" x="5026025" y="2678113"/>
          <p14:tracePt t="47336" x="5026025" y="2695575"/>
          <p14:tracePt t="47352" x="5026025" y="2711450"/>
          <p14:tracePt t="47369" x="5026025" y="2719388"/>
          <p14:tracePt t="47393" x="5026025" y="2736850"/>
          <p14:tracePt t="47417" x="5026025" y="2752725"/>
          <p14:tracePt t="47433" x="5018088" y="2752725"/>
          <p14:tracePt t="47449" x="5018088" y="2760663"/>
          <p14:tracePt t="47490" x="5000625" y="2760663"/>
          <p14:tracePt t="47498" x="5000625" y="2778125"/>
          <p14:tracePt t="47538" x="5000625" y="2794000"/>
          <p14:tracePt t="47613" x="5000625" y="2811463"/>
          <p14:tracePt t="47635" x="5000625" y="2819400"/>
          <p14:tracePt t="47659" x="5000625" y="2836863"/>
          <p14:tracePt t="47692" x="5000625" y="2852738"/>
          <p14:tracePt t="47724" x="5000625" y="2860675"/>
          <p14:tracePt t="47732" x="4967288" y="2860675"/>
          <p14:tracePt t="47742" x="4959350" y="2860675"/>
          <p14:tracePt t="47748" x="4943475" y="2878138"/>
          <p14:tracePt t="47757" x="4902200" y="2878138"/>
          <p14:tracePt t="47764" x="4876800" y="2878138"/>
          <p14:tracePt t="47773" x="4860925" y="2878138"/>
          <p14:tracePt t="47781" x="4835525" y="2878138"/>
          <p14:tracePt t="47789" x="4818063" y="2878138"/>
          <p14:tracePt t="47797" x="4802188" y="2878138"/>
          <p14:tracePt t="47805" x="4794250" y="2878138"/>
          <p14:tracePt t="47813" x="4776788" y="2878138"/>
          <p14:tracePt t="47821" x="4760913" y="2878138"/>
          <p14:tracePt t="47877" x="4752975" y="2860675"/>
          <p14:tracePt t="47886" x="4752975" y="2852738"/>
          <p14:tracePt t="47902" x="4752975" y="2819400"/>
          <p14:tracePt t="47910" x="4752975" y="2794000"/>
          <p14:tracePt t="47918" x="4752975" y="2778125"/>
          <p14:tracePt t="47926" x="4752975" y="2752725"/>
          <p14:tracePt t="47934" x="4752975" y="2719388"/>
          <p14:tracePt t="47942" x="4752975" y="2695575"/>
          <p14:tracePt t="47950" x="4752975" y="2678113"/>
          <p14:tracePt t="47958" x="4752975" y="2654300"/>
          <p14:tracePt t="47975" x="4752975" y="2636838"/>
          <p14:tracePt t="47982" x="4752975" y="2628900"/>
          <p14:tracePt t="47999" x="4752975" y="2611438"/>
          <p14:tracePt t="48008" x="4752975" y="2595563"/>
          <p14:tracePt t="48015" x="4760913" y="2595563"/>
          <p14:tracePt t="48024" x="4760913" y="2587625"/>
          <p14:tracePt t="48031" x="4776788" y="2587625"/>
          <p14:tracePt t="48039" x="4794250" y="2570163"/>
          <p14:tracePt t="48047" x="4802188" y="2570163"/>
          <p14:tracePt t="48055" x="4818063" y="2570163"/>
          <p14:tracePt t="48071" x="4835525" y="2554288"/>
          <p14:tracePt t="48079" x="4843463" y="2554288"/>
          <p14:tracePt t="48103" x="4860925" y="2554288"/>
          <p14:tracePt t="48144" x="4876800" y="2554288"/>
          <p14:tracePt t="48168" x="4884738" y="2554288"/>
          <p14:tracePt t="48192" x="4902200" y="2554288"/>
          <p14:tracePt t="48200" x="4902200" y="2570163"/>
          <p14:tracePt t="48208" x="4918075" y="2570163"/>
          <p14:tracePt t="48225" x="4926013" y="2587625"/>
          <p14:tracePt t="48233" x="4926013" y="2595563"/>
          <p14:tracePt t="48242" x="4943475" y="2611438"/>
          <p14:tracePt t="48258" x="4959350" y="2636838"/>
          <p14:tracePt t="48265" x="4967288" y="2636838"/>
          <p14:tracePt t="48274" x="4967288" y="2654300"/>
          <p14:tracePt t="48281" x="4984750" y="2670175"/>
          <p14:tracePt t="48289" x="4984750" y="2678113"/>
          <p14:tracePt t="48305" x="5000625" y="2678113"/>
          <p14:tracePt t="48313" x="5000625" y="2695575"/>
          <p14:tracePt t="48337" x="5018088" y="2711450"/>
          <p14:tracePt t="48370" x="5018088" y="2719388"/>
          <p14:tracePt t="48394" x="5018088" y="2736850"/>
          <p14:tracePt t="48410" x="5026025" y="2736850"/>
          <p14:tracePt t="48419" x="5026025" y="2752725"/>
          <p14:tracePt t="48435" x="5026025" y="2760663"/>
          <p14:tracePt t="48451" x="5026025" y="2778125"/>
          <p14:tracePt t="48467" x="5026025" y="2794000"/>
          <p14:tracePt t="48475" x="5026025" y="2811463"/>
          <p14:tracePt t="48492" x="5026025" y="2819400"/>
          <p14:tracePt t="48508" x="5026025" y="2836863"/>
          <p14:tracePt t="48531" x="5026025" y="2852738"/>
          <p14:tracePt t="48555" x="5026025" y="2860675"/>
          <p14:tracePt t="48588" x="5026025" y="2878138"/>
          <p14:tracePt t="48604" x="5018088" y="2878138"/>
          <p14:tracePt t="48628" x="5000625" y="2894013"/>
          <p14:tracePt t="48644" x="4984750" y="2894013"/>
          <p14:tracePt t="48653" x="4967288" y="2894013"/>
          <p14:tracePt t="48660" x="4967288" y="2901950"/>
          <p14:tracePt t="48669" x="4959350" y="2901950"/>
          <p14:tracePt t="48685" x="4943475" y="2901950"/>
          <p14:tracePt t="48693" x="4926013" y="2901950"/>
          <p14:tracePt t="48709" x="4918075" y="2901950"/>
          <p14:tracePt t="48725" x="4902200" y="2901950"/>
          <p14:tracePt t="48733" x="4884738" y="2901950"/>
          <p14:tracePt t="48741" x="4876800" y="2901950"/>
          <p14:tracePt t="48749" x="4860925" y="2901950"/>
          <p14:tracePt t="48765" x="4843463" y="2894013"/>
          <p14:tracePt t="48775" x="4835525" y="2878138"/>
          <p14:tracePt t="48798" x="4818063" y="2878138"/>
          <p14:tracePt t="48822" x="4818063" y="2860675"/>
          <p14:tracePt t="48862" x="4818063" y="2852738"/>
          <p14:tracePt t="48887" x="4818063" y="2836863"/>
          <p14:tracePt t="48903" x="4818063" y="2819400"/>
          <p14:tracePt t="48911" x="4818063" y="2811463"/>
          <p14:tracePt t="48927" x="4835525" y="2794000"/>
          <p14:tracePt t="48935" x="4835525" y="2778125"/>
          <p14:tracePt t="48959" x="4843463" y="2778125"/>
          <p14:tracePt t="49064" x="4860925" y="2778125"/>
          <p14:tracePt t="49080" x="4860925" y="2760663"/>
          <p14:tracePt t="49088" x="4876800" y="2760663"/>
          <p14:tracePt t="49113" x="4884738" y="2760663"/>
          <p14:tracePt t="49137" x="4902200" y="2752725"/>
          <p14:tracePt t="49153" x="4918075" y="2752725"/>
          <p14:tracePt t="49177" x="4926013" y="2752725"/>
          <p14:tracePt t="49193" x="4943475" y="2752725"/>
          <p14:tracePt t="49210" x="4959350" y="2752725"/>
          <p14:tracePt t="49218" x="4967288" y="2752725"/>
          <p14:tracePt t="49234" x="4984750" y="2752725"/>
          <p14:tracePt t="49250" x="5000625" y="2752725"/>
          <p14:tracePt t="49266" x="5018088" y="2752725"/>
          <p14:tracePt t="49298" x="5018088" y="2760663"/>
          <p14:tracePt t="49363" x="5018088" y="2778125"/>
          <p14:tracePt t="49379" x="5000625" y="2778125"/>
          <p14:tracePt t="49387" x="4984750" y="2778125"/>
          <p14:tracePt t="49395" x="4959350" y="2778125"/>
          <p14:tracePt t="49409" x="4943475" y="2778125"/>
          <p14:tracePt t="49412" x="4902200" y="2778125"/>
          <p14:tracePt t="49425" x="4884738" y="2778125"/>
          <p14:tracePt t="49428" x="4835525" y="2778125"/>
          <p14:tracePt t="49442" x="4760913" y="2778125"/>
          <p14:tracePt t="49444" x="4702175" y="2778125"/>
          <p14:tracePt t="49458" x="4678363" y="2778125"/>
          <p14:tracePt t="49461" x="4619625" y="2760663"/>
          <p14:tracePt t="49475" x="4594225" y="2752725"/>
          <p14:tracePt t="49476" x="4552950" y="2719388"/>
          <p14:tracePt t="49484" x="4529138" y="2711450"/>
          <p14:tracePt t="49492" x="4511675" y="2711450"/>
          <p14:tracePt t="49500" x="4495800" y="2695575"/>
          <p14:tracePt t="49509" x="4486275" y="2695575"/>
          <p14:tracePt t="49516" x="4486275" y="2678113"/>
          <p14:tracePt t="49533" x="4470400" y="2678113"/>
          <p14:tracePt t="49751" x="4486275" y="2678113"/>
          <p14:tracePt t="49759" x="4511675" y="2678113"/>
          <p14:tracePt t="49776" x="4537075" y="2678113"/>
          <p14:tracePt t="49783" x="4570413" y="2670175"/>
          <p14:tracePt t="49799" x="4578350" y="2670175"/>
          <p14:tracePt t="49808" x="4594225" y="2670175"/>
          <p14:tracePt t="49815" x="4611688" y="2670175"/>
          <p14:tracePt t="49824" x="4619625" y="2670175"/>
          <p14:tracePt t="49839" x="4635500" y="2670175"/>
          <p14:tracePt t="49847" x="4652963" y="2670175"/>
          <p14:tracePt t="49856" x="4660900" y="2670175"/>
          <p14:tracePt t="49863" x="4678363" y="2670175"/>
          <p14:tracePt t="49872" x="4702175" y="2678113"/>
          <p14:tracePt t="49880" x="4719638" y="2678113"/>
          <p14:tracePt t="49888" x="4752975" y="2695575"/>
          <p14:tracePt t="49896" x="4776788" y="2711450"/>
          <p14:tracePt t="49904" x="4776788" y="2719388"/>
          <p14:tracePt t="49912" x="4802188" y="2736850"/>
          <p14:tracePt t="49920" x="4818063" y="2752725"/>
          <p14:tracePt t="49928" x="4835525" y="2752725"/>
          <p14:tracePt t="49936" x="4843463" y="2760663"/>
          <p14:tracePt t="49952" x="4860925" y="2778125"/>
          <p14:tracePt t="49977" x="4876800" y="2794000"/>
          <p14:tracePt t="50001" x="4884738" y="2811463"/>
          <p14:tracePt t="50017" x="4902200" y="2811463"/>
          <p14:tracePt t="50025" x="4918075" y="2819400"/>
          <p14:tracePt t="50042" x="4918075" y="2836863"/>
          <p14:tracePt t="50049" x="4926013" y="2836863"/>
          <p14:tracePt t="50065" x="4926013" y="2852738"/>
          <p14:tracePt t="50090" x="4943475" y="2852738"/>
          <p14:tracePt t="50122" x="4943475" y="2860675"/>
          <p14:tracePt t="50195" x="4926013" y="2878138"/>
          <p14:tracePt t="50211" x="4918075" y="2878138"/>
          <p14:tracePt t="50219" x="4884738" y="2878138"/>
          <p14:tracePt t="50227" x="4876800" y="2878138"/>
          <p14:tracePt t="50242" x="4835525" y="2878138"/>
          <p14:tracePt t="50243" x="4794250" y="2878138"/>
          <p14:tracePt t="50251" x="4776788" y="2878138"/>
          <p14:tracePt t="50259" x="4735513" y="2860675"/>
          <p14:tracePt t="50267" x="4719638" y="2852738"/>
          <p14:tracePt t="50275" x="4678363" y="2819400"/>
          <p14:tracePt t="50283" x="4635500" y="2794000"/>
          <p14:tracePt t="50292" x="4594225" y="2752725"/>
          <p14:tracePt t="50299" x="4552950" y="2719388"/>
          <p14:tracePt t="50309" x="4486275" y="2654300"/>
          <p14:tracePt t="50316" x="4470400" y="2636838"/>
          <p14:tracePt t="50325" x="4437063" y="2595563"/>
          <p14:tracePt t="50332" x="4395788" y="2546350"/>
          <p14:tracePt t="50342" x="4387850" y="2513013"/>
          <p14:tracePt t="50348" x="4370388" y="2471738"/>
          <p14:tracePt t="50358" x="4354513" y="2454275"/>
          <p14:tracePt t="50364" x="4354513" y="2446338"/>
          <p14:tracePt t="50375" x="4346575" y="2430463"/>
          <p14:tracePt t="50388" x="4346575" y="2413000"/>
          <p14:tracePt t="50429" x="4346575" y="2405063"/>
          <p14:tracePt t="50445" x="4387850" y="2405063"/>
          <p14:tracePt t="50453" x="4411663" y="2405063"/>
          <p14:tracePt t="50461" x="4437063" y="2387600"/>
          <p14:tracePt t="50469" x="4495800" y="2387600"/>
          <p14:tracePt t="50477" x="4537075" y="2387600"/>
          <p14:tracePt t="50485" x="4578350" y="2371725"/>
          <p14:tracePt t="50493" x="4635500" y="2371725"/>
          <p14:tracePt t="50501" x="4694238" y="2371725"/>
          <p14:tracePt t="50510" x="4719638" y="2371725"/>
          <p14:tracePt t="50517" x="4776788" y="2371725"/>
          <p14:tracePt t="50525" x="4818063" y="2371725"/>
          <p14:tracePt t="50534" x="4843463" y="2371725"/>
          <p14:tracePt t="50542" x="4884738" y="2371725"/>
          <p14:tracePt t="50550" x="4926013" y="2371725"/>
          <p14:tracePt t="50559" x="4959350" y="2387600"/>
          <p14:tracePt t="50566" x="5000625" y="2387600"/>
          <p14:tracePt t="50575" x="5018088" y="2413000"/>
          <p14:tracePt t="50582" x="5041900" y="2430463"/>
          <p14:tracePt t="50592" x="5067300" y="2446338"/>
          <p14:tracePt t="50599" x="5084763" y="2454275"/>
          <p14:tracePt t="50607" x="5100638" y="2471738"/>
          <p14:tracePt t="50616" x="5108575" y="2471738"/>
          <p14:tracePt t="50622" x="5108575" y="2487613"/>
          <p14:tracePt t="50631" x="5126038" y="2495550"/>
          <p14:tracePt t="50647" x="5141913" y="2513013"/>
          <p14:tracePt t="50663" x="5141913" y="2528888"/>
          <p14:tracePt t="50679" x="5141913" y="2546350"/>
          <p14:tracePt t="50687" x="5141913" y="2554288"/>
          <p14:tracePt t="50703" x="5141913" y="2570163"/>
          <p14:tracePt t="50711" x="5141913" y="2587625"/>
          <p14:tracePt t="50719" x="5141913" y="2595563"/>
          <p14:tracePt t="50727" x="5141913" y="2611438"/>
          <p14:tracePt t="50743" x="5141913" y="2628900"/>
          <p14:tracePt t="50752" x="5141913" y="2636838"/>
          <p14:tracePt t="50760" x="5141913" y="2654300"/>
          <p14:tracePt t="50768" x="5141913" y="2670175"/>
          <p14:tracePt t="50776" x="5141913" y="2678113"/>
          <p14:tracePt t="50784" x="5126038" y="2678113"/>
          <p14:tracePt t="50792" x="5126038" y="2695575"/>
          <p14:tracePt t="50800" x="5126038" y="2711450"/>
          <p14:tracePt t="50808" x="5108575" y="2711450"/>
          <p14:tracePt t="50816" x="5108575" y="2719388"/>
          <p14:tracePt t="50832" x="5100638" y="2719388"/>
          <p14:tracePt t="50841" x="5084763" y="2736850"/>
          <p14:tracePt t="50858" x="5067300" y="2752725"/>
          <p14:tracePt t="50865" x="5059363" y="2752725"/>
          <p14:tracePt t="50874" x="5041900" y="2752725"/>
          <p14:tracePt t="50881" x="5026025" y="2752725"/>
          <p14:tracePt t="50889" x="5000625" y="2752725"/>
          <p14:tracePt t="50905" x="4984750" y="2752725"/>
          <p14:tracePt t="50913" x="4967288" y="2752725"/>
          <p14:tracePt t="50929" x="4959350" y="2752725"/>
          <p14:tracePt t="50945" x="4943475" y="2752725"/>
          <p14:tracePt t="51034" x="4959350" y="2752725"/>
          <p14:tracePt t="51042" x="4967288" y="2752725"/>
          <p14:tracePt t="51050" x="4984750" y="2752725"/>
          <p14:tracePt t="51066" x="5000625" y="2752725"/>
          <p14:tracePt t="51075" x="5026025" y="2760663"/>
          <p14:tracePt t="51083" x="5041900" y="2760663"/>
          <p14:tracePt t="51099" x="5059363" y="2778125"/>
          <p14:tracePt t="51123" x="5067300" y="2778125"/>
          <p14:tracePt t="51147" x="5067300" y="2794000"/>
          <p14:tracePt t="51179" x="5067300" y="2811463"/>
          <p14:tracePt t="51188" x="5084763" y="2811463"/>
          <p14:tracePt t="51212" x="5084763" y="2819400"/>
          <p14:tracePt t="51228" x="5084763" y="2836863"/>
          <p14:tracePt t="51236" x="5084763" y="2852738"/>
          <p14:tracePt t="51252" x="5084763" y="2860675"/>
          <p14:tracePt t="51268" x="5084763" y="2878138"/>
          <p14:tracePt t="51301" x="5084763" y="2894013"/>
          <p14:tracePt t="51341" x="5059363" y="2894013"/>
          <p14:tracePt t="51349" x="5041900" y="2894013"/>
          <p14:tracePt t="51358" x="5000625" y="2894013"/>
          <p14:tracePt t="51365" x="4967288" y="2894013"/>
          <p14:tracePt t="51375" x="4943475" y="2894013"/>
          <p14:tracePt t="51382" x="4918075" y="2894013"/>
          <p14:tracePt t="51391" x="4902200" y="2894013"/>
          <p14:tracePt t="51398" x="4876800" y="2894013"/>
          <p14:tracePt t="51406" x="4860925" y="2894013"/>
          <p14:tracePt t="51414" x="4843463" y="2878138"/>
          <p14:tracePt t="51430" x="4835525" y="2878138"/>
          <p14:tracePt t="51438" x="4818063" y="2860675"/>
          <p14:tracePt t="51454" x="4802188" y="2860675"/>
          <p14:tracePt t="51462" x="4802188" y="2852738"/>
          <p14:tracePt t="51470" x="4802188" y="2836863"/>
          <p14:tracePt t="51486" x="4794250" y="2819400"/>
          <p14:tracePt t="51495" x="4794250" y="2811463"/>
          <p14:tracePt t="51511" x="4794250" y="2794000"/>
          <p14:tracePt t="51519" x="4794250" y="2778125"/>
          <p14:tracePt t="51535" x="4794250" y="2760663"/>
          <p14:tracePt t="51575" x="4794250" y="2752725"/>
          <p14:tracePt t="51613" x="4794250" y="2736850"/>
          <p14:tracePt t="51616" x="4802188" y="2736850"/>
          <p14:tracePt t="51625" x="4818063" y="2719388"/>
          <p14:tracePt t="51632" x="4835525" y="2719388"/>
          <p14:tracePt t="51641" x="4835525" y="2711450"/>
          <p14:tracePt t="51648" x="4843463" y="2711450"/>
          <p14:tracePt t="51664" x="4860925" y="2711450"/>
          <p14:tracePt t="51688" x="4876800" y="2711450"/>
          <p14:tracePt t="51696" x="4884738" y="2711450"/>
          <p14:tracePt t="51712" x="4918075" y="2711450"/>
          <p14:tracePt t="51720" x="4926013" y="2711450"/>
          <p14:tracePt t="51728" x="4943475" y="2711450"/>
          <p14:tracePt t="51737" x="4967288" y="2711450"/>
          <p14:tracePt t="51745" x="5000625" y="2711450"/>
          <p14:tracePt t="51753" x="5018088" y="2711450"/>
          <p14:tracePt t="51761" x="5059363" y="2711450"/>
          <p14:tracePt t="51769" x="5084763" y="2711450"/>
          <p14:tracePt t="51777" x="5108575" y="2719388"/>
          <p14:tracePt t="51785" x="5149850" y="2736850"/>
          <p14:tracePt t="51793" x="5167313" y="2752725"/>
          <p14:tracePt t="51801" x="5192713" y="2760663"/>
          <p14:tracePt t="51809" x="5208588" y="2778125"/>
          <p14:tracePt t="51818" x="5224463" y="2794000"/>
          <p14:tracePt t="51825" x="5233988" y="2794000"/>
          <p14:tracePt t="51834" x="5233988" y="2811463"/>
          <p14:tracePt t="51842" x="5249863" y="2819400"/>
          <p14:tracePt t="51898" x="5249863" y="2836863"/>
          <p14:tracePt t="51922" x="5249863" y="2852738"/>
          <p14:tracePt t="51947" x="5249863" y="2860675"/>
          <p14:tracePt t="51963" x="5233988" y="2878138"/>
          <p14:tracePt t="51971" x="5224463" y="2878138"/>
          <p14:tracePt t="51979" x="5224463" y="2894013"/>
          <p14:tracePt t="51987" x="5208588" y="2894013"/>
          <p14:tracePt t="51995" x="5167313" y="2894013"/>
          <p14:tracePt t="52003" x="5141913" y="2894013"/>
          <p14:tracePt t="52011" x="5108575" y="2894013"/>
          <p14:tracePt t="52019" x="5067300" y="2894013"/>
          <p14:tracePt t="52028" x="5041900" y="2894013"/>
          <p14:tracePt t="52035" x="5018088" y="2894013"/>
          <p14:tracePt t="52044" x="4984750" y="2878138"/>
          <p14:tracePt t="52052" x="4959350" y="2860675"/>
          <p14:tracePt t="52060" x="4926013" y="2852738"/>
          <p14:tracePt t="52068" x="4918075" y="2836863"/>
          <p14:tracePt t="52076" x="4884738" y="2811463"/>
          <p14:tracePt t="52084" x="4876800" y="2794000"/>
          <p14:tracePt t="52092" x="4860925" y="2794000"/>
          <p14:tracePt t="52100" x="4843463" y="2778125"/>
          <p14:tracePt t="52109" x="4843463" y="2760663"/>
          <p14:tracePt t="52125" x="4835525" y="2752725"/>
          <p14:tracePt t="52156" x="4835525" y="2736850"/>
          <p14:tracePt t="52359" x="4835525" y="2752725"/>
          <p14:tracePt t="52382" x="4835525" y="2760663"/>
          <p14:tracePt t="52392" x="4843463" y="2760663"/>
          <p14:tracePt t="52415" x="4860925" y="2760663"/>
          <p14:tracePt t="52447" x="4876800" y="2760663"/>
          <p14:tracePt t="52471" x="4884738" y="2760663"/>
          <p14:tracePt t="52495" x="4902200" y="2760663"/>
          <p14:tracePt t="52504" x="4902200" y="2778125"/>
          <p14:tracePt t="52520" x="4918075" y="2778125"/>
          <p14:tracePt t="52528" x="4918075" y="2794000"/>
          <p14:tracePt t="52536" x="4926013" y="2794000"/>
          <p14:tracePt t="52544" x="4926013" y="2811463"/>
          <p14:tracePt t="52560" x="4943475" y="2819400"/>
          <p14:tracePt t="52585" x="4959350" y="2819400"/>
          <p14:tracePt t="52601" x="4959350" y="2836863"/>
          <p14:tracePt t="52613" x="4967288" y="2836863"/>
          <p14:tracePt t="52617" x="4984750" y="2836863"/>
          <p14:tracePt t="52633" x="5000625" y="2852738"/>
          <p14:tracePt t="52642" x="5018088" y="2852738"/>
          <p14:tracePt t="52649" x="5041900" y="2852738"/>
          <p14:tracePt t="52665" x="5059363" y="2860675"/>
          <p14:tracePt t="52675" x="5084763" y="2860675"/>
          <p14:tracePt t="52681" x="5100638" y="2860675"/>
          <p14:tracePt t="52697" x="5108575" y="2860675"/>
          <p14:tracePt t="52705" x="5126038" y="2860675"/>
          <p14:tracePt t="52721" x="5141913" y="2860675"/>
          <p14:tracePt t="52754" x="5141913" y="2878138"/>
          <p14:tracePt t="52786" x="5149850" y="2878138"/>
          <p14:tracePt t="52818" x="5167313" y="2878138"/>
          <p14:tracePt t="52826" x="5183188" y="2878138"/>
          <p14:tracePt t="52835" x="5192713" y="2878138"/>
          <p14:tracePt t="52843" x="5224463" y="2860675"/>
          <p14:tracePt t="52851" x="5267325" y="2852738"/>
          <p14:tracePt t="52859" x="5275263" y="2852738"/>
          <p14:tracePt t="52867" x="5332413" y="2852738"/>
          <p14:tracePt t="52875" x="5391150" y="2836863"/>
          <p14:tracePt t="52883" x="5448300" y="2819400"/>
          <p14:tracePt t="52892" x="5532438" y="2811463"/>
          <p14:tracePt t="52899" x="5573713" y="2811463"/>
          <p14:tracePt t="52909" x="5697538" y="2811463"/>
          <p14:tracePt t="52915" x="5764213" y="2794000"/>
          <p14:tracePt t="52925" x="5805488" y="2794000"/>
          <p14:tracePt t="52932" x="5880100" y="2778125"/>
          <p14:tracePt t="52941" x="5946775" y="2778125"/>
          <p14:tracePt t="52948" x="6021388" y="2778125"/>
          <p14:tracePt t="52956" x="6088063" y="2778125"/>
          <p14:tracePt t="52964" x="6145213" y="2778125"/>
          <p14:tracePt t="52972" x="6211888" y="2778125"/>
          <p14:tracePt t="52980" x="6270625" y="2778125"/>
          <p14:tracePt t="52988" x="6327775" y="2778125"/>
          <p14:tracePt t="52996" x="6386513" y="2778125"/>
          <p14:tracePt t="53004" x="6411913" y="2778125"/>
          <p14:tracePt t="53012" x="6469063" y="2778125"/>
          <p14:tracePt t="53020" x="6518275" y="2778125"/>
          <p14:tracePt t="53029" x="6561138" y="2778125"/>
          <p14:tracePt t="53037" x="6602413" y="2778125"/>
          <p14:tracePt t="53044" x="6659563" y="2778125"/>
          <p14:tracePt t="53053" x="6700838" y="2778125"/>
          <p14:tracePt t="53061" x="6734175" y="2778125"/>
          <p14:tracePt t="53069" x="6775450" y="2778125"/>
          <p14:tracePt t="53077" x="6784975" y="2778125"/>
          <p14:tracePt t="53085" x="6800850" y="2794000"/>
          <p14:tracePt t="53093" x="6818313" y="2794000"/>
          <p14:tracePt t="53101" x="6826250" y="2794000"/>
          <p14:tracePt t="53117" x="6842125" y="2794000"/>
          <p14:tracePt t="53125" x="6842125" y="2811463"/>
          <p14:tracePt t="53198" x="6842125" y="2819400"/>
          <p14:tracePt t="53214" x="6842125" y="2836863"/>
          <p14:tracePt t="53230" x="6826250" y="2852738"/>
          <p14:tracePt t="53238" x="6800850" y="2860675"/>
          <p14:tracePt t="53247" x="6784975" y="2860675"/>
          <p14:tracePt t="53255" x="6743700" y="2878138"/>
          <p14:tracePt t="53263" x="6718300" y="2878138"/>
          <p14:tracePt t="53271" x="6700838" y="2878138"/>
          <p14:tracePt t="53279" x="6677025" y="2878138"/>
          <p14:tracePt t="53287" x="6651625" y="2878138"/>
          <p14:tracePt t="53295" x="6635750" y="2878138"/>
          <p14:tracePt t="53303" x="6602413" y="2878138"/>
          <p14:tracePt t="53311" x="6592888" y="2878138"/>
          <p14:tracePt t="53319" x="6577013" y="2878138"/>
          <p14:tracePt t="53327" x="6561138" y="2878138"/>
          <p14:tracePt t="53335" x="6551613" y="2878138"/>
          <p14:tracePt t="53343" x="6535738" y="2878138"/>
          <p14:tracePt t="53351" x="6518275" y="2878138"/>
          <p14:tracePt t="53359" x="6510338" y="2878138"/>
          <p14:tracePt t="53376" x="6494463" y="2878138"/>
          <p14:tracePt t="53384" x="6477000" y="2860675"/>
          <p14:tracePt t="53392" x="6477000" y="2852738"/>
          <p14:tracePt t="53400" x="6469063" y="2836863"/>
          <p14:tracePt t="53416" x="6453188" y="2819400"/>
          <p14:tracePt t="53425" x="6453188" y="2794000"/>
          <p14:tracePt t="53432" x="6435725" y="2778125"/>
          <p14:tracePt t="53442" x="6435725" y="2760663"/>
          <p14:tracePt t="53448" x="6435725" y="2736850"/>
          <p14:tracePt t="53458" x="6427788" y="2711450"/>
          <p14:tracePt t="53472" x="6427788" y="2678113"/>
          <p14:tracePt t="53480" x="6427788" y="2654300"/>
          <p14:tracePt t="53497" x="6427788" y="2628900"/>
          <p14:tracePt t="53505" x="6427788" y="2611438"/>
          <p14:tracePt t="53513" x="6427788" y="2595563"/>
          <p14:tracePt t="53521" x="6427788" y="2587625"/>
          <p14:tracePt t="53545" x="6427788" y="2570163"/>
          <p14:tracePt t="53691" x="6427788" y="2611438"/>
          <p14:tracePt t="53699" x="6435725" y="2636838"/>
          <p14:tracePt t="53708" x="6453188" y="2695575"/>
          <p14:tracePt t="53715" x="6453188" y="2736850"/>
          <p14:tracePt t="53725" x="6469063" y="2811463"/>
          <p14:tracePt t="53731" x="6469063" y="2878138"/>
          <p14:tracePt t="53739" x="6469063" y="2943225"/>
          <p14:tracePt t="53747" x="6469063" y="3001963"/>
          <p14:tracePt t="53755" x="6469063" y="3060700"/>
          <p14:tracePt t="53763" x="6469063" y="3101975"/>
          <p14:tracePt t="53771" x="6469063" y="3125788"/>
          <p14:tracePt t="53780" x="6469063" y="3143250"/>
          <p14:tracePt t="53787" x="6469063" y="3167063"/>
          <p14:tracePt t="53812" x="6469063" y="3184525"/>
          <p14:tracePt t="53900" x="6469063" y="3167063"/>
          <p14:tracePt t="53909" x="6469063" y="3143250"/>
          <p14:tracePt t="53917" x="6469063" y="3101975"/>
          <p14:tracePt t="53926" x="6469063" y="3027363"/>
          <p14:tracePt t="53933" x="6469063" y="2986088"/>
          <p14:tracePt t="53942" x="6469063" y="2919413"/>
          <p14:tracePt t="53949" x="6469063" y="2852738"/>
          <p14:tracePt t="53959" x="6469063" y="2794000"/>
          <p14:tracePt t="53965" x="6469063" y="2736850"/>
          <p14:tracePt t="53975" x="6469063" y="2695575"/>
          <p14:tracePt t="53981" x="6469063" y="2654300"/>
          <p14:tracePt t="53989" x="6469063" y="2628900"/>
          <p14:tracePt t="53997" x="6469063" y="2611438"/>
          <p14:tracePt t="54005" x="6469063" y="2587625"/>
          <p14:tracePt t="54022" x="6469063" y="2570163"/>
          <p14:tracePt t="54126" x="6469063" y="2595563"/>
          <p14:tracePt t="54135" x="6469063" y="2611438"/>
          <p14:tracePt t="54143" x="6469063" y="2636838"/>
          <p14:tracePt t="54151" x="6469063" y="2670175"/>
          <p14:tracePt t="54159" x="6469063" y="2711450"/>
          <p14:tracePt t="54167" x="6469063" y="2752725"/>
          <p14:tracePt t="54175" x="6469063" y="2760663"/>
          <p14:tracePt t="54183" x="6469063" y="2794000"/>
          <p14:tracePt t="54192" x="6469063" y="2811463"/>
          <p14:tracePt t="54208" x="6469063" y="2819400"/>
          <p14:tracePt t="54215" x="6469063" y="2836863"/>
          <p14:tracePt t="54272" x="6477000" y="2836863"/>
          <p14:tracePt t="54296" x="6494463" y="2836863"/>
          <p14:tracePt t="54304" x="6494463" y="2819400"/>
          <p14:tracePt t="54328" x="6510338" y="2811463"/>
          <p14:tracePt t="54360" x="6518275" y="2811463"/>
          <p14:tracePt t="54433" x="6518275" y="2819400"/>
          <p14:tracePt t="54465" x="6510338" y="2836863"/>
          <p14:tracePt t="54651" x="6494463" y="2852738"/>
          <p14:tracePt t="54667" x="6494463" y="2860675"/>
          <p14:tracePt t="54676" x="6494463" y="2878138"/>
          <p14:tracePt t="54692" x="6494463" y="2894013"/>
          <p14:tracePt t="54700" x="6494463" y="2901950"/>
          <p14:tracePt t="54893" x="6494463" y="2894013"/>
          <p14:tracePt t="54902" x="6477000" y="2894013"/>
          <p14:tracePt t="54910" x="6477000" y="2860675"/>
          <p14:tracePt t="54918" x="6469063" y="2852738"/>
          <p14:tracePt t="54926" x="6469063" y="2819400"/>
          <p14:tracePt t="54942" x="6469063" y="2811463"/>
          <p14:tracePt t="54950" x="6469063" y="2778125"/>
          <p14:tracePt t="54959" x="6469063" y="2760663"/>
          <p14:tracePt t="54966" x="6469063" y="2752725"/>
          <p14:tracePt t="54982" x="6469063" y="2736850"/>
          <p14:tracePt t="54992" x="6469063" y="2719388"/>
          <p14:tracePt t="54999" x="6477000" y="2719388"/>
          <p14:tracePt t="55008" x="6477000" y="2711450"/>
          <p14:tracePt t="55015" x="6494463" y="2695575"/>
          <p14:tracePt t="55039" x="6510338" y="2695575"/>
          <p14:tracePt t="55063" x="6518275" y="2695575"/>
          <p14:tracePt t="55104" x="6535738" y="2711450"/>
          <p14:tracePt t="55120" x="6535738" y="2719388"/>
          <p14:tracePt t="55128" x="6535738" y="2736850"/>
          <p14:tracePt t="55160" x="6551613" y="2736850"/>
          <p14:tracePt t="55176" x="6561138" y="2736850"/>
          <p14:tracePt t="55184" x="6577013" y="2736850"/>
          <p14:tracePt t="55200" x="6592888" y="2736850"/>
          <p14:tracePt t="55209" x="6602413" y="2736850"/>
          <p14:tracePt t="55217" x="6635750" y="2736850"/>
          <p14:tracePt t="55225" x="6651625" y="2736850"/>
          <p14:tracePt t="55241" x="6659563" y="2736850"/>
          <p14:tracePt t="55265" x="6677025" y="2736850"/>
          <p14:tracePt t="55321" x="6677025" y="2752725"/>
          <p14:tracePt t="55346" x="6659563" y="2752725"/>
          <p14:tracePt t="55354" x="6659563" y="2760663"/>
          <p14:tracePt t="55362" x="6651625" y="2760663"/>
          <p14:tracePt t="55376" x="6635750" y="2760663"/>
          <p14:tracePt t="55379" x="6618288" y="2760663"/>
          <p14:tracePt t="55392" x="6592888" y="2760663"/>
          <p14:tracePt t="55395" x="6561138" y="2760663"/>
          <p14:tracePt t="55408" x="6551613" y="2760663"/>
          <p14:tracePt t="55411" x="6518275" y="2760663"/>
          <p14:tracePt t="55425" x="6494463" y="2760663"/>
          <p14:tracePt t="55427" x="6453188" y="2760663"/>
          <p14:tracePt t="55442" x="6427788" y="2760663"/>
          <p14:tracePt t="55443" x="6386513" y="2778125"/>
          <p14:tracePt t="55451" x="6337300" y="2778125"/>
          <p14:tracePt t="55459" x="6311900" y="2794000"/>
          <p14:tracePt t="55467" x="6270625" y="2811463"/>
          <p14:tracePt t="55475" x="6253163" y="2819400"/>
          <p14:tracePt t="55483" x="6211888" y="2819400"/>
          <p14:tracePt t="55492" x="6186488" y="2836863"/>
          <p14:tracePt t="55499" x="6162675" y="2852738"/>
          <p14:tracePt t="55508" x="6129338" y="2860675"/>
          <p14:tracePt t="55515" x="6121400" y="2860675"/>
          <p14:tracePt t="55525" x="6088063" y="2878138"/>
          <p14:tracePt t="55532" x="6062663" y="2878138"/>
          <p14:tracePt t="55542" x="6046788" y="2894013"/>
          <p14:tracePt t="55547" x="6029325" y="2894013"/>
          <p14:tracePt t="55559" x="6005513" y="2901950"/>
          <p14:tracePt t="55572" x="5988050" y="2901950"/>
          <p14:tracePt t="55580" x="5980113" y="2919413"/>
          <p14:tracePt t="55588" x="5962650" y="2919413"/>
          <p14:tracePt t="55596" x="5946775" y="2919413"/>
          <p14:tracePt t="55604" x="5938838" y="2919413"/>
          <p14:tracePt t="55613" x="5921375" y="2919413"/>
          <p14:tracePt t="55620" x="5905500" y="2935288"/>
          <p14:tracePt t="55628" x="5897563" y="2935288"/>
          <p14:tracePt t="55636" x="5880100" y="2935288"/>
          <p14:tracePt t="55644" x="5864225" y="2935288"/>
          <p14:tracePt t="55652" x="5854700" y="2935288"/>
          <p14:tracePt t="55660" x="5838825" y="2935288"/>
          <p14:tracePt t="55669" x="5822950" y="2935288"/>
          <p14:tracePt t="55677" x="5797550" y="2935288"/>
          <p14:tracePt t="55693" x="5780088" y="2935288"/>
          <p14:tracePt t="55701" x="5764213" y="2935288"/>
          <p14:tracePt t="55709" x="5756275" y="2935288"/>
          <p14:tracePt t="55725" x="5738813" y="2935288"/>
          <p14:tracePt t="55742" x="5722938" y="2935288"/>
          <p14:tracePt t="55766" x="5715000" y="2935288"/>
          <p14:tracePt t="55846" x="5722938" y="2935288"/>
          <p14:tracePt t="55854" x="5756275" y="2935288"/>
          <p14:tracePt t="55863" x="5780088" y="2919413"/>
          <p14:tracePt t="55870" x="5805488" y="2919413"/>
          <p14:tracePt t="55879" x="5838825" y="2901950"/>
          <p14:tracePt t="55887" x="5864225" y="2901950"/>
          <p14:tracePt t="55895" x="5897563" y="2901950"/>
          <p14:tracePt t="55911" x="5905500" y="2894013"/>
          <p14:tracePt t="55919" x="5921375" y="2894013"/>
          <p14:tracePt t="55927" x="5938838" y="2894013"/>
          <p14:tracePt t="55935" x="5946775" y="2894013"/>
          <p14:tracePt t="55951" x="5962650" y="2894013"/>
          <p14:tracePt t="55967" x="5980113" y="2894013"/>
          <p14:tracePt t="55992" x="5988050" y="2894013"/>
          <p14:tracePt t="56145" x="5988050" y="2901950"/>
          <p14:tracePt t="56161" x="5980113" y="2901950"/>
          <p14:tracePt t="56169" x="5962650" y="2919413"/>
          <p14:tracePt t="56177" x="5938838" y="2919413"/>
          <p14:tracePt t="56185" x="5921375" y="2935288"/>
          <p14:tracePt t="56193" x="5897563" y="2935288"/>
          <p14:tracePt t="56202" x="5864225" y="2935288"/>
          <p14:tracePt t="56210" x="5838825" y="2935288"/>
          <p14:tracePt t="56217" x="5797550" y="2935288"/>
          <p14:tracePt t="56226" x="5780088" y="2935288"/>
          <p14:tracePt t="56234" x="5738813" y="2935288"/>
          <p14:tracePt t="56242" x="5715000" y="2935288"/>
          <p14:tracePt t="56250" x="5681663" y="2935288"/>
          <p14:tracePt t="56258" x="5656263" y="2935288"/>
          <p14:tracePt t="56266" x="5640388" y="2919413"/>
          <p14:tracePt t="56275" x="5614988" y="2919413"/>
          <p14:tracePt t="56282" x="5599113" y="2901950"/>
          <p14:tracePt t="56292" x="5589588" y="2901950"/>
          <p14:tracePt t="56299" x="5589588" y="2894013"/>
          <p14:tracePt t="56308" x="5573713" y="2894013"/>
          <p14:tracePt t="56331" x="5556250" y="2894013"/>
          <p14:tracePt t="56339" x="5556250" y="2878138"/>
          <p14:tracePt t="56355" x="5556250" y="2860675"/>
          <p14:tracePt t="56363" x="5556250" y="2852738"/>
          <p14:tracePt t="56371" x="5540375" y="2836863"/>
          <p14:tracePt t="56379" x="5540375" y="2811463"/>
          <p14:tracePt t="56387" x="5540375" y="2760663"/>
          <p14:tracePt t="56395" x="5540375" y="2752725"/>
          <p14:tracePt t="56403" x="5540375" y="2711450"/>
          <p14:tracePt t="56411" x="5540375" y="2695575"/>
          <p14:tracePt t="56419" x="5540375" y="2670175"/>
          <p14:tracePt t="56428" x="5540375" y="2628900"/>
          <p14:tracePt t="56436" x="5540375" y="2611438"/>
          <p14:tracePt t="56444" x="5556250" y="2587625"/>
          <p14:tracePt t="56452" x="5589588" y="2554288"/>
          <p14:tracePt t="56460" x="5599113" y="2546350"/>
          <p14:tracePt t="56468" x="5630863" y="2528888"/>
          <p14:tracePt t="56476" x="5656263" y="2513013"/>
          <p14:tracePt t="56484" x="5697538" y="2495550"/>
          <p14:tracePt t="56492" x="5738813" y="2487613"/>
          <p14:tracePt t="56500" x="5805488" y="2454275"/>
          <p14:tracePt t="56509" x="5838825" y="2454275"/>
          <p14:tracePt t="56516" x="5880100" y="2454275"/>
          <p14:tracePt t="56525" x="5946775" y="2446338"/>
          <p14:tracePt t="56533" x="6005513" y="2446338"/>
          <p14:tracePt t="56542" x="6029325" y="2446338"/>
          <p14:tracePt t="56549" x="6088063" y="2446338"/>
          <p14:tracePt t="56558" x="6145213" y="2446338"/>
          <p14:tracePt t="56565" x="6186488" y="2446338"/>
          <p14:tracePt t="56575" x="6211888" y="2446338"/>
          <p14:tracePt t="56581" x="6253163" y="2446338"/>
          <p14:tracePt t="56592" x="6286500" y="2446338"/>
          <p14:tracePt t="56597" x="6337300" y="2446338"/>
          <p14:tracePt t="56611" x="6386513" y="2446338"/>
          <p14:tracePt t="56615" x="6427788" y="2446338"/>
          <p14:tracePt t="56621" x="6469063" y="2471738"/>
          <p14:tracePt t="56629" x="6518275" y="2487613"/>
          <p14:tracePt t="56637" x="6551613" y="2487613"/>
          <p14:tracePt t="56646" x="6592888" y="2495550"/>
          <p14:tracePt t="56654" x="6635750" y="2495550"/>
          <p14:tracePt t="56662" x="6659563" y="2513013"/>
          <p14:tracePt t="56670" x="6700838" y="2528888"/>
          <p14:tracePt t="56678" x="6718300" y="2528888"/>
          <p14:tracePt t="56686" x="6734175" y="2546350"/>
          <p14:tracePt t="56694" x="6743700" y="2546350"/>
          <p14:tracePt t="56702" x="6759575" y="2554288"/>
          <p14:tracePt t="56726" x="6775450" y="2554288"/>
          <p14:tracePt t="56734" x="6775450" y="2570163"/>
          <p14:tracePt t="56743" x="6775450" y="2587625"/>
          <p14:tracePt t="56759" x="6775450" y="2611438"/>
          <p14:tracePt t="56767" x="6775450" y="2636838"/>
          <p14:tracePt t="56775" x="6759575" y="2654300"/>
          <p14:tracePt t="56783" x="6743700" y="2678113"/>
          <p14:tracePt t="56792" x="6718300" y="2711450"/>
          <p14:tracePt t="56799" x="6677025" y="2736850"/>
          <p14:tracePt t="56808" x="6635750" y="2760663"/>
          <p14:tracePt t="56815" x="6592888" y="2811463"/>
          <p14:tracePt t="56825" x="6551613" y="2819400"/>
          <p14:tracePt t="56831" x="6510338" y="2836863"/>
          <p14:tracePt t="56841" x="6469063" y="2860675"/>
          <p14:tracePt t="56848" x="6427788" y="2860675"/>
          <p14:tracePt t="56856" x="6369050" y="2878138"/>
          <p14:tracePt t="56864" x="6337300" y="2894013"/>
          <p14:tracePt t="56872" x="6286500" y="2894013"/>
          <p14:tracePt t="56880" x="6245225" y="2901950"/>
          <p14:tracePt t="56888" x="6203950" y="2901950"/>
          <p14:tracePt t="56896" x="6162675" y="2901950"/>
          <p14:tracePt t="56904" x="6103938" y="2901950"/>
          <p14:tracePt t="56912" x="6070600" y="2901950"/>
          <p14:tracePt t="56920" x="6021388" y="2901950"/>
          <p14:tracePt t="56928" x="5921375" y="2901950"/>
          <p14:tracePt t="56936" x="5880100" y="2901950"/>
          <p14:tracePt t="56944" x="5764213" y="2901950"/>
          <p14:tracePt t="56952" x="5722938" y="2901950"/>
          <p14:tracePt t="56961" x="5656263" y="2901950"/>
          <p14:tracePt t="56968" x="5589588" y="2894013"/>
          <p14:tracePt t="56976" x="5532438" y="2878138"/>
          <p14:tracePt t="56985" x="5473700" y="2878138"/>
          <p14:tracePt t="56993" x="5432425" y="2860675"/>
          <p14:tracePt t="57001" x="5407025" y="2852738"/>
          <p14:tracePt t="57009" x="5373688" y="2852738"/>
          <p14:tracePt t="57017" x="5365750" y="2836863"/>
          <p14:tracePt t="57025" x="5332413" y="2836863"/>
          <p14:tracePt t="57033" x="5324475" y="2836863"/>
          <p14:tracePt t="57042" x="5308600" y="2836863"/>
          <p14:tracePt t="57049" x="5308600" y="2819400"/>
          <p14:tracePt t="57059" x="5291138" y="2819400"/>
          <p14:tracePt t="57082" x="5275263" y="2811463"/>
          <p14:tracePt t="57106" x="5275263" y="2794000"/>
          <p14:tracePt t="57122" x="5275263" y="2778125"/>
          <p14:tracePt t="57130" x="5275263" y="2760663"/>
          <p14:tracePt t="57146" x="5275263" y="2752725"/>
          <p14:tracePt t="57154" x="5275263" y="2736850"/>
          <p14:tracePt t="57162" x="5275263" y="2719388"/>
          <p14:tracePt t="57178" x="5275263" y="2711450"/>
          <p14:tracePt t="57187" x="5275263" y="2695575"/>
          <p14:tracePt t="57203" x="5275263" y="2678113"/>
          <p14:tracePt t="57211" x="5275263" y="2670175"/>
          <p14:tracePt t="57219" x="5308600" y="2654300"/>
          <p14:tracePt t="57227" x="5324475" y="2636838"/>
          <p14:tracePt t="57235" x="5349875" y="2628900"/>
          <p14:tracePt t="57243" x="5365750" y="2595563"/>
          <p14:tracePt t="57251" x="5407025" y="2587625"/>
          <p14:tracePt t="57259" x="5432425" y="2570163"/>
          <p14:tracePt t="57267" x="5448300" y="2554288"/>
          <p14:tracePt t="57275" x="5491163" y="2528888"/>
          <p14:tracePt t="57283" x="5514975" y="2528888"/>
          <p14:tracePt t="57292" x="5556250" y="2495550"/>
          <p14:tracePt t="57300" x="5599113" y="2495550"/>
          <p14:tracePt t="57309" x="5630863" y="2487613"/>
          <p14:tracePt t="57316" x="5681663" y="2487613"/>
          <p14:tracePt t="57325" x="5715000" y="2471738"/>
          <p14:tracePt t="57332" x="5764213" y="2471738"/>
          <p14:tracePt t="57341" x="5805488" y="2471738"/>
          <p14:tracePt t="57348" x="5864225" y="2471738"/>
          <p14:tracePt t="57356" x="5905500" y="2454275"/>
          <p14:tracePt t="57364" x="5946775" y="2454275"/>
          <p14:tracePt t="57373" x="6005513" y="2454275"/>
          <p14:tracePt t="57380" x="6029325" y="2454275"/>
          <p14:tracePt t="57389" x="6088063" y="2454275"/>
          <p14:tracePt t="57397" x="6121400" y="2454275"/>
          <p14:tracePt t="57404" x="6145213" y="2454275"/>
          <p14:tracePt t="57412" x="6186488" y="2454275"/>
          <p14:tracePt t="57421" x="6203950" y="2454275"/>
          <p14:tracePt t="57429" x="6229350" y="2454275"/>
          <p14:tracePt t="57437" x="6253163" y="2454275"/>
          <p14:tracePt t="57445" x="6270625" y="2454275"/>
          <p14:tracePt t="57453" x="6286500" y="2454275"/>
          <p14:tracePt t="57461" x="6311900" y="2454275"/>
          <p14:tracePt t="57469" x="6327775" y="2454275"/>
          <p14:tracePt t="57485" x="6337300" y="2471738"/>
          <p14:tracePt t="57493" x="6369050" y="2471738"/>
          <p14:tracePt t="57501" x="6386513" y="2471738"/>
          <p14:tracePt t="57509" x="6386513" y="2487613"/>
          <p14:tracePt t="57517" x="6394450" y="2487613"/>
          <p14:tracePt t="57526" x="6411913" y="2495550"/>
          <p14:tracePt t="57534" x="6427788" y="2495550"/>
          <p14:tracePt t="57550" x="6435725" y="2513013"/>
          <p14:tracePt t="57566" x="6453188" y="2513013"/>
          <p14:tracePt t="57575" x="6453188" y="2528888"/>
          <p14:tracePt t="57592" x="6469063" y="2528888"/>
          <p14:tracePt t="57598" x="6469063" y="2546350"/>
          <p14:tracePt t="57622" x="6469063" y="2554288"/>
          <p14:tracePt t="57631" x="6469063" y="2570163"/>
          <p14:tracePt t="57639" x="6469063" y="2587625"/>
          <p14:tracePt t="57647" x="6469063" y="2595563"/>
          <p14:tracePt t="57655" x="6469063" y="2628900"/>
          <p14:tracePt t="57663" x="6469063" y="2636838"/>
          <p14:tracePt t="57671" x="6469063" y="2670175"/>
          <p14:tracePt t="57679" x="6469063" y="2711450"/>
          <p14:tracePt t="57687" x="6469063" y="2719388"/>
          <p14:tracePt t="57695" x="6453188" y="2752725"/>
          <p14:tracePt t="57703" x="6435725" y="2778125"/>
          <p14:tracePt t="57711" x="6427788" y="2794000"/>
          <p14:tracePt t="57719" x="6394450" y="2819400"/>
          <p14:tracePt t="57727" x="6386513" y="2836863"/>
          <p14:tracePt t="57735" x="6369050" y="2852738"/>
          <p14:tracePt t="57744" x="6353175" y="2852738"/>
          <p14:tracePt t="57751" x="6337300" y="2860675"/>
          <p14:tracePt t="57760" x="6327775" y="2860675"/>
          <p14:tracePt t="57768" x="6311900" y="2878138"/>
          <p14:tracePt t="57776" x="6286500" y="2878138"/>
          <p14:tracePt t="57792" x="6253163" y="2878138"/>
          <p14:tracePt t="57800" x="6245225" y="2878138"/>
          <p14:tracePt t="57808" x="6229350" y="2878138"/>
          <p14:tracePt t="57816" x="6203950" y="2878138"/>
          <p14:tracePt t="57825" x="6162675" y="2878138"/>
          <p14:tracePt t="57832" x="6129338" y="2878138"/>
          <p14:tracePt t="57841" x="6088063" y="2878138"/>
          <p14:tracePt t="57849" x="6062663" y="2878138"/>
          <p14:tracePt t="57858" x="6021388" y="2878138"/>
          <p14:tracePt t="57865" x="5962650" y="2878138"/>
          <p14:tracePt t="57874" x="5905500" y="2878138"/>
          <p14:tracePt t="57881" x="5797550" y="2878138"/>
          <p14:tracePt t="57889" x="5738813" y="2878138"/>
          <p14:tracePt t="57897" x="5640388" y="2878138"/>
          <p14:tracePt t="57905" x="5573713" y="2878138"/>
          <p14:tracePt t="57913" x="5473700" y="2852738"/>
          <p14:tracePt t="57921" x="5416550" y="2836863"/>
          <p14:tracePt t="57929" x="5349875" y="2811463"/>
          <p14:tracePt t="57937" x="5275263" y="2778125"/>
          <p14:tracePt t="57946" x="5224463" y="2760663"/>
          <p14:tracePt t="57953" x="5183188" y="2752725"/>
          <p14:tracePt t="57962" x="5149850" y="2752725"/>
          <p14:tracePt t="57970" x="5126038" y="2736850"/>
          <p14:tracePt t="57978" x="5108575" y="2736850"/>
          <p14:tracePt t="57986" x="5084763" y="2719388"/>
          <p14:tracePt t="58002" x="5067300" y="2719388"/>
          <p14:tracePt t="58018" x="5059363" y="2719388"/>
          <p14:tracePt t="58026" x="5059363" y="2711450"/>
          <p14:tracePt t="58196" x="5059363" y="2719388"/>
          <p14:tracePt t="58204" x="5059363" y="2736850"/>
          <p14:tracePt t="58212" x="5059363" y="2752725"/>
          <p14:tracePt t="58220" x="5059363" y="2760663"/>
          <p14:tracePt t="58236" x="5059363" y="2778125"/>
          <p14:tracePt t="58244" x="5059363" y="2794000"/>
          <p14:tracePt t="58252" x="5059363" y="2811463"/>
          <p14:tracePt t="58276" x="5059363" y="2819400"/>
          <p14:tracePt t="58293" x="5059363" y="2836863"/>
          <p14:tracePt t="58301" x="5041900" y="2836863"/>
          <p14:tracePt t="58309" x="5026025" y="2852738"/>
          <p14:tracePt t="58317" x="5018088" y="2852738"/>
          <p14:tracePt t="58333" x="5000625" y="2852738"/>
          <p14:tracePt t="58342" x="4984750" y="2852738"/>
          <p14:tracePt t="58358" x="4967288" y="2852738"/>
          <p14:tracePt t="58365" x="4959350" y="2852738"/>
          <p14:tracePt t="58381" x="4943475" y="2852738"/>
          <p14:tracePt t="58397" x="4926013" y="2852738"/>
          <p14:tracePt t="58406" x="4926013" y="2860675"/>
          <p14:tracePt t="58414" x="4918075" y="2860675"/>
          <p14:tracePt t="58430" x="4902200" y="2860675"/>
          <p14:tracePt t="58438" x="4884738" y="2860675"/>
          <p14:tracePt t="58446" x="4876800" y="2878138"/>
          <p14:tracePt t="58454" x="4860925" y="2878138"/>
          <p14:tracePt t="58470" x="4843463" y="2894013"/>
          <p14:tracePt t="58478" x="4835525" y="2894013"/>
          <p14:tracePt t="58494" x="4835525" y="2901950"/>
          <p14:tracePt t="58503" x="4818063" y="2901950"/>
          <p14:tracePt t="58527" x="4802188" y="2901950"/>
          <p14:tracePt t="58610" x="4843463" y="2901950"/>
          <p14:tracePt t="58616" x="4902200" y="2901950"/>
          <p14:tracePt t="58626" x="4967288" y="2878138"/>
          <p14:tracePt t="58632" x="5067300" y="2852738"/>
          <p14:tracePt t="58641" x="5192713" y="2819400"/>
          <p14:tracePt t="58648" x="5308600" y="2794000"/>
          <p14:tracePt t="58656" x="5432425" y="2760663"/>
          <p14:tracePt t="58664" x="5556250" y="2752725"/>
          <p14:tracePt t="58672" x="5614988" y="2736850"/>
          <p14:tracePt t="58680" x="5738813" y="2719388"/>
          <p14:tracePt t="58688" x="5822950" y="2711450"/>
          <p14:tracePt t="58696" x="5921375" y="2695575"/>
          <p14:tracePt t="58704" x="6021388" y="2678113"/>
          <p14:tracePt t="58713" x="6088063" y="2670175"/>
          <p14:tracePt t="58721" x="6170613" y="2670175"/>
          <p14:tracePt t="58729" x="6245225" y="2654300"/>
          <p14:tracePt t="58737" x="6294438" y="2654300"/>
          <p14:tracePt t="58745" x="6337300" y="2654300"/>
          <p14:tracePt t="58753" x="6394450" y="2654300"/>
          <p14:tracePt t="58761" x="6435725" y="2654300"/>
          <p14:tracePt t="58769" x="6453188" y="2654300"/>
          <p14:tracePt t="58777" x="6477000" y="2654300"/>
          <p14:tracePt t="58785" x="6494463" y="2654300"/>
          <p14:tracePt t="58793" x="6510338" y="2654300"/>
          <p14:tracePt t="58801" x="6518275" y="2654300"/>
          <p14:tracePt t="58906" x="6518275" y="2670175"/>
          <p14:tracePt t="58930" x="6518275" y="2678113"/>
          <p14:tracePt t="58938" x="6518275" y="2695575"/>
          <p14:tracePt t="58947" x="6518275" y="2711450"/>
          <p14:tracePt t="58955" x="6518275" y="2719388"/>
          <p14:tracePt t="58963" x="6518275" y="2752725"/>
          <p14:tracePt t="58971" x="6518275" y="2760663"/>
          <p14:tracePt t="58979" x="6510338" y="2794000"/>
          <p14:tracePt t="58987" x="6477000" y="2836863"/>
          <p14:tracePt t="58995" x="6453188" y="2852738"/>
          <p14:tracePt t="59003" x="6411913" y="2894013"/>
          <p14:tracePt t="59011" x="6386513" y="2901950"/>
          <p14:tracePt t="59019" x="6327775" y="2935288"/>
          <p14:tracePt t="59027" x="6270625" y="2960688"/>
          <p14:tracePt t="59035" x="6211888" y="2976563"/>
          <p14:tracePt t="59044" x="6121400" y="3001963"/>
          <p14:tracePt t="59051" x="6029325" y="3017838"/>
          <p14:tracePt t="59059" x="5938838" y="3027363"/>
          <p14:tracePt t="59068" x="5838825" y="3027363"/>
          <p14:tracePt t="59076" x="5715000" y="3027363"/>
          <p14:tracePt t="59084" x="5556250" y="3027363"/>
          <p14:tracePt t="59092" x="5432425" y="3027363"/>
          <p14:tracePt t="59100" x="5391150" y="3027363"/>
          <p14:tracePt t="59109" x="5291138" y="3027363"/>
          <p14:tracePt t="59116" x="5192713" y="3017838"/>
          <p14:tracePt t="59126" x="5126038" y="3017838"/>
          <p14:tracePt t="59132" x="5067300" y="3001963"/>
          <p14:tracePt t="59142" x="5018088" y="3001963"/>
          <p14:tracePt t="59148" x="4959350" y="3001963"/>
          <p14:tracePt t="59158" x="4926013" y="3001963"/>
          <p14:tracePt t="59165" x="4902200" y="3001963"/>
          <p14:tracePt t="59175" x="4860925" y="3001963"/>
          <p14:tracePt t="59181" x="4843463" y="3001963"/>
          <p14:tracePt t="59192" x="4835525" y="3001963"/>
          <p14:tracePt t="59197" x="4802188" y="3001963"/>
          <p14:tracePt t="59208" x="4802188" y="3017838"/>
          <p14:tracePt t="59213" x="4794250" y="3027363"/>
          <p14:tracePt t="59225" x="4776788" y="3027363"/>
          <p14:tracePt t="59229" x="4760913" y="3043238"/>
          <p14:tracePt t="59242" x="4752975" y="3060700"/>
          <p14:tracePt t="59253" x="4735513" y="3076575"/>
          <p14:tracePt t="59261" x="4735513" y="3084513"/>
          <p14:tracePt t="59270" x="4735513" y="3117850"/>
          <p14:tracePt t="59278" x="4735513" y="3125788"/>
          <p14:tracePt t="59285" x="4735513" y="3143250"/>
          <p14:tracePt t="59294" x="4735513" y="3159125"/>
          <p14:tracePt t="59302" x="4735513" y="3167063"/>
          <p14:tracePt t="59310" x="4735513" y="3184525"/>
          <p14:tracePt t="59318" x="4735513" y="3200400"/>
          <p14:tracePt t="59334" x="4735513" y="3209925"/>
          <p14:tracePt t="59342" x="4735513" y="3225800"/>
          <p14:tracePt t="59350" x="4735513" y="3241675"/>
          <p14:tracePt t="59366" x="4735513" y="3251200"/>
          <p14:tracePt t="59382" x="4735513" y="3267075"/>
          <p14:tracePt t="59407" x="4735513" y="3284538"/>
          <p14:tracePt t="59496" x="4735513" y="3292475"/>
          <p14:tracePt t="59512" x="4752975" y="3308350"/>
          <p14:tracePt t="59520" x="4760913" y="3325813"/>
          <p14:tracePt t="59528" x="4794250" y="3349625"/>
          <p14:tracePt t="59536" x="4818063" y="3367088"/>
          <p14:tracePt t="59544" x="4843463" y="3382963"/>
          <p14:tracePt t="59552" x="4843463" y="3390900"/>
          <p14:tracePt t="59560" x="4876800" y="3408363"/>
          <p14:tracePt t="59568" x="4902200" y="3408363"/>
          <p14:tracePt t="59576" x="4918075" y="3424238"/>
          <p14:tracePt t="59585" x="4926013" y="3424238"/>
          <p14:tracePt t="59592" x="4959350" y="3424238"/>
          <p14:tracePt t="59600" x="4984750" y="3424238"/>
          <p14:tracePt t="59614" x="5018088" y="3424238"/>
          <p14:tracePt t="59617" x="5026025" y="3424238"/>
          <p14:tracePt t="59625" x="5067300" y="3424238"/>
          <p14:tracePt t="59633" x="5108575" y="3408363"/>
          <p14:tracePt t="59641" x="5126038" y="3390900"/>
          <p14:tracePt t="59649" x="5167313" y="3382963"/>
          <p14:tracePt t="59659" x="5183188" y="3382963"/>
          <p14:tracePt t="59665" x="5208588" y="3382963"/>
          <p14:tracePt t="59675" x="5233988" y="3382963"/>
          <p14:tracePt t="59689" x="5267325" y="3367088"/>
          <p14:tracePt t="59697" x="5275263" y="3367088"/>
          <p14:tracePt t="59706" x="5291138" y="3367088"/>
          <p14:tracePt t="59713" x="5308600" y="3367088"/>
          <p14:tracePt t="59722" x="5324475" y="3367088"/>
          <p14:tracePt t="59730" x="5349875" y="3349625"/>
          <p14:tracePt t="59738" x="5365750" y="3349625"/>
          <p14:tracePt t="59746" x="5391150" y="3349625"/>
          <p14:tracePt t="59754" x="5416550" y="3349625"/>
          <p14:tracePt t="59762" x="5448300" y="3349625"/>
          <p14:tracePt t="59770" x="5491163" y="3341688"/>
          <p14:tracePt t="59778" x="5514975" y="3341688"/>
          <p14:tracePt t="59786" x="5556250" y="3341688"/>
          <p14:tracePt t="59794" x="5589588" y="3325813"/>
          <p14:tracePt t="59802" x="5640388" y="3325813"/>
          <p14:tracePt t="59810" x="5697538" y="3325813"/>
          <p14:tracePt t="59818" x="5756275" y="3325813"/>
          <p14:tracePt t="59826" x="5805488" y="3308350"/>
          <p14:tracePt t="59835" x="5854700" y="3292475"/>
          <p14:tracePt t="59843" x="5905500" y="3292475"/>
          <p14:tracePt t="59851" x="5962650" y="3284538"/>
          <p14:tracePt t="59859" x="5988050" y="3284538"/>
          <p14:tracePt t="59867" x="6021388" y="3284538"/>
          <p14:tracePt t="59875" x="6046788" y="3267075"/>
          <p14:tracePt t="59883" x="6062663" y="3267075"/>
          <p14:tracePt t="59892" x="6070600" y="3267075"/>
          <p14:tracePt t="59899" x="6088063" y="3267075"/>
          <p14:tracePt t="59908" x="6103938" y="3267075"/>
          <p14:tracePt t="59925" x="6129338" y="3267075"/>
          <p14:tracePt t="59932" x="6145213" y="3267075"/>
          <p14:tracePt t="59941" x="6162675" y="3267075"/>
          <p14:tracePt t="59948" x="6186488" y="3267075"/>
          <p14:tracePt t="59956" x="6211888" y="3251200"/>
          <p14:tracePt t="59964" x="6253163" y="3251200"/>
          <p14:tracePt t="59972" x="6311900" y="3241675"/>
          <p14:tracePt t="59980" x="6337300" y="3241675"/>
          <p14:tracePt t="59988" x="6386513" y="3241675"/>
          <p14:tracePt t="59996" x="6411913" y="3241675"/>
          <p14:tracePt t="60004" x="6435725" y="3225800"/>
          <p14:tracePt t="60012" x="6469063" y="3225800"/>
          <p14:tracePt t="60028" x="6477000" y="3225800"/>
          <p14:tracePt t="60036" x="6494463" y="3225800"/>
          <p14:tracePt t="60069" x="6510338" y="3225800"/>
          <p14:tracePt t="60109" x="6494463" y="3225800"/>
          <p14:tracePt t="60117" x="6469063" y="3209925"/>
          <p14:tracePt t="60125" x="6411913" y="3200400"/>
          <p14:tracePt t="60134" x="6386513" y="3200400"/>
          <p14:tracePt t="60142" x="6294438" y="3200400"/>
          <p14:tracePt t="60150" x="6253163" y="3184525"/>
          <p14:tracePt t="60158" x="6170613" y="3184525"/>
          <p14:tracePt t="60166" x="6103938" y="3167063"/>
          <p14:tracePt t="60175" x="6046788" y="3167063"/>
          <p14:tracePt t="60182" x="5980113" y="3167063"/>
          <p14:tracePt t="60191" x="5921375" y="3159125"/>
          <p14:tracePt t="60198" x="5880100" y="3159125"/>
          <p14:tracePt t="60208" x="5780088" y="3143250"/>
          <p14:tracePt t="60214" x="5738813" y="3143250"/>
          <p14:tracePt t="60222" x="5681663" y="3125788"/>
          <p14:tracePt t="60230" x="5656263" y="3117850"/>
          <p14:tracePt t="60238" x="5599113" y="3101975"/>
          <p14:tracePt t="60246" x="5556250" y="3101975"/>
          <p14:tracePt t="60254" x="5540375" y="3084513"/>
          <p14:tracePt t="60263" x="5499100" y="3084513"/>
          <p14:tracePt t="60270" x="5491163" y="3084513"/>
          <p14:tracePt t="60279" x="5473700" y="3084513"/>
          <p14:tracePt t="60287" x="5448300" y="3084513"/>
          <p14:tracePt t="60295" x="5432425" y="3084513"/>
          <p14:tracePt t="60303" x="5416550" y="3084513"/>
          <p14:tracePt t="60311" x="5407025" y="3084513"/>
          <p14:tracePt t="60319" x="5391150" y="3084513"/>
          <p14:tracePt t="60327" x="5373688" y="3084513"/>
          <p14:tracePt t="60335" x="5365750" y="3084513"/>
          <p14:tracePt t="60343" x="5349875" y="3084513"/>
          <p14:tracePt t="60359" x="5332413" y="3084513"/>
          <p14:tracePt t="60367" x="5324475" y="3084513"/>
          <p14:tracePt t="60376" x="5308600" y="3084513"/>
          <p14:tracePt t="60384" x="5291138" y="3084513"/>
          <p14:tracePt t="60392" x="5275263" y="3084513"/>
          <p14:tracePt t="60409" x="5267325" y="3084513"/>
          <p14:tracePt t="60416" x="5249863" y="3084513"/>
          <p14:tracePt t="60425" x="5224463" y="3043238"/>
          <p14:tracePt t="60432" x="5192713" y="3001963"/>
          <p14:tracePt t="60442" x="5183188" y="2935288"/>
          <p14:tracePt t="60448" x="5167313" y="2860675"/>
          <p14:tracePt t="60457" x="5149850" y="2760663"/>
          <p14:tracePt t="60465" x="5149850" y="2711450"/>
          <p14:tracePt t="60473" x="5149850" y="2636838"/>
          <p14:tracePt t="60481" x="5149850" y="2570163"/>
          <p14:tracePt t="60488" x="5149850" y="2513013"/>
          <p14:tracePt t="60497" x="5149850" y="2454275"/>
          <p14:tracePt t="60505" x="5149850" y="2430463"/>
          <p14:tracePt t="60513" x="5149850" y="2413000"/>
          <p14:tracePt t="60521" x="5167313" y="2405063"/>
          <p14:tracePt t="60537" x="5167313" y="2387600"/>
          <p14:tracePt t="60545" x="5183188" y="2387600"/>
          <p14:tracePt t="60707" x="5183188" y="2413000"/>
          <p14:tracePt t="60715" x="5183188" y="2446338"/>
          <p14:tracePt t="60724" x="5183188" y="2454275"/>
          <p14:tracePt t="60731" x="5183188" y="2487613"/>
          <p14:tracePt t="60739" x="5183188" y="2495550"/>
          <p14:tracePt t="60747" x="5192713" y="2546350"/>
          <p14:tracePt t="60755" x="5208588" y="2570163"/>
          <p14:tracePt t="60763" x="5208588" y="2595563"/>
          <p14:tracePt t="60771" x="5224463" y="2628900"/>
          <p14:tracePt t="60779" x="5224463" y="2636838"/>
          <p14:tracePt t="60787" x="5233988" y="2670175"/>
          <p14:tracePt t="60796" x="5233988" y="2678113"/>
          <p14:tracePt t="60804" x="5249863" y="2695575"/>
          <p14:tracePt t="60820" x="5249863" y="2711450"/>
          <p14:tracePt t="60828" x="5267325" y="2711450"/>
          <p14:tracePt t="60844" x="5267325" y="2719388"/>
          <p14:tracePt t="60852" x="5275263" y="2719388"/>
          <p14:tracePt t="60868" x="5275263" y="2736850"/>
          <p14:tracePt t="60997" x="5291138" y="2736850"/>
          <p14:tracePt t="61022" x="5308600" y="2752725"/>
          <p14:tracePt t="61046" x="5324475" y="2752725"/>
          <p14:tracePt t="61312" x="5365750" y="2752725"/>
          <p14:tracePt t="61320" x="5416550" y="2752725"/>
          <p14:tracePt t="61328" x="5457825" y="2760663"/>
          <p14:tracePt t="61336" x="5514975" y="2760663"/>
          <p14:tracePt t="61345" x="5573713" y="2778125"/>
          <p14:tracePt t="61352" x="5630863" y="2778125"/>
          <p14:tracePt t="61361" x="5656263" y="2794000"/>
          <p14:tracePt t="61369" x="5715000" y="2811463"/>
          <p14:tracePt t="61377" x="5756275" y="2811463"/>
          <p14:tracePt t="61385" x="5764213" y="2811463"/>
          <p14:tracePt t="61393" x="5797550" y="2819400"/>
          <p14:tracePt t="61401" x="5805488" y="2819400"/>
          <p14:tracePt t="61409" x="5822950" y="2819400"/>
          <p14:tracePt t="61417" x="5838825" y="2819400"/>
          <p14:tracePt t="61433" x="5854700" y="2819400"/>
          <p14:tracePt t="61442" x="5864225" y="2836863"/>
          <p14:tracePt t="61458" x="5880100" y="2836863"/>
          <p14:tracePt t="61466" x="5897563" y="2836863"/>
          <p14:tracePt t="61475" x="5897563" y="2852738"/>
          <p14:tracePt t="61482" x="5921375" y="2852738"/>
          <p14:tracePt t="61491" x="5946775" y="2852738"/>
          <p14:tracePt t="61498" x="5962650" y="2852738"/>
          <p14:tracePt t="61508" x="5988050" y="2852738"/>
          <p14:tracePt t="61514" x="6005513" y="2852738"/>
          <p14:tracePt t="61522" x="6029325" y="2852738"/>
          <p14:tracePt t="61530" x="6062663" y="2852738"/>
          <p14:tracePt t="61547" x="6070600" y="2852738"/>
          <p14:tracePt t="61554" x="6088063" y="2852738"/>
          <p14:tracePt t="61563" x="6103938" y="2852738"/>
          <p14:tracePt t="61578" x="6121400" y="2852738"/>
          <p14:tracePt t="61595" x="6129338" y="2852738"/>
          <p14:tracePt t="61603" x="6145213" y="2852738"/>
          <p14:tracePt t="61619" x="6162675" y="2852738"/>
          <p14:tracePt t="61627" x="6170613" y="2852738"/>
          <p14:tracePt t="61635" x="6203950" y="2852738"/>
          <p14:tracePt t="61643" x="6211888" y="2852738"/>
          <p14:tracePt t="61652" x="6229350" y="2852738"/>
          <p14:tracePt t="61659" x="6245225" y="2852738"/>
          <p14:tracePt t="61667" x="6253163" y="2852738"/>
          <p14:tracePt t="61676" x="6270625" y="2852738"/>
          <p14:tracePt t="61692" x="6286500" y="2852738"/>
          <p14:tracePt t="61797" x="6270625" y="2852738"/>
          <p14:tracePt t="61804" x="6245225" y="2860675"/>
          <p14:tracePt t="61813" x="6203950" y="2878138"/>
          <p14:tracePt t="61821" x="6129338" y="2894013"/>
          <p14:tracePt t="61829" x="6062663" y="2901950"/>
          <p14:tracePt t="61837" x="5988050" y="2935288"/>
          <p14:tracePt t="61845" x="5921375" y="2943225"/>
          <p14:tracePt t="61853" x="5880100" y="2943225"/>
          <p14:tracePt t="61861" x="5805488" y="2960688"/>
          <p14:tracePt t="61869" x="5738813" y="2986088"/>
          <p14:tracePt t="61877" x="5656263" y="3001963"/>
          <p14:tracePt t="61885" x="5630863" y="3017838"/>
          <p14:tracePt t="61894" x="5589588" y="3017838"/>
          <p14:tracePt t="61901" x="5556250" y="3027363"/>
          <p14:tracePt t="61909" x="5540375" y="3027363"/>
          <p14:tracePt t="61918" x="5532438" y="3027363"/>
          <p14:tracePt t="61926" x="5514975" y="3027363"/>
          <p14:tracePt t="61958" x="5499100" y="3027363"/>
          <p14:tracePt t="62039" x="5491163" y="3027363"/>
          <p14:tracePt t="62152" x="5499100" y="3017838"/>
          <p14:tracePt t="62160" x="5540375" y="2976563"/>
          <p14:tracePt t="62168" x="5589588" y="2960688"/>
          <p14:tracePt t="62176" x="5630863" y="2935288"/>
          <p14:tracePt t="62184" x="5681663" y="2901950"/>
          <p14:tracePt t="62192" x="5722938" y="2860675"/>
          <p14:tracePt t="62200" x="5780088" y="2852738"/>
          <p14:tracePt t="62208" x="5805488" y="2836863"/>
          <p14:tracePt t="62216" x="5838825" y="2819400"/>
          <p14:tracePt t="62225" x="5854700" y="2811463"/>
          <p14:tracePt t="62233" x="5880100" y="2811463"/>
          <p14:tracePt t="62241" x="5905500" y="2811463"/>
          <p14:tracePt t="62258" x="5938838" y="2811463"/>
          <p14:tracePt t="62265" x="5946775" y="2811463"/>
          <p14:tracePt t="62274" x="5962650" y="2811463"/>
          <p14:tracePt t="62281" x="5980113" y="2811463"/>
          <p14:tracePt t="62289" x="6005513" y="2811463"/>
          <p14:tracePt t="62297" x="6021388" y="2811463"/>
          <p14:tracePt t="62305" x="6029325" y="2811463"/>
          <p14:tracePt t="62313" x="6062663" y="2811463"/>
          <p14:tracePt t="62321" x="6070600" y="2811463"/>
          <p14:tracePt t="62329" x="6088063" y="2811463"/>
          <p14:tracePt t="62345" x="6103938" y="2811463"/>
          <p14:tracePt t="62354" x="6121400" y="2811463"/>
          <p14:tracePt t="62362" x="6129338" y="2811463"/>
          <p14:tracePt t="62370" x="6145213" y="2819400"/>
          <p14:tracePt t="62378" x="6162675" y="2819400"/>
          <p14:tracePt t="62394" x="6170613" y="2819400"/>
          <p14:tracePt t="62418" x="6186488" y="2836863"/>
          <p14:tracePt t="62434" x="6203950" y="2836863"/>
          <p14:tracePt t="62442" x="6211888" y="2852738"/>
          <p14:tracePt t="62459" x="6229350" y="2852738"/>
          <p14:tracePt t="62466" x="6229350" y="2860675"/>
          <p14:tracePt t="62475" x="6245225" y="2860675"/>
          <p14:tracePt t="62492" x="6253163" y="2878138"/>
          <p14:tracePt t="62508" x="6270625" y="2878138"/>
          <p14:tracePt t="62515" x="6286500" y="2894013"/>
          <p14:tracePt t="62531" x="6294438" y="2894013"/>
          <p14:tracePt t="62539" x="6311900" y="2894013"/>
          <p14:tracePt t="62556" x="6327775" y="2894013"/>
          <p14:tracePt t="62564" x="6337300" y="2894013"/>
          <p14:tracePt t="62572" x="6353175" y="2894013"/>
          <p14:tracePt t="62580" x="6394450" y="2894013"/>
          <p14:tracePt t="62588" x="6411913" y="2894013"/>
          <p14:tracePt t="62596" x="6453188" y="2894013"/>
          <p14:tracePt t="62604" x="6469063" y="2901950"/>
          <p14:tracePt t="62613" x="6510338" y="2901950"/>
          <p14:tracePt t="62620" x="6535738" y="2919413"/>
          <p14:tracePt t="62628" x="6551613" y="2919413"/>
          <p14:tracePt t="62636" x="6577013" y="2919413"/>
          <p14:tracePt t="62644" x="6592888" y="2919413"/>
          <p14:tracePt t="62854" x="6602413" y="2919413"/>
          <p14:tracePt t="62862" x="6659563" y="2919413"/>
          <p14:tracePt t="62870" x="6718300" y="2919413"/>
          <p14:tracePt t="62878" x="6775450" y="2919413"/>
          <p14:tracePt t="62887" x="6818313" y="2935288"/>
          <p14:tracePt t="62895" x="6859588" y="2943225"/>
          <p14:tracePt t="62903" x="6900863" y="2943225"/>
          <p14:tracePt t="62911" x="6916738" y="2960688"/>
          <p14:tracePt t="62919" x="6958013" y="2976563"/>
          <p14:tracePt t="62927" x="6967538" y="2986088"/>
          <p14:tracePt t="62935" x="7024688" y="3001963"/>
          <p14:tracePt t="62943" x="7065963" y="3017838"/>
          <p14:tracePt t="62951" x="7091363" y="3027363"/>
          <p14:tracePt t="62959" x="7132638" y="3043238"/>
          <p14:tracePt t="62967" x="7165975" y="3060700"/>
          <p14:tracePt t="62975" x="7173913" y="3060700"/>
          <p14:tracePt t="62983" x="7207250" y="3076575"/>
          <p14:tracePt t="62992" x="7224713" y="3076575"/>
          <p14:tracePt t="62999" x="7224713" y="3084513"/>
          <p14:tracePt t="63009" x="7232650" y="3084513"/>
          <p14:tracePt t="63032" x="7248525" y="3084513"/>
          <p14:tracePt t="63056" x="7265988" y="3084513"/>
          <p14:tracePt t="63129" x="7265988" y="3101975"/>
          <p14:tracePt t="63153" x="7273925" y="3125788"/>
          <p14:tracePt t="63161" x="7307263" y="3167063"/>
          <p14:tracePt t="63169" x="7356475" y="3225800"/>
          <p14:tracePt t="63177" x="7415213" y="3308350"/>
          <p14:tracePt t="63185" x="7489825" y="3424238"/>
          <p14:tracePt t="63193" x="7556500" y="3508375"/>
          <p14:tracePt t="63201" x="7580313" y="3549650"/>
          <p14:tracePt t="63209" x="7654925" y="3616325"/>
          <p14:tracePt t="63217" x="7680325" y="3673475"/>
          <p14:tracePt t="63226" x="7721600" y="3714750"/>
          <p14:tracePt t="63234" x="7754938" y="3740150"/>
          <p14:tracePt t="63242" x="7762875" y="3773488"/>
          <p14:tracePt t="63266" x="7780338" y="3781425"/>
          <p14:tracePt t="63428" x="7780338" y="3773488"/>
          <p14:tracePt t="63444" x="7780338" y="3756025"/>
          <p14:tracePt t="63451" x="7780338" y="3740150"/>
          <p14:tracePt t="63460" x="7780338" y="3732213"/>
          <p14:tracePt t="63468" x="7780338" y="3698875"/>
          <p14:tracePt t="63476" x="7780338" y="3690938"/>
          <p14:tracePt t="63484" x="7780338" y="3657600"/>
          <p14:tracePt t="63492" x="7780338" y="3648075"/>
          <p14:tracePt t="63500" x="7780338" y="3632200"/>
          <p14:tracePt t="63508" x="7796213" y="3616325"/>
          <p14:tracePt t="63516" x="7796213" y="3606800"/>
          <p14:tracePt t="63525" x="7804150" y="3590925"/>
          <p14:tracePt t="63548" x="7804150" y="3573463"/>
          <p14:tracePt t="63637" x="7796213" y="3573463"/>
          <p14:tracePt t="63645" x="7780338" y="3565525"/>
          <p14:tracePt t="63654" x="7754938" y="3565525"/>
          <p14:tracePt t="63670" x="7737475" y="3549650"/>
          <p14:tracePt t="63678" x="7721600" y="3549650"/>
          <p14:tracePt t="63710" x="7705725" y="3549650"/>
          <p14:tracePt t="63742" x="7696200" y="3549650"/>
          <p14:tracePt t="63758" x="7696200" y="3532188"/>
          <p14:tracePt t="63766" x="7680325" y="3532188"/>
          <p14:tracePt t="63791" x="7662863" y="3532188"/>
          <p14:tracePt t="63808" x="7654925" y="3516313"/>
          <p14:tracePt t="63815" x="7621588" y="3516313"/>
          <p14:tracePt t="63824" x="7613650" y="3516313"/>
          <p14:tracePt t="63831" x="7597775" y="3508375"/>
          <p14:tracePt t="63839" x="7580313" y="3508375"/>
          <p14:tracePt t="63847" x="7556500" y="3508375"/>
          <p14:tracePt t="63863" x="7539038" y="3490913"/>
          <p14:tracePt t="63880" x="7531100" y="3490913"/>
          <p14:tracePt t="64187" x="7539038" y="3475038"/>
          <p14:tracePt t="64194" x="7572375" y="3475038"/>
          <p14:tracePt t="64202" x="7639050" y="3467100"/>
          <p14:tracePt t="64211" x="7837488" y="3424238"/>
          <p14:tracePt t="64219" x="8020050" y="3408363"/>
          <p14:tracePt t="64227" x="8169275" y="3408363"/>
          <p14:tracePt t="64235" x="8418513" y="3408363"/>
          <p14:tracePt t="64243" x="8683625" y="3408363"/>
          <p14:tracePt t="64251" x="8866188" y="3408363"/>
          <p14:tracePt t="64259" x="8940800" y="3408363"/>
          <p14:tracePt t="64267" x="9090025" y="3408363"/>
          <p14:tracePt t="64275" x="9213850" y="3408363"/>
          <p14:tracePt t="64283" x="9288463" y="3408363"/>
          <p14:tracePt t="64292" x="9339263" y="3408363"/>
          <p14:tracePt t="64299" x="9355138" y="3408363"/>
          <p14:tracePt t="64308" x="9372600" y="3408363"/>
          <p14:tracePt t="64315" x="9388475" y="3408363"/>
          <p14:tracePt t="64332" x="9396413" y="3408363"/>
          <p14:tracePt t="64501" x="9429750" y="3408363"/>
          <p14:tracePt t="64509" x="9496425" y="3408363"/>
          <p14:tracePt t="64517" x="9596438" y="3408363"/>
          <p14:tracePt t="64525" x="9745663" y="3408363"/>
          <p14:tracePt t="64533" x="9928225" y="3408363"/>
          <p14:tracePt t="64542" x="10110788" y="3408363"/>
          <p14:tracePt t="64550" x="10375900" y="3408363"/>
          <p14:tracePt t="64558" x="10582275" y="3408363"/>
          <p14:tracePt t="64566" x="10807700" y="3408363"/>
          <p14:tracePt t="64575" x="11031538" y="3408363"/>
          <p14:tracePt t="64582" x="11214100" y="3408363"/>
          <p14:tracePt t="64592" x="11371263" y="3408363"/>
          <p14:tracePt t="64598" x="11420475" y="3408363"/>
          <p14:tracePt t="64608" x="11520488" y="3408363"/>
          <p14:tracePt t="64614" x="11595100" y="3408363"/>
          <p14:tracePt t="64622" x="11661775" y="3408363"/>
          <p14:tracePt t="64631" x="11703050" y="3408363"/>
          <p14:tracePt t="64638" x="11718925" y="3408363"/>
          <p14:tracePt t="64646" x="11726863" y="3408363"/>
          <p14:tracePt t="64655" x="11744325" y="3408363"/>
          <p14:tracePt t="64671" x="11760200" y="3408363"/>
          <p14:tracePt t="64711" x="11760200" y="3390900"/>
          <p14:tracePt t="64735" x="11744325" y="3390900"/>
          <p14:tracePt t="64743" x="11726863" y="3390900"/>
          <p14:tracePt t="64752" x="11718925" y="3390900"/>
          <p14:tracePt t="64759" x="11703050" y="3382963"/>
          <p14:tracePt t="64768" x="11685588" y="3382963"/>
          <p14:tracePt t="64784" x="11677650" y="3382963"/>
          <p14:tracePt t="64792" x="11661775" y="3382963"/>
          <p14:tracePt t="64824" x="11644313" y="3382963"/>
          <p14:tracePt t="65002" x="11636375" y="3382963"/>
          <p14:tracePt t="65010" x="11603038" y="3382963"/>
          <p14:tracePt t="65018" x="11553825" y="3382963"/>
          <p14:tracePt t="65026" x="11479213" y="3382963"/>
          <p14:tracePt t="65034" x="11379200" y="3382963"/>
          <p14:tracePt t="65042" x="11229975" y="3382963"/>
          <p14:tracePt t="65050" x="11047413" y="3382963"/>
          <p14:tracePt t="65058" x="10848975" y="3382963"/>
          <p14:tracePt t="65066" x="10666413" y="3382963"/>
          <p14:tracePt t="65075" x="10450513" y="3382963"/>
          <p14:tracePt t="65082" x="10267950" y="3382963"/>
          <p14:tracePt t="65092" x="10085388" y="3390900"/>
          <p14:tracePt t="65099" x="9928225" y="3390900"/>
          <p14:tracePt t="65109" x="9869488" y="3390900"/>
          <p14:tracePt t="65115" x="9779000" y="3390900"/>
          <p14:tracePt t="65124" x="9704388" y="3390900"/>
          <p14:tracePt t="65131" x="9637713" y="3390900"/>
          <p14:tracePt t="65139" x="9578975" y="3390900"/>
          <p14:tracePt t="65147" x="9521825" y="3390900"/>
          <p14:tracePt t="65155" x="9480550" y="3390900"/>
          <p14:tracePt t="65163" x="9396413" y="3390900"/>
          <p14:tracePt t="65171" x="9331325" y="3408363"/>
          <p14:tracePt t="65179" x="9256713" y="3424238"/>
          <p14:tracePt t="65187" x="9190038" y="3424238"/>
          <p14:tracePt t="65195" x="9090025" y="3433763"/>
          <p14:tracePt t="65204" x="8990013" y="3449638"/>
          <p14:tracePt t="65212" x="8940800" y="3449638"/>
          <p14:tracePt t="65220" x="8866188" y="3467100"/>
          <p14:tracePt t="65228" x="8799513" y="3475038"/>
          <p14:tracePt t="65236" x="8724900" y="3475038"/>
          <p14:tracePt t="65244" x="8675688" y="3475038"/>
          <p14:tracePt t="65252" x="8616950" y="3475038"/>
          <p14:tracePt t="65260" x="8575675" y="3475038"/>
          <p14:tracePt t="65268" x="8534400" y="3475038"/>
          <p14:tracePt t="65276" x="8493125" y="3475038"/>
          <p14:tracePt t="65284" x="8434388" y="3475038"/>
          <p14:tracePt t="65292" x="8410575" y="3475038"/>
          <p14:tracePt t="65301" x="8310563" y="3475038"/>
          <p14:tracePt t="65309" x="8235950" y="3475038"/>
          <p14:tracePt t="65317" x="8153400" y="3475038"/>
          <p14:tracePt t="65325" x="8128000" y="3475038"/>
          <p14:tracePt t="65333" x="8069263" y="3475038"/>
          <p14:tracePt t="65342" x="8020050" y="3467100"/>
          <p14:tracePt t="65349" x="7962900" y="3449638"/>
          <p14:tracePt t="65358" x="7920038" y="3433763"/>
          <p14:tracePt t="65365" x="7878763" y="3433763"/>
          <p14:tracePt t="65375" x="7837488" y="3433763"/>
          <p14:tracePt t="65381" x="7804150" y="3433763"/>
          <p14:tracePt t="65392" x="7762875" y="3433763"/>
          <p14:tracePt t="65397" x="7754938" y="3433763"/>
          <p14:tracePt t="65409" x="7721600" y="3433763"/>
          <p14:tracePt t="65413" x="7705725" y="3433763"/>
          <p14:tracePt t="65425" x="7680325" y="3433763"/>
          <p14:tracePt t="65430" x="7654925" y="3433763"/>
          <p14:tracePt t="65442" x="7639050" y="3433763"/>
          <p14:tracePt t="65446" x="7621588" y="3433763"/>
          <p14:tracePt t="65458" x="7613650" y="3433763"/>
          <p14:tracePt t="65462" x="7597775" y="3433763"/>
          <p14:tracePt t="65478" x="7597775" y="3449638"/>
          <p14:tracePt t="65492" x="7580313" y="3449638"/>
          <p14:tracePt t="65680" x="7572375" y="3449638"/>
          <p14:tracePt t="65696" x="7556500" y="3449638"/>
          <p14:tracePt t="65704" x="7539038" y="3449638"/>
          <p14:tracePt t="65712" x="7531100" y="3449638"/>
          <p14:tracePt t="65726" x="7513638" y="3449638"/>
          <p14:tracePt t="65728" x="7497763" y="3467100"/>
          <p14:tracePt t="65745" x="7489825" y="3467100"/>
          <p14:tracePt t="65758" x="7472363" y="3467100"/>
          <p14:tracePt t="65761" x="7456488" y="3467100"/>
          <p14:tracePt t="65775" x="7439025" y="3467100"/>
          <p14:tracePt t="65777" x="7431088" y="3475038"/>
          <p14:tracePt t="65793" x="7415213" y="3475038"/>
          <p14:tracePt t="65809" x="7397750" y="3475038"/>
          <p14:tracePt t="65809" x="7389813" y="3475038"/>
          <p14:tracePt t="65817" x="7373938" y="3475038"/>
          <p14:tracePt t="65825" x="7356475" y="3475038"/>
          <p14:tracePt t="65833" x="7348538" y="3475038"/>
          <p14:tracePt t="65850" x="7331075" y="3475038"/>
          <p14:tracePt t="65859" x="7315200" y="3475038"/>
          <p14:tracePt t="65866" x="7307263" y="3475038"/>
          <p14:tracePt t="65875" x="7289800" y="3475038"/>
          <p14:tracePt t="65882" x="7273925" y="3475038"/>
          <p14:tracePt t="66067" x="7289800" y="3475038"/>
          <p14:tracePt t="66100" x="7307263" y="3475038"/>
          <p14:tracePt t="66140" x="7315200" y="3475038"/>
          <p14:tracePt t="66188" x="7331075" y="3475038"/>
          <p14:tracePt t="66205" x="7356475" y="3475038"/>
          <p14:tracePt t="66213" x="7356475" y="3467100"/>
          <p14:tracePt t="66221" x="7389813" y="3467100"/>
          <p14:tracePt t="66229" x="7415213" y="3449638"/>
          <p14:tracePt t="66237" x="7431088" y="3449638"/>
          <p14:tracePt t="66245" x="7472363" y="3433763"/>
          <p14:tracePt t="66253" x="7489825" y="3433763"/>
          <p14:tracePt t="66261" x="7513638" y="3433763"/>
          <p14:tracePt t="66269" x="7556500" y="3433763"/>
          <p14:tracePt t="66277" x="7572375" y="3433763"/>
          <p14:tracePt t="66285" x="7580313" y="3433763"/>
          <p14:tracePt t="66294" x="7613650" y="3433763"/>
          <p14:tracePt t="66310" x="7621588" y="3433763"/>
          <p14:tracePt t="66334" x="7639050" y="3433763"/>
          <p14:tracePt t="66826" x="7639050" y="3424238"/>
          <p14:tracePt t="67053" x="7654925" y="3424238"/>
          <p14:tracePt t="67077" x="7654925" y="3408363"/>
          <p14:tracePt t="67085" x="7662863" y="3408363"/>
          <p14:tracePt t="67125" x="7680325" y="3408363"/>
          <p14:tracePt t="67230" x="7696200" y="3390900"/>
          <p14:tracePt t="67238" x="7705725" y="3390900"/>
          <p14:tracePt t="67246" x="7721600" y="3390900"/>
          <p14:tracePt t="67254" x="7737475" y="3390900"/>
          <p14:tracePt t="67262" x="7754938" y="3390900"/>
          <p14:tracePt t="67270" x="7762875" y="3390900"/>
          <p14:tracePt t="67287" x="7780338" y="3390900"/>
          <p14:tracePt t="67311" x="7796213" y="3390900"/>
          <p14:tracePt t="67392" x="7804150" y="3390900"/>
          <p14:tracePt t="67424" x="7821613" y="3390900"/>
          <p14:tracePt t="67432" x="7837488" y="3390900"/>
          <p14:tracePt t="67448" x="7845425" y="3390900"/>
          <p14:tracePt t="67456" x="7862888" y="3390900"/>
          <p14:tracePt t="67497" x="7878763" y="3390900"/>
          <p14:tracePt t="67642" x="7886700" y="3390900"/>
          <p14:tracePt t="67650" x="7904163" y="3390900"/>
          <p14:tracePt t="67659" x="7929563" y="3390900"/>
          <p14:tracePt t="67675" x="7945438" y="3390900"/>
          <p14:tracePt t="67682" x="7962900" y="3390900"/>
          <p14:tracePt t="67691" x="7970838" y="3390900"/>
          <p14:tracePt t="67698" x="7986713" y="3390900"/>
          <p14:tracePt t="67715" x="8004175" y="3390900"/>
          <p14:tracePt t="67739" x="8020050" y="3390900"/>
          <p14:tracePt t="67771" x="8027988" y="3390900"/>
          <p14:tracePt t="67795" x="8045450" y="3390900"/>
          <p14:tracePt t="67819" x="8061325" y="3390900"/>
          <p14:tracePt t="67997" x="8102600" y="3390900"/>
          <p14:tracePt t="68005" x="8169275" y="3390900"/>
          <p14:tracePt t="68013" x="8269288" y="3390900"/>
          <p14:tracePt t="68021" x="8418513" y="3390900"/>
          <p14:tracePt t="68030" x="8575675" y="3408363"/>
          <p14:tracePt t="68037" x="8799513" y="3433763"/>
          <p14:tracePt t="68046" x="8982075" y="3433763"/>
          <p14:tracePt t="68054" x="9164638" y="3449638"/>
          <p14:tracePt t="68062" x="9339263" y="3467100"/>
          <p14:tracePt t="68070" x="9521825" y="3467100"/>
          <p14:tracePt t="68078" x="9678988" y="3475038"/>
          <p14:tracePt t="68086" x="9828213" y="3475038"/>
          <p14:tracePt t="68094" x="9961563" y="3475038"/>
          <p14:tracePt t="68102" x="10085388" y="3475038"/>
          <p14:tracePt t="68110" x="10126663" y="3475038"/>
          <p14:tracePt t="68118" x="10226675" y="3475038"/>
          <p14:tracePt t="68126" x="10317163" y="3475038"/>
          <p14:tracePt t="68134" x="10391775" y="3475038"/>
          <p14:tracePt t="68142" x="10450513" y="3475038"/>
          <p14:tracePt t="68150" x="10491788" y="3475038"/>
          <p14:tracePt t="68159" x="10517188" y="3475038"/>
          <p14:tracePt t="68166" x="10533063" y="3475038"/>
          <p14:tracePt t="68175" x="10558463" y="3475038"/>
          <p14:tracePt t="68192" x="10574338" y="3467100"/>
          <p14:tracePt t="68199" x="10582275" y="3449638"/>
          <p14:tracePt t="68208" x="10599738" y="3449638"/>
          <p14:tracePt t="68215" x="10625138" y="3433763"/>
          <p14:tracePt t="68225" x="10656888" y="3424238"/>
          <p14:tracePt t="68231" x="10666413" y="3408363"/>
          <p14:tracePt t="68239" x="10699750" y="3390900"/>
          <p14:tracePt t="68248" x="10715625" y="3382963"/>
          <p14:tracePt t="68255" x="10741025" y="3367088"/>
          <p14:tracePt t="68264" x="10756900" y="3349625"/>
          <p14:tracePt t="68272" x="10764838" y="3349625"/>
          <p14:tracePt t="68280" x="10782300" y="3341688"/>
          <p14:tracePt t="68288" x="10807700" y="3341688"/>
          <p14:tracePt t="68296" x="10823575" y="3341688"/>
          <p14:tracePt t="68304" x="10848975" y="3341688"/>
          <p14:tracePt t="68312" x="10882313" y="3341688"/>
          <p14:tracePt t="68320" x="10906125" y="3341688"/>
          <p14:tracePt t="68328" x="10931525" y="3341688"/>
          <p14:tracePt t="68336" x="10988675" y="3341688"/>
          <p14:tracePt t="68344" x="11022013" y="3341688"/>
          <p14:tracePt t="68352" x="11047413" y="3341688"/>
          <p14:tracePt t="68360" x="11063288" y="3341688"/>
          <p14:tracePt t="68368" x="11088688" y="3341688"/>
          <p14:tracePt t="68385" x="11106150" y="3341688"/>
          <p14:tracePt t="68401" x="11114088" y="3341688"/>
          <p14:tracePt t="68498" x="11114088" y="3349625"/>
          <p14:tracePt t="68522" x="11114088" y="3367088"/>
          <p14:tracePt t="68538" x="11114088" y="3382963"/>
          <p14:tracePt t="68546" x="11114088" y="3390900"/>
          <p14:tracePt t="68570" x="11106150" y="3408363"/>
          <p14:tracePt t="68708" x="11114088" y="3408363"/>
          <p14:tracePt t="68732" x="11129963" y="3408363"/>
          <p14:tracePt t="68796" x="11129963" y="3390900"/>
          <p14:tracePt t="68804" x="11147425" y="3390900"/>
          <p14:tracePt t="68828" x="11147425" y="3382963"/>
          <p14:tracePt t="68845" x="11155363" y="3382963"/>
          <p14:tracePt t="68853" x="11155363" y="3367088"/>
          <p14:tracePt t="68942" x="11171238" y="3367088"/>
          <p14:tracePt t="68991" x="11171238" y="3349625"/>
          <p14:tracePt t="69008" x="11188700" y="3349625"/>
          <p14:tracePt t="69047" x="11196638" y="3349625"/>
          <p14:tracePt t="69063" x="11196638" y="3341688"/>
          <p14:tracePt t="69079" x="11214100" y="3341688"/>
          <p14:tracePt t="69135" x="11229975" y="3341688"/>
          <p14:tracePt t="69159" x="11237913" y="3341688"/>
          <p14:tracePt t="69168" x="11255375" y="3341688"/>
          <p14:tracePt t="69192" x="11271250" y="3341688"/>
          <p14:tracePt t="69208" x="11288713" y="3341688"/>
          <p14:tracePt t="69256" x="11288713" y="3325813"/>
          <p14:tracePt t="69588" x="11296650" y="3325813"/>
          <p14:tracePt t="69596" x="11312525" y="3325813"/>
          <p14:tracePt t="69604" x="11329988" y="3325813"/>
          <p14:tracePt t="69620" x="11337925" y="3325813"/>
          <p14:tracePt t="69644" x="11353800" y="3325813"/>
          <p14:tracePt t="69652" x="11371263" y="3325813"/>
          <p14:tracePt t="69676" x="11379200" y="3325813"/>
          <p14:tracePt t="69709" x="11395075" y="3325813"/>
          <p14:tracePt t="69733" x="11412538" y="3325813"/>
          <p14:tracePt t="69757" x="11420475" y="3325813"/>
          <p14:tracePt t="69781" x="11437938" y="3325813"/>
          <p14:tracePt t="69813" x="11453813" y="3325813"/>
          <p14:tracePt t="70072" x="11461750" y="3325813"/>
          <p14:tracePt t="70080" x="11479213" y="3325813"/>
          <p14:tracePt t="70088" x="11495088" y="3325813"/>
          <p14:tracePt t="70096" x="11503025" y="3325813"/>
          <p14:tracePt t="70104" x="11520488" y="3325813"/>
          <p14:tracePt t="70112" x="11536363" y="3325813"/>
          <p14:tracePt t="70120" x="11553825" y="3341688"/>
          <p14:tracePt t="70128" x="11561763" y="3341688"/>
          <p14:tracePt t="70145" x="11577638" y="3341688"/>
          <p14:tracePt t="70177" x="11595100" y="3341688"/>
          <p14:tracePt t="70653" x="11595100" y="3349625"/>
          <p14:tracePt t="70661" x="11577638" y="3349625"/>
          <p14:tracePt t="70742" x="11595100" y="3349625"/>
          <p14:tracePt t="70750" x="11603038" y="3349625"/>
          <p14:tracePt t="70758" x="11603038" y="3367088"/>
          <p14:tracePt t="70766" x="11620500" y="3367088"/>
          <p14:tracePt t="70775" x="11620500" y="3382963"/>
          <p14:tracePt t="70791" x="11636375" y="3382963"/>
          <p14:tracePt t="70847" x="11636375" y="3390900"/>
          <p14:tracePt t="70871" x="11636375" y="3408363"/>
          <p14:tracePt t="70903" x="11620500" y="3424238"/>
          <p14:tracePt t="70936" x="11603038" y="3433763"/>
          <p14:tracePt t="71412" x="11595100" y="3433763"/>
          <p14:tracePt t="71453" x="11577638" y="3433763"/>
          <p14:tracePt t="71461" x="11561763" y="3433763"/>
          <p14:tracePt t="71469" x="11553825" y="3433763"/>
          <p14:tracePt t="71477" x="11536363" y="3449638"/>
          <p14:tracePt t="71485" x="11520488" y="3449638"/>
          <p14:tracePt t="71501" x="11495088" y="3449638"/>
          <p14:tracePt t="71509" x="11479213" y="3467100"/>
          <p14:tracePt t="71517" x="11453813" y="3467100"/>
          <p14:tracePt t="71525" x="11437938" y="3467100"/>
          <p14:tracePt t="71533" x="11412538" y="3467100"/>
          <p14:tracePt t="71542" x="11379200" y="3467100"/>
          <p14:tracePt t="71549" x="11353800" y="3475038"/>
          <p14:tracePt t="71558" x="11329988" y="3475038"/>
          <p14:tracePt t="71566" x="11312525" y="3475038"/>
          <p14:tracePt t="71575" x="11288713" y="3475038"/>
          <p14:tracePt t="71582" x="11271250" y="3475038"/>
          <p14:tracePt t="71591" x="11255375" y="3475038"/>
          <p14:tracePt t="71598" x="11229975" y="3475038"/>
          <p14:tracePt t="71607" x="11214100" y="3475038"/>
          <p14:tracePt t="71622" x="11196638" y="3475038"/>
          <p14:tracePt t="71630" x="11188700" y="3475038"/>
          <p14:tracePt t="71638" x="11171238" y="3475038"/>
          <p14:tracePt t="71646" x="11155363" y="3475038"/>
          <p14:tracePt t="71662" x="11147425" y="3475038"/>
          <p14:tracePt t="71679" x="11129963" y="3475038"/>
          <p14:tracePt t="72034" x="11129963" y="3467100"/>
          <p14:tracePt t="72074" x="11129963" y="3449638"/>
          <p14:tracePt t="72098" x="11129963" y="3433763"/>
          <p14:tracePt t="72109" x="11129963" y="3424238"/>
          <p14:tracePt t="72131" x="11129963" y="3408363"/>
          <p14:tracePt t="72139" x="11129963" y="3390900"/>
          <p14:tracePt t="72147" x="11147425" y="3390900"/>
          <p14:tracePt t="72155" x="11147425" y="3382963"/>
          <p14:tracePt t="72163" x="11155363" y="3382963"/>
          <p14:tracePt t="72171" x="11155363" y="3367088"/>
          <p14:tracePt t="72195" x="11171238" y="3367088"/>
          <p14:tracePt t="72203" x="11171238" y="3349625"/>
          <p14:tracePt t="72228" x="11188700" y="3349625"/>
          <p14:tracePt t="72365" x="11229975" y="3349625"/>
          <p14:tracePt t="72375" x="11255375" y="3349625"/>
          <p14:tracePt t="72381" x="11296650" y="3367088"/>
          <p14:tracePt t="72389" x="11353800" y="3382963"/>
          <p14:tracePt t="72397" x="11395075" y="3382963"/>
          <p14:tracePt t="72405" x="11437938" y="3390900"/>
          <p14:tracePt t="72414" x="11479213" y="3390900"/>
          <p14:tracePt t="72421" x="11503025" y="3390900"/>
          <p14:tracePt t="72430" x="11536363" y="3390900"/>
          <p14:tracePt t="72438" x="11553825" y="3390900"/>
          <p14:tracePt t="72454" x="11561763" y="3390900"/>
          <p14:tracePt t="72478" x="11577638" y="3390900"/>
          <p14:tracePt t="72542" x="11595100" y="3390900"/>
          <p14:tracePt t="72575" x="11603038" y="3390900"/>
          <p14:tracePt t="72615" x="11603038" y="3408363"/>
          <p14:tracePt t="72631" x="11620500" y="3408363"/>
          <p14:tracePt t="72817" x="11603038" y="3408363"/>
          <p14:tracePt t="72849" x="11595100" y="3408363"/>
          <p14:tracePt t="72873" x="11577638" y="3408363"/>
          <p14:tracePt t="72898" x="11561763" y="3408363"/>
          <p14:tracePt t="72930" x="11553825" y="3408363"/>
          <p14:tracePt t="72994" x="11536363" y="3408363"/>
          <p14:tracePt t="73043" x="11520488" y="3408363"/>
          <p14:tracePt t="73059" x="11495088" y="3408363"/>
          <p14:tracePt t="73075" x="11479213" y="3408363"/>
          <p14:tracePt t="73083" x="11453813" y="3408363"/>
          <p14:tracePt t="73092" x="11420475" y="3408363"/>
          <p14:tracePt t="73099" x="11412538" y="3408363"/>
          <p14:tracePt t="73109" x="11379200" y="3408363"/>
          <p14:tracePt t="73115" x="11353800" y="3408363"/>
          <p14:tracePt t="73125" x="11329988" y="3408363"/>
          <p14:tracePt t="73132" x="11312525" y="3408363"/>
          <p14:tracePt t="73141" x="11288713" y="3424238"/>
          <p14:tracePt t="73148" x="11255375" y="3424238"/>
          <p14:tracePt t="73157" x="11229975" y="3424238"/>
          <p14:tracePt t="73164" x="11196638" y="3424238"/>
          <p14:tracePt t="73172" x="11171238" y="3424238"/>
          <p14:tracePt t="73180" x="11114088" y="3424238"/>
          <p14:tracePt t="73188" x="11022013" y="3424238"/>
          <p14:tracePt t="73196" x="10947400" y="3424238"/>
          <p14:tracePt t="73204" x="10906125" y="3424238"/>
          <p14:tracePt t="73213" x="10839450" y="3424238"/>
          <p14:tracePt t="73221" x="10764838" y="3424238"/>
          <p14:tracePt t="73229" x="10715625" y="3424238"/>
          <p14:tracePt t="73237" x="10656888" y="3424238"/>
          <p14:tracePt t="73245" x="10615613" y="3424238"/>
          <p14:tracePt t="73253" x="10582275" y="3424238"/>
          <p14:tracePt t="73261" x="10541000" y="3424238"/>
          <p14:tracePt t="73269" x="10517188" y="3424238"/>
          <p14:tracePt t="73277" x="10491788" y="3424238"/>
          <p14:tracePt t="73285" x="10458450" y="3424238"/>
          <p14:tracePt t="73293" x="10417175" y="3424238"/>
          <p14:tracePt t="73301" x="10375900" y="3424238"/>
          <p14:tracePt t="73310" x="10350500" y="3424238"/>
          <p14:tracePt t="73317" x="10293350" y="3424238"/>
          <p14:tracePt t="73326" x="10234613" y="3424238"/>
          <p14:tracePt t="73334" x="10209213" y="3424238"/>
          <p14:tracePt t="73342" x="10167938" y="3424238"/>
          <p14:tracePt t="73350" x="10110788" y="3424238"/>
          <p14:tracePt t="73358" x="10085388" y="3424238"/>
          <p14:tracePt t="73366" x="10044113" y="3424238"/>
          <p14:tracePt t="73375" x="10026650" y="3424238"/>
          <p14:tracePt t="73382" x="10002838" y="3424238"/>
          <p14:tracePt t="73392" x="9969500" y="3424238"/>
          <p14:tracePt t="73398" x="9961563" y="3424238"/>
          <p14:tracePt t="73409" x="9944100" y="3424238"/>
          <p14:tracePt t="73422" x="9928225" y="3424238"/>
          <p14:tracePt t="73431" x="9918700" y="3408363"/>
          <p14:tracePt t="73439" x="9902825" y="3408363"/>
          <p14:tracePt t="73455" x="9886950" y="3408363"/>
          <p14:tracePt t="73463" x="9869488" y="3408363"/>
          <p14:tracePt t="73479" x="9861550" y="3390900"/>
          <p14:tracePt t="73487" x="9844088" y="3390900"/>
          <p14:tracePt t="73495" x="9828213" y="3390900"/>
          <p14:tracePt t="73511" x="9820275" y="3382963"/>
          <p14:tracePt t="73519" x="9802813" y="3382963"/>
          <p14:tracePt t="73528" x="9786938" y="3382963"/>
          <p14:tracePt t="73536" x="9779000" y="3367088"/>
          <p14:tracePt t="73543" x="9761538" y="3367088"/>
          <p14:tracePt t="73552" x="9720263" y="3367088"/>
          <p14:tracePt t="73560" x="9704388" y="3367088"/>
          <p14:tracePt t="73568" x="9678988" y="3349625"/>
          <p14:tracePt t="73576" x="9663113" y="3349625"/>
          <p14:tracePt t="73584" x="9637713" y="3341688"/>
          <p14:tracePt t="73592" x="9596438" y="3341688"/>
          <p14:tracePt t="73600" x="9578975" y="3341688"/>
          <p14:tracePt t="73613" x="9537700" y="3341688"/>
          <p14:tracePt t="73616" x="9512300" y="3341688"/>
          <p14:tracePt t="73625" x="9471025" y="3325813"/>
          <p14:tracePt t="73632" x="9437688" y="3325813"/>
          <p14:tracePt t="73642" x="9413875" y="3308350"/>
          <p14:tracePt t="73648" x="9388475" y="3292475"/>
          <p14:tracePt t="73658" x="9355138" y="3292475"/>
          <p14:tracePt t="73665" x="9331325" y="3284538"/>
          <p14:tracePt t="73675" x="9297988" y="3284538"/>
          <p14:tracePt t="73681" x="9297988" y="3267075"/>
          <p14:tracePt t="73689" x="9272588" y="3251200"/>
          <p14:tracePt t="73697" x="9256713" y="3241675"/>
          <p14:tracePt t="73705" x="9247188" y="3241675"/>
          <p14:tracePt t="73713" x="9231313" y="3225800"/>
          <p14:tracePt t="73721" x="9231313" y="3209925"/>
          <p14:tracePt t="73729" x="9213850" y="3200400"/>
          <p14:tracePt t="73737" x="9213850" y="3184525"/>
          <p14:tracePt t="73746" x="9205913" y="3167063"/>
          <p14:tracePt t="73753" x="9205913" y="3159125"/>
          <p14:tracePt t="73762" x="9205913" y="3125788"/>
          <p14:tracePt t="73770" x="9205913" y="3117850"/>
          <p14:tracePt t="73778" x="9205913" y="3101975"/>
          <p14:tracePt t="73786" x="9205913" y="3060700"/>
          <p14:tracePt t="73794" x="9205913" y="3027363"/>
          <p14:tracePt t="73802" x="9205913" y="2986088"/>
          <p14:tracePt t="73810" x="9205913" y="2943225"/>
          <p14:tracePt t="73818" x="9205913" y="2919413"/>
          <p14:tracePt t="73826" x="9205913" y="2894013"/>
          <p14:tracePt t="73834" x="9205913" y="2860675"/>
          <p14:tracePt t="73842" x="9205913" y="2852738"/>
          <p14:tracePt t="73850" x="9205913" y="2819400"/>
          <p14:tracePt t="73866" x="9205913" y="2811463"/>
          <p14:tracePt t="73883" x="9213850" y="2794000"/>
          <p14:tracePt t="73892" x="9231313" y="2794000"/>
          <p14:tracePt t="73899" x="9256713" y="2794000"/>
          <p14:tracePt t="73909" x="9313863" y="2778125"/>
          <p14:tracePt t="73915" x="9331325" y="2778125"/>
          <p14:tracePt t="73924" x="9388475" y="2760663"/>
          <p14:tracePt t="73931" x="9437688" y="2760663"/>
          <p14:tracePt t="73939" x="9496425" y="2760663"/>
          <p14:tracePt t="73947" x="9521825" y="2760663"/>
          <p14:tracePt t="73955" x="9563100" y="2760663"/>
          <p14:tracePt t="73964" x="9596438" y="2760663"/>
          <p14:tracePt t="73972" x="9620250" y="2760663"/>
          <p14:tracePt t="73979" x="9653588" y="2760663"/>
          <p14:tracePt t="73988" x="9663113" y="2760663"/>
          <p14:tracePt t="74004" x="9678988" y="2760663"/>
          <p14:tracePt t="74028" x="9694863" y="2760663"/>
          <p14:tracePt t="74036" x="9694863" y="2778125"/>
          <p14:tracePt t="74052" x="9704388" y="2794000"/>
          <p14:tracePt t="74060" x="9720263" y="2811463"/>
          <p14:tracePt t="74068" x="9720263" y="2836863"/>
          <p14:tracePt t="74077" x="9737725" y="2878138"/>
          <p14:tracePt t="74084" x="9745663" y="2901950"/>
          <p14:tracePt t="74093" x="9761538" y="2943225"/>
          <p14:tracePt t="74101" x="9779000" y="2976563"/>
          <p14:tracePt t="74109" x="9786938" y="3017838"/>
          <p14:tracePt t="74117" x="9786938" y="3027363"/>
          <p14:tracePt t="74125" x="9802813" y="3076575"/>
          <p14:tracePt t="74133" x="9802813" y="3084513"/>
          <p14:tracePt t="74142" x="9820275" y="3101975"/>
          <p14:tracePt t="74149" x="9820275" y="3117850"/>
          <p14:tracePt t="74159" x="9820275" y="3125788"/>
          <p14:tracePt t="74175" x="9820275" y="3143250"/>
          <p14:tracePt t="74181" x="9820275" y="3159125"/>
          <p14:tracePt t="74206" x="9820275" y="3167063"/>
          <p14:tracePt t="76542" x="9761538" y="3167063"/>
          <p14:tracePt t="76549" x="9694863" y="3167063"/>
          <p14:tracePt t="76559" x="9620250" y="3159125"/>
          <p14:tracePt t="76566" x="9555163" y="3125788"/>
          <p14:tracePt t="76575" x="9471025" y="3125788"/>
          <p14:tracePt t="76582" x="9396413" y="3117850"/>
          <p14:tracePt t="76592" x="9339263" y="3084513"/>
          <p14:tracePt t="76598" x="9297988" y="3076575"/>
          <p14:tracePt t="76606" x="9205913" y="3060700"/>
          <p14:tracePt t="76614" x="9123363" y="3027363"/>
          <p14:tracePt t="76622" x="9048750" y="3001963"/>
          <p14:tracePt t="76630" x="8990013" y="2986088"/>
          <p14:tracePt t="76638" x="8948738" y="2986088"/>
          <p14:tracePt t="76646" x="8907463" y="2976563"/>
          <p14:tracePt t="76654" x="8882063" y="2960688"/>
          <p14:tracePt t="76662" x="8866188" y="2960688"/>
          <p14:tracePt t="76670" x="8840788" y="2943225"/>
          <p14:tracePt t="76679" x="8824913" y="2943225"/>
          <p14:tracePt t="76695" x="8816975" y="2943225"/>
          <p14:tracePt t="76719" x="8799513" y="2943225"/>
          <p14:tracePt t="76880" x="8816975" y="2943225"/>
          <p14:tracePt t="76905" x="8816975" y="2960688"/>
          <p14:tracePt t="76913" x="8824913" y="2960688"/>
          <p14:tracePt t="76929" x="8824913" y="2976563"/>
          <p14:tracePt t="76961" x="8824913" y="2986088"/>
          <p14:tracePt t="76969" x="8824913" y="3017838"/>
          <p14:tracePt t="76977" x="8824913" y="3027363"/>
          <p14:tracePt t="76985" x="8824913" y="3076575"/>
          <p14:tracePt t="76993" x="8824913" y="3117850"/>
          <p14:tracePt t="77001" x="8816975" y="3143250"/>
          <p14:tracePt t="77009" x="8799513" y="3200400"/>
          <p14:tracePt t="77018" x="8758238" y="3241675"/>
          <p14:tracePt t="77026" x="8742363" y="3267075"/>
          <p14:tracePt t="77034" x="8724900" y="3292475"/>
          <p14:tracePt t="77042" x="8716963" y="3325813"/>
          <p14:tracePt t="77050" x="8699500" y="3341688"/>
          <p14:tracePt t="77066" x="8683625" y="3349625"/>
          <p14:tracePt t="77091" x="8683625" y="3367088"/>
          <p14:tracePt t="77098" x="8675688" y="3382963"/>
          <p14:tracePt t="77114" x="8675688" y="3390900"/>
          <p14:tracePt t="77123" x="8658225" y="3408363"/>
          <p14:tracePt t="77131" x="8658225" y="3424238"/>
          <p14:tracePt t="77139" x="8642350" y="3449638"/>
          <p14:tracePt t="77147" x="8642350" y="3467100"/>
          <p14:tracePt t="77155" x="8634413" y="3508375"/>
          <p14:tracePt t="77163" x="8634413" y="3532188"/>
          <p14:tracePt t="77171" x="8616950" y="3549650"/>
          <p14:tracePt t="77179" x="8616950" y="3573463"/>
          <p14:tracePt t="77187" x="8616950" y="3590925"/>
          <p14:tracePt t="77195" x="8601075" y="3590925"/>
          <p14:tracePt t="77203" x="8601075" y="3606800"/>
          <p14:tracePt t="77211" x="8601075" y="3616325"/>
          <p14:tracePt t="77260" x="8601075" y="3632200"/>
          <p14:tracePt t="77276" x="8593138" y="3632200"/>
          <p14:tracePt t="77284" x="8593138" y="3648075"/>
          <p14:tracePt t="77292" x="8593138" y="3657600"/>
          <p14:tracePt t="77300" x="8593138" y="3690938"/>
          <p14:tracePt t="77308" x="8575675" y="3690938"/>
          <p14:tracePt t="77316" x="8575675" y="3698875"/>
          <p14:tracePt t="77325" x="8575675" y="3714750"/>
          <p14:tracePt t="77333" x="8575675" y="3732213"/>
          <p14:tracePt t="77348" x="8575675" y="3740150"/>
          <p14:tracePt t="77389" x="8559800" y="3740150"/>
          <p14:tracePt t="77397" x="8559800" y="3756025"/>
          <p14:tracePt t="77502" x="8559800" y="3773488"/>
          <p14:tracePt t="77639" x="8559800" y="3756025"/>
          <p14:tracePt t="77647" x="8575675" y="3740150"/>
          <p14:tracePt t="77656" x="8593138" y="3740150"/>
          <p14:tracePt t="77664" x="8616950" y="3714750"/>
          <p14:tracePt t="77671" x="8634413" y="3698875"/>
          <p14:tracePt t="77680" x="8658225" y="3673475"/>
          <p14:tracePt t="77688" x="8683625" y="3648075"/>
          <p14:tracePt t="77696" x="8716963" y="3632200"/>
          <p14:tracePt t="77704" x="8724900" y="3616325"/>
          <p14:tracePt t="77712" x="8742363" y="3606800"/>
          <p14:tracePt t="77736" x="8758238" y="3590925"/>
          <p14:tracePt t="77809" x="8758238" y="3573463"/>
          <p14:tracePt t="77825" x="8766175" y="3573463"/>
          <p14:tracePt t="77833" x="8766175" y="3565525"/>
          <p14:tracePt t="77850" x="8783638" y="3549650"/>
          <p14:tracePt t="77865" x="8799513" y="3532188"/>
          <p14:tracePt t="77906" x="8816975" y="3532188"/>
          <p14:tracePt t="77978" x="8824913" y="3532188"/>
          <p14:tracePt t="78043" x="8840788" y="3532188"/>
          <p14:tracePt t="78067" x="8866188" y="3532188"/>
          <p14:tracePt t="78075" x="8924925" y="3532188"/>
          <p14:tracePt t="78083" x="8966200" y="3532188"/>
          <p14:tracePt t="78093" x="9064625" y="3532188"/>
          <p14:tracePt t="78099" x="9190038" y="3532188"/>
          <p14:tracePt t="78109" x="9313863" y="3532188"/>
          <p14:tracePt t="78116" x="9471025" y="3532188"/>
          <p14:tracePt t="78125" x="9578975" y="3532188"/>
          <p14:tracePt t="78132" x="9737725" y="3532188"/>
          <p14:tracePt t="78141" x="9918700" y="3532188"/>
          <p14:tracePt t="78148" x="10069513" y="3532188"/>
          <p14:tracePt t="78158" x="10293350" y="3532188"/>
          <p14:tracePt t="78164" x="10475913" y="3532188"/>
          <p14:tracePt t="78175" x="10666413" y="3532188"/>
          <p14:tracePt t="78180" x="10807700" y="3532188"/>
          <p14:tracePt t="78192" x="10890250" y="3532188"/>
          <p14:tracePt t="78196" x="11006138" y="3532188"/>
          <p14:tracePt t="78208" x="11106150" y="3532188"/>
          <p14:tracePt t="78212" x="11196638" y="3532188"/>
          <p14:tracePt t="78225" x="11255375" y="3532188"/>
          <p14:tracePt t="78229" x="11312525" y="3532188"/>
          <p14:tracePt t="78241" x="11337925" y="3532188"/>
          <p14:tracePt t="78245" x="11371263" y="3532188"/>
          <p14:tracePt t="78258" x="11379200" y="3532188"/>
          <p14:tracePt t="78261" x="11412538" y="3532188"/>
          <p14:tracePt t="78275" x="11437938" y="3532188"/>
          <p14:tracePt t="78277" x="11453813" y="3549650"/>
          <p14:tracePt t="78292" x="11479213" y="3549650"/>
          <p14:tracePt t="78294" x="11495088" y="3565525"/>
          <p14:tracePt t="78308" x="11520488" y="3565525"/>
          <p14:tracePt t="78309" x="11553825" y="3573463"/>
          <p14:tracePt t="78317" x="11561763" y="3573463"/>
          <p14:tracePt t="78326" x="11595100" y="3590925"/>
          <p14:tracePt t="78334" x="11603038" y="3590925"/>
          <p14:tracePt t="78342" x="11636375" y="3606800"/>
          <p14:tracePt t="78350" x="11644313" y="3606800"/>
          <p14:tracePt t="78359" x="11661775" y="3616325"/>
          <p14:tracePt t="78366" x="11677650" y="3616325"/>
          <p14:tracePt t="78375" x="11685588" y="3616325"/>
          <p14:tracePt t="78392" x="11703050" y="3616325"/>
          <p14:tracePt t="78471" x="11661775" y="3616325"/>
          <p14:tracePt t="78479" x="11636375" y="3616325"/>
          <p14:tracePt t="78487" x="11561763" y="3616325"/>
          <p14:tracePt t="78495" x="11461750" y="3616325"/>
          <p14:tracePt t="78509" x="11337925" y="3616325"/>
          <p14:tracePt t="78512" x="11188700" y="3616325"/>
          <p14:tracePt t="78525" x="11031538" y="3616325"/>
          <p14:tracePt t="78528" x="10882313" y="3616325"/>
          <p14:tracePt t="78542" x="10699750" y="3616325"/>
          <p14:tracePt t="78544" x="10517188" y="3616325"/>
          <p14:tracePt t="78558" x="10334625" y="3616325"/>
          <p14:tracePt t="78561" x="10134600" y="3648075"/>
          <p14:tracePt t="78576" x="10002838" y="3673475"/>
          <p14:tracePt t="78577" x="9944100" y="3690938"/>
          <p14:tracePt t="78584" x="9786938" y="3714750"/>
          <p14:tracePt t="78592" x="9694863" y="3732213"/>
          <p14:tracePt t="78600" x="9563100" y="3756025"/>
          <p14:tracePt t="78611" x="9471025" y="3773488"/>
          <p14:tracePt t="78617" x="9396413" y="3781425"/>
          <p14:tracePt t="78625" x="9339263" y="3797300"/>
          <p14:tracePt t="78632" x="9313863" y="3814763"/>
          <p14:tracePt t="78643" x="9272588" y="3814763"/>
          <p14:tracePt t="78648" x="9256713" y="3814763"/>
          <p14:tracePt t="78658" x="9231313" y="3814763"/>
          <p14:tracePt t="78665" x="9213850" y="3830638"/>
          <p14:tracePt t="78675" x="9205913" y="3830638"/>
          <p14:tracePt t="78681" x="9190038" y="3830638"/>
          <p14:tracePt t="78697" x="9172575" y="3830638"/>
          <p14:tracePt t="78709" x="9164638" y="3840163"/>
          <p14:tracePt t="78721" x="9148763" y="3856038"/>
          <p14:tracePt t="78730" x="9131300" y="3856038"/>
          <p14:tracePt t="78737" x="9123363" y="3856038"/>
          <p14:tracePt t="78745" x="9090025" y="3871913"/>
          <p14:tracePt t="78753" x="9082088" y="3881438"/>
          <p14:tracePt t="78761" x="9048750" y="3881438"/>
          <p14:tracePt t="78770" x="9031288" y="3881438"/>
          <p14:tracePt t="78778" x="9023350" y="3897313"/>
          <p14:tracePt t="78786" x="8990013" y="3914775"/>
          <p14:tracePt t="78794" x="8982075" y="3922713"/>
          <p14:tracePt t="78802" x="8966200" y="3922713"/>
          <p14:tracePt t="78811" x="8948738" y="3922713"/>
          <p14:tracePt t="78818" x="8948738" y="3938588"/>
          <p14:tracePt t="78826" x="8940800" y="3938588"/>
          <p14:tracePt t="78866" x="8924925" y="3938588"/>
          <p14:tracePt t="78907" x="8924925" y="3956050"/>
          <p14:tracePt t="79965" x="8907463" y="3956050"/>
          <p14:tracePt t="79973" x="8899525" y="3956050"/>
          <p14:tracePt t="79981" x="8866188" y="3938588"/>
          <p14:tracePt t="79989" x="8858250" y="3938588"/>
          <p14:tracePt t="80005" x="8840788" y="3938588"/>
          <p14:tracePt t="80013" x="8840788" y="3922713"/>
          <p14:tracePt t="80021" x="8824913" y="3922713"/>
          <p14:tracePt t="80045" x="8816975" y="3922713"/>
          <p14:tracePt t="80053" x="8816975" y="3914775"/>
          <p14:tracePt t="80069" x="8799513" y="3914775"/>
          <p14:tracePt t="80086" x="8783638" y="3897313"/>
          <p14:tracePt t="80110" x="8766175" y="3897313"/>
          <p14:tracePt t="80118" x="8766175" y="3881438"/>
          <p14:tracePt t="80126" x="8758238" y="3881438"/>
          <p14:tracePt t="80142" x="8758238" y="3871913"/>
          <p14:tracePt t="80150" x="8742363" y="3871913"/>
          <p14:tracePt t="80158" x="8724900" y="3856038"/>
          <p14:tracePt t="80175" x="8716963" y="3840163"/>
          <p14:tracePt t="80183" x="8683625" y="3830638"/>
          <p14:tracePt t="80191" x="8675688" y="3814763"/>
          <p14:tracePt t="80199" x="8658225" y="3797300"/>
          <p14:tracePt t="80209" x="8642350" y="3797300"/>
          <p14:tracePt t="80215" x="8616950" y="3773488"/>
          <p14:tracePt t="80224" x="8601075" y="3756025"/>
          <p14:tracePt t="80231" x="8593138" y="3756025"/>
          <p14:tracePt t="80239" x="8575675" y="3756025"/>
          <p14:tracePt t="80247" x="8559800" y="3740150"/>
          <p14:tracePt t="80255" x="8550275" y="3732213"/>
          <p14:tracePt t="80263" x="8534400" y="3732213"/>
          <p14:tracePt t="80271" x="8534400" y="3714750"/>
          <p14:tracePt t="80279" x="8518525" y="3714750"/>
          <p14:tracePt t="80288" x="8501063" y="3714750"/>
          <p14:tracePt t="80296" x="8475663" y="3698875"/>
          <p14:tracePt t="80304" x="8459788" y="3698875"/>
          <p14:tracePt t="80312" x="8451850" y="3698875"/>
          <p14:tracePt t="80320" x="8434388" y="3690938"/>
          <p14:tracePt t="80328" x="8418513" y="3690938"/>
          <p14:tracePt t="80336" x="8410575" y="3673475"/>
          <p14:tracePt t="80344" x="8393113" y="3673475"/>
          <p14:tracePt t="80352" x="8393113" y="3657600"/>
          <p14:tracePt t="80360" x="8377238" y="3657600"/>
          <p14:tracePt t="80368" x="8369300" y="3657600"/>
          <p14:tracePt t="80376" x="8351838" y="3657600"/>
          <p14:tracePt t="80384" x="8335963" y="3657600"/>
          <p14:tracePt t="80392" x="8326438" y="3648075"/>
          <p14:tracePt t="80400" x="8310563" y="3648075"/>
          <p14:tracePt t="80409" x="8293100" y="3648075"/>
          <p14:tracePt t="80417" x="8285163" y="3648075"/>
          <p14:tracePt t="80425" x="8269288" y="3648075"/>
          <p14:tracePt t="80433" x="8251825" y="3648075"/>
          <p14:tracePt t="80449" x="8235950" y="3648075"/>
          <p14:tracePt t="80458" x="8228013" y="3648075"/>
          <p14:tracePt t="80475" x="8210550" y="3648075"/>
          <p14:tracePt t="80481" x="8194675" y="3632200"/>
          <p14:tracePt t="80497" x="8186738" y="3632200"/>
          <p14:tracePt t="80505" x="8169275" y="3632200"/>
          <p14:tracePt t="80522" x="8153400" y="3632200"/>
          <p14:tracePt t="80562" x="8143875" y="3632200"/>
          <p14:tracePt t="80659" x="8128000" y="3632200"/>
          <p14:tracePt t="80683" x="8112125" y="3632200"/>
          <p14:tracePt t="80692" x="8112125" y="3616325"/>
          <p14:tracePt t="80708" x="8102600" y="3616325"/>
          <p14:tracePt t="80725" x="8086725" y="3606800"/>
          <p14:tracePt t="80732" x="8069263" y="3606800"/>
          <p14:tracePt t="80741" x="8061325" y="3590925"/>
          <p14:tracePt t="80748" x="8045450" y="3590925"/>
          <p14:tracePt t="80756" x="8027988" y="3573463"/>
          <p14:tracePt t="80764" x="8004175" y="3565525"/>
          <p14:tracePt t="80772" x="7986713" y="3565525"/>
          <p14:tracePt t="80780" x="7970838" y="3549650"/>
          <p14:tracePt t="80788" x="7962900" y="3532188"/>
          <p14:tracePt t="80804" x="7945438" y="3532188"/>
          <p14:tracePt t="80812" x="7929563" y="3532188"/>
          <p14:tracePt t="80820" x="7929563" y="3516313"/>
          <p14:tracePt t="80829" x="7920038" y="3516313"/>
          <p14:tracePt t="80836" x="7904163" y="3508375"/>
          <p14:tracePt t="80868" x="7886700" y="3508375"/>
          <p14:tracePt t="80933" x="7878763" y="3508375"/>
          <p14:tracePt t="81014" x="7862888" y="3508375"/>
          <p14:tracePt t="81038" x="7845425" y="3508375"/>
          <p14:tracePt t="81063" x="7837488" y="3508375"/>
          <p14:tracePt t="81071" x="7821613" y="3508375"/>
          <p14:tracePt t="81079" x="7821613" y="3490913"/>
          <p14:tracePt t="81095" x="7804150" y="3490913"/>
          <p14:tracePt t="81111" x="7796213" y="3490913"/>
          <p14:tracePt t="81119" x="7780338" y="3490913"/>
          <p14:tracePt t="81127" x="7762875" y="3490913"/>
          <p14:tracePt t="81135" x="7754938" y="3490913"/>
          <p14:tracePt t="81143" x="7737475" y="3490913"/>
          <p14:tracePt t="81159" x="7721600" y="3490913"/>
          <p14:tracePt t="81167" x="7705725" y="3490913"/>
          <p14:tracePt t="81175" x="7696200" y="3490913"/>
          <p14:tracePt t="81192" x="7680325" y="3490913"/>
          <p14:tracePt t="81208" x="7662863" y="3490913"/>
          <p14:tracePt t="81248" x="7654925" y="3490913"/>
          <p14:tracePt t="81264" x="7654925" y="3475038"/>
          <p14:tracePt t="81700" x="7639050" y="3475038"/>
          <p14:tracePt t="81717" x="7621588" y="3475038"/>
          <p14:tracePt t="81726" x="7597775" y="3475038"/>
          <p14:tracePt t="81732" x="7580313" y="3475038"/>
          <p14:tracePt t="81742" x="7572375" y="3475038"/>
          <p14:tracePt t="81749" x="7556500" y="3475038"/>
          <p14:tracePt t="81758" x="7531100" y="3490913"/>
          <p14:tracePt t="81765" x="7513638" y="3490913"/>
          <p14:tracePt t="81781" x="7497763" y="3508375"/>
          <p14:tracePt t="81789" x="7489825" y="3508375"/>
          <p14:tracePt t="81797" x="7472363" y="3516313"/>
          <p14:tracePt t="81805" x="7456488" y="3516313"/>
          <p14:tracePt t="81821" x="7439025" y="3532188"/>
          <p14:tracePt t="81830" x="7431088" y="3532188"/>
          <p14:tracePt t="81846" x="7431088" y="3549650"/>
          <p14:tracePt t="81854" x="7415213" y="3549650"/>
          <p14:tracePt t="82015" x="7431088" y="3549650"/>
          <p14:tracePt t="82025" x="7439025" y="3532188"/>
          <p14:tracePt t="82031" x="7456488" y="3532188"/>
          <p14:tracePt t="82039" x="7489825" y="3516313"/>
          <p14:tracePt t="82047" x="7497763" y="3516313"/>
          <p14:tracePt t="82056" x="7513638" y="3508375"/>
          <p14:tracePt t="82064" x="7539038" y="3508375"/>
          <p14:tracePt t="82072" x="7556500" y="3490913"/>
          <p14:tracePt t="82080" x="7572375" y="3490913"/>
          <p14:tracePt t="82088" x="7580313" y="3490913"/>
          <p14:tracePt t="82096" x="7597775" y="3490913"/>
          <p14:tracePt t="82120" x="7613650" y="3490913"/>
          <p14:tracePt t="82273" x="7613650" y="3508375"/>
          <p14:tracePt t="82282" x="7613650" y="3516313"/>
          <p14:tracePt t="82291" x="7580313" y="3549650"/>
          <p14:tracePt t="82298" x="7556500" y="3616325"/>
          <p14:tracePt t="82306" x="7531100" y="3673475"/>
          <p14:tracePt t="82314" x="7497763" y="3732213"/>
          <p14:tracePt t="82322" x="7489825" y="3773488"/>
          <p14:tracePt t="82330" x="7439025" y="3840163"/>
          <p14:tracePt t="82338" x="7415213" y="3897313"/>
          <p14:tracePt t="82346" x="7373938" y="3938588"/>
          <p14:tracePt t="82354" x="7348538" y="3979863"/>
          <p14:tracePt t="82362" x="7315200" y="4021138"/>
          <p14:tracePt t="82370" x="7307263" y="4038600"/>
          <p14:tracePt t="82379" x="7307263" y="4046538"/>
          <p14:tracePt t="82386" x="7289800" y="4046538"/>
          <p14:tracePt t="82395" x="7289800" y="4064000"/>
          <p14:tracePt t="82419" x="7273925" y="4079875"/>
          <p14:tracePt t="82467" x="7265988" y="4097338"/>
          <p14:tracePt t="82507" x="7248525" y="4097338"/>
          <p14:tracePt t="82516" x="7248525" y="4105275"/>
          <p14:tracePt t="82742" x="7265988" y="4105275"/>
          <p14:tracePt t="82750" x="7273925" y="4105275"/>
          <p14:tracePt t="82759" x="7289800" y="4105275"/>
          <p14:tracePt t="82766" x="7307263" y="4105275"/>
          <p14:tracePt t="82775" x="7315200" y="4105275"/>
          <p14:tracePt t="82782" x="7331075" y="4105275"/>
          <p14:tracePt t="82792" x="7331075" y="4097338"/>
          <p14:tracePt t="82798" x="7348538" y="4097338"/>
          <p14:tracePt t="82808" x="7356475" y="4097338"/>
          <p14:tracePt t="82919" x="7373938" y="4097338"/>
          <p14:tracePt t="83000" x="7389813" y="4097338"/>
          <p14:tracePt t="83024" x="7397750" y="4097338"/>
          <p14:tracePt t="83048" x="7415213" y="4097338"/>
          <p14:tracePt t="83073" x="7431088" y="4097338"/>
          <p14:tracePt t="83097" x="7431088" y="4105275"/>
          <p14:tracePt t="83121" x="7415213" y="4121150"/>
          <p14:tracePt t="83129" x="7373938" y="4121150"/>
          <p14:tracePt t="83137" x="7348538" y="4138613"/>
          <p14:tracePt t="83145" x="7265988" y="4162425"/>
          <p14:tracePt t="83153" x="7232650" y="4162425"/>
          <p14:tracePt t="83162" x="7165975" y="4179888"/>
          <p14:tracePt t="83169" x="7065963" y="4203700"/>
          <p14:tracePt t="83178" x="7008813" y="4221163"/>
          <p14:tracePt t="83186" x="6942138" y="4229100"/>
          <p14:tracePt t="83194" x="6859588" y="4246563"/>
          <p14:tracePt t="83202" x="6784975" y="4262438"/>
          <p14:tracePt t="83210" x="6692900" y="4262438"/>
          <p14:tracePt t="83218" x="6577013" y="4262438"/>
          <p14:tracePt t="83226" x="6535738" y="4262438"/>
          <p14:tracePt t="83234" x="6469063" y="4262438"/>
          <p14:tracePt t="83242" x="6337300" y="4262438"/>
          <p14:tracePt t="83250" x="6294438" y="4262438"/>
          <p14:tracePt t="83258" x="6229350" y="4262438"/>
          <p14:tracePt t="83266" x="6162675" y="4262438"/>
          <p14:tracePt t="83275" x="6103938" y="4270375"/>
          <p14:tracePt t="83283" x="6070600" y="4270375"/>
          <p14:tracePt t="83292" x="6021388" y="4287838"/>
          <p14:tracePt t="83299" x="5980113" y="4287838"/>
          <p14:tracePt t="83308" x="5962650" y="4303713"/>
          <p14:tracePt t="83315" x="5921375" y="4303713"/>
          <p14:tracePt t="83325" x="5897563" y="4303713"/>
          <p14:tracePt t="83331" x="5880100" y="4303713"/>
          <p14:tracePt t="83342" x="5854700" y="4303713"/>
          <p14:tracePt t="83347" x="5822950" y="4303713"/>
          <p14:tracePt t="83358" x="5780088" y="4303713"/>
          <p14:tracePt t="83363" x="5756275" y="4303713"/>
          <p14:tracePt t="83375" x="5673725" y="4303713"/>
          <p14:tracePt t="83379" x="5630863" y="4311650"/>
          <p14:tracePt t="83392" x="5573713" y="4329113"/>
          <p14:tracePt t="83396" x="5499100" y="4344988"/>
          <p14:tracePt t="83408" x="5457825" y="4370388"/>
          <p14:tracePt t="83412" x="5407025" y="4370388"/>
          <p14:tracePt t="83425" x="5349875" y="4403725"/>
          <p14:tracePt t="83428" x="5308600" y="4411663"/>
          <p14:tracePt t="83441" x="5249863" y="4427538"/>
          <p14:tracePt t="83444" x="5208588" y="4445000"/>
          <p14:tracePt t="83458" x="5192713" y="4445000"/>
          <p14:tracePt t="83461" x="5149850" y="4452938"/>
          <p14:tracePt t="83475" x="5141913" y="4452938"/>
          <p14:tracePt t="83478" x="5126038" y="4452938"/>
          <p14:tracePt t="83492" x="5108575" y="4452938"/>
          <p14:tracePt t="83493" x="5100638" y="4452938"/>
          <p14:tracePt t="83501" x="5084763" y="4452938"/>
          <p14:tracePt t="83508" x="5067300" y="4452938"/>
          <p14:tracePt t="83541" x="5059363" y="4452938"/>
          <p14:tracePt t="83638" x="5059363" y="4445000"/>
          <p14:tracePt t="83646" x="5067300" y="4427538"/>
          <p14:tracePt t="83654" x="5100638" y="4386263"/>
          <p14:tracePt t="83662" x="5126038" y="4370388"/>
          <p14:tracePt t="83670" x="5149850" y="4329113"/>
          <p14:tracePt t="83678" x="5192713" y="4287838"/>
          <p14:tracePt t="83686" x="5233988" y="4262438"/>
          <p14:tracePt t="83695" x="5275263" y="4221163"/>
          <p14:tracePt t="83702" x="5324475" y="4187825"/>
          <p14:tracePt t="83711" x="5365750" y="4179888"/>
          <p14:tracePt t="83718" x="5407025" y="4146550"/>
          <p14:tracePt t="83727" x="5416550" y="4138613"/>
          <p14:tracePt t="83735" x="5448300" y="4138613"/>
          <p14:tracePt t="83743" x="5457825" y="4121150"/>
          <p14:tracePt t="83751" x="5491163" y="4105275"/>
          <p14:tracePt t="83759" x="5499100" y="4105275"/>
          <p14:tracePt t="83767" x="5514975" y="4105275"/>
          <p14:tracePt t="83783" x="5532438" y="4105275"/>
          <p14:tracePt t="83791" x="5540375" y="4105275"/>
          <p14:tracePt t="83808" x="5540375" y="4097338"/>
          <p14:tracePt t="83815" x="5556250" y="4097338"/>
          <p14:tracePt t="83848" x="5573713" y="4097338"/>
          <p14:tracePt t="83856" x="5589588" y="4097338"/>
          <p14:tracePt t="83880" x="5599113" y="4097338"/>
          <p14:tracePt t="83896" x="5614988" y="4097338"/>
          <p14:tracePt t="83920" x="5630863" y="4097338"/>
          <p14:tracePt t="83936" x="5640388" y="4097338"/>
          <p14:tracePt t="83945" x="5656263" y="4097338"/>
          <p14:tracePt t="83961" x="5673725" y="4097338"/>
          <p14:tracePt t="83969" x="5681663" y="4097338"/>
          <p14:tracePt t="83977" x="5715000" y="4097338"/>
          <p14:tracePt t="83985" x="5722938" y="4097338"/>
          <p14:tracePt t="83993" x="5756275" y="4097338"/>
          <p14:tracePt t="84001" x="5780088" y="4097338"/>
          <p14:tracePt t="84009" x="5797550" y="4105275"/>
          <p14:tracePt t="84017" x="5838825" y="4105275"/>
          <p14:tracePt t="84025" x="5864225" y="4105275"/>
          <p14:tracePt t="84033" x="5897563" y="4121150"/>
          <p14:tracePt t="84042" x="5921375" y="4121150"/>
          <p14:tracePt t="84050" x="5980113" y="4121150"/>
          <p14:tracePt t="84058" x="6005513" y="4121150"/>
          <p14:tracePt t="84066" x="6062663" y="4138613"/>
          <p14:tracePt t="84075" x="6088063" y="4138613"/>
          <p14:tracePt t="84082" x="6121400" y="4138613"/>
          <p14:tracePt t="84092" x="6145213" y="4138613"/>
          <p14:tracePt t="84098" x="6186488" y="4138613"/>
          <p14:tracePt t="84108" x="6211888" y="4138613"/>
          <p14:tracePt t="84114" x="6229350" y="4138613"/>
          <p14:tracePt t="84122" x="6253163" y="4146550"/>
          <p14:tracePt t="84130" x="6270625" y="4146550"/>
          <p14:tracePt t="84147" x="6294438" y="4146550"/>
          <p14:tracePt t="84163" x="6311900" y="4146550"/>
          <p14:tracePt t="84179" x="6327775" y="4146550"/>
          <p14:tracePt t="84341" x="6294438" y="4138613"/>
          <p14:tracePt t="84348" x="6286500" y="4138613"/>
          <p14:tracePt t="84358" x="6270625" y="4121150"/>
          <p14:tracePt t="84365" x="6253163" y="4105275"/>
          <p14:tracePt t="84372" x="6245225" y="4097338"/>
          <p14:tracePt t="84381" x="6229350" y="4097338"/>
          <p14:tracePt t="84389" x="6211888" y="4097338"/>
          <p14:tracePt t="84397" x="6203950" y="4079875"/>
          <p14:tracePt t="84413" x="6203950" y="4064000"/>
          <p14:tracePt t="84421" x="6186488" y="4064000"/>
          <p14:tracePt t="84437" x="6170613" y="4046538"/>
          <p14:tracePt t="84453" x="6162675" y="4046538"/>
          <p14:tracePt t="84461" x="6162675" y="4038600"/>
          <p14:tracePt t="84469" x="6145213" y="4038600"/>
          <p14:tracePt t="84485" x="6129338" y="4038600"/>
          <p14:tracePt t="84494" x="6121400" y="4021138"/>
          <p14:tracePt t="84510" x="6103938" y="4005263"/>
          <p14:tracePt t="84518" x="6088063" y="4005263"/>
          <p14:tracePt t="84526" x="6070600" y="4005263"/>
          <p14:tracePt t="84534" x="6070600" y="3997325"/>
          <p14:tracePt t="84542" x="6062663" y="3997325"/>
          <p14:tracePt t="84558" x="6046788" y="3997325"/>
          <p14:tracePt t="84566" x="6029325" y="3997325"/>
          <p14:tracePt t="84591" x="6029325" y="3979863"/>
          <p14:tracePt t="84833" x="6046788" y="3979863"/>
          <p14:tracePt t="84842" x="6062663" y="3979863"/>
          <p14:tracePt t="84849" x="6070600" y="3979863"/>
          <p14:tracePt t="84859" x="6088063" y="3979863"/>
          <p14:tracePt t="84865" x="6103938" y="3979863"/>
          <p14:tracePt t="84875" x="6121400" y="3979863"/>
          <p14:tracePt t="84881" x="6129338" y="3979863"/>
          <p14:tracePt t="84889" x="6145213" y="3963988"/>
          <p14:tracePt t="84897" x="6162675" y="3963988"/>
          <p14:tracePt t="84921" x="6170613" y="3963988"/>
          <p14:tracePt t="84929" x="6170613" y="3956050"/>
          <p14:tracePt t="85059" x="6170613" y="3938588"/>
          <p14:tracePt t="85075" x="6170613" y="3922713"/>
          <p14:tracePt t="85083" x="6170613" y="3897313"/>
          <p14:tracePt t="85092" x="6170613" y="3871913"/>
          <p14:tracePt t="85099" x="6170613" y="3830638"/>
          <p14:tracePt t="85109" x="6170613" y="3773488"/>
          <p14:tracePt t="85115" x="6170613" y="3714750"/>
          <p14:tracePt t="85125" x="6162675" y="3673475"/>
          <p14:tracePt t="85132" x="6129338" y="3616325"/>
          <p14:tracePt t="85141" x="6129338" y="3573463"/>
          <p14:tracePt t="85148" x="6121400" y="3549650"/>
          <p14:tracePt t="85156" x="6103938" y="3516313"/>
          <p14:tracePt t="85164" x="6103938" y="3490913"/>
          <p14:tracePt t="85172" x="6088063" y="3490913"/>
          <p14:tracePt t="85180" x="6088063" y="3475038"/>
          <p14:tracePt t="85188" x="6070600" y="3475038"/>
          <p14:tracePt t="85204" x="6062663" y="3467100"/>
          <p14:tracePt t="85212" x="6046788" y="3467100"/>
          <p14:tracePt t="85220" x="6029325" y="3467100"/>
          <p14:tracePt t="85236" x="6021388" y="3449638"/>
          <p14:tracePt t="85244" x="6005513" y="3449638"/>
          <p14:tracePt t="85253" x="5988050" y="3449638"/>
          <p14:tracePt t="85261" x="5980113" y="3449638"/>
          <p14:tracePt t="85269" x="5962650" y="3433763"/>
          <p14:tracePt t="85277" x="5946775" y="3433763"/>
          <p14:tracePt t="85285" x="5938838" y="3433763"/>
          <p14:tracePt t="85293" x="5905500" y="3433763"/>
          <p14:tracePt t="85301" x="5897563" y="3433763"/>
          <p14:tracePt t="85309" x="5864225" y="3433763"/>
          <p14:tracePt t="85317" x="5854700" y="3433763"/>
          <p14:tracePt t="85325" x="5805488" y="3433763"/>
          <p14:tracePt t="85333" x="5780088" y="3449638"/>
          <p14:tracePt t="85342" x="5764213" y="3467100"/>
          <p14:tracePt t="85350" x="5756275" y="3475038"/>
          <p14:tracePt t="85358" x="5722938" y="3490913"/>
          <p14:tracePt t="85366" x="5715000" y="3508375"/>
          <p14:tracePt t="85375" x="5715000" y="3516313"/>
          <p14:tracePt t="85382" x="5697538" y="3516313"/>
          <p14:tracePt t="85398" x="5697538" y="3532188"/>
          <p14:tracePt t="85430" x="5681663" y="3532188"/>
          <p14:tracePt t="85454" x="5681663" y="3549650"/>
          <p14:tracePt t="85471" x="5673725" y="3549650"/>
          <p14:tracePt t="85479" x="5673725" y="3565525"/>
          <p14:tracePt t="85503" x="5656263" y="3565525"/>
          <p14:tracePt t="85511" x="5656263" y="3573463"/>
          <p14:tracePt t="85584" x="5656263" y="3590925"/>
          <p14:tracePt t="85611" x="5673725" y="3606800"/>
          <p14:tracePt t="85616" x="5681663" y="3606800"/>
          <p14:tracePt t="85625" x="5697538" y="3616325"/>
          <p14:tracePt t="85632" x="5722938" y="3648075"/>
          <p14:tracePt t="85642" x="5756275" y="3657600"/>
          <p14:tracePt t="85648" x="5805488" y="3698875"/>
          <p14:tracePt t="85658" x="5838825" y="3732213"/>
          <p14:tracePt t="85664" x="5880100" y="3773488"/>
          <p14:tracePt t="85672" x="5905500" y="3797300"/>
          <p14:tracePt t="85681" x="5938838" y="3814763"/>
          <p14:tracePt t="85689" x="5938838" y="3830638"/>
          <p14:tracePt t="85697" x="5946775" y="3830638"/>
          <p14:tracePt t="85705" x="5980113" y="3840163"/>
          <p14:tracePt t="85713" x="5980113" y="3856038"/>
          <p14:tracePt t="85721" x="5988050" y="3856038"/>
          <p14:tracePt t="85729" x="6005513" y="3871913"/>
          <p14:tracePt t="85737" x="6021388" y="3871913"/>
          <p14:tracePt t="85745" x="6029325" y="3871913"/>
          <p14:tracePt t="85753" x="6029325" y="3881438"/>
          <p14:tracePt t="85761" x="6062663" y="3881438"/>
          <p14:tracePt t="85769" x="6062663" y="3897313"/>
          <p14:tracePt t="85777" x="6070600" y="3897313"/>
          <p14:tracePt t="85793" x="6088063" y="3897313"/>
          <p14:tracePt t="85818" x="6103938" y="3897313"/>
          <p14:tracePt t="85898" x="6121400" y="3897313"/>
          <p14:tracePt t="85931" x="6129338" y="3871913"/>
          <p14:tracePt t="85939" x="6145213" y="3856038"/>
          <p14:tracePt t="85947" x="6162675" y="3814763"/>
          <p14:tracePt t="85955" x="6170613" y="3797300"/>
          <p14:tracePt t="85963" x="6186488" y="3756025"/>
          <p14:tracePt t="85971" x="6203950" y="3732213"/>
          <p14:tracePt t="85987" x="6203950" y="3714750"/>
          <p14:tracePt t="85995" x="6211888" y="3698875"/>
          <p14:tracePt t="86004" x="6211888" y="3690938"/>
          <p14:tracePt t="86020" x="6211888" y="3673475"/>
          <p14:tracePt t="86036" x="6211888" y="3657600"/>
          <p14:tracePt t="86044" x="6211888" y="3648075"/>
          <p14:tracePt t="86052" x="6211888" y="3632200"/>
          <p14:tracePt t="86060" x="6211888" y="3616325"/>
          <p14:tracePt t="86068" x="6211888" y="3606800"/>
          <p14:tracePt t="86084" x="6211888" y="3590925"/>
          <p14:tracePt t="86093" x="6211888" y="3573463"/>
          <p14:tracePt t="86116" x="6211888" y="3565525"/>
          <p14:tracePt t="86536" x="6211888" y="3573463"/>
          <p14:tracePt t="86545" x="6211888" y="3590925"/>
          <p14:tracePt t="86552" x="6211888" y="3616325"/>
          <p14:tracePt t="86561" x="6211888" y="3648075"/>
          <p14:tracePt t="86569" x="6211888" y="3690938"/>
          <p14:tracePt t="86577" x="6229350" y="3732213"/>
          <p14:tracePt t="86585" x="6245225" y="3756025"/>
          <p14:tracePt t="86593" x="6245225" y="3797300"/>
          <p14:tracePt t="86601" x="6253163" y="3814763"/>
          <p14:tracePt t="86613" x="6253163" y="3840163"/>
          <p14:tracePt t="86617" x="6253163" y="3871913"/>
          <p14:tracePt t="86625" x="6270625" y="3871913"/>
          <p14:tracePt t="86633" x="6270625" y="3881438"/>
          <p14:tracePt t="86642" x="6270625" y="3897313"/>
          <p14:tracePt t="86649" x="6286500" y="3914775"/>
          <p14:tracePt t="86659" x="6286500" y="3922713"/>
          <p14:tracePt t="86665" x="6286500" y="3938588"/>
          <p14:tracePt t="86675" x="6294438" y="3938588"/>
          <p14:tracePt t="86682" x="6294438" y="3963988"/>
          <p14:tracePt t="86691" x="6311900" y="3979863"/>
          <p14:tracePt t="86698" x="6311900" y="3997325"/>
          <p14:tracePt t="86706" x="6311900" y="4005263"/>
          <p14:tracePt t="86714" x="6327775" y="4021138"/>
          <p14:tracePt t="86722" x="6327775" y="4046538"/>
          <p14:tracePt t="86730" x="6337300" y="4064000"/>
          <p14:tracePt t="86738" x="6353175" y="4105275"/>
          <p14:tracePt t="86746" x="6369050" y="4146550"/>
          <p14:tracePt t="86754" x="6386513" y="4187825"/>
          <p14:tracePt t="86762" x="6411913" y="4229100"/>
          <p14:tracePt t="86770" x="6427788" y="4246563"/>
          <p14:tracePt t="86779" x="6427788" y="4270375"/>
          <p14:tracePt t="86787" x="6435725" y="4303713"/>
          <p14:tracePt t="86795" x="6435725" y="4311650"/>
          <p14:tracePt t="86803" x="6453188" y="4311650"/>
          <p14:tracePt t="86811" x="6453188" y="4329113"/>
          <p14:tracePt t="86827" x="6469063" y="4329113"/>
          <p14:tracePt t="86835" x="6469063" y="4344988"/>
          <p14:tracePt t="86875" x="6477000" y="4362450"/>
          <p14:tracePt t="86883" x="6477000" y="4370388"/>
          <p14:tracePt t="86892" x="6494463" y="4370388"/>
          <p14:tracePt t="86900" x="6494463" y="4386263"/>
          <p14:tracePt t="86909" x="6510338" y="4403725"/>
          <p14:tracePt t="86932" x="6518275" y="4411663"/>
          <p14:tracePt t="87037" x="6518275" y="4427538"/>
          <p14:tracePt t="87061" x="6535738" y="4427538"/>
          <p14:tracePt t="87069" x="6535738" y="4445000"/>
          <p14:tracePt t="87077" x="6535738" y="4452938"/>
          <p14:tracePt t="87085" x="6535738" y="4470400"/>
          <p14:tracePt t="87093" x="6535738" y="4486275"/>
          <p14:tracePt t="87101" x="6535738" y="4494213"/>
          <p14:tracePt t="87109" x="6535738" y="4511675"/>
          <p14:tracePt t="87117" x="6535738" y="4527550"/>
          <p14:tracePt t="87125" x="6535738" y="4535488"/>
          <p14:tracePt t="87150" x="6535738" y="4552950"/>
          <p14:tracePt t="87457" x="6518275" y="4552950"/>
          <p14:tracePt t="87618" x="6535738" y="4552950"/>
          <p14:tracePt t="87626" x="6551613" y="4568825"/>
          <p14:tracePt t="87634" x="6577013" y="4568825"/>
          <p14:tracePt t="87642" x="6592888" y="4594225"/>
          <p14:tracePt t="87650" x="6635750" y="4594225"/>
          <p14:tracePt t="87659" x="6677025" y="4610100"/>
          <p14:tracePt t="87667" x="6700838" y="4627563"/>
          <p14:tracePt t="87675" x="6743700" y="4635500"/>
          <p14:tracePt t="87683" x="6759575" y="4651375"/>
          <p14:tracePt t="87692" x="6800850" y="4668838"/>
          <p14:tracePt t="87699" x="6818313" y="4676775"/>
          <p14:tracePt t="87708" x="6842125" y="4676775"/>
          <p14:tracePt t="87715" x="6867525" y="4694238"/>
          <p14:tracePt t="87725" x="6883400" y="4694238"/>
          <p14:tracePt t="87731" x="6900863" y="4694238"/>
          <p14:tracePt t="87739" x="6916738" y="4710113"/>
          <p14:tracePt t="87747" x="6924675" y="4710113"/>
          <p14:tracePt t="87755" x="6942138" y="4710113"/>
          <p14:tracePt t="87771" x="6958013" y="4710113"/>
          <p14:tracePt t="87780" x="6983413" y="4710113"/>
          <p14:tracePt t="87788" x="6999288" y="4710113"/>
          <p14:tracePt t="87796" x="7008813" y="4718050"/>
          <p14:tracePt t="87804" x="7024688" y="4718050"/>
          <p14:tracePt t="87812" x="7042150" y="4718050"/>
          <p14:tracePt t="87820" x="7050088" y="4718050"/>
          <p14:tracePt t="87828" x="7065963" y="4718050"/>
          <p14:tracePt t="87836" x="7083425" y="4735513"/>
          <p14:tracePt t="87844" x="7091363" y="4735513"/>
          <p14:tracePt t="87852" x="7107238" y="4735513"/>
          <p14:tracePt t="87860" x="7124700" y="4735513"/>
          <p14:tracePt t="87877" x="7150100" y="4735513"/>
          <p14:tracePt t="87885" x="7165975" y="4735513"/>
          <p14:tracePt t="87892" x="7173913" y="4735513"/>
          <p14:tracePt t="87901" x="7207250" y="4735513"/>
          <p14:tracePt t="87909" x="7232650" y="4735513"/>
          <p14:tracePt t="87917" x="7265988" y="4718050"/>
          <p14:tracePt t="87925" x="7289800" y="4718050"/>
          <p14:tracePt t="87933" x="7315200" y="4710113"/>
          <p14:tracePt t="87941" x="7331075" y="4710113"/>
          <p14:tracePt t="87949" x="7356475" y="4694238"/>
          <p14:tracePt t="87965" x="7373938" y="4694238"/>
          <p14:tracePt t="87975" x="7389813" y="4694238"/>
          <p14:tracePt t="87981" x="7389813" y="4676775"/>
          <p14:tracePt t="87991" x="7397750" y="4676775"/>
          <p14:tracePt t="88014" x="7415213" y="4676775"/>
          <p14:tracePt t="88110" x="7431088" y="4676775"/>
          <p14:tracePt t="88135" x="7439025" y="4676775"/>
          <p14:tracePt t="88159" x="7456488" y="4676775"/>
          <p14:tracePt t="88345" x="7439025" y="4676775"/>
          <p14:tracePt t="88361" x="7415213" y="4676775"/>
          <p14:tracePt t="88377" x="7373938" y="4676775"/>
          <p14:tracePt t="88385" x="7348538" y="4676775"/>
          <p14:tracePt t="88393" x="7315200" y="4668838"/>
          <p14:tracePt t="88401" x="7265988" y="4668838"/>
          <p14:tracePt t="88409" x="7191375" y="4668838"/>
          <p14:tracePt t="88418" x="7150100" y="4668838"/>
          <p14:tracePt t="88426" x="7091363" y="4651375"/>
          <p14:tracePt t="88434" x="7050088" y="4651375"/>
          <p14:tracePt t="88442" x="6967538" y="4635500"/>
          <p14:tracePt t="88450" x="6924675" y="4635500"/>
          <p14:tracePt t="88458" x="6867525" y="4627563"/>
          <p14:tracePt t="88466" x="6818313" y="4627563"/>
          <p14:tracePt t="88475" x="6759575" y="4627563"/>
          <p14:tracePt t="88482" x="6718300" y="4627563"/>
          <p14:tracePt t="88492" x="6659563" y="4627563"/>
          <p14:tracePt t="88498" x="6602413" y="4627563"/>
          <p14:tracePt t="88507" x="6561138" y="4627563"/>
          <p14:tracePt t="88514" x="6535738" y="4627563"/>
          <p14:tracePt t="88522" x="6494463" y="4627563"/>
          <p14:tracePt t="88531" x="6469063" y="4627563"/>
          <p14:tracePt t="88539" x="6435725" y="4627563"/>
          <p14:tracePt t="88547" x="6411913" y="4627563"/>
          <p14:tracePt t="88563" x="6394450" y="4627563"/>
          <p14:tracePt t="88571" x="6386513" y="4627563"/>
          <p14:tracePt t="88579" x="6369050" y="4627563"/>
          <p14:tracePt t="88595" x="6353175" y="4627563"/>
          <p14:tracePt t="88643" x="6337300" y="4627563"/>
          <p14:tracePt t="88660" x="6337300" y="4610100"/>
          <p14:tracePt t="88668" x="6327775" y="4610100"/>
          <p14:tracePt t="88676" x="6311900" y="4610100"/>
          <p14:tracePt t="88684" x="6294438" y="4610100"/>
          <p14:tracePt t="88692" x="6286500" y="4610100"/>
          <p14:tracePt t="88700" x="6270625" y="4610100"/>
          <p14:tracePt t="88716" x="6253163" y="4594225"/>
          <p14:tracePt t="88725" x="6245225" y="4594225"/>
          <p14:tracePt t="88732" x="6229350" y="4594225"/>
          <p14:tracePt t="88742" x="6211888" y="4594225"/>
          <p14:tracePt t="88757" x="6203950" y="4594225"/>
          <p14:tracePt t="88765" x="6170613" y="4594225"/>
          <p14:tracePt t="88781" x="6162675" y="4594225"/>
          <p14:tracePt t="88789" x="6129338" y="4594225"/>
          <p14:tracePt t="88797" x="6121400" y="4594225"/>
          <p14:tracePt t="88805" x="6103938" y="4594225"/>
          <p14:tracePt t="88813" x="6088063" y="4594225"/>
          <p14:tracePt t="88821" x="6062663" y="4594225"/>
          <p14:tracePt t="88829" x="6046788" y="4594225"/>
          <p14:tracePt t="88845" x="6021388" y="4594225"/>
          <p14:tracePt t="88853" x="6005513" y="4594225"/>
          <p14:tracePt t="88862" x="5988050" y="4594225"/>
          <p14:tracePt t="88878" x="5980113" y="4594225"/>
          <p14:tracePt t="88886" x="5962650" y="4594225"/>
          <p14:tracePt t="88894" x="5946775" y="4594225"/>
          <p14:tracePt t="88910" x="5938838" y="4594225"/>
          <p14:tracePt t="88918" x="5921375" y="4594225"/>
          <p14:tracePt t="88926" x="5905500" y="4594225"/>
          <p14:tracePt t="88942" x="5897563" y="4594225"/>
          <p14:tracePt t="88950" x="5880100" y="4594225"/>
          <p14:tracePt t="88967" x="5864225" y="4594225"/>
          <p14:tracePt t="88983" x="5854700" y="4610100"/>
          <p14:tracePt t="88991" x="5838825" y="4610100"/>
          <p14:tracePt t="89023" x="5822950" y="4610100"/>
          <p14:tracePt t="89055" x="5805488" y="4610100"/>
          <p14:tracePt t="89079" x="5797550" y="4610100"/>
          <p14:tracePt t="89104" x="5780088" y="4610100"/>
          <p14:tracePt t="89128" x="5764213" y="4610100"/>
          <p14:tracePt t="89136" x="5756275" y="4627563"/>
          <p14:tracePt t="89152" x="5722938" y="4627563"/>
          <p14:tracePt t="89160" x="5715000" y="4635500"/>
          <p14:tracePt t="89176" x="5697538" y="4651375"/>
          <p14:tracePt t="89185" x="5681663" y="4651375"/>
          <p14:tracePt t="89193" x="5673725" y="4651375"/>
          <p14:tracePt t="89201" x="5656263" y="4651375"/>
          <p14:tracePt t="89209" x="5656263" y="4668838"/>
          <p14:tracePt t="89241" x="5640388" y="4668838"/>
          <p14:tracePt t="89330" x="5640388" y="4676775"/>
          <p14:tracePt t="89394" x="5640388" y="4694238"/>
          <p14:tracePt t="89435" x="5656263" y="4710113"/>
          <p14:tracePt t="90573" x="5673725" y="4710113"/>
          <p14:tracePt t="90581" x="5681663" y="4710113"/>
          <p14:tracePt t="90597" x="5697538" y="4710113"/>
          <p14:tracePt t="90622" x="5715000" y="4710113"/>
          <p14:tracePt t="90654" x="5722938" y="4710113"/>
          <p14:tracePt t="90670" x="5738813" y="4710113"/>
          <p14:tracePt t="90678" x="5756275" y="4710113"/>
          <p14:tracePt t="90686" x="5764213" y="4710113"/>
          <p14:tracePt t="90694" x="5797550" y="4710113"/>
          <p14:tracePt t="90702" x="5805488" y="4710113"/>
          <p14:tracePt t="90718" x="5822950" y="4710113"/>
          <p14:tracePt t="90727" x="5838825" y="4710113"/>
          <p14:tracePt t="90734" x="5854700" y="4710113"/>
          <p14:tracePt t="90742" x="5864225" y="4710113"/>
          <p14:tracePt t="90759" x="5880100" y="4710113"/>
          <p14:tracePt t="90775" x="5897563" y="4710113"/>
          <p14:tracePt t="90791" x="5905500" y="4710113"/>
          <p14:tracePt t="90799" x="5921375" y="4710113"/>
          <p14:tracePt t="90815" x="5938838" y="4710113"/>
          <p14:tracePt t="90825" x="5946775" y="4710113"/>
          <p14:tracePt t="90841" x="5962650" y="4718050"/>
          <p14:tracePt t="90848" x="5980113" y="4718050"/>
          <p14:tracePt t="90864" x="5988050" y="4735513"/>
          <p14:tracePt t="90872" x="6005513" y="4735513"/>
          <p14:tracePt t="90880" x="6021388" y="4735513"/>
          <p14:tracePt t="90888" x="6029325" y="4735513"/>
          <p14:tracePt t="90904" x="6046788" y="4735513"/>
          <p14:tracePt t="90912" x="6062663" y="4735513"/>
          <p14:tracePt t="90920" x="6070600" y="4735513"/>
          <p14:tracePt t="90936" x="6088063" y="4735513"/>
          <p14:tracePt t="90944" x="6121400" y="4751388"/>
          <p14:tracePt t="90952" x="6129338" y="4751388"/>
          <p14:tracePt t="90961" x="6162675" y="4759325"/>
          <p14:tracePt t="90969" x="6186488" y="4759325"/>
          <p14:tracePt t="90977" x="6211888" y="4759325"/>
          <p14:tracePt t="90985" x="6253163" y="4759325"/>
          <p14:tracePt t="90993" x="6294438" y="4776788"/>
          <p14:tracePt t="91001" x="6311900" y="4776788"/>
          <p14:tracePt t="91009" x="6353175" y="4792663"/>
          <p14:tracePt t="91017" x="6386513" y="4792663"/>
          <p14:tracePt t="91025" x="6411913" y="4792663"/>
          <p14:tracePt t="91033" x="6435725" y="4792663"/>
          <p14:tracePt t="91042" x="6469063" y="4792663"/>
          <p14:tracePt t="91049" x="6494463" y="4792663"/>
          <p14:tracePt t="91058" x="6510338" y="4792663"/>
          <p14:tracePt t="91075" x="6518275" y="4802188"/>
          <p14:tracePt t="91082" x="6535738" y="4802188"/>
          <p14:tracePt t="91091" x="6551613" y="4802188"/>
          <p14:tracePt t="91098" x="6561138" y="4802188"/>
          <p14:tracePt t="91114" x="6577013" y="4802188"/>
          <p14:tracePt t="91122" x="6592888" y="4802188"/>
          <p14:tracePt t="91130" x="6602413" y="4802188"/>
          <p14:tracePt t="91146" x="6618288" y="4802188"/>
          <p14:tracePt t="91154" x="6635750" y="4792663"/>
          <p14:tracePt t="91163" x="6651625" y="4792663"/>
          <p14:tracePt t="91171" x="6659563" y="4776788"/>
          <p14:tracePt t="91195" x="6677025" y="4776788"/>
          <p14:tracePt t="91219" x="6692900" y="4759325"/>
          <p14:tracePt t="91284" x="6700838" y="4759325"/>
          <p14:tracePt t="91292" x="6700838" y="4751388"/>
          <p14:tracePt t="91308" x="6718300" y="4751388"/>
          <p14:tracePt t="91325" x="6718300" y="4735513"/>
          <p14:tracePt t="91332" x="6734175" y="4735513"/>
          <p14:tracePt t="91477" x="6743700" y="4735513"/>
          <p14:tracePt t="91485" x="6743700" y="4718050"/>
          <p14:tracePt t="91655" x="6759575" y="4718050"/>
          <p14:tracePt t="96694" x="6743700" y="4718050"/>
          <p14:tracePt t="96702" x="6692900" y="4710113"/>
          <p14:tracePt t="96710" x="6618288" y="4676775"/>
          <p14:tracePt t="96718" x="6518275" y="4651375"/>
          <p14:tracePt t="96727" x="6427788" y="4610100"/>
          <p14:tracePt t="96734" x="6294438" y="4576763"/>
          <p14:tracePt t="96742" x="6186488" y="4552950"/>
          <p14:tracePt t="96750" x="6029325" y="4511675"/>
          <p14:tracePt t="96759" x="5880100" y="4470400"/>
          <p14:tracePt t="96766" x="5722938" y="4411663"/>
          <p14:tracePt t="96775" x="5540375" y="4362450"/>
          <p14:tracePt t="96782" x="5391150" y="4311650"/>
          <p14:tracePt t="96792" x="5233988" y="4262438"/>
          <p14:tracePt t="96798" x="5084763" y="4187825"/>
          <p14:tracePt t="96809" x="4959350" y="4146550"/>
          <p14:tracePt t="96814" x="4818063" y="4097338"/>
          <p14:tracePt t="96825" x="4660900" y="4064000"/>
          <p14:tracePt t="96831" x="4511675" y="4005263"/>
          <p14:tracePt t="96842" x="4329113" y="3979863"/>
          <p14:tracePt t="96847" x="4130675" y="3956050"/>
          <p14:tracePt t="96858" x="3956050" y="3938588"/>
          <p14:tracePt t="96863" x="3732213" y="3914775"/>
          <p14:tracePt t="96875" x="3516313" y="3897313"/>
          <p14:tracePt t="96879" x="3325813" y="3881438"/>
          <p14:tracePt t="96892" x="3109913" y="3881438"/>
          <p14:tracePt t="96895" x="2919413" y="3881438"/>
          <p14:tracePt t="96908" x="2736850" y="3856038"/>
          <p14:tracePt t="96911" x="2587625" y="3856038"/>
          <p14:tracePt t="96925" x="2513013" y="3856038"/>
          <p14:tracePt t="96928" x="2389188" y="3840163"/>
          <p14:tracePt t="96942" x="2289175" y="3840163"/>
          <p14:tracePt t="96944" x="2222500" y="3840163"/>
          <p14:tracePt t="96958" x="2147888" y="3830638"/>
          <p14:tracePt t="96961" x="2098675" y="3830638"/>
          <p14:tracePt t="96975" x="2065338" y="3830638"/>
          <p14:tracePt t="96976" x="2024063" y="3830638"/>
          <p14:tracePt t="96984" x="1982788" y="3814763"/>
          <p14:tracePt t="96992" x="1957388" y="3797300"/>
          <p14:tracePt t="97000" x="1924050" y="3781425"/>
          <p14:tracePt t="97009" x="1898650" y="3781425"/>
          <p14:tracePt t="97016" x="1874838" y="3773488"/>
          <p14:tracePt t="97026" x="1841500" y="3756025"/>
          <p14:tracePt t="97032" x="1833563" y="3740150"/>
          <p14:tracePt t="97042" x="1800225" y="3732213"/>
          <p14:tracePt t="97049" x="1790700" y="3732213"/>
          <p14:tracePt t="97059" x="1790700" y="3714750"/>
          <p14:tracePt t="97065" x="1774825" y="3714750"/>
          <p14:tracePt t="97075" x="1758950" y="3714750"/>
          <p14:tracePt t="97081" x="1758950" y="3698875"/>
          <p14:tracePt t="97428" x="1758950" y="3714750"/>
          <p14:tracePt t="97436" x="1774825" y="3714750"/>
          <p14:tracePt t="97444" x="1790700" y="3732213"/>
          <p14:tracePt t="97452" x="1800225" y="3732213"/>
          <p14:tracePt t="97460" x="1833563" y="3740150"/>
          <p14:tracePt t="97468" x="1841500" y="3740150"/>
          <p14:tracePt t="97476" x="1882775" y="3756025"/>
          <p14:tracePt t="97484" x="1916113" y="3756025"/>
          <p14:tracePt t="97493" x="1957388" y="3773488"/>
          <p14:tracePt t="97500" x="1982788" y="3781425"/>
          <p14:tracePt t="97509" x="1998663" y="3781425"/>
          <p14:tracePt t="97517" x="2024063" y="3797300"/>
          <p14:tracePt t="97525" x="2039938" y="3797300"/>
          <p14:tracePt t="97533" x="2057400" y="3797300"/>
          <p14:tracePt t="97549" x="2065338" y="3797300"/>
          <p14:tracePt t="97558" x="2081213" y="3797300"/>
          <p14:tracePt t="97743" x="2098675" y="3797300"/>
          <p14:tracePt t="97767" x="2106613" y="3781425"/>
          <p14:tracePt t="97783" x="2139950" y="3781425"/>
          <p14:tracePt t="97792" x="2147888" y="3773488"/>
          <p14:tracePt t="97799" x="2165350" y="3773488"/>
          <p14:tracePt t="97809" x="2206625" y="3773488"/>
          <p14:tracePt t="97815" x="2230438" y="3756025"/>
          <p14:tracePt t="97825" x="2247900" y="3756025"/>
          <p14:tracePt t="97832" x="2289175" y="3756025"/>
          <p14:tracePt t="97841" x="2322513" y="3756025"/>
          <p14:tracePt t="97848" x="2347913" y="3756025"/>
          <p14:tracePt t="97856" x="2371725" y="3756025"/>
          <p14:tracePt t="97864" x="2389188" y="3756025"/>
          <p14:tracePt t="97872" x="2413000" y="3756025"/>
          <p14:tracePt t="97880" x="2430463" y="3756025"/>
          <p14:tracePt t="97896" x="2446338" y="3756025"/>
          <p14:tracePt t="97904" x="2454275" y="3756025"/>
          <p14:tracePt t="97912" x="2471738" y="3756025"/>
          <p14:tracePt t="97928" x="2487613" y="3756025"/>
          <p14:tracePt t="98058" x="2497138" y="3756025"/>
          <p14:tracePt t="98075" x="2513013" y="3756025"/>
          <p14:tracePt t="98082" x="2538413" y="3756025"/>
          <p14:tracePt t="98092" x="2571750" y="3740150"/>
          <p14:tracePt t="98098" x="2595563" y="3732213"/>
          <p14:tracePt t="98108" x="2636838" y="3714750"/>
          <p14:tracePt t="98114" x="2670175" y="3698875"/>
          <p14:tracePt t="98122" x="2695575" y="3698875"/>
          <p14:tracePt t="98130" x="2720975" y="3673475"/>
          <p14:tracePt t="98138" x="2754313" y="3673475"/>
          <p14:tracePt t="98146" x="2778125" y="3673475"/>
          <p14:tracePt t="98154" x="2778125" y="3657600"/>
          <p14:tracePt t="98163" x="2803525" y="3657600"/>
          <p14:tracePt t="98171" x="2819400" y="3657600"/>
          <p14:tracePt t="98179" x="2836863" y="3657600"/>
          <p14:tracePt t="98187" x="2852738" y="3657600"/>
          <p14:tracePt t="98195" x="2878138" y="3657600"/>
          <p14:tracePt t="98203" x="2894013" y="3657600"/>
          <p14:tracePt t="98211" x="2903538" y="3657600"/>
          <p14:tracePt t="98219" x="2935288" y="3657600"/>
          <p14:tracePt t="98227" x="2944813" y="3657600"/>
          <p14:tracePt t="98235" x="2986088" y="3657600"/>
          <p14:tracePt t="98243" x="3019425" y="3657600"/>
          <p14:tracePt t="98251" x="3043238" y="3657600"/>
          <p14:tracePt t="98260" x="3068638" y="3657600"/>
          <p14:tracePt t="98268" x="3086100" y="3657600"/>
          <p14:tracePt t="98276" x="3109913" y="3657600"/>
          <p14:tracePt t="98284" x="3143250" y="3657600"/>
          <p14:tracePt t="98292" x="3160713" y="3657600"/>
          <p14:tracePt t="98300" x="3184525" y="3657600"/>
          <p14:tracePt t="98308" x="3201988" y="3657600"/>
          <p14:tracePt t="98316" x="3209925" y="3657600"/>
          <p14:tracePt t="98326" x="3225800" y="3657600"/>
          <p14:tracePt t="98332" x="3243263" y="3657600"/>
          <p14:tracePt t="98348" x="3251200" y="3673475"/>
          <p14:tracePt t="98358" x="3267075" y="3673475"/>
          <p14:tracePt t="98364" x="3284538" y="3673475"/>
          <p14:tracePt t="98375" x="3292475" y="3673475"/>
          <p14:tracePt t="98381" x="3292475" y="3690938"/>
          <p14:tracePt t="98392" x="3309938" y="3690938"/>
          <p14:tracePt t="98397" x="3325813" y="3698875"/>
          <p14:tracePt t="98413" x="3333750" y="3698875"/>
          <p14:tracePt t="98425" x="3351213" y="3698875"/>
          <p14:tracePt t="98429" x="3351213" y="3714750"/>
          <p14:tracePt t="98441" x="3367088" y="3714750"/>
          <p14:tracePt t="98445" x="3375025" y="3714750"/>
          <p14:tracePt t="98458" x="3392488" y="3732213"/>
          <p14:tracePt t="98461" x="3408363" y="3732213"/>
          <p14:tracePt t="98475" x="3425825" y="3732213"/>
          <p14:tracePt t="98478" x="3433763" y="3740150"/>
          <p14:tracePt t="98492" x="3449638" y="3740150"/>
          <p14:tracePt t="98494" x="3467100" y="3740150"/>
          <p14:tracePt t="98510" x="3475038" y="3740150"/>
          <p14:tracePt t="98525" x="3475038" y="3756025"/>
          <p14:tracePt t="98542" x="3492500" y="3756025"/>
          <p14:tracePt t="98704" x="3475038" y="3756025"/>
          <p14:tracePt t="98712" x="3467100" y="3756025"/>
          <p14:tracePt t="98720" x="3433763" y="3756025"/>
          <p14:tracePt t="98728" x="3408363" y="3756025"/>
          <p14:tracePt t="98736" x="3325813" y="3756025"/>
          <p14:tracePt t="98744" x="3251200" y="3756025"/>
          <p14:tracePt t="98752" x="3225800" y="3756025"/>
          <p14:tracePt t="98760" x="3101975" y="3756025"/>
          <p14:tracePt t="98768" x="3027363" y="3756025"/>
          <p14:tracePt t="98776" x="2986088" y="3756025"/>
          <p14:tracePt t="98784" x="2894013" y="3773488"/>
          <p14:tracePt t="98792" x="2736850" y="3781425"/>
          <p14:tracePt t="98800" x="2711450" y="3781425"/>
          <p14:tracePt t="98809" x="2554288" y="3797300"/>
          <p14:tracePt t="98817" x="2487613" y="3797300"/>
          <p14:tracePt t="98825" x="2389188" y="3814763"/>
          <p14:tracePt t="98833" x="2289175" y="3830638"/>
          <p14:tracePt t="98842" x="2189163" y="3840163"/>
          <p14:tracePt t="98849" x="2098675" y="3856038"/>
          <p14:tracePt t="98858" x="1998663" y="3871913"/>
          <p14:tracePt t="98865" x="1898650" y="3897313"/>
          <p14:tracePt t="98875" x="1790700" y="3922713"/>
          <p14:tracePt t="98881" x="1741488" y="3938588"/>
          <p14:tracePt t="98892" x="1651000" y="3979863"/>
          <p14:tracePt t="98897" x="1576388" y="4005263"/>
          <p14:tracePt t="98908" x="1525588" y="4005263"/>
          <p14:tracePt t="98913" x="1468438" y="4038600"/>
          <p14:tracePt t="98925" x="1435100" y="4046538"/>
          <p14:tracePt t="98929" x="1393825" y="4046538"/>
          <p14:tracePt t="98942" x="1384300" y="4064000"/>
          <p14:tracePt t="98946" x="1368425" y="4064000"/>
          <p14:tracePt t="98958" x="1352550" y="4064000"/>
          <p14:tracePt t="98978" x="1343025" y="4064000"/>
          <p14:tracePt t="99123" x="1343025" y="4046538"/>
          <p14:tracePt t="99139" x="1343025" y="4038600"/>
          <p14:tracePt t="99156" x="1343025" y="4021138"/>
          <p14:tracePt t="99172" x="1343025" y="4005263"/>
          <p14:tracePt t="99180" x="1343025" y="3997325"/>
          <p14:tracePt t="99204" x="1343025" y="3979863"/>
          <p14:tracePt t="99301" x="1352550" y="3979863"/>
          <p14:tracePt t="99309" x="1352550" y="3963988"/>
          <p14:tracePt t="99317" x="1368425" y="3956050"/>
          <p14:tracePt t="99326" x="1384300" y="3956050"/>
          <p14:tracePt t="99333" x="1393825" y="3956050"/>
          <p14:tracePt t="99341" x="1409700" y="3938588"/>
          <p14:tracePt t="99349" x="1427163" y="3938588"/>
          <p14:tracePt t="99359" x="1450975" y="3922713"/>
          <p14:tracePt t="99366" x="1468438" y="3922713"/>
          <p14:tracePt t="99375" x="1476375" y="3914775"/>
          <p14:tracePt t="99382" x="1492250" y="3914775"/>
          <p14:tracePt t="99391" x="1525588" y="3897313"/>
          <p14:tracePt t="99406" x="1550988" y="3897313"/>
          <p14:tracePt t="99414" x="1566863" y="3881438"/>
          <p14:tracePt t="99422" x="1576388" y="3881438"/>
          <p14:tracePt t="99430" x="1592263" y="3871913"/>
          <p14:tracePt t="99438" x="1609725" y="3871913"/>
          <p14:tracePt t="99446" x="1633538" y="3871913"/>
          <p14:tracePt t="99454" x="1651000" y="3871913"/>
          <p14:tracePt t="99462" x="1651000" y="3856038"/>
          <p14:tracePt t="99470" x="1658938" y="3856038"/>
          <p14:tracePt t="99479" x="1674813" y="3856038"/>
          <p14:tracePt t="99487" x="1700213" y="3840163"/>
          <p14:tracePt t="99503" x="1716088" y="3840163"/>
          <p14:tracePt t="99511" x="1733550" y="3840163"/>
          <p14:tracePt t="99519" x="1741488" y="3830638"/>
          <p14:tracePt t="99535" x="1758950" y="3830638"/>
          <p14:tracePt t="99559" x="1774825" y="3830638"/>
          <p14:tracePt t="99745" x="1790700" y="3830638"/>
          <p14:tracePt t="99769" x="1800225" y="3830638"/>
          <p14:tracePt t="99802" x="1816100" y="3830638"/>
          <p14:tracePt t="100133" x="1833563" y="3830638"/>
          <p14:tracePt t="100142" x="1841500" y="3830638"/>
          <p14:tracePt t="100164" x="1857375" y="3830638"/>
          <p14:tracePt t="100197" x="1874838" y="3830638"/>
          <p14:tracePt t="100270" x="1882775" y="3830638"/>
          <p14:tracePt t="100294" x="1898650" y="3830638"/>
          <p14:tracePt t="100302" x="1916113" y="3830638"/>
          <p14:tracePt t="100310" x="1924050" y="3830638"/>
          <p14:tracePt t="100318" x="1941513" y="3830638"/>
          <p14:tracePt t="100326" x="1965325" y="3830638"/>
          <p14:tracePt t="100334" x="1982788" y="3830638"/>
          <p14:tracePt t="100342" x="2006600" y="3830638"/>
          <p14:tracePt t="100350" x="2057400" y="3830638"/>
          <p14:tracePt t="100359" x="2081213" y="3830638"/>
          <p14:tracePt t="100367" x="2147888" y="3830638"/>
          <p14:tracePt t="100375" x="2206625" y="3830638"/>
          <p14:tracePt t="100383" x="2263775" y="3830638"/>
          <p14:tracePt t="100392" x="2330450" y="3830638"/>
          <p14:tracePt t="100399" x="2430463" y="3840163"/>
          <p14:tracePt t="100408" x="2528888" y="3871913"/>
          <p14:tracePt t="100415" x="2628900" y="3914775"/>
          <p14:tracePt t="100425" x="2654300" y="3914775"/>
          <p14:tracePt t="100431" x="2754313" y="3938588"/>
          <p14:tracePt t="100441" x="2852738" y="3963988"/>
          <p14:tracePt t="100448" x="2903538" y="3997325"/>
          <p14:tracePt t="100455" x="2978150" y="4005263"/>
          <p14:tracePt t="100464" x="3027363" y="4005263"/>
          <p14:tracePt t="100472" x="3060700" y="4021138"/>
          <p14:tracePt t="100480" x="3086100" y="4021138"/>
          <p14:tracePt t="100488" x="3109913" y="4038600"/>
          <p14:tracePt t="100496" x="3127375" y="4038600"/>
          <p14:tracePt t="100512" x="3143250" y="4038600"/>
          <p14:tracePt t="100536" x="3160713" y="4038600"/>
          <p14:tracePt t="100690" x="3168650" y="4038600"/>
          <p14:tracePt t="100698" x="3184525" y="4038600"/>
          <p14:tracePt t="100714" x="3201988" y="4038600"/>
          <p14:tracePt t="100722" x="3209925" y="4021138"/>
          <p14:tracePt t="100730" x="3225800" y="4021138"/>
          <p14:tracePt t="100738" x="3243263" y="4005263"/>
          <p14:tracePt t="100746" x="3251200" y="4005263"/>
          <p14:tracePt t="100754" x="3267075" y="3997325"/>
          <p14:tracePt t="100770" x="3284538" y="3997325"/>
          <p14:tracePt t="100778" x="3284538" y="3979863"/>
          <p14:tracePt t="100786" x="3292475" y="3979863"/>
          <p14:tracePt t="100811" x="3309938" y="3979863"/>
          <p14:tracePt t="100819" x="3309938" y="3963988"/>
          <p14:tracePt t="100859" x="3325813" y="3963988"/>
          <p14:tracePt t="100972" x="3333750" y="3963988"/>
          <p14:tracePt t="100988" x="3351213" y="3956050"/>
          <p14:tracePt t="101012" x="3367088" y="3956050"/>
          <p14:tracePt t="101021" x="3375025" y="3956050"/>
          <p14:tracePt t="101053" x="3392488" y="3956050"/>
          <p14:tracePt t="101093" x="3408363" y="3956050"/>
          <p14:tracePt t="101868" x="3408363" y="3938588"/>
          <p14:tracePt t="101892" x="3408363" y="3922713"/>
          <p14:tracePt t="101974" x="3392488" y="3922713"/>
          <p14:tracePt t="101991" x="3392488" y="3914775"/>
          <p14:tracePt t="101997" x="3375025" y="3914775"/>
          <p14:tracePt t="102014" x="3367088" y="3897313"/>
          <p14:tracePt t="102030" x="3351213" y="3897313"/>
          <p14:tracePt t="102046" x="3333750" y="3881438"/>
          <p14:tracePt t="102062" x="3325813" y="3881438"/>
          <p14:tracePt t="102078" x="3325813" y="3871913"/>
          <p14:tracePt t="102094" x="3309938" y="3871913"/>
          <p14:tracePt t="102320" x="3325813" y="3871913"/>
          <p14:tracePt t="102345" x="3333750" y="3871913"/>
          <p14:tracePt t="102361" x="3333750" y="3856038"/>
          <p14:tracePt t="102377" x="3351213" y="3856038"/>
          <p14:tracePt t="102425" x="3367088" y="3856038"/>
          <p14:tracePt t="102458" x="3375025" y="3856038"/>
          <p14:tracePt t="102466" x="3392488" y="3856038"/>
          <p14:tracePt t="102475" x="3392488" y="3840163"/>
          <p14:tracePt t="102482" x="3408363" y="3840163"/>
          <p14:tracePt t="102491" x="3425825" y="3840163"/>
          <p14:tracePt t="102507" x="3433763" y="3840163"/>
          <p14:tracePt t="102514" x="3449638" y="3840163"/>
          <p14:tracePt t="102530" x="3449638" y="3830638"/>
          <p14:tracePt t="102538" x="3467100" y="3830638"/>
          <p14:tracePt t="102578" x="3475038" y="3830638"/>
          <p14:tracePt t="102829" x="3492500" y="3830638"/>
          <p14:tracePt t="102853" x="3508375" y="3830638"/>
          <p14:tracePt t="102861" x="3533775" y="3814763"/>
          <p14:tracePt t="102869" x="3549650" y="3814763"/>
          <p14:tracePt t="102877" x="3557588" y="3797300"/>
          <p14:tracePt t="102885" x="3590925" y="3797300"/>
          <p14:tracePt t="102893" x="3616325" y="3781425"/>
          <p14:tracePt t="102902" x="3632200" y="3781425"/>
          <p14:tracePt t="102910" x="3657600" y="3773488"/>
          <p14:tracePt t="102918" x="3673475" y="3773488"/>
          <p14:tracePt t="102934" x="3690938" y="3773488"/>
          <p14:tracePt t="102942" x="3698875" y="3773488"/>
          <p14:tracePt t="102966" x="3716338" y="3773488"/>
          <p14:tracePt t="103362" x="3698875" y="3773488"/>
          <p14:tracePt t="103378" x="3698875" y="3781425"/>
          <p14:tracePt t="103394" x="3690938" y="3781425"/>
          <p14:tracePt t="103402" x="3690938" y="3797300"/>
          <p14:tracePt t="103426" x="3673475" y="3814763"/>
          <p14:tracePt t="103547" x="3673475" y="3830638"/>
          <p14:tracePt t="103564" x="3698875" y="3830638"/>
          <p14:tracePt t="103572" x="3757613" y="3830638"/>
          <p14:tracePt t="103580" x="3798888" y="3830638"/>
          <p14:tracePt t="103588" x="3840163" y="3830638"/>
          <p14:tracePt t="103596" x="3906838" y="3830638"/>
          <p14:tracePt t="103604" x="3981450" y="3840163"/>
          <p14:tracePt t="103614" x="4105275" y="3840163"/>
          <p14:tracePt t="103620" x="4146550" y="3840163"/>
          <p14:tracePt t="103628" x="4221163" y="3856038"/>
          <p14:tracePt t="103636" x="4287838" y="3856038"/>
          <p14:tracePt t="103644" x="4346575" y="3871913"/>
          <p14:tracePt t="103653" x="4395788" y="3871913"/>
          <p14:tracePt t="103661" x="4429125" y="3871913"/>
          <p14:tracePt t="103668" x="4454525" y="3881438"/>
          <p14:tracePt t="103677" x="4486275" y="3881438"/>
          <p14:tracePt t="103685" x="4495800" y="3881438"/>
          <p14:tracePt t="103693" x="4511675" y="3881438"/>
          <p14:tracePt t="103701" x="4529138" y="3897313"/>
          <p14:tracePt t="103709" x="4537075" y="3897313"/>
          <p14:tracePt t="103717" x="4552950" y="3914775"/>
          <p14:tracePt t="103733" x="4570413" y="3914775"/>
          <p14:tracePt t="103742" x="4578350" y="3914775"/>
          <p14:tracePt t="103749" x="4578350" y="3922713"/>
          <p14:tracePt t="103758" x="4594225" y="3922713"/>
          <p14:tracePt t="103765" x="4619625" y="3938588"/>
          <p14:tracePt t="103775" x="4635500" y="3938588"/>
          <p14:tracePt t="103781" x="4660900" y="3956050"/>
          <p14:tracePt t="103791" x="4702175" y="3963988"/>
          <p14:tracePt t="103798" x="4735513" y="3979863"/>
          <p14:tracePt t="103808" x="4760913" y="4005263"/>
          <p14:tracePt t="103814" x="4794250" y="4021138"/>
          <p14:tracePt t="103822" x="4835525" y="4038600"/>
          <p14:tracePt t="103830" x="4860925" y="4046538"/>
          <p14:tracePt t="103838" x="4884738" y="4064000"/>
          <p14:tracePt t="103847" x="4918075" y="4064000"/>
          <p14:tracePt t="103854" x="4926013" y="4079875"/>
          <p14:tracePt t="103862" x="4959350" y="4079875"/>
          <p14:tracePt t="103871" x="4967288" y="4097338"/>
          <p14:tracePt t="103878" x="5018088" y="4105275"/>
          <p14:tracePt t="103886" x="5041900" y="4105275"/>
          <p14:tracePt t="103895" x="5059363" y="4121150"/>
          <p14:tracePt t="103903" x="5100638" y="4121150"/>
          <p14:tracePt t="103911" x="5126038" y="4138613"/>
          <p14:tracePt t="103919" x="5167313" y="4146550"/>
          <p14:tracePt t="103927" x="5224463" y="4146550"/>
          <p14:tracePt t="103935" x="5249863" y="4162425"/>
          <p14:tracePt t="103943" x="5291138" y="4179888"/>
          <p14:tracePt t="103951" x="5324475" y="4179888"/>
          <p14:tracePt t="103959" x="5365750" y="4187825"/>
          <p14:tracePt t="103967" x="5391150" y="4187825"/>
          <p14:tracePt t="103976" x="5416550" y="4203700"/>
          <p14:tracePt t="103983" x="5448300" y="4203700"/>
          <p14:tracePt t="103992" x="5457825" y="4221163"/>
          <p14:tracePt t="104000" x="5473700" y="4221163"/>
          <p14:tracePt t="104009" x="5499100" y="4221163"/>
          <p14:tracePt t="104016" x="5514975" y="4221163"/>
          <p14:tracePt t="104025" x="5532438" y="4229100"/>
          <p14:tracePt t="104032" x="5556250" y="4229100"/>
          <p14:tracePt t="104042" x="5589588" y="4229100"/>
          <p14:tracePt t="104048" x="5599113" y="4229100"/>
          <p14:tracePt t="104058" x="5630863" y="4229100"/>
          <p14:tracePt t="104064" x="5656263" y="4229100"/>
          <p14:tracePt t="104075" x="5697538" y="4229100"/>
          <p14:tracePt t="104080" x="5722938" y="4229100"/>
          <p14:tracePt t="104092" x="5756275" y="4229100"/>
          <p14:tracePt t="104097" x="5805488" y="4229100"/>
          <p14:tracePt t="104108" x="5838825" y="4229100"/>
          <p14:tracePt t="104112" x="5864225" y="4229100"/>
          <p14:tracePt t="104125" x="5905500" y="4229100"/>
          <p14:tracePt t="104129" x="5938838" y="4229100"/>
          <p14:tracePt t="104141" x="5962650" y="4229100"/>
          <p14:tracePt t="104145" x="5980113" y="4229100"/>
          <p14:tracePt t="104158" x="6005513" y="4246563"/>
          <p14:tracePt t="104161" x="6029325" y="4246563"/>
          <p14:tracePt t="104177" x="6046788" y="4246563"/>
          <p14:tracePt t="104192" x="6062663" y="4246563"/>
          <p14:tracePt t="104208" x="6070600" y="4262438"/>
          <p14:tracePt t="104211" x="6103938" y="4287838"/>
          <p14:tracePt t="104500" x="6162675" y="4287838"/>
          <p14:tracePt t="104509" x="6211888" y="4287838"/>
          <p14:tracePt t="104516" x="6311900" y="4311650"/>
          <p14:tracePt t="104525" x="6337300" y="4329113"/>
          <p14:tracePt t="104532" x="6435725" y="4362450"/>
          <p14:tracePt t="104542" x="6535738" y="4370388"/>
          <p14:tracePt t="104549" x="6602413" y="4403725"/>
          <p14:tracePt t="104558" x="6692900" y="4411663"/>
          <p14:tracePt t="104565" x="6759575" y="4411663"/>
          <p14:tracePt t="104574" x="6784975" y="4427538"/>
          <p14:tracePt t="104581" x="6826250" y="4445000"/>
          <p14:tracePt t="104589" x="6867525" y="4445000"/>
          <p14:tracePt t="104597" x="6883400" y="4452938"/>
          <p14:tracePt t="104605" x="6916738" y="4452938"/>
          <p14:tracePt t="104613" x="6924675" y="4452938"/>
          <p14:tracePt t="104621" x="6958013" y="4452938"/>
          <p14:tracePt t="104629" x="6983413" y="4470400"/>
          <p14:tracePt t="104645" x="6999288" y="4470400"/>
          <p14:tracePt t="104654" x="7024688" y="4470400"/>
          <p14:tracePt t="104662" x="7042150" y="4486275"/>
          <p14:tracePt t="104670" x="7050088" y="4486275"/>
          <p14:tracePt t="104678" x="7065963" y="4486275"/>
          <p14:tracePt t="104686" x="7083425" y="4486275"/>
          <p14:tracePt t="104694" x="7091363" y="4486275"/>
          <p14:tracePt t="104702" x="7107238" y="4486275"/>
          <p14:tracePt t="104718" x="7132638" y="4486275"/>
          <p14:tracePt t="104734" x="7150100" y="4486275"/>
          <p14:tracePt t="104742" x="7165975" y="4486275"/>
          <p14:tracePt t="104759" x="7173913" y="4486275"/>
          <p14:tracePt t="104799" x="7191375" y="4486275"/>
          <p14:tracePt t="104847" x="7207250" y="4486275"/>
          <p14:tracePt t="104855" x="7232650" y="4494213"/>
          <p14:tracePt t="104863" x="7248525" y="4494213"/>
          <p14:tracePt t="104871" x="7273925" y="4494213"/>
          <p14:tracePt t="104880" x="7315200" y="4494213"/>
          <p14:tracePt t="104887" x="7331075" y="4494213"/>
          <p14:tracePt t="104896" x="7356475" y="4494213"/>
          <p14:tracePt t="104904" x="7373938" y="4494213"/>
          <p14:tracePt t="104912" x="7415213" y="4494213"/>
          <p14:tracePt t="104920" x="7439025" y="4511675"/>
          <p14:tracePt t="104928" x="7456488" y="4511675"/>
          <p14:tracePt t="104936" x="7472363" y="4511675"/>
          <p14:tracePt t="104944" x="7497763" y="4511675"/>
          <p14:tracePt t="104960" x="7531100" y="4511675"/>
          <p14:tracePt t="104968" x="7539038" y="4511675"/>
          <p14:tracePt t="104976" x="7556500" y="4511675"/>
          <p14:tracePt t="104984" x="7580313" y="4511675"/>
          <p14:tracePt t="104993" x="7613650" y="4511675"/>
          <p14:tracePt t="105001" x="7621588" y="4511675"/>
          <p14:tracePt t="105009" x="7654925" y="4511675"/>
          <p14:tracePt t="105017" x="7662863" y="4511675"/>
          <p14:tracePt t="105025" x="7696200" y="4511675"/>
          <p14:tracePt t="105033" x="7721600" y="4494213"/>
          <p14:tracePt t="105042" x="7737475" y="4494213"/>
          <p14:tracePt t="105049" x="7762875" y="4486275"/>
          <p14:tracePt t="105058" x="7780338" y="4486275"/>
          <p14:tracePt t="105065" x="7804150" y="4470400"/>
          <p14:tracePt t="105075" x="7821613" y="4452938"/>
          <p14:tracePt t="105081" x="7837488" y="4445000"/>
          <p14:tracePt t="105091" x="7845425" y="4445000"/>
          <p14:tracePt t="105098" x="7862888" y="4427538"/>
          <p14:tracePt t="105106" x="7878763" y="4427538"/>
          <p14:tracePt t="105122" x="7886700" y="4411663"/>
          <p14:tracePt t="105146" x="7886700" y="4403725"/>
          <p14:tracePt t="105178" x="7886700" y="4386263"/>
          <p14:tracePt t="105186" x="7886700" y="4370388"/>
          <p14:tracePt t="105202" x="7886700" y="4362450"/>
          <p14:tracePt t="105226" x="7886700" y="4344988"/>
          <p14:tracePt t="105259" x="7878763" y="4344988"/>
          <p14:tracePt t="105283" x="7862888" y="4344988"/>
          <p14:tracePt t="105299" x="7862888" y="4329113"/>
          <p14:tracePt t="105308" x="7845425" y="4329113"/>
          <p14:tracePt t="105325" x="7837488" y="4329113"/>
          <p14:tracePt t="105332" x="7821613" y="4329113"/>
          <p14:tracePt t="105341" x="7796213" y="4311650"/>
          <p14:tracePt t="105356" x="7762875" y="4303713"/>
          <p14:tracePt t="105364" x="7721600" y="4287838"/>
          <p14:tracePt t="105372" x="7705725" y="4287838"/>
          <p14:tracePt t="105380" x="7654925" y="4262438"/>
          <p14:tracePt t="105388" x="7613650" y="4246563"/>
          <p14:tracePt t="105396" x="7580313" y="4229100"/>
          <p14:tracePt t="105404" x="7539038" y="4221163"/>
          <p14:tracePt t="105412" x="7513638" y="4203700"/>
          <p14:tracePt t="105421" x="7489825" y="4203700"/>
          <p14:tracePt t="105429" x="7456488" y="4187825"/>
          <p14:tracePt t="105445" x="7439025" y="4187825"/>
          <p14:tracePt t="105453" x="7431088" y="4179888"/>
          <p14:tracePt t="105469" x="7415213" y="4179888"/>
          <p14:tracePt t="105477" x="7397750" y="4179888"/>
          <p14:tracePt t="105509" x="7389813" y="4179888"/>
          <p14:tracePt t="105517" x="7389813" y="4162425"/>
          <p14:tracePt t="105735" x="7397750" y="4162425"/>
          <p14:tracePt t="105776" x="7415213" y="4162425"/>
          <p14:tracePt t="105857" x="7431088" y="4146550"/>
          <p14:tracePt t="105961" x="7439025" y="4146550"/>
          <p14:tracePt t="105977" x="7439025" y="4138613"/>
          <p14:tracePt t="106066" x="7439025" y="4121150"/>
          <p14:tracePt t="106075" x="7456488" y="4121150"/>
          <p14:tracePt t="106092" x="7456488" y="4105275"/>
          <p14:tracePt t="106099" x="7472363" y="4105275"/>
          <p14:tracePt t="106115" x="7472363" y="4097338"/>
          <p14:tracePt t="106131" x="7489825" y="4079875"/>
          <p14:tracePt t="106147" x="7489825" y="4064000"/>
          <p14:tracePt t="106155" x="7497763" y="4064000"/>
          <p14:tracePt t="106171" x="7497763" y="4046538"/>
          <p14:tracePt t="106615" x="7513638" y="4046538"/>
          <p14:tracePt t="106631" x="7513638" y="4064000"/>
          <p14:tracePt t="106656" x="7531100" y="4064000"/>
          <p14:tracePt t="106817" x="7513638" y="4064000"/>
          <p14:tracePt t="106842" x="7497763" y="4064000"/>
          <p14:tracePt t="106865" x="7489825" y="4064000"/>
          <p14:tracePt t="106881" x="7472363" y="4064000"/>
          <p14:tracePt t="106891" x="7456488" y="4064000"/>
          <p14:tracePt t="106906" x="7439025" y="4064000"/>
          <p14:tracePt t="106914" x="7415213" y="4064000"/>
          <p14:tracePt t="106922" x="7397750" y="4064000"/>
          <p14:tracePt t="106930" x="7389813" y="4064000"/>
          <p14:tracePt t="106938" x="7373938" y="4064000"/>
          <p14:tracePt t="106946" x="7356475" y="4064000"/>
          <p14:tracePt t="106954" x="7348538" y="4064000"/>
          <p14:tracePt t="106963" x="7331075" y="4064000"/>
          <p14:tracePt t="106978" x="7315200" y="4064000"/>
          <p14:tracePt t="106986" x="7307263" y="4064000"/>
          <p14:tracePt t="107019" x="7289800" y="4064000"/>
          <p14:tracePt t="107051" x="7289800" y="4079875"/>
          <p14:tracePt t="107398" x="7307263" y="4079875"/>
          <p14:tracePt t="107455" x="7315200" y="4079875"/>
          <p14:tracePt t="107479" x="7315200" y="4064000"/>
          <p14:tracePt t="107487" x="7331075" y="4064000"/>
          <p14:tracePt t="107519" x="7348538" y="4064000"/>
          <p14:tracePt t="107543" x="7356475" y="4064000"/>
          <p14:tracePt t="107568" x="7373938" y="4064000"/>
          <p14:tracePt t="107584" x="7389813" y="4064000"/>
          <p14:tracePt t="107612" x="7397750" y="4064000"/>
          <p14:tracePt t="107616" x="7415213" y="4064000"/>
          <p14:tracePt t="107648" x="7431088" y="4064000"/>
          <p14:tracePt t="107713" x="7439025" y="4064000"/>
          <p14:tracePt t="107778" x="7456488" y="4064000"/>
          <p14:tracePt t="107810" x="7472363" y="4064000"/>
          <p14:tracePt t="107834" x="7489825" y="4064000"/>
          <p14:tracePt t="107859" x="7497763" y="4064000"/>
          <p14:tracePt t="107882" x="7513638" y="4064000"/>
          <p14:tracePt t="107907" x="7531100" y="4064000"/>
          <p14:tracePt t="107924" x="7539038" y="4064000"/>
          <p14:tracePt t="107947" x="7556500" y="4064000"/>
          <p14:tracePt t="107963" x="7572375" y="4064000"/>
          <p14:tracePt t="107988" x="7580313" y="4064000"/>
          <p14:tracePt t="108004" x="7597775" y="4064000"/>
          <p14:tracePt t="108012" x="7613650" y="4064000"/>
          <p14:tracePt t="108036" x="7621588" y="4064000"/>
          <p14:tracePt t="108052" x="7639050" y="4064000"/>
          <p14:tracePt t="108060" x="7654925" y="4064000"/>
          <p14:tracePt t="108076" x="7662863" y="4064000"/>
          <p14:tracePt t="108084" x="7680325" y="4064000"/>
          <p14:tracePt t="108101" x="7696200" y="4064000"/>
          <p14:tracePt t="108109" x="7705725" y="4064000"/>
          <p14:tracePt t="108125" x="7721600" y="4064000"/>
          <p14:tracePt t="108133" x="7737475" y="4064000"/>
          <p14:tracePt t="108142" x="7754938" y="4064000"/>
          <p14:tracePt t="108149" x="7762875" y="4064000"/>
          <p14:tracePt t="108158" x="7780338" y="4064000"/>
          <p14:tracePt t="108175" x="7796213" y="4064000"/>
          <p14:tracePt t="108181" x="7804150" y="4064000"/>
          <p14:tracePt t="108191" x="7821613" y="4064000"/>
          <p14:tracePt t="108198" x="7837488" y="4064000"/>
          <p14:tracePt t="108205" x="7845425" y="4064000"/>
          <p14:tracePt t="108214" x="7862888" y="4064000"/>
          <p14:tracePt t="108222" x="7886700" y="4064000"/>
          <p14:tracePt t="108230" x="7904163" y="4064000"/>
          <p14:tracePt t="108238" x="7920038" y="4064000"/>
          <p14:tracePt t="108246" x="7945438" y="4064000"/>
          <p14:tracePt t="108254" x="7962900" y="4064000"/>
          <p14:tracePt t="108262" x="7970838" y="4064000"/>
          <p14:tracePt t="108270" x="8004175" y="4064000"/>
          <p14:tracePt t="108278" x="8020050" y="4064000"/>
          <p14:tracePt t="108286" x="8027988" y="4064000"/>
          <p14:tracePt t="108318" x="8045450" y="4064000"/>
          <p14:tracePt t="108351" x="8045450" y="4079875"/>
          <p14:tracePt t="108650" x="8061325" y="4079875"/>
          <p14:tracePt t="108674" x="8069263" y="4079875"/>
          <p14:tracePt t="108692" x="8069263" y="4064000"/>
          <p14:tracePt t="108698" x="8086725" y="4064000"/>
          <p14:tracePt t="108763" x="8102600" y="4064000"/>
          <p14:tracePt t="108876" x="8102600" y="4046538"/>
          <p14:tracePt t="108908" x="8086725" y="4046538"/>
          <p14:tracePt t="108925" x="8069263" y="4038600"/>
          <p14:tracePt t="108932" x="8061325" y="4038600"/>
          <p14:tracePt t="108942" x="8027988" y="4038600"/>
          <p14:tracePt t="108948" x="8004175" y="4038600"/>
          <p14:tracePt t="108958" x="7970838" y="4038600"/>
          <p14:tracePt t="108965" x="7945438" y="4038600"/>
          <p14:tracePt t="108974" x="7920038" y="4038600"/>
          <p14:tracePt t="108981" x="7878763" y="4038600"/>
          <p14:tracePt t="108989" x="7845425" y="4038600"/>
          <p14:tracePt t="108997" x="7821613" y="4038600"/>
          <p14:tracePt t="109005" x="7796213" y="4038600"/>
          <p14:tracePt t="109013" x="7754938" y="4038600"/>
          <p14:tracePt t="109021" x="7705725" y="4038600"/>
          <p14:tracePt t="109029" x="7680325" y="4038600"/>
          <p14:tracePt t="109037" x="7639050" y="4046538"/>
          <p14:tracePt t="109045" x="7580313" y="4064000"/>
          <p14:tracePt t="109053" x="7556500" y="4064000"/>
          <p14:tracePt t="109062" x="7497763" y="4064000"/>
          <p14:tracePt t="109070" x="7439025" y="4079875"/>
          <p14:tracePt t="109078" x="7415213" y="4097338"/>
          <p14:tracePt t="109086" x="7356475" y="4097338"/>
          <p14:tracePt t="109093" x="7315200" y="4097338"/>
          <p14:tracePt t="109102" x="7273925" y="4105275"/>
          <p14:tracePt t="109110" x="7232650" y="4121150"/>
          <p14:tracePt t="109118" x="7207250" y="4121150"/>
          <p14:tracePt t="109126" x="7173913" y="4138613"/>
          <p14:tracePt t="109134" x="7150100" y="4138613"/>
          <p14:tracePt t="109142" x="7124700" y="4146550"/>
          <p14:tracePt t="109150" x="7107238" y="4162425"/>
          <p14:tracePt t="109159" x="7091363" y="4162425"/>
          <p14:tracePt t="109166" x="7065963" y="4179888"/>
          <p14:tracePt t="109183" x="7050088" y="4179888"/>
          <p14:tracePt t="109199" x="7042150" y="4179888"/>
          <p14:tracePt t="109208" x="7042150" y="4187825"/>
          <p14:tracePt t="109215" x="7024688" y="4187825"/>
          <p14:tracePt t="109263" x="7008813" y="4187825"/>
          <p14:tracePt t="109303" x="6999288" y="4203700"/>
          <p14:tracePt t="109457" x="7024688" y="4203700"/>
          <p14:tracePt t="109465" x="7042150" y="4203700"/>
          <p14:tracePt t="109474" x="7050088" y="4203700"/>
          <p14:tracePt t="109481" x="7083425" y="4203700"/>
          <p14:tracePt t="109489" x="7107238" y="4187825"/>
          <p14:tracePt t="109497" x="7150100" y="4179888"/>
          <p14:tracePt t="109505" x="7173913" y="4162425"/>
          <p14:tracePt t="109514" x="7224713" y="4162425"/>
          <p14:tracePt t="109521" x="7265988" y="4146550"/>
          <p14:tracePt t="109529" x="7289800" y="4138613"/>
          <p14:tracePt t="109538" x="7331075" y="4138613"/>
          <p14:tracePt t="109546" x="7389813" y="4121150"/>
          <p14:tracePt t="109554" x="7415213" y="4105275"/>
          <p14:tracePt t="109562" x="7439025" y="4105275"/>
          <p14:tracePt t="109570" x="7472363" y="4105275"/>
          <p14:tracePt t="109578" x="7497763" y="4105275"/>
          <p14:tracePt t="109586" x="7513638" y="4097338"/>
          <p14:tracePt t="109594" x="7556500" y="4079875"/>
          <p14:tracePt t="109602" x="7572375" y="4079875"/>
          <p14:tracePt t="109613" x="7580313" y="4079875"/>
          <p14:tracePt t="109618" x="7613650" y="4079875"/>
          <p14:tracePt t="109627" x="7621588" y="4079875"/>
          <p14:tracePt t="109635" x="7639050" y="4064000"/>
          <p14:tracePt t="109642" x="7654925" y="4064000"/>
          <p14:tracePt t="109659" x="7662863" y="4064000"/>
          <p14:tracePt t="109667" x="7680325" y="4064000"/>
          <p14:tracePt t="109675" x="7696200" y="4064000"/>
          <p14:tracePt t="109692" x="7705725" y="4064000"/>
          <p14:tracePt t="109699" x="7721600" y="4064000"/>
          <p14:tracePt t="109715" x="7737475" y="4064000"/>
          <p14:tracePt t="109731" x="7754938" y="4064000"/>
          <p14:tracePt t="109741" x="7762875" y="4064000"/>
          <p14:tracePt t="109747" x="7762875" y="4046538"/>
          <p14:tracePt t="109756" x="7780338" y="4046538"/>
          <p14:tracePt t="109764" x="7796213" y="4046538"/>
          <p14:tracePt t="109788" x="7804150" y="4046538"/>
          <p14:tracePt t="109804" x="7821613" y="4046538"/>
          <p14:tracePt t="109828" x="7837488" y="4046538"/>
          <p14:tracePt t="109844" x="7845425" y="4046538"/>
          <p14:tracePt t="109869" x="7862888" y="4046538"/>
          <p14:tracePt t="109893" x="7862888" y="4064000"/>
          <p14:tracePt t="109901" x="7878763" y="4064000"/>
          <p14:tracePt t="109917" x="7878763" y="4079875"/>
          <p14:tracePt t="109949" x="7878763" y="4097338"/>
          <p14:tracePt t="110418" x="7862888" y="4097338"/>
          <p14:tracePt t="110426" x="7837488" y="4097338"/>
          <p14:tracePt t="110434" x="7821613" y="4097338"/>
          <p14:tracePt t="110442" x="7804150" y="4097338"/>
          <p14:tracePt t="110450" x="7796213" y="4097338"/>
          <p14:tracePt t="110458" x="7780338" y="4097338"/>
          <p14:tracePt t="110466" x="7762875" y="4097338"/>
          <p14:tracePt t="110475" x="7754938" y="4105275"/>
          <p14:tracePt t="110491" x="7737475" y="4105275"/>
          <p14:tracePt t="110498" x="7721600" y="4105275"/>
          <p14:tracePt t="110508" x="7705725" y="4121150"/>
          <p14:tracePt t="110522" x="7696200" y="4121150"/>
          <p14:tracePt t="110531" x="7680325" y="4138613"/>
          <p14:tracePt t="110539" x="7662863" y="4138613"/>
          <p14:tracePt t="110555" x="7654925" y="4146550"/>
          <p14:tracePt t="110563" x="7621588" y="4146550"/>
          <p14:tracePt t="110571" x="7613650" y="4162425"/>
          <p14:tracePt t="110579" x="7580313" y="4162425"/>
          <p14:tracePt t="110587" x="7539038" y="4179888"/>
          <p14:tracePt t="110595" x="7531100" y="4187825"/>
          <p14:tracePt t="110603" x="7489825" y="4203700"/>
          <p14:tracePt t="110613" x="7456488" y="4229100"/>
          <p14:tracePt t="110619" x="7397750" y="4262438"/>
          <p14:tracePt t="110628" x="7356475" y="4270375"/>
          <p14:tracePt t="110636" x="7315200" y="4311650"/>
          <p14:tracePt t="110644" x="7289800" y="4329113"/>
          <p14:tracePt t="110652" x="7265988" y="4362450"/>
          <p14:tracePt t="110660" x="7224713" y="4370388"/>
          <p14:tracePt t="110668" x="7191375" y="4403725"/>
          <p14:tracePt t="110676" x="7165975" y="4427538"/>
          <p14:tracePt t="110684" x="7150100" y="4445000"/>
          <p14:tracePt t="110692" x="7132638" y="4470400"/>
          <p14:tracePt t="110700" x="7124700" y="4470400"/>
          <p14:tracePt t="110709" x="7107238" y="4486275"/>
          <p14:tracePt t="110716" x="7091363" y="4511675"/>
          <p14:tracePt t="110725" x="7083425" y="4511675"/>
          <p14:tracePt t="110732" x="7083425" y="4527550"/>
          <p14:tracePt t="110742" x="7065963" y="4535488"/>
          <p14:tracePt t="110749" x="7050088" y="4535488"/>
          <p14:tracePt t="110758" x="7050088" y="4552950"/>
          <p14:tracePt t="110789" x="7050088" y="4568825"/>
          <p14:tracePt t="110959" x="7065963" y="4576763"/>
          <p14:tracePt t="110967" x="7083425" y="4576763"/>
          <p14:tracePt t="110975" x="7091363" y="4576763"/>
          <p14:tracePt t="110983" x="7107238" y="4576763"/>
          <p14:tracePt t="110992" x="7124700" y="4594225"/>
          <p14:tracePt t="111008" x="7132638" y="4594225"/>
          <p14:tracePt t="111015" x="7150100" y="4610100"/>
          <p14:tracePt t="111031" x="7165975" y="4610100"/>
          <p14:tracePt t="111039" x="7173913" y="4610100"/>
          <p14:tracePt t="111055" x="7191375" y="4610100"/>
          <p14:tracePt t="111071" x="7207250" y="4610100"/>
          <p14:tracePt t="111080" x="7224713" y="4610100"/>
          <p14:tracePt t="111096" x="7232650" y="4610100"/>
          <p14:tracePt t="111104" x="7265988" y="4627563"/>
          <p14:tracePt t="111112" x="7289800" y="4627563"/>
          <p14:tracePt t="111120" x="7307263" y="4627563"/>
          <p14:tracePt t="111128" x="7348538" y="4627563"/>
          <p14:tracePt t="111136" x="7356475" y="4627563"/>
          <p14:tracePt t="111144" x="7389813" y="4627563"/>
          <p14:tracePt t="111152" x="7397750" y="4635500"/>
          <p14:tracePt t="111160" x="7431088" y="4635500"/>
          <p14:tracePt t="111168" x="7456488" y="4635500"/>
          <p14:tracePt t="111176" x="7472363" y="4635500"/>
          <p14:tracePt t="111184" x="7489825" y="4635500"/>
          <p14:tracePt t="111193" x="7497763" y="4635500"/>
          <p14:tracePt t="111201" x="7513638" y="4635500"/>
          <p14:tracePt t="111217" x="7531100" y="4635500"/>
          <p14:tracePt t="111233" x="7539038" y="4635500"/>
          <p14:tracePt t="111249" x="7556500" y="4635500"/>
          <p14:tracePt t="111258" x="7572375" y="4635500"/>
          <p14:tracePt t="111265" x="7580313" y="4635500"/>
          <p14:tracePt t="111275" x="7597775" y="4635500"/>
          <p14:tracePt t="111282" x="7613650" y="4635500"/>
          <p14:tracePt t="111291" x="7621588" y="4635500"/>
          <p14:tracePt t="111298" x="7639050" y="4635500"/>
          <p14:tracePt t="111306" x="7654925" y="4635500"/>
          <p14:tracePt t="111314" x="7662863" y="4635500"/>
          <p14:tracePt t="111330" x="7680325" y="4635500"/>
          <p14:tracePt t="111338" x="7696200" y="4635500"/>
          <p14:tracePt t="111354" x="7696200" y="4627563"/>
          <p14:tracePt t="111362" x="7705725" y="4627563"/>
          <p14:tracePt t="111378" x="7721600" y="4627563"/>
          <p14:tracePt t="111386" x="7737475" y="4627563"/>
          <p14:tracePt t="111403" x="7754938" y="4627563"/>
          <p14:tracePt t="111427" x="7762875" y="4627563"/>
          <p14:tracePt t="111548" x="7754938" y="4627563"/>
          <p14:tracePt t="111564" x="7737475" y="4627563"/>
          <p14:tracePt t="111572" x="7721600" y="4627563"/>
          <p14:tracePt t="111588" x="7705725" y="4627563"/>
          <p14:tracePt t="111596" x="7696200" y="4627563"/>
          <p14:tracePt t="111613" x="7662863" y="4627563"/>
          <p14:tracePt t="111621" x="7654925" y="4627563"/>
          <p14:tracePt t="111629" x="7639050" y="4627563"/>
          <p14:tracePt t="111637" x="7621588" y="4627563"/>
          <p14:tracePt t="111645" x="7613650" y="4627563"/>
          <p14:tracePt t="111653" x="7580313" y="4627563"/>
          <p14:tracePt t="111661" x="7572375" y="4627563"/>
          <p14:tracePt t="111669" x="7539038" y="4627563"/>
          <p14:tracePt t="111677" x="7513638" y="4627563"/>
          <p14:tracePt t="111685" x="7497763" y="4635500"/>
          <p14:tracePt t="111693" x="7472363" y="4635500"/>
          <p14:tracePt t="111701" x="7456488" y="4635500"/>
          <p14:tracePt t="111709" x="7431088" y="4635500"/>
          <p14:tracePt t="111717" x="7415213" y="4651375"/>
          <p14:tracePt t="111726" x="7397750" y="4651375"/>
          <p14:tracePt t="111733" x="7389813" y="4651375"/>
          <p14:tracePt t="111742" x="7373938" y="4651375"/>
          <p14:tracePt t="111750" x="7356475" y="4651375"/>
          <p14:tracePt t="111758" x="7348538" y="4668838"/>
          <p14:tracePt t="111782" x="7331075" y="4668838"/>
          <p14:tracePt t="111814" x="7315200" y="4668838"/>
          <p14:tracePt t="111919" x="7331075" y="4668838"/>
          <p14:tracePt t="111935" x="7348538" y="4668838"/>
          <p14:tracePt t="111943" x="7356475" y="4668838"/>
          <p14:tracePt t="111951" x="7373938" y="4668838"/>
          <p14:tracePt t="111960" x="7397750" y="4668838"/>
          <p14:tracePt t="111967" x="7415213" y="4668838"/>
          <p14:tracePt t="111976" x="7439025" y="4668838"/>
          <p14:tracePt t="111984" x="7472363" y="4668838"/>
          <p14:tracePt t="111992" x="7489825" y="4668838"/>
          <p14:tracePt t="112000" x="7513638" y="4668838"/>
          <p14:tracePt t="112009" x="7539038" y="4668838"/>
          <p14:tracePt t="112016" x="7572375" y="4668838"/>
          <p14:tracePt t="112025" x="7597775" y="4651375"/>
          <p14:tracePt t="112032" x="7613650" y="4651375"/>
          <p14:tracePt t="112041" x="7639050" y="4651375"/>
          <p14:tracePt t="112049" x="7654925" y="4635500"/>
          <p14:tracePt t="112058" x="7662863" y="4635500"/>
          <p14:tracePt t="112065" x="7680325" y="4635500"/>
          <p14:tracePt t="112074" x="7696200" y="4635500"/>
          <p14:tracePt t="112081" x="7705725" y="4627563"/>
          <p14:tracePt t="112097" x="7721600" y="4627563"/>
          <p14:tracePt t="112121" x="7737475" y="4627563"/>
          <p14:tracePt t="112226" x="7721600" y="4627563"/>
          <p14:tracePt t="112234" x="7705725" y="4627563"/>
          <p14:tracePt t="112250" x="7696200" y="4627563"/>
          <p14:tracePt t="112266" x="7680325" y="4627563"/>
          <p14:tracePt t="112282" x="7662863" y="4627563"/>
          <p14:tracePt t="112292" x="7654925" y="4627563"/>
          <p14:tracePt t="112299" x="7639050" y="4627563"/>
          <p14:tracePt t="112308" x="7613650" y="4627563"/>
          <p14:tracePt t="112315" x="7597775" y="4627563"/>
          <p14:tracePt t="112324" x="7556500" y="4627563"/>
          <p14:tracePt t="112331" x="7539038" y="4627563"/>
          <p14:tracePt t="112339" x="7497763" y="4627563"/>
          <p14:tracePt t="112347" x="7456488" y="4635500"/>
          <p14:tracePt t="112355" x="7415213" y="4635500"/>
          <p14:tracePt t="112363" x="7373938" y="4635500"/>
          <p14:tracePt t="112371" x="7348538" y="4651375"/>
          <p14:tracePt t="112380" x="7307263" y="4651375"/>
          <p14:tracePt t="112387" x="7265988" y="4668838"/>
          <p14:tracePt t="112396" x="7248525" y="4668838"/>
          <p14:tracePt t="112403" x="7232650" y="4676775"/>
          <p14:tracePt t="112412" x="7207250" y="4676775"/>
          <p14:tracePt t="112420" x="7191375" y="4676775"/>
          <p14:tracePt t="112436" x="7173913" y="4676775"/>
          <p14:tracePt t="112646" x="7191375" y="4676775"/>
          <p14:tracePt t="112654" x="7224713" y="4676775"/>
          <p14:tracePt t="112662" x="7232650" y="4668838"/>
          <p14:tracePt t="112670" x="7273925" y="4668838"/>
          <p14:tracePt t="112678" x="7289800" y="4651375"/>
          <p14:tracePt t="112686" x="7331075" y="4651375"/>
          <p14:tracePt t="112694" x="7373938" y="4635500"/>
          <p14:tracePt t="112702" x="7397750" y="4627563"/>
          <p14:tracePt t="112710" x="7439025" y="4627563"/>
          <p14:tracePt t="112718" x="7472363" y="4610100"/>
          <p14:tracePt t="112727" x="7497763" y="4594225"/>
          <p14:tracePt t="112735" x="7531100" y="4594225"/>
          <p14:tracePt t="112751" x="7539038" y="4576763"/>
          <p14:tracePt t="112759" x="7556500" y="4576763"/>
          <p14:tracePt t="112775" x="7572375" y="4576763"/>
          <p14:tracePt t="112799" x="7580313" y="4576763"/>
          <p14:tracePt t="112961" x="7572375" y="4576763"/>
          <p14:tracePt t="112976" x="7556500" y="4576763"/>
          <p14:tracePt t="112993" x="7539038" y="4576763"/>
          <p14:tracePt t="113009" x="7531100" y="4576763"/>
          <p14:tracePt t="113017" x="7513638" y="4576763"/>
          <p14:tracePt t="113025" x="7489825" y="4594225"/>
          <p14:tracePt t="113033" x="7456488" y="4594225"/>
          <p14:tracePt t="113041" x="7397750" y="4610100"/>
          <p14:tracePt t="113049" x="7373938" y="4610100"/>
          <p14:tracePt t="113058" x="7315200" y="4610100"/>
          <p14:tracePt t="113066" x="7265988" y="4610100"/>
          <p14:tracePt t="113075" x="7207250" y="4627563"/>
          <p14:tracePt t="113082" x="7173913" y="4635500"/>
          <p14:tracePt t="113092" x="7124700" y="4635500"/>
          <p14:tracePt t="113098" x="7083425" y="4635500"/>
          <p14:tracePt t="113106" x="7065963" y="4635500"/>
          <p14:tracePt t="113114" x="7042150" y="4651375"/>
          <p14:tracePt t="113122" x="7024688" y="4651375"/>
          <p14:tracePt t="113130" x="7008813" y="4651375"/>
          <p14:tracePt t="113154" x="6999288" y="4651375"/>
          <p14:tracePt t="113259" x="7008813" y="4651375"/>
          <p14:tracePt t="113283" x="7042150" y="4651375"/>
          <p14:tracePt t="113292" x="7050088" y="4651375"/>
          <p14:tracePt t="113300" x="7107238" y="4627563"/>
          <p14:tracePt t="113308" x="7132638" y="4627563"/>
          <p14:tracePt t="113316" x="7191375" y="4610100"/>
          <p14:tracePt t="113325" x="7224713" y="4594225"/>
          <p14:tracePt t="113332" x="7273925" y="4576763"/>
          <p14:tracePt t="113342" x="7315200" y="4568825"/>
          <p14:tracePt t="113348" x="7356475" y="4568825"/>
          <p14:tracePt t="113357" x="7397750" y="4552950"/>
          <p14:tracePt t="113365" x="7431088" y="4535488"/>
          <p14:tracePt t="113372" x="7456488" y="4535488"/>
          <p14:tracePt t="113381" x="7472363" y="4527550"/>
          <p14:tracePt t="113389" x="7497763" y="4527550"/>
          <p14:tracePt t="113404" x="7513638" y="4527550"/>
          <p14:tracePt t="113413" x="7531100" y="4511675"/>
          <p14:tracePt t="113429" x="7539038" y="4511675"/>
          <p14:tracePt t="113445" x="7556500" y="4511675"/>
          <p14:tracePt t="113469" x="7572375" y="4511675"/>
          <p14:tracePt t="113493" x="7580313" y="4511675"/>
          <p14:tracePt t="113719" x="7597775" y="4494213"/>
          <p14:tracePt t="113728" x="7621588" y="4486275"/>
          <p14:tracePt t="113736" x="7654925" y="4470400"/>
          <p14:tracePt t="113744" x="7662863" y="4452938"/>
          <p14:tracePt t="113752" x="7721600" y="4427538"/>
          <p14:tracePt t="113760" x="7762875" y="4403725"/>
          <p14:tracePt t="113768" x="7804150" y="4370388"/>
          <p14:tracePt t="113776" x="7837488" y="4344988"/>
          <p14:tracePt t="113784" x="7862888" y="4329113"/>
          <p14:tracePt t="113792" x="7886700" y="4303713"/>
          <p14:tracePt t="113800" x="7886700" y="4287838"/>
          <p14:tracePt t="113808" x="7904163" y="4270375"/>
          <p14:tracePt t="113832" x="7904163" y="4262438"/>
          <p14:tracePt t="113889" x="7886700" y="4246563"/>
          <p14:tracePt t="113897" x="7878763" y="4246563"/>
          <p14:tracePt t="113913" x="7862888" y="4246563"/>
          <p14:tracePt t="113921" x="7845425" y="4246563"/>
          <p14:tracePt t="113946" x="7837488" y="4246563"/>
          <p14:tracePt t="113961" x="7821613" y="4246563"/>
          <p14:tracePt t="113994" x="7804150" y="4246563"/>
          <p14:tracePt t="114180" x="7796213" y="4246563"/>
          <p14:tracePt t="114220" x="7780338" y="4229100"/>
          <p14:tracePt t="114244" x="7762875" y="4229100"/>
          <p14:tracePt t="114252" x="7754938" y="4229100"/>
          <p14:tracePt t="114268" x="7737475" y="4229100"/>
          <p14:tracePt t="114276" x="7721600" y="4229100"/>
          <p14:tracePt t="114293" x="7705725" y="4229100"/>
          <p14:tracePt t="114309" x="7696200" y="4229100"/>
          <p14:tracePt t="114317" x="7696200" y="4221163"/>
          <p14:tracePt t="114325" x="7680325" y="4221163"/>
          <p14:tracePt t="114333" x="7662863" y="4221163"/>
          <p14:tracePt t="114349" x="7654925" y="4221163"/>
          <p14:tracePt t="114365" x="7639050" y="4221163"/>
          <p14:tracePt t="114381" x="7621588" y="4221163"/>
          <p14:tracePt t="114391" x="7621588" y="4203700"/>
          <p14:tracePt t="114454" x="7621588" y="4187825"/>
          <p14:tracePt t="114502" x="7621588" y="4179888"/>
          <p14:tracePt t="114519" x="7639050" y="4162425"/>
          <p14:tracePt t="114535" x="7662863" y="4146550"/>
          <p14:tracePt t="114543" x="7680325" y="4138613"/>
          <p14:tracePt t="114551" x="7696200" y="4121150"/>
          <p14:tracePt t="114559" x="7705725" y="4105275"/>
          <p14:tracePt t="114567" x="7737475" y="4097338"/>
          <p14:tracePt t="114583" x="7754938" y="4079875"/>
          <p14:tracePt t="114591" x="7780338" y="4064000"/>
          <p14:tracePt t="114599" x="7796213" y="4046538"/>
          <p14:tracePt t="114613" x="7804150" y="4046538"/>
          <p14:tracePt t="114616" x="7821613" y="4038600"/>
          <p14:tracePt t="114625" x="7837488" y="4038600"/>
          <p14:tracePt t="114632" x="7862888" y="4021138"/>
          <p14:tracePt t="114648" x="7878763" y="4005263"/>
          <p14:tracePt t="114656" x="7886700" y="4005263"/>
          <p14:tracePt t="114664" x="7904163" y="4005263"/>
          <p14:tracePt t="114672" x="7920038" y="4005263"/>
          <p14:tracePt t="114680" x="7929563" y="3997325"/>
          <p14:tracePt t="114704" x="7945438" y="3997325"/>
          <p14:tracePt t="114769" x="7929563" y="3997325"/>
          <p14:tracePt t="114777" x="7920038" y="3997325"/>
          <p14:tracePt t="114793" x="7904163" y="3997325"/>
          <p14:tracePt t="114801" x="7886700" y="4005263"/>
          <p14:tracePt t="114817" x="7878763" y="4005263"/>
          <p14:tracePt t="114825" x="7878763" y="4021138"/>
          <p14:tracePt t="114833" x="7862888" y="4021138"/>
          <p14:tracePt t="114842" x="7845425" y="4021138"/>
          <p14:tracePt t="114850" x="7837488" y="4038600"/>
          <p14:tracePt t="114858" x="7837488" y="4046538"/>
          <p14:tracePt t="114866" x="7821613" y="4046538"/>
          <p14:tracePt t="114875" x="7796213" y="4064000"/>
          <p14:tracePt t="114882" x="7762875" y="4097338"/>
          <p14:tracePt t="114892" x="7721600" y="4105275"/>
          <p14:tracePt t="114898" x="7680325" y="4121150"/>
          <p14:tracePt t="114908" x="7654925" y="4138613"/>
          <p14:tracePt t="114914" x="7597775" y="4179888"/>
          <p14:tracePt t="114922" x="7539038" y="4187825"/>
          <p14:tracePt t="114930" x="7497763" y="4221163"/>
          <p14:tracePt t="114938" x="7439025" y="4229100"/>
          <p14:tracePt t="114947" x="7389813" y="4262438"/>
          <p14:tracePt t="114955" x="7348538" y="4270375"/>
          <p14:tracePt t="114963" x="7307263" y="4303713"/>
          <p14:tracePt t="114971" x="7273925" y="4311650"/>
          <p14:tracePt t="114979" x="7232650" y="4329113"/>
          <p14:tracePt t="114987" x="7224713" y="4344988"/>
          <p14:tracePt t="114995" x="7191375" y="4362450"/>
          <p14:tracePt t="115003" x="7173913" y="4362450"/>
          <p14:tracePt t="115011" x="7173913" y="4370388"/>
          <p14:tracePt t="115019" x="7165975" y="4370388"/>
          <p14:tracePt t="115028" x="7165975" y="4386263"/>
          <p14:tracePt t="115035" x="7150100" y="4386263"/>
          <p14:tracePt t="115051" x="7150100" y="4403725"/>
          <p14:tracePt t="115108" x="7150100" y="4411663"/>
          <p14:tracePt t="115197" x="7150100" y="4427538"/>
          <p14:tracePt t="115229" x="7150100" y="4445000"/>
          <p14:tracePt t="115253" x="7165975" y="4445000"/>
          <p14:tracePt t="115261" x="7173913" y="4445000"/>
          <p14:tracePt t="115269" x="7191375" y="4452938"/>
          <p14:tracePt t="115286" x="7207250" y="4452938"/>
          <p14:tracePt t="115294" x="7232650" y="4452938"/>
          <p14:tracePt t="115302" x="7248525" y="4470400"/>
          <p14:tracePt t="115310" x="7289800" y="4470400"/>
          <p14:tracePt t="115318" x="7315200" y="4486275"/>
          <p14:tracePt t="115326" x="7348538" y="4494213"/>
          <p14:tracePt t="115334" x="7389813" y="4511675"/>
          <p14:tracePt t="115342" x="7415213" y="4527550"/>
          <p14:tracePt t="115350" x="7439025" y="4535488"/>
          <p14:tracePt t="115358" x="7472363" y="4552950"/>
          <p14:tracePt t="115366" x="7489825" y="4568825"/>
          <p14:tracePt t="115375" x="7497763" y="4568825"/>
          <p14:tracePt t="115383" x="7513638" y="4576763"/>
          <p14:tracePt t="115407" x="7531100" y="4576763"/>
          <p14:tracePt t="115576" x="7513638" y="4576763"/>
          <p14:tracePt t="115601" x="7497763" y="4576763"/>
          <p14:tracePt t="115613" x="7489825" y="4576763"/>
          <p14:tracePt t="115641" x="7472363" y="4576763"/>
          <p14:tracePt t="115649" x="7456488" y="4576763"/>
          <p14:tracePt t="115673" x="7439025" y="4576763"/>
          <p14:tracePt t="115681" x="7431088" y="4576763"/>
          <p14:tracePt t="115689" x="7397750" y="4576763"/>
          <p14:tracePt t="115697" x="7389813" y="4576763"/>
          <p14:tracePt t="115705" x="7348538" y="4576763"/>
          <p14:tracePt t="115714" x="7273925" y="4576763"/>
          <p14:tracePt t="115722" x="7207250" y="4576763"/>
          <p14:tracePt t="115730" x="7132638" y="4576763"/>
          <p14:tracePt t="115738" x="7042150" y="4576763"/>
          <p14:tracePt t="115746" x="6942138" y="4576763"/>
          <p14:tracePt t="115754" x="6818313" y="4576763"/>
          <p14:tracePt t="115762" x="6718300" y="4576763"/>
          <p14:tracePt t="115770" x="6659563" y="4576763"/>
          <p14:tracePt t="115778" x="6577013" y="4576763"/>
          <p14:tracePt t="115786" x="6494463" y="4594225"/>
          <p14:tracePt t="115795" x="6427788" y="4610100"/>
          <p14:tracePt t="115803" x="6369050" y="4627563"/>
          <p14:tracePt t="115811" x="6337300" y="4627563"/>
          <p14:tracePt t="115819" x="6294438" y="4627563"/>
          <p14:tracePt t="115827" x="6286500" y="4627563"/>
          <p14:tracePt t="115835" x="6286500" y="4635500"/>
          <p14:tracePt t="115843" x="6270625" y="4635500"/>
          <p14:tracePt t="115859" x="6253163" y="4635500"/>
          <p14:tracePt t="115956" x="6270625" y="4635500"/>
          <p14:tracePt t="115972" x="6286500" y="4635500"/>
          <p14:tracePt t="115980" x="6294438" y="4635500"/>
          <p14:tracePt t="115988" x="6353175" y="4635500"/>
          <p14:tracePt t="115996" x="6411913" y="4627563"/>
          <p14:tracePt t="116004" x="6469063" y="4627563"/>
          <p14:tracePt t="116012" x="6535738" y="4610100"/>
          <p14:tracePt t="116020" x="6602413" y="4594225"/>
          <p14:tracePt t="116028" x="6700838" y="4594225"/>
          <p14:tracePt t="116037" x="6743700" y="4594225"/>
          <p14:tracePt t="116045" x="6826250" y="4594225"/>
          <p14:tracePt t="116053" x="6916738" y="4576763"/>
          <p14:tracePt t="116061" x="6983413" y="4576763"/>
          <p14:tracePt t="116069" x="7042150" y="4568825"/>
          <p14:tracePt t="116077" x="7107238" y="4568825"/>
          <p14:tracePt t="116085" x="7132638" y="4568825"/>
          <p14:tracePt t="116093" x="7173913" y="4568825"/>
          <p14:tracePt t="116101" x="7224713" y="4568825"/>
          <p14:tracePt t="116109" x="7232650" y="4568825"/>
          <p14:tracePt t="116117" x="7265988" y="4568825"/>
          <p14:tracePt t="116125" x="7273925" y="4568825"/>
          <p14:tracePt t="116141" x="7289800" y="4568825"/>
          <p14:tracePt t="116149" x="7307263" y="4568825"/>
          <p14:tracePt t="116158" x="7315200" y="4568825"/>
          <p14:tracePt t="116175" x="7331075" y="4568825"/>
          <p14:tracePt t="116182" x="7348538" y="4568825"/>
          <p14:tracePt t="116191" x="7356475" y="4568825"/>
          <p14:tracePt t="116207" x="7373938" y="4568825"/>
          <p14:tracePt t="116214" x="7389813" y="4568825"/>
          <p14:tracePt t="116230" x="7397750" y="4568825"/>
          <p14:tracePt t="116246" x="7415213" y="4568825"/>
          <p14:tracePt t="116263" x="7431088" y="4568825"/>
          <p14:tracePt t="116271" x="7439025" y="4568825"/>
          <p14:tracePt t="116303" x="7456488" y="4568825"/>
          <p14:tracePt t="116311" x="7472363" y="4568825"/>
          <p14:tracePt t="116335" x="7489825" y="4568825"/>
          <p14:tracePt t="116351" x="7497763" y="4568825"/>
          <p14:tracePt t="116376" x="7513638" y="4568825"/>
          <p14:tracePt t="116392" x="7531100" y="4568825"/>
          <p14:tracePt t="116416" x="7539038" y="4568825"/>
          <p14:tracePt t="116441" x="7556500" y="4568825"/>
          <p14:tracePt t="116472" x="7572375" y="4568825"/>
          <p14:tracePt t="116626" x="7556500" y="4568825"/>
          <p14:tracePt t="116666" x="7539038" y="4568825"/>
          <p14:tracePt t="116747" x="7531100" y="4568825"/>
          <p14:tracePt t="116876" x="7539038" y="4568825"/>
          <p14:tracePt t="116900" x="7556500" y="4568825"/>
          <p14:tracePt t="116924" x="7580313" y="4568825"/>
          <p14:tracePt t="116932" x="7597775" y="4568825"/>
          <p14:tracePt t="116942" x="7613650" y="4576763"/>
          <p14:tracePt t="116949" x="7639050" y="4576763"/>
          <p14:tracePt t="116958" x="7654925" y="4594225"/>
          <p14:tracePt t="116965" x="7680325" y="4594225"/>
          <p14:tracePt t="116974" x="7721600" y="4594225"/>
          <p14:tracePt t="116981" x="7737475" y="4594225"/>
          <p14:tracePt t="116989" x="7754938" y="4594225"/>
          <p14:tracePt t="116997" x="7780338" y="4594225"/>
          <p14:tracePt t="117013" x="7796213" y="4594225"/>
          <p14:tracePt t="117086" x="7780338" y="4594225"/>
          <p14:tracePt t="117102" x="7762875" y="4594225"/>
          <p14:tracePt t="117110" x="7754938" y="4594225"/>
          <p14:tracePt t="117126" x="7737475" y="4594225"/>
          <p14:tracePt t="117142" x="7721600" y="4594225"/>
          <p14:tracePt t="117159" x="7705725" y="4594225"/>
          <p14:tracePt t="117183" x="7696200" y="4594225"/>
          <p14:tracePt t="117192" x="7680325" y="4594225"/>
          <p14:tracePt t="117208" x="7662863" y="4594225"/>
          <p14:tracePt t="117215" x="7654925" y="4594225"/>
          <p14:tracePt t="117225" x="7639050" y="4594225"/>
          <p14:tracePt t="117232" x="7621588" y="4594225"/>
          <p14:tracePt t="117241" x="7613650" y="4594225"/>
          <p14:tracePt t="117248" x="7580313" y="4594225"/>
          <p14:tracePt t="117255" x="7572375" y="4594225"/>
          <p14:tracePt t="117264" x="7556500" y="4610100"/>
          <p14:tracePt t="117272" x="7539038" y="4610100"/>
          <p14:tracePt t="117280" x="7531100" y="4610100"/>
          <p14:tracePt t="117288" x="7513638" y="4610100"/>
          <p14:tracePt t="117296" x="7497763" y="4627563"/>
          <p14:tracePt t="117304" x="7489825" y="4627563"/>
          <p14:tracePt t="117312" x="7456488" y="4627563"/>
          <p14:tracePt t="117328" x="7439025" y="4627563"/>
          <p14:tracePt t="117352" x="7431088" y="4627563"/>
          <p14:tracePt t="117385" x="7415213" y="4627563"/>
          <p14:tracePt t="117449" x="7397750" y="4627563"/>
          <p14:tracePt t="117490" x="7389813" y="4627563"/>
          <p14:tracePt t="117514" x="7373938" y="4627563"/>
          <p14:tracePt t="117546" x="7356475" y="4627563"/>
          <p14:tracePt t="117651" x="7373938" y="4627563"/>
          <p14:tracePt t="117667" x="7389813" y="4627563"/>
          <p14:tracePt t="117675" x="7397750" y="4627563"/>
          <p14:tracePt t="117684" x="7415213" y="4627563"/>
          <p14:tracePt t="117692" x="7439025" y="4627563"/>
          <p14:tracePt t="117708" x="7456488" y="4627563"/>
          <p14:tracePt t="117716" x="7472363" y="4627563"/>
          <p14:tracePt t="117725" x="7489825" y="4627563"/>
          <p14:tracePt t="117732" x="7497763" y="4627563"/>
          <p14:tracePt t="117742" x="7513638" y="4627563"/>
          <p14:tracePt t="117757" x="7531100" y="4627563"/>
          <p14:tracePt t="117764" x="7539038" y="4627563"/>
          <p14:tracePt t="117780" x="7556500" y="4627563"/>
          <p14:tracePt t="117796" x="7572375" y="4627563"/>
          <p14:tracePt t="117813" x="7580313" y="4627563"/>
          <p14:tracePt t="117885" x="7572375" y="4627563"/>
          <p14:tracePt t="117909" x="7556500" y="4627563"/>
          <p14:tracePt t="117926" x="7539038" y="4627563"/>
          <p14:tracePt t="117958" x="7531100" y="4627563"/>
          <p14:tracePt t="117982" x="7513638" y="4627563"/>
          <p14:tracePt t="117998" x="7497763" y="4627563"/>
          <p14:tracePt t="118014" x="7489825" y="4627563"/>
          <p14:tracePt t="118023" x="7472363" y="4627563"/>
          <p14:tracePt t="118031" x="7456488" y="4627563"/>
          <p14:tracePt t="118039" x="7439025" y="4627563"/>
          <p14:tracePt t="118047" x="7431088" y="4627563"/>
          <p14:tracePt t="118055" x="7397750" y="4627563"/>
          <p14:tracePt t="118063" x="7389813" y="4627563"/>
          <p14:tracePt t="118071" x="7389813" y="4635500"/>
          <p14:tracePt t="118079" x="7373938" y="4635500"/>
          <p14:tracePt t="118087" x="7356475" y="4635500"/>
          <p14:tracePt t="118119" x="7348538" y="4635500"/>
          <p14:tracePt t="118176" x="7331075" y="4635500"/>
          <p14:tracePt t="118216" x="7315200" y="4635500"/>
          <p14:tracePt t="118226" x="7307263" y="4651375"/>
          <p14:tracePt t="118241" x="7289800" y="4651375"/>
          <p14:tracePt t="118249" x="7273925" y="4651375"/>
          <p14:tracePt t="118258" x="7248525" y="4668838"/>
          <p14:tracePt t="118265" x="7232650" y="4668838"/>
          <p14:tracePt t="118274" x="7224713" y="4668838"/>
          <p14:tracePt t="118281" x="7207250" y="4676775"/>
          <p14:tracePt t="118289" x="7191375" y="4676775"/>
          <p14:tracePt t="118297" x="7173913" y="4676775"/>
          <p14:tracePt t="118305" x="7165975" y="4694238"/>
          <p14:tracePt t="118321" x="7150100" y="4694238"/>
          <p14:tracePt t="118329" x="7132638" y="4694238"/>
          <p14:tracePt t="118345" x="7124700" y="4710113"/>
          <p14:tracePt t="118370" x="7107238" y="4710113"/>
          <p14:tracePt t="118394" x="7107238" y="4718050"/>
          <p14:tracePt t="118499" x="7107238" y="4735513"/>
          <p14:tracePt t="118547" x="7107238" y="4751388"/>
          <p14:tracePt t="118580" x="7107238" y="4759325"/>
          <p14:tracePt t="118628" x="7107238" y="4776788"/>
          <p14:tracePt t="118668" x="7107238" y="4792663"/>
          <p14:tracePt t="118709" x="7107238" y="4802188"/>
          <p14:tracePt t="118741" x="7107238" y="4818063"/>
          <p14:tracePt t="118782" x="7107238" y="4833938"/>
          <p14:tracePt t="118814" x="7107238" y="4843463"/>
          <p14:tracePt t="118870" x="7107238" y="4859338"/>
          <p14:tracePt t="118911" x="7107238" y="4876800"/>
          <p14:tracePt t="118943" x="7107238" y="4892675"/>
          <p14:tracePt t="118967" x="7107238" y="4900613"/>
          <p14:tracePt t="119007" x="7107238" y="4918075"/>
          <p14:tracePt t="119040" x="7107238" y="4933950"/>
          <p14:tracePt t="119064" x="7107238" y="4941888"/>
          <p14:tracePt t="119072" x="7107238" y="4959350"/>
          <p14:tracePt t="119088" x="7107238" y="4975225"/>
          <p14:tracePt t="119113" x="7107238" y="4983163"/>
          <p14:tracePt t="119121" x="7091363" y="4983163"/>
          <p14:tracePt t="119137" x="7091363" y="5000625"/>
          <p14:tracePt t="119169" x="7091363" y="5016500"/>
          <p14:tracePt t="119201" x="7083425" y="5026025"/>
          <p14:tracePt t="119226" x="7083425" y="5041900"/>
          <p14:tracePt t="119258" x="7083425" y="5057775"/>
          <p14:tracePt t="119266" x="7065963" y="5057775"/>
          <p14:tracePt t="119282" x="7065963" y="5067300"/>
          <p14:tracePt t="119292" x="7065963" y="5083175"/>
          <p14:tracePt t="119298" x="7050088" y="5100638"/>
          <p14:tracePt t="119308" x="7050088" y="5108575"/>
          <p14:tracePt t="119314" x="7050088" y="5124450"/>
          <p14:tracePt t="119330" x="7050088" y="5141913"/>
          <p14:tracePt t="119338" x="7042150" y="5141913"/>
          <p14:tracePt t="119354" x="7042150" y="5157788"/>
          <p14:tracePt t="119379" x="7042150" y="5165725"/>
          <p14:tracePt t="119435" x="7024688" y="5165725"/>
          <p14:tracePt t="119508" x="7024688" y="5157788"/>
          <p14:tracePt t="119516" x="7024688" y="5141913"/>
          <p14:tracePt t="119526" x="7024688" y="5124450"/>
          <p14:tracePt t="119532" x="7024688" y="5108575"/>
          <p14:tracePt t="119542" x="7024688" y="5100638"/>
          <p14:tracePt t="119549" x="7024688" y="5083175"/>
          <p14:tracePt t="119558" x="7024688" y="5057775"/>
          <p14:tracePt t="119565" x="7024688" y="5041900"/>
          <p14:tracePt t="119574" x="7024688" y="5016500"/>
          <p14:tracePt t="119581" x="7024688" y="4975225"/>
          <p14:tracePt t="119589" x="7024688" y="4959350"/>
          <p14:tracePt t="119597" x="7024688" y="4933950"/>
          <p14:tracePt t="119605" x="7024688" y="4918075"/>
          <p14:tracePt t="119621" x="7024688" y="4900613"/>
          <p14:tracePt t="119629" x="7024688" y="4892675"/>
          <p14:tracePt t="119645" x="7024688" y="4876800"/>
          <p14:tracePt t="119654" x="7024688" y="4859338"/>
          <p14:tracePt t="119686" x="7008813" y="4859338"/>
          <p14:tracePt t="119694" x="7008813" y="4843463"/>
          <p14:tracePt t="119742" x="7008813" y="4833938"/>
          <p14:tracePt t="119823" x="6999288" y="4818063"/>
          <p14:tracePt t="119847" x="6983413" y="4818063"/>
          <p14:tracePt t="119855" x="6983413" y="4802188"/>
          <p14:tracePt t="119864" x="6967538" y="4802188"/>
          <p14:tracePt t="119871" x="6958013" y="4802188"/>
          <p14:tracePt t="119880" x="6942138" y="4792663"/>
          <p14:tracePt t="119888" x="6924675" y="4776788"/>
          <p14:tracePt t="119896" x="6900863" y="4759325"/>
          <p14:tracePt t="119904" x="6867525" y="4735513"/>
          <p14:tracePt t="119912" x="6859588" y="4718050"/>
          <p14:tracePt t="119920" x="6842125" y="4710113"/>
          <p14:tracePt t="119928" x="6818313" y="4694238"/>
          <p14:tracePt t="119944" x="6800850" y="4676775"/>
          <p14:tracePt t="119952" x="6784975" y="4668838"/>
          <p14:tracePt t="119960" x="6775450" y="4668838"/>
          <p14:tracePt t="120001" x="6775450" y="4651375"/>
          <p14:tracePt t="120170" x="6775450" y="4635500"/>
          <p14:tracePt t="120283" x="6775450" y="4627563"/>
          <p14:tracePt t="120364" x="6775450" y="4610100"/>
          <p14:tracePt t="120404" x="6784975" y="4610100"/>
          <p14:tracePt t="120437" x="6800850" y="4610100"/>
          <p14:tracePt t="120469" x="6818313" y="4610100"/>
          <p14:tracePt t="120493" x="6826250" y="4594225"/>
          <p14:tracePt t="120501" x="6842125" y="4594225"/>
          <p14:tracePt t="120517" x="6859588" y="4594225"/>
          <p14:tracePt t="120526" x="6867525" y="4594225"/>
          <p14:tracePt t="120534" x="6883400" y="4594225"/>
          <p14:tracePt t="120542" x="6900863" y="4594225"/>
          <p14:tracePt t="120550" x="6916738" y="4594225"/>
          <p14:tracePt t="120566" x="6942138" y="4594225"/>
          <p14:tracePt t="120575" x="6958013" y="4594225"/>
          <p14:tracePt t="120582" x="6967538" y="4594225"/>
          <p14:tracePt t="120592" x="6983413" y="4594225"/>
          <p14:tracePt t="120598" x="7008813" y="4594225"/>
          <p14:tracePt t="120607" x="7024688" y="4594225"/>
          <p14:tracePt t="120615" x="7042150" y="4594225"/>
          <p14:tracePt t="120622" x="7050088" y="4594225"/>
          <p14:tracePt t="120631" x="7065963" y="4594225"/>
          <p14:tracePt t="120639" x="7083425" y="4594225"/>
          <p14:tracePt t="120647" x="7091363" y="4594225"/>
          <p14:tracePt t="120663" x="7107238" y="4594225"/>
          <p14:tracePt t="120671" x="7124700" y="4594225"/>
          <p14:tracePt t="120695" x="7132638" y="4594225"/>
          <p14:tracePt t="120719" x="7150100" y="4594225"/>
          <p14:tracePt t="120840" x="7132638" y="4594225"/>
          <p14:tracePt t="120864" x="7124700" y="4594225"/>
          <p14:tracePt t="120881" x="7107238" y="4594225"/>
          <p14:tracePt t="120905" x="7091363" y="4594225"/>
          <p14:tracePt t="120913" x="7083425" y="4594225"/>
          <p14:tracePt t="120929" x="7065963" y="4594225"/>
          <p14:tracePt t="120945" x="7050088" y="4594225"/>
          <p14:tracePt t="120953" x="7042150" y="4594225"/>
          <p14:tracePt t="120962" x="7024688" y="4594225"/>
          <p14:tracePt t="120969" x="7008813" y="4594225"/>
          <p14:tracePt t="120978" x="6983413" y="4594225"/>
          <p14:tracePt t="120986" x="6967538" y="4594225"/>
          <p14:tracePt t="120994" x="6942138" y="4594225"/>
          <p14:tracePt t="121002" x="6916738" y="4594225"/>
          <p14:tracePt t="121010" x="6900863" y="4594225"/>
          <p14:tracePt t="121018" x="6867525" y="4594225"/>
          <p14:tracePt t="121026" x="6859588" y="4594225"/>
          <p14:tracePt t="121034" x="6842125" y="4594225"/>
          <p14:tracePt t="121042" x="6818313" y="4594225"/>
          <p14:tracePt t="121050" x="6800850" y="4594225"/>
          <p14:tracePt t="121058" x="6784975" y="4594225"/>
          <p14:tracePt t="121066" x="6775450" y="4594225"/>
          <p14:tracePt t="121075" x="6759575" y="4594225"/>
          <p14:tracePt t="121091" x="6743700" y="4594225"/>
          <p14:tracePt t="121108" x="6734175" y="4594225"/>
          <p14:tracePt t="121139" x="6718300" y="4594225"/>
          <p14:tracePt t="121179" x="6700838" y="4594225"/>
          <p14:tracePt t="121212" x="6692900" y="4594225"/>
          <p14:tracePt t="121389" x="6692900" y="4610100"/>
          <p14:tracePt t="121405" x="6692900" y="4627563"/>
          <p14:tracePt t="121414" x="6692900" y="4635500"/>
          <p14:tracePt t="121422" x="6692900" y="4651375"/>
          <p14:tracePt t="121430" x="6692900" y="4676775"/>
          <p14:tracePt t="121438" x="6677025" y="4676775"/>
          <p14:tracePt t="121446" x="6677025" y="4710113"/>
          <p14:tracePt t="121454" x="6677025" y="4718050"/>
          <p14:tracePt t="121462" x="6659563" y="4735513"/>
          <p14:tracePt t="121470" x="6659563" y="4751388"/>
          <p14:tracePt t="121478" x="6659563" y="4776788"/>
          <p14:tracePt t="121486" x="6659563" y="4792663"/>
          <p14:tracePt t="121494" x="6659563" y="4802188"/>
          <p14:tracePt t="121502" x="6651625" y="4802188"/>
          <p14:tracePt t="121510" x="6651625" y="4818063"/>
          <p14:tracePt t="121518" x="6651625" y="4833938"/>
          <p14:tracePt t="121535" x="6651625" y="4843463"/>
          <p14:tracePt t="121551" x="6651625" y="4859338"/>
          <p14:tracePt t="121575" x="6651625" y="4876800"/>
          <p14:tracePt t="121583" x="6651625" y="4892675"/>
          <p14:tracePt t="121612" x="6651625" y="4900613"/>
          <p14:tracePt t="121625" x="6651625" y="4918075"/>
          <p14:tracePt t="121648" x="6651625" y="4933950"/>
          <p14:tracePt t="121672" x="6651625" y="4941888"/>
          <p14:tracePt t="121704" x="6659563" y="4941888"/>
          <p14:tracePt t="121712" x="6659563" y="4959350"/>
          <p14:tracePt t="121736" x="6677025" y="4959350"/>
          <p14:tracePt t="121769" x="6692900" y="4975225"/>
          <p14:tracePt t="121801" x="6700838" y="4983163"/>
          <p14:tracePt t="121825" x="6700838" y="5000625"/>
          <p14:tracePt t="121833" x="6718300" y="5000625"/>
          <p14:tracePt t="121858" x="6734175" y="5016500"/>
          <p14:tracePt t="121875" x="6734175" y="5026025"/>
          <p14:tracePt t="121882" x="6734175" y="5041900"/>
          <p14:tracePt t="121892" x="6743700" y="5041900"/>
          <p14:tracePt t="121898" x="6743700" y="5057775"/>
          <p14:tracePt t="121907" x="6743700" y="5067300"/>
          <p14:tracePt t="121914" x="6759575" y="5067300"/>
          <p14:tracePt t="121922" x="6759575" y="5083175"/>
          <p14:tracePt t="121938" x="6759575" y="5100638"/>
          <p14:tracePt t="121954" x="6775450" y="5100638"/>
          <p14:tracePt t="121986" x="6775450" y="5108575"/>
          <p14:tracePt t="122059" x="6775450" y="5124450"/>
          <p14:tracePt t="122076" x="6784975" y="5124450"/>
          <p14:tracePt t="122172" x="6784975" y="5141913"/>
          <p14:tracePt t="122269" x="6784975" y="5157788"/>
          <p14:tracePt t="122479" x="6784975" y="5141913"/>
          <p14:tracePt t="122552" x="6784975" y="5124450"/>
          <p14:tracePt t="122568" x="6800850" y="5124450"/>
          <p14:tracePt t="122592" x="6800850" y="5108575"/>
          <p14:tracePt t="122600" x="6818313" y="5108575"/>
          <p14:tracePt t="122613" x="6818313" y="5100638"/>
          <p14:tracePt t="122617" x="6818313" y="5083175"/>
          <p14:tracePt t="123174" x="6800850" y="5083175"/>
          <p14:tracePt t="123198" x="6784975" y="5083175"/>
          <p14:tracePt t="123222" x="6775450" y="5083175"/>
          <p14:tracePt t="123230" x="6759575" y="5083175"/>
          <p14:tracePt t="123238" x="6743700" y="5083175"/>
          <p14:tracePt t="123246" x="6734175" y="5083175"/>
          <p14:tracePt t="123254" x="6718300" y="5083175"/>
          <p14:tracePt t="123270" x="6700838" y="5083175"/>
          <p14:tracePt t="123279" x="6692900" y="5083175"/>
          <p14:tracePt t="123286" x="6677025" y="5083175"/>
          <p14:tracePt t="123295" x="6651625" y="5083175"/>
          <p14:tracePt t="123311" x="6635750" y="5083175"/>
          <p14:tracePt t="123319" x="6602413" y="5083175"/>
          <p14:tracePt t="123327" x="6592888" y="5083175"/>
          <p14:tracePt t="123335" x="6577013" y="5083175"/>
          <p14:tracePt t="123343" x="6551613" y="5083175"/>
          <p14:tracePt t="123351" x="6535738" y="5083175"/>
          <p14:tracePt t="123359" x="6518275" y="5083175"/>
          <p14:tracePt t="123375" x="6510338" y="5083175"/>
          <p14:tracePt t="123383" x="6494463" y="5083175"/>
          <p14:tracePt t="123400" x="6477000" y="5083175"/>
          <p14:tracePt t="123432" x="6469063" y="5083175"/>
          <p14:tracePt t="123513" x="6453188" y="5083175"/>
          <p14:tracePt t="123561" x="6435725" y="5083175"/>
          <p14:tracePt t="123569" x="6427788" y="5083175"/>
          <p14:tracePt t="123585" x="6411913" y="5083175"/>
          <p14:tracePt t="123593" x="6394450" y="5083175"/>
          <p14:tracePt t="123602" x="6369050" y="5083175"/>
          <p14:tracePt t="123613" x="6353175" y="5083175"/>
          <p14:tracePt t="123617" x="6337300" y="5083175"/>
          <p14:tracePt t="123626" x="6311900" y="5083175"/>
          <p14:tracePt t="123634" x="6294438" y="5083175"/>
          <p14:tracePt t="123642" x="6286500" y="5083175"/>
          <p14:tracePt t="123650" x="6270625" y="5083175"/>
          <p14:tracePt t="123658" x="6253163" y="5083175"/>
          <p14:tracePt t="123666" x="6245225" y="5083175"/>
          <p14:tracePt t="123675" x="6229350" y="5083175"/>
          <p14:tracePt t="123682" x="6211888" y="5083175"/>
          <p14:tracePt t="123698" x="6203950" y="5083175"/>
          <p14:tracePt t="123708" x="6186488" y="5083175"/>
          <p14:tracePt t="123730" x="6170613" y="5083175"/>
          <p14:tracePt t="124005" x="6186488" y="5083175"/>
          <p14:tracePt t="124046" x="6203950" y="5083175"/>
          <p14:tracePt t="124078" x="6211888" y="5083175"/>
          <p14:tracePt t="124102" x="6229350" y="5083175"/>
          <p14:tracePt t="124126" x="6245225" y="5083175"/>
          <p14:tracePt t="124150" x="6253163" y="5083175"/>
          <p14:tracePt t="124159" x="6270625" y="5083175"/>
          <p14:tracePt t="124167" x="6286500" y="5083175"/>
          <p14:tracePt t="124183" x="6311900" y="5083175"/>
          <p14:tracePt t="124192" x="6327775" y="5083175"/>
          <p14:tracePt t="124199" x="6353175" y="5083175"/>
          <p14:tracePt t="124215" x="6386513" y="5083175"/>
          <p14:tracePt t="124225" x="6394450" y="5083175"/>
          <p14:tracePt t="124231" x="6411913" y="5083175"/>
          <p14:tracePt t="124240" x="6427788" y="5083175"/>
          <p14:tracePt t="124247" x="6453188" y="5083175"/>
          <p14:tracePt t="124255" x="6469063" y="5067300"/>
          <p14:tracePt t="124264" x="6477000" y="5067300"/>
          <p14:tracePt t="124271" x="6494463" y="5067300"/>
          <p14:tracePt t="124280" x="6518275" y="5057775"/>
          <p14:tracePt t="124288" x="6535738" y="5057775"/>
          <p14:tracePt t="124296" x="6551613" y="5057775"/>
          <p14:tracePt t="124304" x="6561138" y="5057775"/>
          <p14:tracePt t="124312" x="6577013" y="5041900"/>
          <p14:tracePt t="124320" x="6592888" y="5041900"/>
          <p14:tracePt t="124336" x="6602413" y="5041900"/>
          <p14:tracePt t="124344" x="6618288" y="5041900"/>
          <p14:tracePt t="124368" x="6635750" y="5041900"/>
          <p14:tracePt t="124384" x="6651625" y="5041900"/>
          <p14:tracePt t="124392" x="6659563" y="5041900"/>
          <p14:tracePt t="124417" x="6677025" y="5041900"/>
          <p14:tracePt t="124433" x="6692900" y="5041900"/>
          <p14:tracePt t="124449" x="6700838" y="5041900"/>
          <p14:tracePt t="124459" x="6718300" y="5041900"/>
          <p14:tracePt t="124475" x="6734175" y="5041900"/>
          <p14:tracePt t="124481" x="6743700" y="5041900"/>
          <p14:tracePt t="124498" x="6759575" y="5041900"/>
          <p14:tracePt t="124505" x="6775450" y="5041900"/>
          <p14:tracePt t="124522" x="6784975" y="5041900"/>
          <p14:tracePt t="124530" x="6800850" y="5041900"/>
          <p14:tracePt t="124546" x="6818313" y="5041900"/>
          <p14:tracePt t="124570" x="6826250" y="5041900"/>
          <p14:tracePt t="124594" x="6842125" y="5041900"/>
          <p14:tracePt t="124602" x="6842125" y="5057775"/>
          <p14:tracePt t="124613" x="6859588" y="5057775"/>
          <p14:tracePt t="124635" x="6867525" y="5057775"/>
          <p14:tracePt t="124659" x="6883400" y="5057775"/>
          <p14:tracePt t="124869" x="6867525" y="5057775"/>
          <p14:tracePt t="124901" x="6859588" y="5057775"/>
          <p14:tracePt t="124934" x="6842125" y="5057775"/>
          <p14:tracePt t="124974" x="6826250" y="5057775"/>
          <p14:tracePt t="124998" x="6826250" y="5067300"/>
          <p14:tracePt t="125063" x="6818313" y="5067300"/>
          <p14:tracePt t="125297" x="6800850" y="5067300"/>
          <p14:tracePt t="125733" x="6784975" y="5067300"/>
          <p14:tracePt t="125773" x="6775450" y="5067300"/>
          <p14:tracePt t="125789" x="6759575" y="5067300"/>
          <p14:tracePt t="125805" x="6743700" y="5067300"/>
          <p14:tracePt t="125830" x="6734175" y="5067300"/>
          <p14:tracePt t="125846" x="6718300" y="5057775"/>
          <p14:tracePt t="125854" x="6700838" y="5057775"/>
          <p14:tracePt t="125870" x="6692900" y="5057775"/>
          <p14:tracePt t="125878" x="6659563" y="5057775"/>
          <p14:tracePt t="125886" x="6651625" y="5057775"/>
          <p14:tracePt t="125902" x="6635750" y="5057775"/>
          <p14:tracePt t="125910" x="6618288" y="5057775"/>
          <p14:tracePt t="125918" x="6602413" y="5057775"/>
          <p14:tracePt t="125927" x="6592888" y="5057775"/>
          <p14:tracePt t="125943" x="6577013" y="5057775"/>
          <p14:tracePt t="125951" x="6561138" y="5057775"/>
          <p14:tracePt t="125967" x="6551613" y="5057775"/>
          <p14:tracePt t="125983" x="6535738" y="5057775"/>
          <p14:tracePt t="125999" x="6518275" y="5057775"/>
          <p14:tracePt t="126008" x="6510338" y="5057775"/>
          <p14:tracePt t="126031" x="6494463" y="5057775"/>
          <p14:tracePt t="126048" x="6477000" y="5057775"/>
          <p14:tracePt t="126056" x="6469063" y="5057775"/>
          <p14:tracePt t="126072" x="6453188" y="5057775"/>
          <p14:tracePt t="126080" x="6435725" y="5057775"/>
          <p14:tracePt t="126096" x="6427788" y="5057775"/>
          <p14:tracePt t="126104" x="6411913" y="5057775"/>
          <p14:tracePt t="126120" x="6394450" y="5057775"/>
          <p14:tracePt t="126128" x="6386513" y="5057775"/>
          <p14:tracePt t="126144" x="6369050" y="5057775"/>
          <p14:tracePt t="126169" x="6353175" y="5057775"/>
          <p14:tracePt t="126209" x="6337300" y="5057775"/>
          <p14:tracePt t="126435" x="6353175" y="5057775"/>
          <p14:tracePt t="126467" x="6369050" y="5057775"/>
          <p14:tracePt t="126500" x="6386513" y="5057775"/>
          <p14:tracePt t="126508" x="6386513" y="5067300"/>
          <p14:tracePt t="126532" x="6394450" y="5067300"/>
          <p14:tracePt t="126548" x="6411913" y="5067300"/>
          <p14:tracePt t="126564" x="6427788" y="5067300"/>
          <p14:tracePt t="126580" x="6435725" y="5067300"/>
          <p14:tracePt t="126589" x="6453188" y="5067300"/>
          <p14:tracePt t="126605" x="6469063" y="5067300"/>
          <p14:tracePt t="126613" x="6477000" y="5083175"/>
          <p14:tracePt t="126629" x="6494463" y="5083175"/>
          <p14:tracePt t="126637" x="6510338" y="5083175"/>
          <p14:tracePt t="126653" x="6518275" y="5083175"/>
          <p14:tracePt t="126669" x="6535738" y="5083175"/>
          <p14:tracePt t="126677" x="6551613" y="5083175"/>
          <p14:tracePt t="126702" x="6561138" y="5083175"/>
          <p14:tracePt t="126717" x="6577013" y="5083175"/>
          <p14:tracePt t="126725" x="6592888" y="5083175"/>
          <p14:tracePt t="126742" x="6602413" y="5083175"/>
          <p14:tracePt t="126750" x="6618288" y="5083175"/>
          <p14:tracePt t="126766" x="6635750" y="5083175"/>
          <p14:tracePt t="126774" x="6651625" y="5083175"/>
          <p14:tracePt t="126782" x="6659563" y="5083175"/>
          <p14:tracePt t="126791" x="6677025" y="5083175"/>
          <p14:tracePt t="126808" x="6692900" y="5083175"/>
          <p14:tracePt t="126814" x="6700838" y="5083175"/>
          <p14:tracePt t="126831" x="6718300" y="5083175"/>
          <p14:tracePt t="126855" x="6734175" y="5083175"/>
          <p14:tracePt t="126879" x="6743700" y="5083175"/>
          <p14:tracePt t="126903" x="6759575" y="5083175"/>
          <p14:tracePt t="126928" x="6775450" y="5083175"/>
          <p14:tracePt t="126984" x="6784975" y="5083175"/>
          <p14:tracePt t="127049" x="6800850" y="5083175"/>
          <p14:tracePt t="127105" x="6818313" y="5083175"/>
          <p14:tracePt t="127178" x="6826250" y="5083175"/>
          <p14:tracePt t="127218" x="6842125" y="5083175"/>
          <p14:tracePt t="127259" x="6859588" y="5083175"/>
          <p14:tracePt t="127282" x="6867525" y="5083175"/>
          <p14:tracePt t="127404" x="6859588" y="5067300"/>
          <p14:tracePt t="127549" x="6859588" y="5083175"/>
          <p14:tracePt t="127614" x="6867525" y="5083175"/>
          <p14:tracePt t="127759" x="6867525" y="5100638"/>
          <p14:tracePt t="127767" x="6883400" y="5100638"/>
          <p14:tracePt t="129237" x="6900863" y="5100638"/>
          <p14:tracePt t="129253" x="6916738" y="5100638"/>
          <p14:tracePt t="129261" x="6924675" y="5100638"/>
          <p14:tracePt t="129293" x="6942138" y="5100638"/>
          <p14:tracePt t="129423" x="6924675" y="5100638"/>
          <p14:tracePt t="129430" x="6916738" y="5100638"/>
          <p14:tracePt t="129447" x="6900863" y="5100638"/>
          <p14:tracePt t="129454" x="6883400" y="5100638"/>
          <p14:tracePt t="129463" x="6859588" y="5100638"/>
          <p14:tracePt t="129471" x="6842125" y="5100638"/>
          <p14:tracePt t="129479" x="6826250" y="5100638"/>
          <p14:tracePt t="129487" x="6800850" y="5100638"/>
          <p14:tracePt t="129495" x="6784975" y="5100638"/>
          <p14:tracePt t="129511" x="6775450" y="5100638"/>
          <p14:tracePt t="129519" x="6759575" y="5100638"/>
          <p14:tracePt t="129592" x="6775450" y="5100638"/>
          <p14:tracePt t="129600" x="6800850" y="5100638"/>
          <p14:tracePt t="129613" x="6842125" y="5100638"/>
          <p14:tracePt t="129616" x="6867525" y="5100638"/>
          <p14:tracePt t="129625" x="6924675" y="5108575"/>
          <p14:tracePt t="129632" x="6967538" y="5124450"/>
          <p14:tracePt t="129642" x="6999288" y="5141913"/>
          <p14:tracePt t="129648" x="7042150" y="5141913"/>
          <p14:tracePt t="129658" x="7065963" y="5157788"/>
          <p14:tracePt t="129664" x="7091363" y="5157788"/>
          <p14:tracePt t="129674" x="7107238" y="5165725"/>
          <p14:tracePt t="129681" x="7124700" y="5165725"/>
          <p14:tracePt t="129689" x="7132638" y="5165725"/>
          <p14:tracePt t="129721" x="7150100" y="5165725"/>
          <p14:tracePt t="129761" x="7165975" y="5165725"/>
          <p14:tracePt t="129786" x="7173913" y="5165725"/>
          <p14:tracePt t="129826" x="7191375" y="5165725"/>
          <p14:tracePt t="129842" x="7207250" y="5165725"/>
          <p14:tracePt t="129858" x="7224713" y="5165725"/>
          <p14:tracePt t="129866" x="7232650" y="5165725"/>
          <p14:tracePt t="129875" x="7248525" y="5165725"/>
          <p14:tracePt t="129883" x="7265988" y="5165725"/>
          <p14:tracePt t="129899" x="7273925" y="5165725"/>
          <p14:tracePt t="129908" x="7289800" y="5165725"/>
          <p14:tracePt t="129924" x="7307263" y="5165725"/>
          <p14:tracePt t="129947" x="7315200" y="5165725"/>
          <p14:tracePt t="129971" x="7331075" y="5165725"/>
          <p14:tracePt t="129996" x="7331075" y="5183188"/>
          <p14:tracePt t="130044" x="7331075" y="5199063"/>
          <p14:tracePt t="130229" x="7348538" y="5199063"/>
          <p14:tracePt t="130246" x="7356475" y="5199063"/>
          <p14:tracePt t="130254" x="7373938" y="5207000"/>
          <p14:tracePt t="130270" x="7389813" y="5207000"/>
          <p14:tracePt t="130278" x="7397750" y="5207000"/>
          <p14:tracePt t="130302" x="7415213" y="5207000"/>
          <p14:tracePt t="130464" x="7397750" y="5207000"/>
          <p14:tracePt t="130472" x="7356475" y="5207000"/>
          <p14:tracePt t="130480" x="7331075" y="5199063"/>
          <p14:tracePt t="130488" x="7289800" y="5199063"/>
          <p14:tracePt t="130496" x="7232650" y="5183188"/>
          <p14:tracePt t="130504" x="7191375" y="5183188"/>
          <p14:tracePt t="130512" x="7107238" y="5183188"/>
          <p14:tracePt t="130520" x="7065963" y="5165725"/>
          <p14:tracePt t="130529" x="7008813" y="5165725"/>
          <p14:tracePt t="130536" x="6942138" y="5157788"/>
          <p14:tracePt t="130545" x="6883400" y="5157788"/>
          <p14:tracePt t="130552" x="6842125" y="5157788"/>
          <p14:tracePt t="130561" x="6784975" y="5141913"/>
          <p14:tracePt t="130569" x="6743700" y="5141913"/>
          <p14:tracePt t="130577" x="6700838" y="5141913"/>
          <p14:tracePt t="130585" x="6677025" y="5124450"/>
          <p14:tracePt t="130593" x="6651625" y="5124450"/>
          <p14:tracePt t="130601" x="6618288" y="5108575"/>
          <p14:tracePt t="130613" x="6602413" y="5108575"/>
          <p14:tracePt t="130617" x="6592888" y="5108575"/>
          <p14:tracePt t="130633" x="6577013" y="5108575"/>
          <p14:tracePt t="130649" x="6561138" y="5108575"/>
          <p14:tracePt t="130973" x="6577013" y="5108575"/>
          <p14:tracePt t="130989" x="6592888" y="5100638"/>
          <p14:tracePt t="130997" x="6602413" y="5100638"/>
          <p14:tracePt t="131005" x="6635750" y="5100638"/>
          <p14:tracePt t="131013" x="6651625" y="5100638"/>
          <p14:tracePt t="131029" x="6659563" y="5083175"/>
          <p14:tracePt t="131037" x="6677025" y="5083175"/>
          <p14:tracePt t="131045" x="6692900" y="5083175"/>
          <p14:tracePt t="131069" x="6700838" y="5083175"/>
          <p14:tracePt t="131368" x="6692900" y="5083175"/>
          <p14:tracePt t="131384" x="6659563" y="5083175"/>
          <p14:tracePt t="131392" x="6618288" y="5100638"/>
          <p14:tracePt t="131400" x="6592888" y="5108575"/>
          <p14:tracePt t="131408" x="6535738" y="5141913"/>
          <p14:tracePt t="131416" x="6477000" y="5157788"/>
          <p14:tracePt t="131425" x="6427788" y="5165725"/>
          <p14:tracePt t="131433" x="6394450" y="5183188"/>
          <p14:tracePt t="131441" x="6337300" y="5183188"/>
          <p14:tracePt t="131449" x="6294438" y="5199063"/>
          <p14:tracePt t="131458" x="6286500" y="5199063"/>
          <p14:tracePt t="131465" x="6253163" y="5207000"/>
          <p14:tracePt t="131474" x="6245225" y="5224463"/>
          <p14:tracePt t="131481" x="6229350" y="5224463"/>
          <p14:tracePt t="131489" x="6211888" y="5224463"/>
          <p14:tracePt t="131497" x="6203950" y="5224463"/>
          <p14:tracePt t="131505" x="6186488" y="5224463"/>
          <p14:tracePt t="131529" x="6170613" y="5224463"/>
          <p14:tracePt t="131554" x="6162675" y="5224463"/>
          <p14:tracePt t="131602" x="6145213" y="5224463"/>
          <p14:tracePt t="131626" x="6129338" y="5224463"/>
          <p14:tracePt t="131642" x="6121400" y="5224463"/>
          <p14:tracePt t="131651" x="6103938" y="5224463"/>
          <p14:tracePt t="131659" x="6088063" y="5224463"/>
          <p14:tracePt t="131675" x="6070600" y="5224463"/>
          <p14:tracePt t="131683" x="6046788" y="5207000"/>
          <p14:tracePt t="131692" x="6029325" y="5207000"/>
          <p14:tracePt t="131699" x="6029325" y="5199063"/>
          <p14:tracePt t="131708" x="6005513" y="5183188"/>
          <p14:tracePt t="131725" x="5988050" y="5183188"/>
          <p14:tracePt t="131731" x="5980113" y="5165725"/>
          <p14:tracePt t="131748" x="5962650" y="5165725"/>
          <p14:tracePt t="131755" x="5962650" y="5157788"/>
          <p14:tracePt t="131788" x="5962650" y="5141913"/>
          <p14:tracePt t="131812" x="5962650" y="5124450"/>
          <p14:tracePt t="131852" x="5962650" y="5108575"/>
          <p14:tracePt t="131860" x="5962650" y="5100638"/>
          <p14:tracePt t="131877" x="5988050" y="5100638"/>
          <p14:tracePt t="131885" x="6005513" y="5083175"/>
          <p14:tracePt t="131893" x="6021388" y="5083175"/>
          <p14:tracePt t="131901" x="6029325" y="5083175"/>
          <p14:tracePt t="131909" x="6046788" y="5067300"/>
          <p14:tracePt t="131925" x="6062663" y="5067300"/>
          <p14:tracePt t="131933" x="6070600" y="5067300"/>
          <p14:tracePt t="131950" x="6088063" y="5067300"/>
          <p14:tracePt t="131974" x="6103938" y="5067300"/>
          <p14:tracePt t="132006" x="6121400" y="5083175"/>
          <p14:tracePt t="132022" x="6129338" y="5108575"/>
          <p14:tracePt t="132030" x="6129338" y="5124450"/>
          <p14:tracePt t="132038" x="6145213" y="5141913"/>
          <p14:tracePt t="132046" x="6145213" y="5157788"/>
          <p14:tracePt t="132062" x="6162675" y="5165725"/>
          <p14:tracePt t="132095" x="6170613" y="5165725"/>
          <p14:tracePt t="132119" x="6186488" y="5165725"/>
          <p14:tracePt t="132127" x="6211888" y="5165725"/>
          <p14:tracePt t="132135" x="6253163" y="5165725"/>
          <p14:tracePt t="132143" x="6286500" y="5165725"/>
          <p14:tracePt t="132151" x="6337300" y="5165725"/>
          <p14:tracePt t="132159" x="6411913" y="5165725"/>
          <p14:tracePt t="132167" x="6469063" y="5165725"/>
          <p14:tracePt t="132175" x="6535738" y="5157788"/>
          <p14:tracePt t="132183" x="6592888" y="5157788"/>
          <p14:tracePt t="132192" x="6651625" y="5141913"/>
          <p14:tracePt t="132199" x="6677025" y="5141913"/>
          <p14:tracePt t="132208" x="6718300" y="5141913"/>
          <p14:tracePt t="132216" x="6734175" y="5141913"/>
          <p14:tracePt t="132225" x="6759575" y="5141913"/>
          <p14:tracePt t="132232" x="6775450" y="5141913"/>
          <p14:tracePt t="132241" x="6784975" y="5141913"/>
          <p14:tracePt t="132264" x="6800850" y="5141913"/>
          <p14:tracePt t="132321" x="6818313" y="5141913"/>
          <p14:tracePt t="132345" x="6826250" y="5124450"/>
          <p14:tracePt t="132385" x="6842125" y="5124450"/>
          <p14:tracePt t="132515" x="6826250" y="5124450"/>
          <p14:tracePt t="132531" x="6826250" y="5108575"/>
          <p14:tracePt t="132539" x="6818313" y="5108575"/>
          <p14:tracePt t="132716" x="6800850" y="5124450"/>
          <p14:tracePt t="132725" x="6784975" y="5141913"/>
          <p14:tracePt t="132732" x="6775450" y="5157788"/>
          <p14:tracePt t="132742" x="6743700" y="5165725"/>
          <p14:tracePt t="132749" x="6700838" y="5207000"/>
          <p14:tracePt t="132758" x="6677025" y="5224463"/>
          <p14:tracePt t="132765" x="6635750" y="5240338"/>
          <p14:tracePt t="132774" x="6592888" y="5249863"/>
          <p14:tracePt t="132781" x="6551613" y="5281613"/>
          <p14:tracePt t="132789" x="6510338" y="5291138"/>
          <p14:tracePt t="132797" x="6469063" y="5291138"/>
          <p14:tracePt t="132805" x="6435725" y="5307013"/>
          <p14:tracePt t="132813" x="6394450" y="5307013"/>
          <p14:tracePt t="132821" x="6386513" y="5307013"/>
          <p14:tracePt t="132829" x="6353175" y="5307013"/>
          <p14:tracePt t="132838" x="6327775" y="5307013"/>
          <p14:tracePt t="132845" x="6311900" y="5307013"/>
          <p14:tracePt t="132853" x="6286500" y="5307013"/>
          <p14:tracePt t="132862" x="6270625" y="5307013"/>
          <p14:tracePt t="132870" x="6253163" y="5307013"/>
          <p14:tracePt t="132878" x="6245225" y="5291138"/>
          <p14:tracePt t="132886" x="6229350" y="5291138"/>
          <p14:tracePt t="132894" x="6211888" y="5291138"/>
          <p14:tracePt t="132902" x="6211888" y="5281613"/>
          <p14:tracePt t="132910" x="6203950" y="5281613"/>
          <p14:tracePt t="132942" x="6186488" y="5281613"/>
          <p14:tracePt t="132950" x="6186488" y="5265738"/>
          <p14:tracePt t="133071" x="6186488" y="5281613"/>
          <p14:tracePt t="133096" x="6186488" y="5291138"/>
          <p14:tracePt t="133104" x="6186488" y="5324475"/>
          <p14:tracePt t="133112" x="6186488" y="5332413"/>
          <p14:tracePt t="133120" x="6186488" y="5365750"/>
          <p14:tracePt t="133128" x="6186488" y="5389563"/>
          <p14:tracePt t="133136" x="6186488" y="5422900"/>
          <p14:tracePt t="133144" x="6186488" y="5448300"/>
          <p14:tracePt t="133152" x="6203950" y="5473700"/>
          <p14:tracePt t="133160" x="6203950" y="5507038"/>
          <p14:tracePt t="133169" x="6211888" y="5530850"/>
          <p14:tracePt t="133185" x="6229350" y="5548313"/>
          <p14:tracePt t="133193" x="6229350" y="5556250"/>
          <p14:tracePt t="133201" x="6229350" y="5572125"/>
          <p14:tracePt t="133225" x="6229350" y="5589588"/>
          <p14:tracePt t="133233" x="6245225" y="5589588"/>
          <p14:tracePt t="133249" x="6245225" y="5597525"/>
          <p14:tracePt t="133265" x="6245225" y="5613400"/>
          <p14:tracePt t="133281" x="6245225" y="5630863"/>
          <p14:tracePt t="133291" x="6245225" y="5638800"/>
          <p14:tracePt t="133306" x="6245225" y="5656263"/>
          <p14:tracePt t="133322" x="6245225" y="5672138"/>
          <p14:tracePt t="133330" x="6245225" y="5688013"/>
          <p14:tracePt t="133346" x="6245225" y="5697538"/>
          <p14:tracePt t="133362" x="6229350" y="5713413"/>
          <p14:tracePt t="133370" x="6211888" y="5730875"/>
          <p14:tracePt t="133378" x="6203950" y="5738813"/>
          <p14:tracePt t="133395" x="6186488" y="5754688"/>
          <p14:tracePt t="133403" x="6170613" y="5772150"/>
          <p14:tracePt t="133411" x="6145213" y="5780088"/>
          <p14:tracePt t="133419" x="6121400" y="5795963"/>
          <p14:tracePt t="133427" x="6088063" y="5795963"/>
          <p14:tracePt t="133435" x="6070600" y="5813425"/>
          <p14:tracePt t="133443" x="6029325" y="5821363"/>
          <p14:tracePt t="133451" x="6005513" y="5821363"/>
          <p14:tracePt t="133459" x="5988050" y="5837238"/>
          <p14:tracePt t="133467" x="5962650" y="5837238"/>
          <p14:tracePt t="133475" x="5946775" y="5837238"/>
          <p14:tracePt t="133483" x="5938838" y="5837238"/>
          <p14:tracePt t="133491" x="5905500" y="5837238"/>
          <p14:tracePt t="133499" x="5897563" y="5837238"/>
          <p14:tracePt t="133515" x="5880100" y="5837238"/>
          <p14:tracePt t="133532" x="5864225" y="5821363"/>
          <p14:tracePt t="133548" x="5864225" y="5813425"/>
          <p14:tracePt t="133557" x="5864225" y="5795963"/>
          <p14:tracePt t="133572" x="5864225" y="5780088"/>
          <p14:tracePt t="133580" x="5864225" y="5772150"/>
          <p14:tracePt t="133588" x="5864225" y="5738813"/>
          <p14:tracePt t="133596" x="5864225" y="5730875"/>
          <p14:tracePt t="133604" x="5864225" y="5697538"/>
          <p14:tracePt t="133613" x="5864225" y="5672138"/>
          <p14:tracePt t="133620" x="5864225" y="5638800"/>
          <p14:tracePt t="133629" x="5864225" y="5597525"/>
          <p14:tracePt t="133637" x="5864225" y="5572125"/>
          <p14:tracePt t="133645" x="5864225" y="5548313"/>
          <p14:tracePt t="133653" x="5880100" y="5507038"/>
          <p14:tracePt t="133661" x="5897563" y="5489575"/>
          <p14:tracePt t="133669" x="5905500" y="5464175"/>
          <p14:tracePt t="133677" x="5938838" y="5432425"/>
          <p14:tracePt t="133685" x="5946775" y="5432425"/>
          <p14:tracePt t="133693" x="5962650" y="5422900"/>
          <p14:tracePt t="133701" x="5980113" y="5407025"/>
          <p14:tracePt t="133709" x="5988050" y="5407025"/>
          <p14:tracePt t="133717" x="6005513" y="5389563"/>
          <p14:tracePt t="133733" x="6021388" y="5389563"/>
          <p14:tracePt t="133741" x="6029325" y="5389563"/>
          <p14:tracePt t="133750" x="6046788" y="5389563"/>
          <p14:tracePt t="133766" x="6062663" y="5389563"/>
          <p14:tracePt t="133782" x="6070600" y="5389563"/>
          <p14:tracePt t="133792" x="6088063" y="5389563"/>
          <p14:tracePt t="133808" x="6103938" y="5407025"/>
          <p14:tracePt t="133814" x="6121400" y="5422900"/>
          <p14:tracePt t="133824" x="6121400" y="5432425"/>
          <p14:tracePt t="133831" x="6129338" y="5464175"/>
          <p14:tracePt t="133839" x="6145213" y="5473700"/>
          <p14:tracePt t="133846" x="6162675" y="5507038"/>
          <p14:tracePt t="133854" x="6186488" y="5530850"/>
          <p14:tracePt t="133863" x="6203950" y="5556250"/>
          <p14:tracePt t="133871" x="6229350" y="5597525"/>
          <p14:tracePt t="133879" x="6245225" y="5613400"/>
          <p14:tracePt t="133887" x="6253163" y="5638800"/>
          <p14:tracePt t="133895" x="6270625" y="5672138"/>
          <p14:tracePt t="133903" x="6286500" y="5688013"/>
          <p14:tracePt t="133919" x="6294438" y="5697538"/>
          <p14:tracePt t="133927" x="6294438" y="5713413"/>
          <p14:tracePt t="133943" x="6311900" y="5713413"/>
          <p14:tracePt t="133984" x="6327775" y="5713413"/>
          <p14:tracePt t="134016" x="6337300" y="5713413"/>
          <p14:tracePt t="134025" x="6353175" y="5713413"/>
          <p14:tracePt t="134032" x="6386513" y="5713413"/>
          <p14:tracePt t="134042" x="6411913" y="5713413"/>
          <p14:tracePt t="134048" x="6435725" y="5713413"/>
          <p14:tracePt t="134058" x="6469063" y="5713413"/>
          <p14:tracePt t="134065" x="6510338" y="5713413"/>
          <p14:tracePt t="134074" x="6535738" y="5713413"/>
          <p14:tracePt t="134081" x="6561138" y="5713413"/>
          <p14:tracePt t="134089" x="6592888" y="5713413"/>
          <p14:tracePt t="134097" x="6602413" y="5713413"/>
          <p14:tracePt t="134105" x="6618288" y="5713413"/>
          <p14:tracePt t="134113" x="6651625" y="5713413"/>
          <p14:tracePt t="134121" x="6659563" y="5713413"/>
          <p14:tracePt t="134137" x="6677025" y="5713413"/>
          <p14:tracePt t="134161" x="6692900" y="5713413"/>
          <p14:tracePt t="134178" x="6700838" y="5713413"/>
          <p14:tracePt t="134194" x="6718300" y="5713413"/>
          <p14:tracePt t="134234" x="6734175" y="5713413"/>
          <p14:tracePt t="134436" x="6718300" y="5730875"/>
          <p14:tracePt t="134460" x="6700838" y="5730875"/>
          <p14:tracePt t="134468" x="6692900" y="5730875"/>
          <p14:tracePt t="134476" x="6677025" y="5730875"/>
          <p14:tracePt t="134484" x="6659563" y="5730875"/>
          <p14:tracePt t="134492" x="6618288" y="5730875"/>
          <p14:tracePt t="134500" x="6577013" y="5730875"/>
          <p14:tracePt t="134509" x="6535738" y="5738813"/>
          <p14:tracePt t="134517" x="6453188" y="5738813"/>
          <p14:tracePt t="134525" x="6386513" y="5738813"/>
          <p14:tracePt t="134533" x="6353175" y="5738813"/>
          <p14:tracePt t="134541" x="6270625" y="5738813"/>
          <p14:tracePt t="134549" x="6203950" y="5738813"/>
          <p14:tracePt t="134558" x="6145213" y="5738813"/>
          <p14:tracePt t="134565" x="6070600" y="5738813"/>
          <p14:tracePt t="134575" x="6021388" y="5738813"/>
          <p14:tracePt t="134581" x="5988050" y="5738813"/>
          <p14:tracePt t="134591" x="5946775" y="5738813"/>
          <p14:tracePt t="134597" x="5921375" y="5738813"/>
          <p14:tracePt t="134606" x="5880100" y="5738813"/>
          <p14:tracePt t="134614" x="5854700" y="5738813"/>
          <p14:tracePt t="134622" x="5822950" y="5738813"/>
          <p14:tracePt t="134630" x="5780088" y="5738813"/>
          <p14:tracePt t="134638" x="5764213" y="5738813"/>
          <p14:tracePt t="134646" x="5722938" y="5738813"/>
          <p14:tracePt t="134654" x="5697538" y="5738813"/>
          <p14:tracePt t="134662" x="5640388" y="5738813"/>
          <p14:tracePt t="134670" x="5599113" y="5730875"/>
          <p14:tracePt t="134678" x="5573713" y="5730875"/>
          <p14:tracePt t="134686" x="5532438" y="5713413"/>
          <p14:tracePt t="134694" x="5491163" y="5713413"/>
          <p14:tracePt t="134702" x="5473700" y="5713413"/>
          <p14:tracePt t="134711" x="5432425" y="5713413"/>
          <p14:tracePt t="134718" x="5407025" y="5713413"/>
          <p14:tracePt t="134727" x="5373688" y="5697538"/>
          <p14:tracePt t="134735" x="5349875" y="5697538"/>
          <p14:tracePt t="134743" x="5308600" y="5688013"/>
          <p14:tracePt t="134751" x="5267325" y="5688013"/>
          <p14:tracePt t="134759" x="5249863" y="5672138"/>
          <p14:tracePt t="134767" x="5208588" y="5672138"/>
          <p14:tracePt t="134775" x="5192713" y="5656263"/>
          <p14:tracePt t="134783" x="5167313" y="5638800"/>
          <p14:tracePt t="134792" x="5141913" y="5630863"/>
          <p14:tracePt t="134808" x="5126038" y="5630863"/>
          <p14:tracePt t="134815" x="5108575" y="5613400"/>
          <p14:tracePt t="134825" x="5100638" y="5613400"/>
          <p14:tracePt t="134831" x="5100638" y="5597525"/>
          <p14:tracePt t="134841" x="5084763" y="5597525"/>
          <p14:tracePt t="134880" x="5084763" y="5589588"/>
          <p14:tracePt t="134920" x="5084763" y="5572125"/>
          <p14:tracePt t="134953" x="5084763" y="5556250"/>
          <p14:tracePt t="134961" x="5084763" y="5548313"/>
          <p14:tracePt t="134969" x="5100638" y="5548313"/>
          <p14:tracePt t="134977" x="5108575" y="5530850"/>
          <p14:tracePt t="134985" x="5126038" y="5514975"/>
          <p14:tracePt t="134993" x="5141913" y="5507038"/>
          <p14:tracePt t="135001" x="5167313" y="5489575"/>
          <p14:tracePt t="135009" x="5192713" y="5473700"/>
          <p14:tracePt t="135017" x="5233988" y="5448300"/>
          <p14:tracePt t="135025" x="5275263" y="5432425"/>
          <p14:tracePt t="135033" x="5324475" y="5422900"/>
          <p14:tracePt t="135042" x="5373688" y="5422900"/>
          <p14:tracePt t="135049" x="5473700" y="5389563"/>
          <p14:tracePt t="135058" x="5499100" y="5373688"/>
          <p14:tracePt t="135066" x="5573713" y="5365750"/>
          <p14:tracePt t="135075" x="5640388" y="5365750"/>
          <p14:tracePt t="135082" x="5697538" y="5348288"/>
          <p14:tracePt t="135091" x="5764213" y="5348288"/>
          <p14:tracePt t="135098" x="5822950" y="5348288"/>
          <p14:tracePt t="135107" x="5880100" y="5348288"/>
          <p14:tracePt t="135114" x="5946775" y="5348288"/>
          <p14:tracePt t="135122" x="6005513" y="5348288"/>
          <p14:tracePt t="135130" x="6121400" y="5348288"/>
          <p14:tracePt t="135138" x="6203950" y="5348288"/>
          <p14:tracePt t="135147" x="6229350" y="5348288"/>
          <p14:tracePt t="135154" x="6294438" y="5348288"/>
          <p14:tracePt t="135163" x="6386513" y="5348288"/>
          <p14:tracePt t="135171" x="6427788" y="5348288"/>
          <p14:tracePt t="135179" x="6510338" y="5365750"/>
          <p14:tracePt t="135187" x="6551613" y="5373688"/>
          <p14:tracePt t="135195" x="6602413" y="5389563"/>
          <p14:tracePt t="135203" x="6659563" y="5407025"/>
          <p14:tracePt t="135211" x="6700838" y="5407025"/>
          <p14:tracePt t="135219" x="6743700" y="5422900"/>
          <p14:tracePt t="135227" x="6775450" y="5432425"/>
          <p14:tracePt t="135235" x="6800850" y="5448300"/>
          <p14:tracePt t="135243" x="6826250" y="5448300"/>
          <p14:tracePt t="135251" x="6859588" y="5464175"/>
          <p14:tracePt t="135259" x="6867525" y="5473700"/>
          <p14:tracePt t="135267" x="6900863" y="5489575"/>
          <p14:tracePt t="135275" x="6916738" y="5489575"/>
          <p14:tracePt t="135284" x="6924675" y="5507038"/>
          <p14:tracePt t="135308" x="6924675" y="5514975"/>
          <p14:tracePt t="135316" x="6942138" y="5514975"/>
          <p14:tracePt t="135372" x="6942138" y="5530850"/>
          <p14:tracePt t="135453" x="6924675" y="5548313"/>
          <p14:tracePt t="135469" x="6916738" y="5556250"/>
          <p14:tracePt t="135477" x="6883400" y="5556250"/>
          <p14:tracePt t="135486" x="6859588" y="5572125"/>
          <p14:tracePt t="135493" x="6842125" y="5572125"/>
          <p14:tracePt t="135502" x="6784975" y="5589588"/>
          <p14:tracePt t="135510" x="6718300" y="5613400"/>
          <p14:tracePt t="135518" x="6677025" y="5613400"/>
          <p14:tracePt t="135526" x="6618288" y="5630863"/>
          <p14:tracePt t="135534" x="6577013" y="5638800"/>
          <p14:tracePt t="135542" x="6494463" y="5656263"/>
          <p14:tracePt t="135550" x="6453188" y="5656263"/>
          <p14:tracePt t="135558" x="6394450" y="5672138"/>
          <p14:tracePt t="135566" x="6353175" y="5688013"/>
          <p14:tracePt t="135575" x="6294438" y="5697538"/>
          <p14:tracePt t="135582" x="6270625" y="5697538"/>
          <p14:tracePt t="135592" x="6229350" y="5697538"/>
          <p14:tracePt t="135598" x="6203950" y="5697538"/>
          <p14:tracePt t="135610" x="6162675" y="5713413"/>
          <p14:tracePt t="135616" x="6129338" y="5713413"/>
          <p14:tracePt t="135625" x="6070600" y="5713413"/>
          <p14:tracePt t="135631" x="6029325" y="5713413"/>
          <p14:tracePt t="135639" x="5980113" y="5713413"/>
          <p14:tracePt t="135647" x="5938838" y="5713413"/>
          <p14:tracePt t="135655" x="5897563" y="5713413"/>
          <p14:tracePt t="135663" x="5838825" y="5713413"/>
          <p14:tracePt t="135671" x="5805488" y="5713413"/>
          <p14:tracePt t="135679" x="5764213" y="5713413"/>
          <p14:tracePt t="135687" x="5722938" y="5713413"/>
          <p14:tracePt t="135695" x="5697538" y="5713413"/>
          <p14:tracePt t="135703" x="5656263" y="5713413"/>
          <p14:tracePt t="135712" x="5630863" y="5713413"/>
          <p14:tracePt t="135720" x="5589588" y="5713413"/>
          <p14:tracePt t="135728" x="5556250" y="5713413"/>
          <p14:tracePt t="135736" x="5514975" y="5713413"/>
          <p14:tracePt t="135744" x="5491163" y="5713413"/>
          <p14:tracePt t="135752" x="5457825" y="5713413"/>
          <p14:tracePt t="135760" x="5416550" y="5697538"/>
          <p14:tracePt t="135768" x="5407025" y="5697538"/>
          <p14:tracePt t="135776" x="5365750" y="5672138"/>
          <p14:tracePt t="135784" x="5332413" y="5672138"/>
          <p14:tracePt t="135793" x="5324475" y="5656263"/>
          <p14:tracePt t="135800" x="5291138" y="5656263"/>
          <p14:tracePt t="135809" x="5275263" y="5638800"/>
          <p14:tracePt t="135825" x="5267325" y="5638800"/>
          <p14:tracePt t="135833" x="5249863" y="5630863"/>
          <p14:tracePt t="135841" x="5233988" y="5630863"/>
          <p14:tracePt t="135858" x="5224463" y="5630863"/>
          <p14:tracePt t="135865" x="5224463" y="5613400"/>
          <p14:tracePt t="135897" x="5224463" y="5597525"/>
          <p14:tracePt t="135921" x="5224463" y="5589588"/>
          <p14:tracePt t="135946" x="5224463" y="5572125"/>
          <p14:tracePt t="135962" x="5224463" y="5548313"/>
          <p14:tracePt t="135970" x="5224463" y="5530850"/>
          <p14:tracePt t="135978" x="5233988" y="5514975"/>
          <p14:tracePt t="135986" x="5249863" y="5489575"/>
          <p14:tracePt t="135994" x="5291138" y="5448300"/>
          <p14:tracePt t="136002" x="5332413" y="5422900"/>
          <p14:tracePt t="136010" x="5373688" y="5373688"/>
          <p14:tracePt t="136019" x="5416550" y="5332413"/>
          <p14:tracePt t="136026" x="5499100" y="5281613"/>
          <p14:tracePt t="136034" x="5573713" y="5249863"/>
          <p14:tracePt t="136043" x="5640388" y="5224463"/>
          <p14:tracePt t="136051" x="5715000" y="5183188"/>
          <p14:tracePt t="136059" x="5756275" y="5183188"/>
          <p14:tracePt t="136067" x="5854700" y="5165725"/>
          <p14:tracePt t="136075" x="5921375" y="5157788"/>
          <p14:tracePt t="136083" x="5988050" y="5141913"/>
          <p14:tracePt t="136092" x="6062663" y="5124450"/>
          <p14:tracePt t="136099" x="6121400" y="5108575"/>
          <p14:tracePt t="136108" x="6170613" y="5108575"/>
          <p14:tracePt t="136115" x="6229350" y="5108575"/>
          <p14:tracePt t="136125" x="6270625" y="5108575"/>
          <p14:tracePt t="136131" x="6311900" y="5108575"/>
          <p14:tracePt t="136141" x="6369050" y="5108575"/>
          <p14:tracePt t="136148" x="6427788" y="5108575"/>
          <p14:tracePt t="136155" x="6510338" y="5108575"/>
          <p14:tracePt t="136164" x="6551613" y="5108575"/>
          <p14:tracePt t="136172" x="6602413" y="5108575"/>
          <p14:tracePt t="136180" x="6677025" y="5108575"/>
          <p14:tracePt t="136188" x="6743700" y="5108575"/>
          <p14:tracePt t="136196" x="6818313" y="5124450"/>
          <p14:tracePt t="136204" x="6867525" y="5141913"/>
          <p14:tracePt t="136212" x="6924675" y="5157788"/>
          <p14:tracePt t="136220" x="6967538" y="5157788"/>
          <p14:tracePt t="136228" x="6999288" y="5165725"/>
          <p14:tracePt t="136236" x="7042150" y="5183188"/>
          <p14:tracePt t="136244" x="7050088" y="5199063"/>
          <p14:tracePt t="136252" x="7083425" y="5207000"/>
          <p14:tracePt t="136260" x="7107238" y="5240338"/>
          <p14:tracePt t="136269" x="7124700" y="5249863"/>
          <p14:tracePt t="136277" x="7150100" y="5281613"/>
          <p14:tracePt t="136285" x="7165975" y="5307013"/>
          <p14:tracePt t="136293" x="7191375" y="5332413"/>
          <p14:tracePt t="136301" x="7207250" y="5365750"/>
          <p14:tracePt t="136309" x="7224713" y="5373688"/>
          <p14:tracePt t="136317" x="7232650" y="5407025"/>
          <p14:tracePt t="136326" x="7232650" y="5422900"/>
          <p14:tracePt t="136333" x="7248525" y="5422900"/>
          <p14:tracePt t="136341" x="7248525" y="5432425"/>
          <p14:tracePt t="136358" x="7248525" y="5448300"/>
          <p14:tracePt t="136382" x="7248525" y="5464175"/>
          <p14:tracePt t="136391" x="7248525" y="5473700"/>
          <p14:tracePt t="136408" x="7248525" y="5489575"/>
          <p14:tracePt t="136414" x="7232650" y="5489575"/>
          <p14:tracePt t="136422" x="7224713" y="5507038"/>
          <p14:tracePt t="136430" x="7224713" y="5514975"/>
          <p14:tracePt t="136438" x="7207250" y="5514975"/>
          <p14:tracePt t="136446" x="7191375" y="5530850"/>
          <p14:tracePt t="136454" x="7165975" y="5548313"/>
          <p14:tracePt t="136462" x="7165975" y="5556250"/>
          <p14:tracePt t="136471" x="7132638" y="5572125"/>
          <p14:tracePt t="136479" x="7107238" y="5589588"/>
          <p14:tracePt t="136487" x="7091363" y="5589588"/>
          <p14:tracePt t="136495" x="7083425" y="5597525"/>
          <p14:tracePt t="136503" x="7050088" y="5613400"/>
          <p14:tracePt t="136511" x="7042150" y="5630863"/>
          <p14:tracePt t="136519" x="7008813" y="5630863"/>
          <p14:tracePt t="136527" x="6983413" y="5638800"/>
          <p14:tracePt t="136535" x="6967538" y="5656263"/>
          <p14:tracePt t="136543" x="6942138" y="5656263"/>
          <p14:tracePt t="136551" x="6916738" y="5672138"/>
          <p14:tracePt t="136559" x="6883400" y="5672138"/>
          <p14:tracePt t="136567" x="6859588" y="5688013"/>
          <p14:tracePt t="136575" x="6842125" y="5688013"/>
          <p14:tracePt t="136583" x="6818313" y="5688013"/>
          <p14:tracePt t="136592" x="6800850" y="5697538"/>
          <p14:tracePt t="136599" x="6784975" y="5697538"/>
          <p14:tracePt t="136610" x="6775450" y="5697538"/>
          <p14:tracePt t="136616" x="6759575" y="5697538"/>
          <p14:tracePt t="136625" x="6743700" y="5713413"/>
          <p14:tracePt t="136632" x="6734175" y="5713413"/>
          <p14:tracePt t="136648" x="6718300" y="5713413"/>
          <p14:tracePt t="136672" x="6700838" y="5713413"/>
          <p14:tracePt t="136721" x="6700838" y="5730875"/>
          <p14:tracePt t="136850" x="6692900" y="5738813"/>
          <p14:tracePt t="136859" x="6677025" y="5754688"/>
          <p14:tracePt t="136866" x="6659563" y="5772150"/>
          <p14:tracePt t="136876" x="6651625" y="5780088"/>
          <p14:tracePt t="136882" x="6618288" y="5813425"/>
          <p14:tracePt t="136892" x="6602413" y="5837238"/>
          <p14:tracePt t="136898" x="6592888" y="5854700"/>
          <p14:tracePt t="136908" x="6561138" y="5880100"/>
          <p14:tracePt t="136915" x="6535738" y="5903913"/>
          <p14:tracePt t="136924" x="6494463" y="5937250"/>
          <p14:tracePt t="136931" x="6469063" y="5954713"/>
          <p14:tracePt t="136939" x="6427788" y="5978525"/>
          <p14:tracePt t="136947" x="6394450" y="6003925"/>
          <p14:tracePt t="136955" x="6353175" y="6019800"/>
          <p14:tracePt t="136963" x="6311900" y="6037263"/>
          <p14:tracePt t="136971" x="6286500" y="6045200"/>
          <p14:tracePt t="136979" x="6245225" y="6062663"/>
          <p14:tracePt t="136987" x="6211888" y="6078538"/>
          <p14:tracePt t="136995" x="6186488" y="6078538"/>
          <p14:tracePt t="137003" x="6170613" y="6086475"/>
          <p14:tracePt t="137011" x="6145213" y="6086475"/>
          <p14:tracePt t="137019" x="6129338" y="6103938"/>
          <p14:tracePt t="137028" x="6103938" y="6103938"/>
          <p14:tracePt t="137035" x="6103938" y="6119813"/>
          <p14:tracePt t="137044" x="6088063" y="6119813"/>
          <p14:tracePt t="137052" x="6070600" y="6119813"/>
          <p14:tracePt t="137068" x="6062663" y="6119813"/>
          <p14:tracePt t="137076" x="6046788" y="6119813"/>
          <p14:tracePt t="137165" x="6029325" y="6119813"/>
          <p14:tracePt t="137213" x="6021388" y="6119813"/>
          <p14:tracePt t="137221" x="6005513" y="6119813"/>
          <p14:tracePt t="137229" x="5946775" y="6119813"/>
          <p14:tracePt t="137237" x="5797550" y="6119813"/>
          <p14:tracePt t="137246" x="5614988" y="6127750"/>
          <p14:tracePt t="137254" x="5491163" y="6145213"/>
          <p14:tracePt t="137262" x="5224463" y="6186488"/>
          <p14:tracePt t="137270" x="5018088" y="6227763"/>
          <p14:tracePt t="137278" x="4794250" y="6269038"/>
          <p14:tracePt t="137286" x="4694238" y="6286500"/>
          <p14:tracePt t="137294" x="4537075" y="6310313"/>
          <p14:tracePt t="137302" x="4411663" y="6327775"/>
          <p14:tracePt t="137310" x="4313238" y="6351588"/>
          <p14:tracePt t="137318" x="4246563" y="6369050"/>
          <p14:tracePt t="137326" x="4221163" y="6384925"/>
          <p14:tracePt t="137334" x="4171950" y="6384925"/>
          <p14:tracePt t="137342" x="4164013" y="6392863"/>
          <p14:tracePt t="137351" x="4146550" y="6392863"/>
          <p14:tracePt t="137367" x="4130675" y="6392863"/>
          <p14:tracePt t="137375" x="4130675" y="6410325"/>
          <p14:tracePt t="137536" x="4130675" y="6392863"/>
          <p14:tracePt t="137552" x="4164013" y="6369050"/>
          <p14:tracePt t="137561" x="4187825" y="6343650"/>
          <p14:tracePt t="137569" x="4271963" y="6310313"/>
          <p14:tracePt t="137577" x="4354513" y="6261100"/>
          <p14:tracePt t="137584" x="4429125" y="6219825"/>
          <p14:tracePt t="137593" x="4529138" y="6161088"/>
          <p14:tracePt t="137601" x="4570413" y="6145213"/>
          <p14:tracePt t="137613" x="4635500" y="6103938"/>
          <p14:tracePt t="137617" x="4702175" y="6078538"/>
          <p14:tracePt t="137625" x="4794250" y="6045200"/>
          <p14:tracePt t="137633" x="4835525" y="6019800"/>
          <p14:tracePt t="137641" x="4884738" y="6003925"/>
          <p14:tracePt t="137649" x="4943475" y="6003925"/>
          <p14:tracePt t="137658" x="5041900" y="5995988"/>
          <p14:tracePt t="137665" x="5067300" y="5995988"/>
          <p14:tracePt t="137674" x="5192713" y="5962650"/>
          <p14:tracePt t="137682" x="5267325" y="5962650"/>
          <p14:tracePt t="137691" x="5308600" y="5962650"/>
          <p14:tracePt t="137698" x="5373688" y="5962650"/>
          <p14:tracePt t="137706" x="5448300" y="5962650"/>
          <p14:tracePt t="137714" x="5532438" y="5962650"/>
          <p14:tracePt t="137722" x="5599113" y="5962650"/>
          <p14:tracePt t="137730" x="5673725" y="5962650"/>
          <p14:tracePt t="137738" x="5797550" y="5962650"/>
          <p14:tracePt t="137746" x="5864225" y="5962650"/>
          <p14:tracePt t="137754" x="5962650" y="5962650"/>
          <p14:tracePt t="137762" x="6005513" y="5962650"/>
          <p14:tracePt t="137770" x="6088063" y="5962650"/>
          <p14:tracePt t="137779" x="6170613" y="5962650"/>
          <p14:tracePt t="137787" x="6245225" y="5962650"/>
          <p14:tracePt t="137795" x="6294438" y="5962650"/>
          <p14:tracePt t="137802" x="6369050" y="5962650"/>
          <p14:tracePt t="137811" x="6427788" y="5962650"/>
          <p14:tracePt t="137819" x="6469063" y="5954713"/>
          <p14:tracePt t="137827" x="6518275" y="5937250"/>
          <p14:tracePt t="137835" x="6577013" y="5937250"/>
          <p14:tracePt t="137843" x="6635750" y="5921375"/>
          <p14:tracePt t="137851" x="6692900" y="5921375"/>
          <p14:tracePt t="137859" x="6718300" y="5921375"/>
          <p14:tracePt t="137867" x="6775450" y="5921375"/>
          <p14:tracePt t="137875" x="6826250" y="5903913"/>
          <p14:tracePt t="137883" x="6859588" y="5903913"/>
          <p14:tracePt t="137892" x="6900863" y="5903913"/>
          <p14:tracePt t="137899" x="6924675" y="5903913"/>
          <p14:tracePt t="137908" x="6958013" y="5903913"/>
          <p14:tracePt t="137916" x="6967538" y="5903913"/>
          <p14:tracePt t="137925" x="6983413" y="5903913"/>
          <p14:tracePt t="137948" x="6999288" y="5903913"/>
          <p14:tracePt t="138013" x="6983413" y="5903913"/>
          <p14:tracePt t="138021" x="6967538" y="5921375"/>
          <p14:tracePt t="138029" x="6942138" y="5921375"/>
          <p14:tracePt t="138037" x="6916738" y="5937250"/>
          <p14:tracePt t="138045" x="6826250" y="5962650"/>
          <p14:tracePt t="138058" x="6784975" y="5962650"/>
          <p14:tracePt t="138061" x="6700838" y="5978525"/>
          <p14:tracePt t="138075" x="6618288" y="5995988"/>
          <p14:tracePt t="138078" x="6494463" y="6003925"/>
          <p14:tracePt t="138092" x="6369050" y="6019800"/>
          <p14:tracePt t="138095" x="6245225" y="6019800"/>
          <p14:tracePt t="138108" x="6186488" y="6019800"/>
          <p14:tracePt t="138110" x="6070600" y="6019800"/>
          <p14:tracePt t="138125" x="5980113" y="6019800"/>
          <p14:tracePt t="138127" x="5905500" y="6019800"/>
          <p14:tracePt t="138134" x="5854700" y="6019800"/>
          <p14:tracePt t="138142" x="5797550" y="6019800"/>
          <p14:tracePt t="138150" x="5756275" y="6019800"/>
          <p14:tracePt t="138158" x="5722938" y="6019800"/>
          <p14:tracePt t="138166" x="5697538" y="6019800"/>
          <p14:tracePt t="138175" x="5681663" y="6019800"/>
          <p14:tracePt t="138182" x="5656263" y="6019800"/>
          <p14:tracePt t="138192" x="5599113" y="6019800"/>
          <p14:tracePt t="138198" x="5556250" y="6019800"/>
          <p14:tracePt t="138208" x="5473700" y="6019800"/>
          <p14:tracePt t="138214" x="5448300" y="6019800"/>
          <p14:tracePt t="138225" x="5373688" y="6019800"/>
          <p14:tracePt t="138231" x="5291138" y="6019800"/>
          <p14:tracePt t="138242" x="5249863" y="6019800"/>
          <p14:tracePt t="138247" x="5192713" y="6019800"/>
          <p14:tracePt t="138258" x="5167313" y="6019800"/>
          <p14:tracePt t="138263" x="5141913" y="6019800"/>
          <p14:tracePt t="138275" x="5126038" y="6019800"/>
          <p14:tracePt t="138279" x="5108575" y="6019800"/>
          <p14:tracePt t="138292" x="5100638" y="6019800"/>
          <p14:tracePt t="138303" x="5084763" y="6003925"/>
          <p14:tracePt t="138327" x="5084763" y="5995988"/>
          <p14:tracePt t="138352" x="5084763" y="5978525"/>
          <p14:tracePt t="138368" x="5084763" y="5962650"/>
          <p14:tracePt t="138376" x="5084763" y="5954713"/>
          <p14:tracePt t="138384" x="5084763" y="5937250"/>
          <p14:tracePt t="138392" x="5084763" y="5921375"/>
          <p14:tracePt t="138400" x="5084763" y="5903913"/>
          <p14:tracePt t="138408" x="5084763" y="5895975"/>
          <p14:tracePt t="138416" x="5084763" y="5862638"/>
          <p14:tracePt t="138425" x="5084763" y="5854700"/>
          <p14:tracePt t="138432" x="5084763" y="5813425"/>
          <p14:tracePt t="138441" x="5084763" y="5772150"/>
          <p14:tracePt t="138449" x="5100638" y="5738813"/>
          <p14:tracePt t="138458" x="5126038" y="5688013"/>
          <p14:tracePt t="138465" x="5141913" y="5630863"/>
          <p14:tracePt t="138474" x="5149850" y="5597525"/>
          <p14:tracePt t="138481" x="5183188" y="5556250"/>
          <p14:tracePt t="138489" x="5208588" y="5514975"/>
          <p14:tracePt t="138497" x="5224463" y="5473700"/>
          <p14:tracePt t="138505" x="5249863" y="5432425"/>
          <p14:tracePt t="138513" x="5324475" y="5389563"/>
          <p14:tracePt t="138521" x="5349875" y="5365750"/>
          <p14:tracePt t="138529" x="5391150" y="5332413"/>
          <p14:tracePt t="138537" x="5473700" y="5281613"/>
          <p14:tracePt t="138546" x="5540375" y="5240338"/>
          <p14:tracePt t="138554" x="5614988" y="5207000"/>
          <p14:tracePt t="138562" x="5681663" y="5199063"/>
          <p14:tracePt t="138570" x="5780088" y="5183188"/>
          <p14:tracePt t="138578" x="5880100" y="5183188"/>
          <p14:tracePt t="138586" x="5921375" y="5183188"/>
          <p14:tracePt t="138594" x="5988050" y="5183188"/>
          <p14:tracePt t="138602" x="6062663" y="5183188"/>
          <p14:tracePt t="138613" x="6129338" y="5183188"/>
          <p14:tracePt t="138618" x="6203950" y="5183188"/>
          <p14:tracePt t="138626" x="6253163" y="5183188"/>
          <p14:tracePt t="138634" x="6327775" y="5183188"/>
          <p14:tracePt t="138642" x="6386513" y="5199063"/>
          <p14:tracePt t="138650" x="6435725" y="5224463"/>
          <p14:tracePt t="138658" x="6477000" y="5249863"/>
          <p14:tracePt t="138667" x="6518275" y="5281613"/>
          <p14:tracePt t="138675" x="6577013" y="5332413"/>
          <p14:tracePt t="138683" x="6618288" y="5373688"/>
          <p14:tracePt t="138692" x="6659563" y="5422900"/>
          <p14:tracePt t="138699" x="6700838" y="5464175"/>
          <p14:tracePt t="138708" x="6734175" y="5507038"/>
          <p14:tracePt t="138715" x="6759575" y="5530850"/>
          <p14:tracePt t="138725" x="6775450" y="5548313"/>
          <p14:tracePt t="138731" x="6784975" y="5556250"/>
          <p14:tracePt t="138742" x="6784975" y="5572125"/>
          <p14:tracePt t="138747" x="6800850" y="5589588"/>
          <p14:tracePt t="138758" x="6800850" y="5597525"/>
          <p14:tracePt t="138771" x="6800850" y="5613400"/>
          <p14:tracePt t="138788" x="6800850" y="5630863"/>
          <p14:tracePt t="138796" x="6743700" y="5656263"/>
          <p14:tracePt t="138804" x="6692900" y="5697538"/>
          <p14:tracePt t="138812" x="6602413" y="5754688"/>
          <p14:tracePt t="138820" x="6510338" y="5780088"/>
          <p14:tracePt t="138828" x="6411913" y="5854700"/>
          <p14:tracePt t="138836" x="6294438" y="5903913"/>
          <p14:tracePt t="138844" x="6170613" y="5978525"/>
          <p14:tracePt t="138852" x="6062663" y="6037263"/>
          <p14:tracePt t="138860" x="5938838" y="6086475"/>
          <p14:tracePt t="138869" x="5822950" y="6161088"/>
          <p14:tracePt t="138877" x="5697538" y="6202363"/>
          <p14:tracePt t="138884" x="5599113" y="6261100"/>
          <p14:tracePt t="138893" x="5499100" y="6302375"/>
          <p14:tracePt t="138900" x="5407025" y="6343650"/>
          <p14:tracePt t="138909" x="5275263" y="6369050"/>
          <p14:tracePt t="138917" x="5183188" y="6392863"/>
          <p14:tracePt t="138925" x="5084763" y="6426200"/>
          <p14:tracePt t="138933" x="5041900" y="6435725"/>
          <p14:tracePt t="138941" x="4959350" y="6451600"/>
          <p14:tracePt t="138949" x="4884738" y="6484938"/>
          <p14:tracePt t="138958" x="4818063" y="6492875"/>
          <p14:tracePt t="138965" x="4760913" y="6492875"/>
          <p14:tracePt t="138975" x="4735513" y="6510338"/>
          <p14:tracePt t="138981" x="4694238" y="6510338"/>
          <p14:tracePt t="138991" x="4678363" y="6510338"/>
          <p14:tracePt t="138998" x="4660900" y="6510338"/>
          <p14:tracePt t="139006" x="4652963" y="6510338"/>
          <p14:tracePt t="139014" x="4635500" y="6510338"/>
          <p14:tracePt t="139143" x="4635500" y="6492875"/>
          <p14:tracePt t="139151" x="4652963" y="6492875"/>
          <p14:tracePt t="139159" x="4660900" y="6492875"/>
          <p14:tracePt t="139167" x="4702175" y="6492875"/>
          <p14:tracePt t="139175" x="4735513" y="6492875"/>
          <p14:tracePt t="139183" x="4794250" y="6492875"/>
          <p14:tracePt t="139192" x="4860925" y="6492875"/>
          <p14:tracePt t="139199" x="4902200" y="6492875"/>
          <p14:tracePt t="139208" x="4967288" y="6492875"/>
          <p14:tracePt t="139216" x="5026025" y="6492875"/>
          <p14:tracePt t="139225" x="5100638" y="6484938"/>
          <p14:tracePt t="139232" x="5149850" y="6484938"/>
          <p14:tracePt t="139241" x="5192713" y="6484938"/>
          <p14:tracePt t="139248" x="5224463" y="6484938"/>
          <p14:tracePt t="139257" x="5267325" y="6484938"/>
          <p14:tracePt t="139264" x="5291138" y="6484938"/>
          <p14:tracePt t="139272" x="5324475" y="6484938"/>
          <p14:tracePt t="139280" x="5349875" y="6467475"/>
          <p14:tracePt t="139288" x="5373688" y="6467475"/>
          <p14:tracePt t="139296" x="5416550" y="6467475"/>
          <p14:tracePt t="139304" x="5448300" y="6467475"/>
          <p14:tracePt t="139312" x="5491163" y="6467475"/>
          <p14:tracePt t="139321" x="5514975" y="6467475"/>
          <p14:tracePt t="139328" x="5556250" y="6451600"/>
          <p14:tracePt t="139337" x="5614988" y="6435725"/>
          <p14:tracePt t="139345" x="5673725" y="6435725"/>
          <p14:tracePt t="139353" x="5715000" y="6435725"/>
          <p14:tracePt t="139361" x="5764213" y="6426200"/>
          <p14:tracePt t="139369" x="5822950" y="6410325"/>
          <p14:tracePt t="139377" x="5880100" y="6392863"/>
          <p14:tracePt t="139385" x="5921375" y="6384925"/>
          <p14:tracePt t="139393" x="5980113" y="6369050"/>
          <p14:tracePt t="139402" x="6029325" y="6351588"/>
          <p14:tracePt t="139409" x="6103938" y="6343650"/>
          <p14:tracePt t="139417" x="6162675" y="6343650"/>
          <p14:tracePt t="139426" x="6211888" y="6327775"/>
          <p14:tracePt t="139433" x="6270625" y="6310313"/>
          <p14:tracePt t="139442" x="6294438" y="6302375"/>
          <p14:tracePt t="139450" x="6337300" y="6302375"/>
          <p14:tracePt t="139459" x="6353175" y="6302375"/>
          <p14:tracePt t="139466" x="6386513" y="6302375"/>
          <p14:tracePt t="139475" x="6411913" y="6302375"/>
          <p14:tracePt t="139482" x="6427788" y="6302375"/>
          <p14:tracePt t="139491" x="6435725" y="6286500"/>
          <p14:tracePt t="139498" x="6453188" y="6286500"/>
          <p14:tracePt t="139509" x="6469063" y="6286500"/>
          <p14:tracePt t="139514" x="6477000" y="6286500"/>
          <p14:tracePt t="139525" x="6494463" y="6286500"/>
          <p14:tracePt t="139531" x="6510338" y="6286500"/>
          <p14:tracePt t="139542" x="6518275" y="6286500"/>
          <p14:tracePt t="139547" x="6535738" y="6286500"/>
          <p14:tracePt t="139563" x="6551613" y="6286500"/>
          <p14:tracePt t="139575" x="6561138" y="6269038"/>
          <p14:tracePt t="139579" x="6577013" y="6269038"/>
          <p14:tracePt t="139591" x="6602413" y="6269038"/>
          <p14:tracePt t="139595" x="6618288" y="6269038"/>
          <p14:tracePt t="139611" x="6651625" y="6269038"/>
          <p14:tracePt t="139614" x="6677025" y="6269038"/>
          <p14:tracePt t="139619" x="6700838" y="6269038"/>
          <p14:tracePt t="139627" x="6743700" y="6269038"/>
          <p14:tracePt t="139636" x="6775450" y="6269038"/>
          <p14:tracePt t="139643" x="6826250" y="6269038"/>
          <p14:tracePt t="139651" x="6859588" y="6269038"/>
          <p14:tracePt t="139659" x="6900863" y="6269038"/>
          <p14:tracePt t="139668" x="6958013" y="6269038"/>
          <p14:tracePt t="139676" x="6983413" y="6269038"/>
          <p14:tracePt t="139684" x="7042150" y="6269038"/>
          <p14:tracePt t="139692" x="7083425" y="6269038"/>
          <p14:tracePt t="139700" x="7132638" y="6269038"/>
          <p14:tracePt t="139709" x="7173913" y="6269038"/>
          <p14:tracePt t="139716" x="7232650" y="6261100"/>
          <p14:tracePt t="139725" x="7273925" y="6261100"/>
          <p14:tracePt t="139732" x="7307263" y="6243638"/>
          <p14:tracePt t="139742" x="7348538" y="6243638"/>
          <p14:tracePt t="139748" x="7373938" y="6227763"/>
          <p14:tracePt t="139758" x="7397750" y="6227763"/>
          <p14:tracePt t="139764" x="7431088" y="6227763"/>
          <p14:tracePt t="139781" x="7439025" y="6227763"/>
          <p14:tracePt t="139791" x="7456488" y="6227763"/>
          <p14:tracePt t="139813" x="7472363" y="6227763"/>
          <p14:tracePt t="139991" x="7456488" y="6227763"/>
          <p14:tracePt t="140023" x="7439025" y="6227763"/>
          <p14:tracePt t="140120" x="7456488" y="6227763"/>
          <p14:tracePt t="140128" x="7489825" y="6227763"/>
          <p14:tracePt t="140136" x="7497763" y="6227763"/>
          <p14:tracePt t="140144" x="7539038" y="6227763"/>
          <p14:tracePt t="140152" x="7572375" y="6227763"/>
          <p14:tracePt t="140160" x="7621588" y="6243638"/>
          <p14:tracePt t="140168" x="7662863" y="6243638"/>
          <p14:tracePt t="140176" x="7696200" y="6243638"/>
          <p14:tracePt t="140184" x="7721600" y="6243638"/>
          <p14:tracePt t="140193" x="7754938" y="6243638"/>
          <p14:tracePt t="140200" x="7762875" y="6243638"/>
          <p14:tracePt t="140209" x="7796213" y="6243638"/>
          <p14:tracePt t="140217" x="7804150" y="6243638"/>
          <p14:tracePt t="140233" x="7821613" y="6243638"/>
          <p14:tracePt t="140257" x="7837488" y="6243638"/>
          <p14:tracePt t="140281" x="7845425" y="6243638"/>
          <p14:tracePt t="140321" x="7845425" y="6227763"/>
          <p14:tracePt t="140370" x="7862888" y="6227763"/>
          <p14:tracePt t="141105" x="7878763" y="6227763"/>
          <p14:tracePt t="141113" x="7970838" y="6227763"/>
          <p14:tracePt t="141121" x="8069263" y="6219825"/>
          <p14:tracePt t="141129" x="8169275" y="6219825"/>
          <p14:tracePt t="141137" x="8235950" y="6202363"/>
          <p14:tracePt t="141145" x="8310563" y="6169025"/>
          <p14:tracePt t="141153" x="8369300" y="6161088"/>
          <p14:tracePt t="141161" x="8418513" y="6145213"/>
          <p14:tracePt t="141169" x="8518525" y="6103938"/>
          <p14:tracePt t="141178" x="8601075" y="6078538"/>
          <p14:tracePt t="141186" x="8683625" y="6045200"/>
          <p14:tracePt t="141193" x="8758238" y="6019800"/>
          <p14:tracePt t="141202" x="8816975" y="5995988"/>
          <p14:tracePt t="141210" x="8858250" y="5962650"/>
          <p14:tracePt t="141218" x="8899525" y="5937250"/>
          <p14:tracePt t="141226" x="8948738" y="5903913"/>
          <p14:tracePt t="141234" x="8966200" y="5895975"/>
          <p14:tracePt t="141242" x="9007475" y="5880100"/>
          <p14:tracePt t="141250" x="9031288" y="5862638"/>
          <p14:tracePt t="141258" x="9031288" y="5854700"/>
          <p14:tracePt t="141266" x="9048750" y="5837238"/>
          <p14:tracePt t="141275" x="9064625" y="5837238"/>
          <p14:tracePt t="141282" x="9082088" y="5821363"/>
          <p14:tracePt t="141291" x="9090025" y="5821363"/>
          <p14:tracePt t="141308" x="9105900" y="5813425"/>
          <p14:tracePt t="141315" x="9123363" y="5813425"/>
          <p14:tracePt t="141339" x="9131300" y="5813425"/>
          <p14:tracePt t="141347" x="9148763" y="5813425"/>
          <p14:tracePt t="141508" x="9148763" y="5821363"/>
          <p14:tracePt t="141589" x="9148763" y="5837238"/>
          <p14:tracePt t="141614" x="9148763" y="5862638"/>
          <p14:tracePt t="143695" x="9148763" y="5854700"/>
          <p14:tracePt t="143702" x="9148763" y="5795963"/>
          <p14:tracePt t="143711" x="9164638" y="5738813"/>
          <p14:tracePt t="143718" x="9172575" y="5672138"/>
          <p14:tracePt t="143727" x="9172575" y="5597525"/>
          <p14:tracePt t="143735" x="9205913" y="5407025"/>
          <p14:tracePt t="143743" x="9213850" y="5224463"/>
          <p14:tracePt t="143751" x="9231313" y="5041900"/>
          <p14:tracePt t="143759" x="9256713" y="4859338"/>
          <p14:tracePt t="143767" x="9256713" y="4635500"/>
          <p14:tracePt t="143775" x="9272588" y="4486275"/>
          <p14:tracePt t="143783" x="9288463" y="4303713"/>
          <p14:tracePt t="143792" x="9331325" y="4146550"/>
          <p14:tracePt t="143799" x="9355138" y="4021138"/>
          <p14:tracePt t="143809" x="9372600" y="3963988"/>
          <p14:tracePt t="143815" x="9388475" y="3881438"/>
          <p14:tracePt t="143825" x="9413875" y="3781425"/>
          <p14:tracePt t="143831" x="9437688" y="3698875"/>
          <p14:tracePt t="143841" x="9455150" y="3657600"/>
          <p14:tracePt t="143848" x="9471025" y="3606800"/>
          <p14:tracePt t="143858" x="9471025" y="3565525"/>
          <p14:tracePt t="143864" x="9480550" y="3532188"/>
          <p14:tracePt t="143875" x="9496425" y="3508375"/>
          <p14:tracePt t="143880" x="9496425" y="3490913"/>
          <p14:tracePt t="143891" x="9496425" y="3475038"/>
          <p14:tracePt t="143912" x="9496425" y="3467100"/>
          <p14:tracePt t="143928" x="9480550" y="3467100"/>
          <p14:tracePt t="143937" x="9429750" y="3449638"/>
          <p14:tracePt t="143945" x="9355138" y="3449638"/>
          <p14:tracePt t="143953" x="9231313" y="3433763"/>
          <p14:tracePt t="143961" x="8982075" y="3424238"/>
          <p14:tracePt t="143969" x="8675688" y="3424238"/>
          <p14:tracePt t="143977" x="8326438" y="3390900"/>
          <p14:tracePt t="143985" x="7929563" y="3390900"/>
          <p14:tracePt t="143993" x="7356475" y="3367088"/>
          <p14:tracePt t="144001" x="6800850" y="3292475"/>
          <p14:tracePt t="144009" x="6245225" y="3241675"/>
          <p14:tracePt t="144017" x="5673725" y="3143250"/>
          <p14:tracePt t="144025" x="5108575" y="2986088"/>
          <p14:tracePt t="144033" x="4578350" y="2794000"/>
          <p14:tracePt t="144042" x="4048125" y="2587625"/>
          <p14:tracePt t="144049" x="3840163" y="2454275"/>
          <p14:tracePt t="144059" x="3449638" y="2230438"/>
          <p14:tracePt t="144066" x="3109913" y="2024063"/>
          <p14:tracePt t="144075" x="2836863" y="1857375"/>
          <p14:tracePt t="144082" x="2571750" y="1700213"/>
          <p14:tracePt t="144092" x="2405063" y="1592263"/>
          <p14:tracePt t="144098" x="2230438" y="1484313"/>
          <p14:tracePt t="144107" x="2206625" y="1450975"/>
          <p14:tracePt t="144114" x="2098675" y="1384300"/>
          <p14:tracePt t="144122" x="1998663" y="1309688"/>
          <p14:tracePt t="144130" x="1941513" y="1285875"/>
          <p14:tracePt t="144138" x="1882775" y="1260475"/>
          <p14:tracePt t="144147" x="1841500" y="1244600"/>
          <p14:tracePt t="144154" x="1816100" y="1219200"/>
          <p14:tracePt t="144163" x="1790700" y="1201738"/>
          <p14:tracePt t="144171" x="1774825" y="1201738"/>
          <p14:tracePt t="144179" x="1758950" y="1185863"/>
          <p14:tracePt t="144187" x="1741488" y="1169988"/>
          <p14:tracePt t="144203" x="1733550" y="1169988"/>
          <p14:tracePt t="144227" x="1733550" y="1160463"/>
          <p14:tracePt t="144373" x="1741488" y="1160463"/>
          <p14:tracePt t="144380" x="1758950" y="1160463"/>
          <p14:tracePt t="144389" x="1790700" y="1160463"/>
          <p14:tracePt t="144397" x="1816100" y="1160463"/>
          <p14:tracePt t="144405" x="1841500" y="1160463"/>
          <p14:tracePt t="144413" x="1882775" y="1160463"/>
          <p14:tracePt t="144421" x="1898650" y="1160463"/>
          <p14:tracePt t="144429" x="1924050" y="1160463"/>
          <p14:tracePt t="144437" x="1941513" y="1169988"/>
          <p14:tracePt t="144445" x="1965325" y="1169988"/>
          <p14:tracePt t="144453" x="1982788" y="1185863"/>
          <p14:tracePt t="144461" x="1998663" y="1185863"/>
          <p14:tracePt t="144477" x="2006600" y="1201738"/>
          <p14:tracePt t="144501" x="2024063" y="1219200"/>
          <p14:tracePt t="144534" x="2039938" y="1219200"/>
          <p14:tracePt t="144566" x="2057400" y="1227138"/>
          <p14:tracePt t="144575" x="2065338" y="1227138"/>
          <p14:tracePt t="144591" x="2081213" y="1244600"/>
          <p14:tracePt t="144598" x="2106613" y="1244600"/>
          <p14:tracePt t="144613" x="2122488" y="1260475"/>
          <p14:tracePt t="144616" x="2139950" y="1260475"/>
          <p14:tracePt t="144624" x="2147888" y="1260475"/>
          <p14:tracePt t="144631" x="2181225" y="1260475"/>
          <p14:tracePt t="144639" x="2189163" y="1268413"/>
          <p14:tracePt t="144655" x="2206625" y="1268413"/>
          <p14:tracePt t="144663" x="2222500" y="1268413"/>
          <p14:tracePt t="144679" x="2222500" y="1285875"/>
          <p14:tracePt t="144687" x="2230438" y="1285875"/>
          <p14:tracePt t="144720" x="2247900" y="1285875"/>
          <p14:tracePt t="144946" x="2263775" y="1285875"/>
          <p14:tracePt t="144954" x="2273300" y="1285875"/>
          <p14:tracePt t="144962" x="2289175" y="1285875"/>
          <p14:tracePt t="144970" x="2305050" y="1285875"/>
          <p14:tracePt t="144978" x="2330450" y="1285875"/>
          <p14:tracePt t="144986" x="2347913" y="1285875"/>
          <p14:tracePt t="144994" x="2363788" y="1285875"/>
          <p14:tracePt t="145002" x="2389188" y="1285875"/>
          <p14:tracePt t="145018" x="2405063" y="1285875"/>
          <p14:tracePt t="145026" x="2413000" y="1285875"/>
          <p14:tracePt t="145034" x="2446338" y="1285875"/>
          <p14:tracePt t="145042" x="2454275" y="1285875"/>
          <p14:tracePt t="145059" x="2487613" y="1285875"/>
          <p14:tracePt t="145067" x="2497138" y="1285875"/>
          <p14:tracePt t="145075" x="2513013" y="1285875"/>
          <p14:tracePt t="145083" x="2538413" y="1285875"/>
          <p14:tracePt t="145091" x="2571750" y="1285875"/>
          <p14:tracePt t="145099" x="2587625" y="1285875"/>
          <p14:tracePt t="145108" x="2613025" y="1285875"/>
          <p14:tracePt t="145115" x="2636838" y="1285875"/>
          <p14:tracePt t="145125" x="2679700" y="1285875"/>
          <p14:tracePt t="145131" x="2754313" y="1285875"/>
          <p14:tracePt t="145141" x="2819400" y="1285875"/>
          <p14:tracePt t="145148" x="2903538" y="1285875"/>
          <p14:tracePt t="145156" x="3019425" y="1285875"/>
          <p14:tracePt t="145164" x="3143250" y="1285875"/>
          <p14:tracePt t="145172" x="3267075" y="1285875"/>
          <p14:tracePt t="145180" x="3425825" y="1285875"/>
          <p14:tracePt t="145188" x="3575050" y="1285875"/>
          <p14:tracePt t="145196" x="3690938" y="1285875"/>
          <p14:tracePt t="145204" x="3840163" y="1285875"/>
          <p14:tracePt t="145212" x="3963988" y="1285875"/>
          <p14:tracePt t="145220" x="4122738" y="1285875"/>
          <p14:tracePt t="145228" x="4246563" y="1285875"/>
          <p14:tracePt t="145236" x="4354513" y="1285875"/>
          <p14:tracePt t="145245" x="4486275" y="1285875"/>
          <p14:tracePt t="145252" x="4611688" y="1285875"/>
          <p14:tracePt t="145260" x="4702175" y="1301750"/>
          <p14:tracePt t="145269" x="4835525" y="1309688"/>
          <p14:tracePt t="145277" x="4876800" y="1309688"/>
          <p14:tracePt t="145285" x="4959350" y="1327150"/>
          <p14:tracePt t="145293" x="5041900" y="1343025"/>
          <p14:tracePt t="145301" x="5126038" y="1350963"/>
          <p14:tracePt t="145309" x="5149850" y="1368425"/>
          <p14:tracePt t="145317" x="5208588" y="1384300"/>
          <p14:tracePt t="145568" x="5224463" y="1384300"/>
          <p14:tracePt t="145575" x="5249863" y="1384300"/>
          <p14:tracePt t="145583" x="5291138" y="1384300"/>
          <p14:tracePt t="145592" x="5332413" y="1384300"/>
          <p14:tracePt t="145600" x="5365750" y="1384300"/>
          <p14:tracePt t="145613" x="5432425" y="1384300"/>
          <p14:tracePt t="145616" x="5514975" y="1384300"/>
          <p14:tracePt t="145625" x="5556250" y="1384300"/>
          <p14:tracePt t="145632" x="5640388" y="1384300"/>
          <p14:tracePt t="145641" x="5715000" y="1384300"/>
          <p14:tracePt t="145648" x="5780088" y="1384300"/>
          <p14:tracePt t="145658" x="5854700" y="1384300"/>
          <p14:tracePt t="145664" x="5921375" y="1384300"/>
          <p14:tracePt t="145672" x="6005513" y="1384300"/>
          <p14:tracePt t="145681" x="6070600" y="1384300"/>
          <p14:tracePt t="145688" x="6145213" y="1384300"/>
          <p14:tracePt t="145697" x="6203950" y="1384300"/>
          <p14:tracePt t="145704" x="6253163" y="1384300"/>
          <p14:tracePt t="145713" x="6294438" y="1384300"/>
          <p14:tracePt t="145721" x="6337300" y="1384300"/>
          <p14:tracePt t="145729" x="6386513" y="1384300"/>
          <p14:tracePt t="145737" x="6411913" y="1384300"/>
          <p14:tracePt t="145745" x="6435725" y="1384300"/>
          <p14:tracePt t="145753" x="6469063" y="1384300"/>
          <p14:tracePt t="145761" x="6510338" y="1384300"/>
          <p14:tracePt t="145769" x="6535738" y="1384300"/>
          <p14:tracePt t="145777" x="6561138" y="1384300"/>
          <p14:tracePt t="145785" x="6602413" y="1384300"/>
          <p14:tracePt t="145793" x="6618288" y="1384300"/>
          <p14:tracePt t="145801" x="6659563" y="1393825"/>
          <p14:tracePt t="145810" x="6677025" y="1393825"/>
          <p14:tracePt t="145818" x="6700838" y="1393825"/>
          <p14:tracePt t="145826" x="6734175" y="1393825"/>
          <p14:tracePt t="145834" x="6743700" y="1393825"/>
          <p14:tracePt t="145850" x="6759575" y="1393825"/>
          <p14:tracePt t="145874" x="6775450" y="1393825"/>
          <p14:tracePt t="145898" x="6784975" y="1393825"/>
          <p14:tracePt t="145931" x="6800850" y="1393825"/>
          <p14:tracePt t="145955" x="6818313" y="1393825"/>
          <p14:tracePt t="145979" x="6826250" y="1393825"/>
          <p14:tracePt t="145995" x="6842125" y="1393825"/>
          <p14:tracePt t="146003" x="6859588" y="1393825"/>
          <p14:tracePt t="146019" x="6867525" y="1393825"/>
          <p14:tracePt t="146028" x="6883400" y="1393825"/>
          <p14:tracePt t="146044" x="6900863" y="1393825"/>
          <p14:tracePt t="146068" x="6916738" y="1393825"/>
          <p14:tracePt t="146092" x="6924675" y="1393825"/>
          <p14:tracePt t="146108" x="6942138" y="1393825"/>
          <p14:tracePt t="146116" x="6958013" y="1393825"/>
          <p14:tracePt t="146125" x="6967538" y="1393825"/>
          <p14:tracePt t="146132" x="6983413" y="1393825"/>
          <p14:tracePt t="146141" x="6999288" y="1393825"/>
          <p14:tracePt t="146158" x="7008813" y="1393825"/>
          <p14:tracePt t="146165" x="7024688" y="1393825"/>
          <p14:tracePt t="146174" x="7050088" y="1393825"/>
          <p14:tracePt t="146181" x="7065963" y="1393825"/>
          <p14:tracePt t="146189" x="7083425" y="1393825"/>
          <p14:tracePt t="146197" x="7091363" y="1393825"/>
          <p14:tracePt t="146206" x="7107238" y="1393825"/>
          <p14:tracePt t="146213" x="7124700" y="1393825"/>
          <p14:tracePt t="146221" x="7132638" y="1393825"/>
          <p14:tracePt t="146229" x="7150100" y="1393825"/>
          <p14:tracePt t="146237" x="7165975" y="1393825"/>
          <p14:tracePt t="146254" x="7173913" y="1393825"/>
          <p14:tracePt t="146270" x="7191375" y="1393825"/>
          <p14:tracePt t="146278" x="7207250" y="1393825"/>
          <p14:tracePt t="146294" x="7224713" y="1393825"/>
          <p14:tracePt t="146302" x="7232650" y="1384300"/>
          <p14:tracePt t="146318" x="7248525" y="1384300"/>
          <p14:tracePt t="146326" x="7265988" y="1384300"/>
          <p14:tracePt t="146334" x="7273925" y="1384300"/>
          <p14:tracePt t="146342" x="7289800" y="1384300"/>
          <p14:tracePt t="146350" x="7307263" y="1368425"/>
          <p14:tracePt t="146367" x="7315200" y="1368425"/>
          <p14:tracePt t="146375" x="7331075" y="1368425"/>
          <p14:tracePt t="146383" x="7348538" y="1368425"/>
          <p14:tracePt t="146392" x="7356475" y="1368425"/>
          <p14:tracePt t="146399" x="7373938" y="1368425"/>
          <p14:tracePt t="146408" x="7389813" y="1350963"/>
          <p14:tracePt t="146415" x="7397750" y="1350963"/>
          <p14:tracePt t="146431" x="7415213" y="1350963"/>
          <p14:tracePt t="146441" x="7431088" y="1343025"/>
          <p14:tracePt t="146447" x="7439025" y="1343025"/>
          <p14:tracePt t="146456" x="7456488" y="1343025"/>
          <p14:tracePt t="146464" x="7472363" y="1343025"/>
          <p14:tracePt t="146480" x="7489825" y="1327150"/>
          <p14:tracePt t="146488" x="7497763" y="1327150"/>
          <p14:tracePt t="146504" x="7513638" y="1327150"/>
          <p14:tracePt t="146512" x="7531100" y="1327150"/>
          <p14:tracePt t="146528" x="7539038" y="1327150"/>
          <p14:tracePt t="146536" x="7556500" y="1327150"/>
          <p14:tracePt t="146552" x="7572375" y="1327150"/>
          <p14:tracePt t="146561" x="7580313" y="1327150"/>
          <p14:tracePt t="146569" x="7597775" y="1327150"/>
          <p14:tracePt t="146577" x="7621588" y="1309688"/>
          <p14:tracePt t="146585" x="7639050" y="1309688"/>
          <p14:tracePt t="146593" x="7662863" y="1301750"/>
          <p14:tracePt t="146601" x="7705725" y="1301750"/>
          <p14:tracePt t="146613" x="7737475" y="1285875"/>
          <p14:tracePt t="146617" x="7762875" y="1285875"/>
          <p14:tracePt t="146625" x="7796213" y="1268413"/>
          <p14:tracePt t="146633" x="7837488" y="1268413"/>
          <p14:tracePt t="146641" x="7862888" y="1260475"/>
          <p14:tracePt t="146649" x="7904163" y="1244600"/>
          <p14:tracePt t="146659" x="7945438" y="1244600"/>
          <p14:tracePt t="146665" x="7970838" y="1244600"/>
          <p14:tracePt t="146675" x="8020050" y="1244600"/>
          <p14:tracePt t="146681" x="8027988" y="1227138"/>
          <p14:tracePt t="146691" x="8069263" y="1227138"/>
          <p14:tracePt t="146697" x="8102600" y="1227138"/>
          <p14:tracePt t="146707" x="8112125" y="1219200"/>
          <p14:tracePt t="146714" x="8143875" y="1219200"/>
          <p14:tracePt t="146722" x="8153400" y="1219200"/>
          <p14:tracePt t="146730" x="8186738" y="1219200"/>
          <p14:tracePt t="146738" x="8210550" y="1219200"/>
          <p14:tracePt t="146746" x="8228013" y="1219200"/>
          <p14:tracePt t="146754" x="8235950" y="1219200"/>
          <p14:tracePt t="146763" x="8269288" y="1219200"/>
          <p14:tracePt t="146779" x="8285163" y="1219200"/>
          <p14:tracePt t="146786" x="8293100" y="1219200"/>
          <p14:tracePt t="146795" x="8310563" y="1219200"/>
          <p14:tracePt t="146803" x="8326438" y="1219200"/>
          <p14:tracePt t="146811" x="8335963" y="1219200"/>
          <p14:tracePt t="146827" x="8351838" y="1219200"/>
          <p14:tracePt t="146851" x="8369300" y="1219200"/>
          <p14:tracePt t="146867" x="8369300" y="1227138"/>
          <p14:tracePt t="146875" x="8377238" y="1227138"/>
          <p14:tracePt t="146900" x="8393113" y="1244600"/>
          <p14:tracePt t="146924" x="8393113" y="1260475"/>
          <p14:tracePt t="146932" x="8410575" y="1260475"/>
          <p14:tracePt t="146941" x="8410575" y="1268413"/>
          <p14:tracePt t="146957" x="8418513" y="1285875"/>
          <p14:tracePt t="146964" x="8434388" y="1301750"/>
          <p14:tracePt t="146972" x="8434388" y="1309688"/>
          <p14:tracePt t="146980" x="8451850" y="1327150"/>
          <p14:tracePt t="146988" x="8459788" y="1350963"/>
          <p14:tracePt t="146996" x="8493125" y="1384300"/>
          <p14:tracePt t="147004" x="8501063" y="1393825"/>
          <p14:tracePt t="147012" x="8518525" y="1435100"/>
          <p14:tracePt t="147021" x="8550275" y="1468438"/>
          <p14:tracePt t="147029" x="8575675" y="1492250"/>
          <p14:tracePt t="147037" x="8601075" y="1525588"/>
          <p14:tracePt t="147045" x="8658225" y="1608138"/>
          <p14:tracePt t="147053" x="8683625" y="1651000"/>
          <p14:tracePt t="147061" x="8699500" y="1674813"/>
          <p14:tracePt t="147069" x="8724900" y="1716088"/>
          <p14:tracePt t="147077" x="8758238" y="1774825"/>
          <p14:tracePt t="147085" x="8783638" y="1816100"/>
          <p14:tracePt t="147093" x="8816975" y="1857375"/>
          <p14:tracePt t="147102" x="8840788" y="1916113"/>
          <p14:tracePt t="147109" x="8858250" y="1965325"/>
          <p14:tracePt t="147118" x="8866188" y="2024063"/>
          <p14:tracePt t="147126" x="8882063" y="2081213"/>
          <p14:tracePt t="147134" x="8899525" y="2147888"/>
          <p14:tracePt t="147142" x="8907463" y="2206625"/>
          <p14:tracePt t="147150" x="8924925" y="2281238"/>
          <p14:tracePt t="147158" x="8940800" y="2330450"/>
          <p14:tracePt t="147166" x="8948738" y="2371725"/>
          <p14:tracePt t="147175" x="8966200" y="2430463"/>
          <p14:tracePt t="147182" x="8982075" y="2471738"/>
          <p14:tracePt t="147192" x="8982075" y="2528888"/>
          <p14:tracePt t="147198" x="8990013" y="2554288"/>
          <p14:tracePt t="147208" x="9007475" y="2611438"/>
          <p14:tracePt t="147214" x="9023350" y="2711450"/>
          <p14:tracePt t="147225" x="9023350" y="2760663"/>
          <p14:tracePt t="147230" x="9031288" y="2852738"/>
          <p14:tracePt t="147241" x="9048750" y="2935288"/>
          <p14:tracePt t="147247" x="9064625" y="3043238"/>
          <p14:tracePt t="147258" x="9082088" y="3167063"/>
          <p14:tracePt t="147263" x="9082088" y="3267075"/>
          <p14:tracePt t="147275" x="9082088" y="3390900"/>
          <p14:tracePt t="147279" x="9082088" y="3490913"/>
          <p14:tracePt t="147291" x="9082088" y="3606800"/>
          <p14:tracePt t="147295" x="9082088" y="3732213"/>
          <p14:tracePt t="147308" x="9064625" y="3881438"/>
          <p14:tracePt t="147311" x="8990013" y="4005263"/>
          <p14:tracePt t="147325" x="8948738" y="4138613"/>
          <p14:tracePt t="147328" x="8940800" y="4162425"/>
          <p14:tracePt t="147342" x="8866188" y="4270375"/>
          <p14:tracePt t="147345" x="8840788" y="4344988"/>
          <p14:tracePt t="147358" x="8816975" y="4403725"/>
          <p14:tracePt t="147361" x="8799513" y="4452938"/>
          <p14:tracePt t="147374" x="8766175" y="4494213"/>
          <p14:tracePt t="147377" x="8758238" y="4535488"/>
          <p14:tracePt t="147391" x="8742363" y="4568825"/>
          <p14:tracePt t="147392" x="8742363" y="4576763"/>
          <p14:tracePt t="147400" x="8742363" y="4594225"/>
          <p14:tracePt t="147408" x="8742363" y="4610100"/>
          <p14:tracePt t="147416" x="8742363" y="4627563"/>
          <p14:tracePt t="147441" x="8742363" y="4635500"/>
          <p14:tracePt t="147481" x="8742363" y="4651375"/>
          <p14:tracePt t="147497" x="8742363" y="4668838"/>
          <p14:tracePt t="147505" x="8742363" y="4676775"/>
          <p14:tracePt t="147513" x="8742363" y="4694238"/>
          <p14:tracePt t="147521" x="8742363" y="4718050"/>
          <p14:tracePt t="147529" x="8742363" y="4751388"/>
          <p14:tracePt t="147537" x="8742363" y="4759325"/>
          <p14:tracePt t="147545" x="8742363" y="4792663"/>
          <p14:tracePt t="147553" x="8742363" y="4802188"/>
          <p14:tracePt t="147561" x="8742363" y="4818063"/>
          <p14:tracePt t="147570" x="8742363" y="4843463"/>
          <p14:tracePt t="147578" x="8742363" y="4859338"/>
          <p14:tracePt t="147586" x="8742363" y="4892675"/>
          <p14:tracePt t="147594" x="8742363" y="4933950"/>
          <p14:tracePt t="147602" x="8758238" y="4941888"/>
          <p14:tracePt t="147613" x="8758238" y="4975225"/>
          <p14:tracePt t="147618" x="8766175" y="4983163"/>
          <p14:tracePt t="147626" x="8783638" y="5000625"/>
          <p14:tracePt t="147634" x="8783638" y="501650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筆跡, 字型, 白色 的圖片&#10;&#10;AI 產生的內容可能不正確。">
            <a:extLst>
              <a:ext uri="{FF2B5EF4-FFF2-40B4-BE49-F238E27FC236}">
                <a16:creationId xmlns:a16="http://schemas.microsoft.com/office/drawing/2014/main" id="{0F84D658-5F16-A723-3975-B52CC8021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3989096"/>
            <a:ext cx="7772400" cy="21878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1293B4A-8A41-A8B1-369D-6D91E4B7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with Replacement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DB75FE-98B4-2AF9-187B-1158F874C8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REINFORCE with Replacement Setting = REINFORCE Leave-Out-One (RLOO)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 that the vanilla REINFORCE with baseline evaluates </a:t>
                </a:r>
                <a:r>
                  <a:rPr lang="en-US" altLang="zh-TW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1800" noProof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gradient </a:t>
                </a:r>
                <a:r>
                  <a:rPr lang="en-US" altLang="zh-TW" sz="1800" noProof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noProof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noProof="1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  <m:sSub>
                          <m:sSub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TW" sz="1800" i="1" noProof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ctrlP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800" i="1" noProof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1800" noProof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sz="1800" noProof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800" i="1" noProof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i="1" noProof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sz="1800" i="1" noProof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1800" i="1" noProof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TW" sz="1800" i="1" noProof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TW" sz="1800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1800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TW" sz="1800" b="0" i="0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replacement,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the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function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≔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when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drawing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i.i.d.</a:t>
                </a:r>
                <a:r>
                  <a:rPr lang="zh-TW" alt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samples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estimator becomes: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FDB75FE-98B4-2AF9-187B-1158F874C8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音訊 16">
            <a:extLst>
              <a:ext uri="{FF2B5EF4-FFF2-40B4-BE49-F238E27FC236}">
                <a16:creationId xmlns:a16="http://schemas.microsoft.com/office/drawing/2014/main" id="{174727D1-F972-252F-53B6-35ADF82081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8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00"/>
    </mc:Choice>
    <mc:Fallback xmlns="">
      <p:transition spd="slow" advTm="7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989" x="5208588" y="6592888"/>
          <p14:tracePt t="2010" x="5208588" y="6219825"/>
          <p14:tracePt t="2012" x="5208588" y="5821363"/>
          <p14:tracePt t="2018" x="5208588" y="5638800"/>
          <p14:tracePt t="2026" x="5183188" y="5291138"/>
          <p14:tracePt t="2034" x="5183188" y="4983163"/>
          <p14:tracePt t="2042" x="5167313" y="4735513"/>
          <p14:tracePt t="2050" x="5167313" y="4470400"/>
          <p14:tracePt t="2058" x="5141913" y="4246563"/>
          <p14:tracePt t="2066" x="5126038" y="4064000"/>
          <p14:tracePt t="2074" x="5108575" y="3881438"/>
          <p14:tracePt t="2082" x="5100638" y="3830638"/>
          <p14:tracePt t="2091" x="5067300" y="3698875"/>
          <p14:tracePt t="2099" x="5059363" y="3606800"/>
          <p14:tracePt t="2106" x="5026025" y="3532188"/>
          <p14:tracePt t="2116" x="5018088" y="3475038"/>
          <p14:tracePt t="2123" x="4984750" y="3449638"/>
          <p14:tracePt t="2133" x="4967288" y="3424238"/>
          <p14:tracePt t="2139" x="4967288" y="3408363"/>
          <p14:tracePt t="2149" x="4959350" y="3390900"/>
          <p14:tracePt t="2155" x="4943475" y="3382963"/>
          <p14:tracePt t="2179" x="4943475" y="3367088"/>
          <p14:tracePt t="2187" x="4926013" y="3367088"/>
          <p14:tracePt t="2228" x="4918075" y="3367088"/>
          <p14:tracePt t="2260" x="4902200" y="3367088"/>
          <p14:tracePt t="2284" x="4884738" y="3367088"/>
          <p14:tracePt t="2308" x="4876800" y="3367088"/>
          <p14:tracePt t="2317" x="4860925" y="3367088"/>
          <p14:tracePt t="2325" x="4843463" y="3367088"/>
          <p14:tracePt t="2333" x="4835525" y="3382963"/>
          <p14:tracePt t="2341" x="4802188" y="3382963"/>
          <p14:tracePt t="2349" x="4776788" y="3390900"/>
          <p14:tracePt t="2357" x="4694238" y="3408363"/>
          <p14:tracePt t="2366" x="4652963" y="3424238"/>
          <p14:tracePt t="2373" x="4570413" y="3424238"/>
          <p14:tracePt t="2383" x="4495800" y="3433763"/>
          <p14:tracePt t="2389" x="4395788" y="3449638"/>
          <p14:tracePt t="2399" x="4305300" y="3449638"/>
          <p14:tracePt t="2405" x="4229100" y="3449638"/>
          <p14:tracePt t="2413" x="4205288" y="3449638"/>
          <p14:tracePt t="2421" x="4122738" y="3449638"/>
          <p14:tracePt t="2430" x="4048125" y="3424238"/>
          <p14:tracePt t="2438" x="3997325" y="3382963"/>
          <p14:tracePt t="2445" x="3940175" y="3341688"/>
          <p14:tracePt t="2454" x="3898900" y="3292475"/>
          <p14:tracePt t="2462" x="3856038" y="3267075"/>
          <p14:tracePt t="2470" x="3822700" y="3225800"/>
          <p14:tracePt t="2478" x="3798888" y="3184525"/>
          <p14:tracePt t="2486" x="3773488" y="3159125"/>
          <p14:tracePt t="2494" x="3757613" y="3143250"/>
          <p14:tracePt t="2502" x="3757613" y="3125788"/>
          <p14:tracePt t="2510" x="3740150" y="3117850"/>
          <p14:tracePt t="2526" x="3740150" y="3101975"/>
          <p14:tracePt t="2559" x="3740150" y="3084513"/>
          <p14:tracePt t="2567" x="3740150" y="3076575"/>
          <p14:tracePt t="2575" x="3773488" y="3060700"/>
          <p14:tracePt t="2583" x="3840163" y="3027363"/>
          <p14:tracePt t="2595" x="3922713" y="2986088"/>
          <p14:tracePt t="2599" x="3997325" y="2960688"/>
          <p14:tracePt t="2607" x="4105275" y="2919413"/>
          <p14:tracePt t="2616" x="4229100" y="2901950"/>
          <p14:tracePt t="2623" x="4329113" y="2901950"/>
          <p14:tracePt t="2632" x="4387850" y="2901950"/>
          <p14:tracePt t="2639" x="4486275" y="2901950"/>
          <p14:tracePt t="2650" x="4552950" y="2901950"/>
          <p14:tracePt t="2656" x="4611688" y="2901950"/>
          <p14:tracePt t="2666" x="4635500" y="2901950"/>
          <p14:tracePt t="2672" x="4660900" y="2919413"/>
          <p14:tracePt t="2682" x="4694238" y="2919413"/>
          <p14:tracePt t="2688" x="4694238" y="2935288"/>
          <p14:tracePt t="2744" x="4635500" y="2935288"/>
          <p14:tracePt t="2752" x="4570413" y="2935288"/>
          <p14:tracePt t="2760" x="4470400" y="2894013"/>
          <p14:tracePt t="2769" x="4313238" y="2836863"/>
          <p14:tracePt t="2777" x="4205288" y="2760663"/>
          <p14:tracePt t="2785" x="4038600" y="2678113"/>
          <p14:tracePt t="2793" x="3865563" y="2587625"/>
          <p14:tracePt t="2801" x="3698875" y="2487613"/>
          <p14:tracePt t="2809" x="3557588" y="2405063"/>
          <p14:tracePt t="2817" x="3516313" y="2371725"/>
          <p14:tracePt t="2825" x="3433763" y="2305050"/>
          <p14:tracePt t="2833" x="3351213" y="2247900"/>
          <p14:tracePt t="2841" x="3284538" y="2181225"/>
          <p14:tracePt t="2849" x="3251200" y="2139950"/>
          <p14:tracePt t="2857" x="3225800" y="2106613"/>
          <p14:tracePt t="2866" x="3201988" y="2081213"/>
          <p14:tracePt t="2873" x="3201988" y="2065338"/>
          <p14:tracePt t="2882" x="3184525" y="2039938"/>
          <p14:tracePt t="2890" x="3184525" y="2024063"/>
          <p14:tracePt t="2899" x="3184525" y="2014538"/>
          <p14:tracePt t="2906" x="3184525" y="1965325"/>
          <p14:tracePt t="2915" x="3225800" y="1924050"/>
          <p14:tracePt t="2922" x="3284538" y="1882775"/>
          <p14:tracePt t="2930" x="3367088" y="1831975"/>
          <p14:tracePt t="2938" x="3475038" y="1757363"/>
          <p14:tracePt t="2946" x="3590925" y="1700213"/>
          <p14:tracePt t="2954" x="3740150" y="1651000"/>
          <p14:tracePt t="2962" x="3898900" y="1617663"/>
          <p14:tracePt t="2970" x="4048125" y="1592263"/>
          <p14:tracePt t="2978" x="4229100" y="1550988"/>
          <p14:tracePt t="2987" x="4387850" y="1533525"/>
          <p14:tracePt t="2995" x="4537075" y="1533525"/>
          <p14:tracePt t="3003" x="4660900" y="1533525"/>
          <p14:tracePt t="3011" x="4776788" y="1533525"/>
          <p14:tracePt t="3019" x="4876800" y="1533525"/>
          <p14:tracePt t="3027" x="4967288" y="1550988"/>
          <p14:tracePt t="3035" x="5067300" y="1592263"/>
          <p14:tracePt t="3043" x="5167313" y="1633538"/>
          <p14:tracePt t="3051" x="5249863" y="1674813"/>
          <p14:tracePt t="3059" x="5332413" y="1749425"/>
          <p14:tracePt t="3067" x="5373688" y="1790700"/>
          <p14:tracePt t="3076" x="5457825" y="1841500"/>
          <p14:tracePt t="3083" x="5532438" y="1898650"/>
          <p14:tracePt t="3092" x="5573713" y="1957388"/>
          <p14:tracePt t="3100" x="5614988" y="1998663"/>
          <p14:tracePt t="3107" x="5640388" y="2039938"/>
          <p14:tracePt t="3116" x="5656263" y="2065338"/>
          <p14:tracePt t="3124" x="5673725" y="2098675"/>
          <p14:tracePt t="3133" x="5673725" y="2122488"/>
          <p14:tracePt t="3140" x="5673725" y="2163763"/>
          <p14:tracePt t="3149" x="5673725" y="2189163"/>
          <p14:tracePt t="3156" x="5556250" y="2281238"/>
          <p14:tracePt t="3166" x="5432425" y="2330450"/>
          <p14:tracePt t="3172" x="5267325" y="2430463"/>
          <p14:tracePt t="3182" x="4902200" y="2611438"/>
          <p14:tracePt t="3188" x="4594225" y="2736850"/>
          <p14:tracePt t="3199" x="4246563" y="2836863"/>
          <p14:tracePt t="3204" x="4064000" y="2894013"/>
          <p14:tracePt t="3216" x="3716338" y="2960688"/>
          <p14:tracePt t="3221" x="3367088" y="3001963"/>
          <p14:tracePt t="3232" x="3019425" y="3060700"/>
          <p14:tracePt t="3237" x="2762250" y="3101975"/>
          <p14:tracePt t="3249" x="2497138" y="3125788"/>
          <p14:tracePt t="3253" x="2273300" y="3125788"/>
          <p14:tracePt t="3266" x="2206625" y="3125788"/>
          <p14:tracePt t="3269" x="2081213" y="3125788"/>
          <p14:tracePt t="3282" x="1982788" y="3125788"/>
          <p14:tracePt t="3285" x="1916113" y="3117850"/>
          <p14:tracePt t="3299" x="1857375" y="3084513"/>
          <p14:tracePt t="3302" x="1833563" y="3060700"/>
          <p14:tracePt t="3316" x="1800225" y="3027363"/>
          <p14:tracePt t="3318" x="1800225" y="3017838"/>
          <p14:tracePt t="3334" x="1790700" y="3017838"/>
          <p14:tracePt t="3334" x="1790700" y="3001963"/>
          <p14:tracePt t="3342" x="1790700" y="2986088"/>
          <p14:tracePt t="3358" x="1790700" y="2976563"/>
          <p14:tracePt t="3366" x="1833563" y="2943225"/>
          <p14:tracePt t="3374" x="1898650" y="2919413"/>
          <p14:tracePt t="3382" x="2024063" y="2860675"/>
          <p14:tracePt t="3390" x="2181225" y="2819400"/>
          <p14:tracePt t="3399" x="2363788" y="2778125"/>
          <p14:tracePt t="3406" x="2538413" y="2719388"/>
          <p14:tracePt t="3416" x="2720975" y="2695575"/>
          <p14:tracePt t="3423" x="2986088" y="2670175"/>
          <p14:tracePt t="3432" x="3243263" y="2636838"/>
          <p14:tracePt t="3439" x="3508375" y="2636838"/>
          <p14:tracePt t="3448" x="3773488" y="2636838"/>
          <p14:tracePt t="3455" x="4022725" y="2636838"/>
          <p14:tracePt t="3463" x="4529138" y="2636838"/>
          <p14:tracePt t="3471" x="4835525" y="2628900"/>
          <p14:tracePt t="3479" x="5224463" y="2628900"/>
          <p14:tracePt t="3487" x="5373688" y="2628900"/>
          <p14:tracePt t="3495" x="5722938" y="2628900"/>
          <p14:tracePt t="3503" x="6070600" y="2595563"/>
          <p14:tracePt t="3511" x="6386513" y="2595563"/>
          <p14:tracePt t="3519" x="6677025" y="2595563"/>
          <p14:tracePt t="3528" x="6900863" y="2595563"/>
          <p14:tracePt t="3535" x="6999288" y="2595563"/>
          <p14:tracePt t="3543" x="7150100" y="2595563"/>
          <p14:tracePt t="3552" x="7307263" y="2595563"/>
          <p14:tracePt t="3560" x="7397750" y="2595563"/>
          <p14:tracePt t="3568" x="7472363" y="2595563"/>
          <p14:tracePt t="3576" x="7497763" y="2595563"/>
          <p14:tracePt t="3584" x="7539038" y="2595563"/>
          <p14:tracePt t="3596" x="7556500" y="2595563"/>
          <p14:tracePt t="3600" x="7572375" y="2595563"/>
          <p14:tracePt t="3624" x="7580313" y="2595563"/>
          <p14:tracePt t="3713" x="7580313" y="2587625"/>
          <p14:tracePt t="3721" x="7580313" y="2570163"/>
          <p14:tracePt t="3729" x="7572375" y="2570163"/>
          <p14:tracePt t="3737" x="7556500" y="2554288"/>
          <p14:tracePt t="3745" x="7531100" y="2546350"/>
          <p14:tracePt t="3754" x="7513638" y="2528888"/>
          <p14:tracePt t="3762" x="7456488" y="2513013"/>
          <p14:tracePt t="3770" x="7397750" y="2495550"/>
          <p14:tracePt t="3778" x="7331075" y="2487613"/>
          <p14:tracePt t="3786" x="7232650" y="2487613"/>
          <p14:tracePt t="3794" x="7083425" y="2487613"/>
          <p14:tracePt t="3802" x="6958013" y="2487613"/>
          <p14:tracePt t="3810" x="6775450" y="2487613"/>
          <p14:tracePt t="3818" x="6592888" y="2487613"/>
          <p14:tracePt t="3826" x="6369050" y="2487613"/>
          <p14:tracePt t="3834" x="6145213" y="2528888"/>
          <p14:tracePt t="3842" x="5962650" y="2570163"/>
          <p14:tracePt t="3850" x="5897563" y="2595563"/>
          <p14:tracePt t="3859" x="5738813" y="2628900"/>
          <p14:tracePt t="3866" x="5640388" y="2654300"/>
          <p14:tracePt t="3875" x="5540375" y="2670175"/>
          <p14:tracePt t="3883" x="5473700" y="2678113"/>
          <p14:tracePt t="3891" x="5416550" y="2695575"/>
          <p14:tracePt t="3899" x="5365750" y="2695575"/>
          <p14:tracePt t="3907" x="5332413" y="2695575"/>
          <p14:tracePt t="3916" x="5291138" y="2695575"/>
          <p14:tracePt t="3923" x="5267325" y="2695575"/>
          <p14:tracePt t="3932" x="5233988" y="2695575"/>
          <p14:tracePt t="3939" x="5224463" y="2695575"/>
          <p14:tracePt t="3949" x="5192713" y="2695575"/>
          <p14:tracePt t="3955" x="5183188" y="2695575"/>
          <p14:tracePt t="3966" x="5167313" y="2678113"/>
          <p14:tracePt t="3971" x="5149850" y="2678113"/>
          <p14:tracePt t="3982" x="5149850" y="2670175"/>
          <p14:tracePt t="4004" x="5149850" y="2654300"/>
          <p14:tracePt t="4012" x="5141913" y="2654300"/>
          <p14:tracePt t="4020" x="5141913" y="2636838"/>
          <p14:tracePt t="4036" x="5141913" y="2628900"/>
          <p14:tracePt t="4060" x="5141913" y="2611438"/>
          <p14:tracePt t="4068" x="5141913" y="2595563"/>
          <p14:tracePt t="4076" x="5141913" y="2587625"/>
          <p14:tracePt t="4084" x="5141913" y="2570163"/>
          <p14:tracePt t="4092" x="5126038" y="2554288"/>
          <p14:tracePt t="4101" x="5126038" y="2528888"/>
          <p14:tracePt t="4109" x="5126038" y="2513013"/>
          <p14:tracePt t="4125" x="5126038" y="2495550"/>
          <p14:tracePt t="4133" x="5126038" y="2487613"/>
          <p14:tracePt t="4157" x="5126038" y="2471738"/>
          <p14:tracePt t="4230" x="5108575" y="2471738"/>
          <p14:tracePt t="4254" x="5100638" y="2454275"/>
          <p14:tracePt t="4262" x="5067300" y="2446338"/>
          <p14:tracePt t="4270" x="5059363" y="2430463"/>
          <p14:tracePt t="4278" x="5026025" y="2413000"/>
          <p14:tracePt t="4286" x="5018088" y="2405063"/>
          <p14:tracePt t="4294" x="4984750" y="2387600"/>
          <p14:tracePt t="4302" x="4959350" y="2371725"/>
          <p14:tracePt t="4311" x="4959350" y="2363788"/>
          <p14:tracePt t="4319" x="4943475" y="2346325"/>
          <p14:tracePt t="4327" x="4926013" y="2346325"/>
          <p14:tracePt t="4335" x="4926013" y="2330450"/>
          <p14:tracePt t="4442" x="4918075" y="2330450"/>
          <p14:tracePt t="4449" x="4918075" y="2322513"/>
          <p14:tracePt t="4456" x="4918075" y="2305050"/>
          <p14:tracePt t="4466" x="4902200" y="2305050"/>
          <p14:tracePt t="4472" x="4902200" y="2289175"/>
          <p14:tracePt t="4482" x="4902200" y="2263775"/>
          <p14:tracePt t="4488" x="4902200" y="2247900"/>
          <p14:tracePt t="4497" x="4884738" y="2230438"/>
          <p14:tracePt t="4504" x="4876800" y="2189163"/>
          <p14:tracePt t="4512" x="4876800" y="2163763"/>
          <p14:tracePt t="4520" x="4860925" y="2139950"/>
          <p14:tracePt t="4528" x="4843463" y="2098675"/>
          <p14:tracePt t="4537" x="4843463" y="2065338"/>
          <p14:tracePt t="4545" x="4843463" y="2024063"/>
          <p14:tracePt t="4553" x="4843463" y="1998663"/>
          <p14:tracePt t="4561" x="4843463" y="1957388"/>
          <p14:tracePt t="4569" x="4843463" y="1916113"/>
          <p14:tracePt t="4577" x="4843463" y="1882775"/>
          <p14:tracePt t="4585" x="4843463" y="1841500"/>
          <p14:tracePt t="4595" x="4860925" y="1816100"/>
          <p14:tracePt t="4601" x="4884738" y="1790700"/>
          <p14:tracePt t="4609" x="4918075" y="1757363"/>
          <p14:tracePt t="4617" x="4959350" y="1733550"/>
          <p14:tracePt t="4625" x="5041900" y="1674813"/>
          <p14:tracePt t="4633" x="5067300" y="1658938"/>
          <p14:tracePt t="4641" x="5167313" y="1617663"/>
          <p14:tracePt t="4650" x="5249863" y="1608138"/>
          <p14:tracePt t="4658" x="5324475" y="1576388"/>
          <p14:tracePt t="4666" x="5416550" y="1566863"/>
          <p14:tracePt t="4674" x="5514975" y="1566863"/>
          <p14:tracePt t="4683" x="5599113" y="1550988"/>
          <p14:tracePt t="4690" x="5722938" y="1550988"/>
          <p14:tracePt t="4700" x="5822950" y="1550988"/>
          <p14:tracePt t="4706" x="5946775" y="1550988"/>
          <p14:tracePt t="4716" x="6070600" y="1550988"/>
          <p14:tracePt t="4722" x="6211888" y="1550988"/>
          <p14:tracePt t="4733" x="6337300" y="1550988"/>
          <p14:tracePt t="4738" x="6494463" y="1550988"/>
          <p14:tracePt t="4749" x="6618288" y="1550988"/>
          <p14:tracePt t="4754" x="6743700" y="1576388"/>
          <p14:tracePt t="4766" x="6859588" y="1592263"/>
          <p14:tracePt t="4770" x="6983413" y="1608138"/>
          <p14:tracePt t="4782" x="7107238" y="1608138"/>
          <p14:tracePt t="4787" x="7232650" y="1617663"/>
          <p14:tracePt t="4799" x="7348538" y="1633538"/>
          <p14:tracePt t="4803" x="7472363" y="1633538"/>
          <p14:tracePt t="4816" x="7597775" y="1651000"/>
          <p14:tracePt t="4819" x="7621588" y="1651000"/>
          <p14:tracePt t="4833" x="7721600" y="1651000"/>
          <p14:tracePt t="4835" x="7920038" y="1658938"/>
          <p14:tracePt t="4849" x="7945438" y="1674813"/>
          <p14:tracePt t="4852" x="8102600" y="1692275"/>
          <p14:tracePt t="4866" x="8169275" y="1716088"/>
          <p14:tracePt t="4869" x="8269288" y="1733550"/>
          <p14:tracePt t="4883" x="8310563" y="1749425"/>
          <p14:tracePt t="4884" x="8377238" y="1774825"/>
          <p14:tracePt t="4892" x="8434388" y="1800225"/>
          <p14:tracePt t="4900" x="8475663" y="1831975"/>
          <p14:tracePt t="4908" x="8534400" y="1841500"/>
          <p14:tracePt t="4916" x="8575675" y="1857375"/>
          <p14:tracePt t="4924" x="8601075" y="1882775"/>
          <p14:tracePt t="4932" x="8634413" y="1882775"/>
          <p14:tracePt t="4940" x="8642350" y="1898650"/>
          <p14:tracePt t="4949" x="8658225" y="1916113"/>
          <p14:tracePt t="4966" x="8675688" y="1924050"/>
          <p14:tracePt t="4972" x="8683625" y="1924050"/>
          <p14:tracePt t="4981" x="8683625" y="1939925"/>
          <p14:tracePt t="4989" x="8699500" y="1939925"/>
          <p14:tracePt t="4998" x="8716963" y="1957388"/>
          <p14:tracePt t="5005" x="8724900" y="1965325"/>
          <p14:tracePt t="5013" x="8742363" y="1981200"/>
          <p14:tracePt t="5021" x="8758238" y="1998663"/>
          <p14:tracePt t="5029" x="8766175" y="2014538"/>
          <p14:tracePt t="5037" x="8783638" y="2039938"/>
          <p14:tracePt t="5045" x="8799513" y="2039938"/>
          <p14:tracePt t="5053" x="8824913" y="2055813"/>
          <p14:tracePt t="5061" x="8840788" y="2065338"/>
          <p14:tracePt t="5070" x="8866188" y="2098675"/>
          <p14:tracePt t="5078" x="8882063" y="2098675"/>
          <p14:tracePt t="5085" x="8907463" y="2106613"/>
          <p14:tracePt t="5094" x="8907463" y="2122488"/>
          <p14:tracePt t="5101" x="8924925" y="2122488"/>
          <p14:tracePt t="5110" x="8940800" y="2139950"/>
          <p14:tracePt t="5126" x="8948738" y="2139950"/>
          <p14:tracePt t="5158" x="8948738" y="2147888"/>
          <p14:tracePt t="5215" x="8940800" y="2163763"/>
          <p14:tracePt t="5223" x="8924925" y="2163763"/>
          <p14:tracePt t="5234" x="8899525" y="2181225"/>
          <p14:tracePt t="5239" x="8866188" y="2189163"/>
          <p14:tracePt t="5247" x="8840788" y="2206625"/>
          <p14:tracePt t="5267" x="8766175" y="2230438"/>
          <p14:tracePt t="5271" x="8724900" y="2230438"/>
          <p14:tracePt t="5282" x="8699500" y="2263775"/>
          <p14:tracePt t="5287" x="8658225" y="2263775"/>
          <p14:tracePt t="5299" x="8559800" y="2289175"/>
          <p14:tracePt t="5303" x="8501063" y="2305050"/>
          <p14:tracePt t="5316" x="8434388" y="2322513"/>
          <p14:tracePt t="5320" x="8335963" y="2330450"/>
          <p14:tracePt t="5333" x="8235950" y="2346325"/>
          <p14:tracePt t="5336" x="8128000" y="2363788"/>
          <p14:tracePt t="5349" x="7970838" y="2371725"/>
          <p14:tracePt t="5352" x="7796213" y="2387600"/>
          <p14:tracePt t="5366" x="7572375" y="2413000"/>
          <p14:tracePt t="5369" x="7348538" y="2413000"/>
          <p14:tracePt t="5382" x="7165975" y="2430463"/>
          <p14:tracePt t="5385" x="6942138" y="2454275"/>
          <p14:tracePt t="5399" x="6759575" y="2454275"/>
          <p14:tracePt t="5402" x="6577013" y="2471738"/>
          <p14:tracePt t="5416" x="6427788" y="2487613"/>
          <p14:tracePt t="5417" x="6245225" y="2495550"/>
          <p14:tracePt t="5425" x="6046788" y="2528888"/>
          <p14:tracePt t="5433" x="6005513" y="2546350"/>
          <p14:tracePt t="5441" x="5880100" y="2554288"/>
          <p14:tracePt t="5449" x="5756275" y="2570163"/>
          <p14:tracePt t="5457" x="5656263" y="2570163"/>
          <p14:tracePt t="5466" x="5589588" y="2570163"/>
          <p14:tracePt t="5473" x="5514975" y="2570163"/>
          <p14:tracePt t="5482" x="5432425" y="2570163"/>
          <p14:tracePt t="5489" x="5391150" y="2570163"/>
          <p14:tracePt t="5499" x="5308600" y="2528888"/>
          <p14:tracePt t="5505" x="5275263" y="2513013"/>
          <p14:tracePt t="5516" x="5224463" y="2487613"/>
          <p14:tracePt t="5521" x="5167313" y="2454275"/>
          <p14:tracePt t="5532" x="5141913" y="2446338"/>
          <p14:tracePt t="5538" x="5100638" y="2413000"/>
          <p14:tracePt t="5549" x="5084763" y="2405063"/>
          <p14:tracePt t="5554" x="5059363" y="2387600"/>
          <p14:tracePt t="5566" x="5041900" y="2387600"/>
          <p14:tracePt t="5570" x="5026025" y="2371725"/>
          <p14:tracePt t="5583" x="5018088" y="2371725"/>
          <p14:tracePt t="5602" x="5000625" y="2371725"/>
          <p14:tracePt t="5764" x="5018088" y="2371725"/>
          <p14:tracePt t="5772" x="5041900" y="2371725"/>
          <p14:tracePt t="5780" x="5100638" y="2371725"/>
          <p14:tracePt t="5788" x="5149850" y="2371725"/>
          <p14:tracePt t="5796" x="5275263" y="2346325"/>
          <p14:tracePt t="5804" x="5349875" y="2346325"/>
          <p14:tracePt t="5812" x="5416550" y="2346325"/>
          <p14:tracePt t="5820" x="5514975" y="2330450"/>
          <p14:tracePt t="5828" x="5614988" y="2330450"/>
          <p14:tracePt t="5836" x="5715000" y="2330450"/>
          <p14:tracePt t="5844" x="5805488" y="2322513"/>
          <p14:tracePt t="5852" x="5854700" y="2322513"/>
          <p14:tracePt t="5861" x="5938838" y="2305050"/>
          <p14:tracePt t="5869" x="6005513" y="2305050"/>
          <p14:tracePt t="5877" x="6070600" y="2289175"/>
          <p14:tracePt t="5885" x="6129338" y="2289175"/>
          <p14:tracePt t="5893" x="6186488" y="2289175"/>
          <p14:tracePt t="5901" x="6211888" y="2289175"/>
          <p14:tracePt t="5909" x="6270625" y="2289175"/>
          <p14:tracePt t="5917" x="6294438" y="2289175"/>
          <p14:tracePt t="5925" x="6311900" y="2289175"/>
          <p14:tracePt t="5933" x="6337300" y="2289175"/>
          <p14:tracePt t="5942" x="6353175" y="2289175"/>
          <p14:tracePt t="5957" x="6386513" y="2289175"/>
          <p14:tracePt t="5966" x="6394450" y="2289175"/>
          <p14:tracePt t="5973" x="6411913" y="2289175"/>
          <p14:tracePt t="5982" x="6427788" y="2289175"/>
          <p14:tracePt t="5990" x="6453188" y="2289175"/>
          <p14:tracePt t="5999" x="6477000" y="2289175"/>
          <p14:tracePt t="6006" x="6494463" y="2289175"/>
          <p14:tracePt t="6016" x="6518275" y="2289175"/>
          <p14:tracePt t="6022" x="6535738" y="2289175"/>
          <p14:tracePt t="6032" x="6577013" y="2289175"/>
          <p14:tracePt t="6038" x="6602413" y="2289175"/>
          <p14:tracePt t="6046" x="6635750" y="2289175"/>
          <p14:tracePt t="6054" x="6677025" y="2289175"/>
          <p14:tracePt t="6062" x="6718300" y="2289175"/>
          <p14:tracePt t="6070" x="6800850" y="2289175"/>
          <p14:tracePt t="6078" x="6867525" y="2289175"/>
          <p14:tracePt t="6087" x="6942138" y="2289175"/>
          <p14:tracePt t="6095" x="7042150" y="2289175"/>
          <p14:tracePt t="6103" x="7165975" y="2289175"/>
          <p14:tracePt t="6111" x="7265988" y="2289175"/>
          <p14:tracePt t="6119" x="7307263" y="2289175"/>
          <p14:tracePt t="6127" x="7397750" y="2289175"/>
          <p14:tracePt t="6135" x="7497763" y="2289175"/>
          <p14:tracePt t="6143" x="7572375" y="2289175"/>
          <p14:tracePt t="6151" x="7654925" y="2289175"/>
          <p14:tracePt t="6159" x="7696200" y="2289175"/>
          <p14:tracePt t="6167" x="7754938" y="2289175"/>
          <p14:tracePt t="6175" x="7796213" y="2289175"/>
          <p14:tracePt t="6183" x="7821613" y="2289175"/>
          <p14:tracePt t="6192" x="7862888" y="2289175"/>
          <p14:tracePt t="6200" x="7878763" y="2289175"/>
          <p14:tracePt t="6208" x="7886700" y="2289175"/>
          <p14:tracePt t="6216" x="7904163" y="2289175"/>
          <p14:tracePt t="6224" x="7920038" y="2289175"/>
          <p14:tracePt t="6240" x="7929563" y="2289175"/>
          <p14:tracePt t="6313" x="7920038" y="2289175"/>
          <p14:tracePt t="6321" x="7886700" y="2289175"/>
          <p14:tracePt t="6329" x="7837488" y="2305050"/>
          <p14:tracePt t="6337" x="7762875" y="2305050"/>
          <p14:tracePt t="6345" x="7696200" y="2305050"/>
          <p14:tracePt t="6366" x="7415213" y="2330450"/>
          <p14:tracePt t="6369" x="7265988" y="2346325"/>
          <p14:tracePt t="6383" x="7107238" y="2363788"/>
          <p14:tracePt t="6386" x="7050088" y="2363788"/>
          <p14:tracePt t="6399" x="6942138" y="2371725"/>
          <p14:tracePt t="6403" x="6818313" y="2371725"/>
          <p14:tracePt t="6416" x="6635750" y="2405063"/>
          <p14:tracePt t="6418" x="6577013" y="2405063"/>
          <p14:tracePt t="6433" x="6477000" y="2405063"/>
          <p14:tracePt t="6434" x="6386513" y="2405063"/>
          <p14:tracePt t="6442" x="6311900" y="2405063"/>
          <p14:tracePt t="6450" x="6253163" y="2405063"/>
          <p14:tracePt t="6458" x="6203950" y="2405063"/>
          <p14:tracePt t="6466" x="6162675" y="2405063"/>
          <p14:tracePt t="6474" x="6121400" y="2405063"/>
          <p14:tracePt t="6482" x="6070600" y="2405063"/>
          <p14:tracePt t="6490" x="6062663" y="2405063"/>
          <p14:tracePt t="6500" x="6029325" y="2405063"/>
          <p14:tracePt t="6507" x="6021388" y="2405063"/>
          <p14:tracePt t="6516" x="5980113" y="2405063"/>
          <p14:tracePt t="6523" x="5946775" y="2405063"/>
          <p14:tracePt t="6533" x="5938838" y="2405063"/>
          <p14:tracePt t="6539" x="5897563" y="2405063"/>
          <p14:tracePt t="6549" x="5822950" y="2405063"/>
          <p14:tracePt t="6555" x="5764213" y="2405063"/>
          <p14:tracePt t="6566" x="5738813" y="2405063"/>
          <p14:tracePt t="6571" x="5656263" y="2405063"/>
          <p14:tracePt t="6582" x="5614988" y="2405063"/>
          <p14:tracePt t="6587" x="5532438" y="2387600"/>
          <p14:tracePt t="6601" x="5457825" y="2387600"/>
          <p14:tracePt t="6606" x="5391150" y="2387600"/>
          <p14:tracePt t="6616" x="5332413" y="2371725"/>
          <p14:tracePt t="6619" x="5275263" y="2371725"/>
          <p14:tracePt t="6633" x="5233988" y="2371725"/>
          <p14:tracePt t="6636" x="5183188" y="2371725"/>
          <p14:tracePt t="6649" x="5126038" y="2371725"/>
          <p14:tracePt t="6652" x="5067300" y="2371725"/>
          <p14:tracePt t="6666" x="5041900" y="2371725"/>
          <p14:tracePt t="6669" x="4984750" y="2371725"/>
          <p14:tracePt t="6683" x="4943475" y="2371725"/>
          <p14:tracePt t="6685" x="4918075" y="2371725"/>
          <p14:tracePt t="6699" x="4876800" y="2371725"/>
          <p14:tracePt t="6701" x="4860925" y="2371725"/>
          <p14:tracePt t="6716" x="4843463" y="2371725"/>
          <p14:tracePt t="6717" x="4835525" y="2371725"/>
          <p14:tracePt t="6732" x="4818063" y="2371725"/>
          <p14:tracePt t="6878" x="4835525" y="2371725"/>
          <p14:tracePt t="6886" x="4860925" y="2371725"/>
          <p14:tracePt t="6894" x="4902200" y="2371725"/>
          <p14:tracePt t="6902" x="4967288" y="2371725"/>
          <p14:tracePt t="6910" x="5026025" y="2371725"/>
          <p14:tracePt t="6918" x="5126038" y="2371725"/>
          <p14:tracePt t="6926" x="5233988" y="2371725"/>
          <p14:tracePt t="6934" x="5365750" y="2371725"/>
          <p14:tracePt t="6942" x="5491163" y="2371725"/>
          <p14:tracePt t="6951" x="5640388" y="2363788"/>
          <p14:tracePt t="6958" x="5764213" y="2363788"/>
          <p14:tracePt t="6967" x="5880100" y="2363788"/>
          <p14:tracePt t="6975" x="6005513" y="2346325"/>
          <p14:tracePt t="6983" x="6129338" y="2346325"/>
          <p14:tracePt t="6991" x="6286500" y="2330450"/>
          <p14:tracePt t="6999" x="6435725" y="2330450"/>
          <p14:tracePt t="7007" x="6577013" y="2305050"/>
          <p14:tracePt t="7016" x="6734175" y="2305050"/>
          <p14:tracePt t="7023" x="6883400" y="2305050"/>
          <p14:tracePt t="7032" x="7008813" y="2305050"/>
          <p14:tracePt t="7040" x="7132638" y="2305050"/>
          <p14:tracePt t="7049" x="7248525" y="2305050"/>
          <p14:tracePt t="7055" x="7397750" y="2305050"/>
          <p14:tracePt t="7066" x="7531100" y="2305050"/>
          <p14:tracePt t="7071" x="7654925" y="2305050"/>
          <p14:tracePt t="7083" x="7780338" y="2305050"/>
          <p14:tracePt t="7088" x="7886700" y="2305050"/>
          <p14:tracePt t="7099" x="7945438" y="2322513"/>
          <p14:tracePt t="7104" x="8020050" y="2330450"/>
          <p14:tracePt t="7116" x="8112125" y="2330450"/>
          <p14:tracePt t="7120" x="8186738" y="2346325"/>
          <p14:tracePt t="7132" x="8269288" y="2363788"/>
          <p14:tracePt t="7136" x="8293100" y="2363788"/>
          <p14:tracePt t="7150" x="8335963" y="2371725"/>
          <p14:tracePt t="7152" x="8351838" y="2371725"/>
          <p14:tracePt t="7166" x="8377238" y="2387600"/>
          <p14:tracePt t="7168" x="8393113" y="2387600"/>
          <p14:tracePt t="7193" x="8410575" y="2387600"/>
          <p14:tracePt t="7217" x="8418513" y="2387600"/>
          <p14:tracePt t="7225" x="8434388" y="2387600"/>
          <p14:tracePt t="7241" x="8434388" y="2405063"/>
          <p14:tracePt t="7370" x="8410575" y="2405063"/>
          <p14:tracePt t="7378" x="8377238" y="2405063"/>
          <p14:tracePt t="7387" x="8293100" y="2405063"/>
          <p14:tracePt t="7394" x="8269288" y="2405063"/>
          <p14:tracePt t="7402" x="8210550" y="2405063"/>
          <p14:tracePt t="7411" x="8143875" y="2405063"/>
          <p14:tracePt t="7419" x="8069263" y="2405063"/>
          <p14:tracePt t="7427" x="7986713" y="2405063"/>
          <p14:tracePt t="7435" x="7920038" y="2405063"/>
          <p14:tracePt t="7443" x="7862888" y="2405063"/>
          <p14:tracePt t="7451" x="7796213" y="2405063"/>
          <p14:tracePt t="7459" x="7737475" y="2405063"/>
          <p14:tracePt t="7467" x="7705725" y="2405063"/>
          <p14:tracePt t="7475" x="7662863" y="2405063"/>
          <p14:tracePt t="7483" x="7654925" y="2405063"/>
          <p14:tracePt t="7491" x="7639050" y="2405063"/>
          <p14:tracePt t="7499" x="7621588" y="2405063"/>
          <p14:tracePt t="7572" x="7680325" y="2405063"/>
          <p14:tracePt t="7582" x="7754938" y="2413000"/>
          <p14:tracePt t="7588" x="7845425" y="2430463"/>
          <p14:tracePt t="7597" x="7945438" y="2446338"/>
          <p14:tracePt t="7616" x="8210550" y="2471738"/>
          <p14:tracePt t="7621" x="8335963" y="2487613"/>
          <p14:tracePt t="7633" x="8459788" y="2495550"/>
          <p14:tracePt t="7637" x="8593138" y="2513013"/>
          <p14:tracePt t="7649" x="8699500" y="2513013"/>
          <p14:tracePt t="7653" x="8824913" y="2528888"/>
          <p14:tracePt t="7666" x="8882063" y="2528888"/>
          <p14:tracePt t="7669" x="8982075" y="2528888"/>
          <p14:tracePt t="7683" x="9048750" y="2546350"/>
          <p14:tracePt t="7685" x="9123363" y="2546350"/>
          <p14:tracePt t="7699" x="9172575" y="2546350"/>
          <p14:tracePt t="7701" x="9231313" y="2546350"/>
          <p14:tracePt t="7716" x="9247188" y="2546350"/>
          <p14:tracePt t="7718" x="9272588" y="2546350"/>
          <p14:tracePt t="7732" x="9288463" y="2546350"/>
          <p14:tracePt t="7750" x="9297988" y="2546350"/>
          <p14:tracePt t="7815" x="9272588" y="2546350"/>
          <p14:tracePt t="7822" x="9205913" y="2546350"/>
          <p14:tracePt t="7832" x="9148763" y="2554288"/>
          <p14:tracePt t="7839" x="9082088" y="2554288"/>
          <p14:tracePt t="7847" x="9007475" y="2554288"/>
          <p14:tracePt t="7867" x="8858250" y="2554288"/>
          <p14:tracePt t="7871" x="8783638" y="2554288"/>
          <p14:tracePt t="7882" x="8634413" y="2554288"/>
          <p14:tracePt t="7887" x="8501063" y="2554288"/>
          <p14:tracePt t="7899" x="8410575" y="2554288"/>
          <p14:tracePt t="7903" x="8285163" y="2570163"/>
          <p14:tracePt t="7916" x="8169275" y="2570163"/>
          <p14:tracePt t="7919" x="8020050" y="2570163"/>
          <p14:tracePt t="7933" x="7886700" y="2570163"/>
          <p14:tracePt t="7935" x="7737475" y="2570163"/>
          <p14:tracePt t="7949" x="7580313" y="2570163"/>
          <p14:tracePt t="7951" x="7472363" y="2570163"/>
          <p14:tracePt t="7966" x="7315200" y="2570163"/>
          <p14:tracePt t="7969" x="7265988" y="2570163"/>
          <p14:tracePt t="7982" x="7132638" y="2570163"/>
          <p14:tracePt t="7985" x="7065963" y="2570163"/>
          <p14:tracePt t="7999" x="6999288" y="2570163"/>
          <p14:tracePt t="8000" x="6942138" y="2570163"/>
          <p14:tracePt t="8008" x="6900863" y="2570163"/>
          <p14:tracePt t="8016" x="6867525" y="2570163"/>
          <p14:tracePt t="8024" x="6842125" y="2570163"/>
          <p14:tracePt t="8040" x="6826250" y="2570163"/>
          <p14:tracePt t="8066" x="6818313" y="2570163"/>
          <p14:tracePt t="8145" x="6826250" y="2570163"/>
          <p14:tracePt t="8153" x="6842125" y="2570163"/>
          <p14:tracePt t="8161" x="6900863" y="2554288"/>
          <p14:tracePt t="8169" x="6958013" y="2546350"/>
          <p14:tracePt t="8178" x="7024688" y="2546350"/>
          <p14:tracePt t="8186" x="7124700" y="2528888"/>
          <p14:tracePt t="8194" x="7224713" y="2528888"/>
          <p14:tracePt t="8202" x="7315200" y="2513013"/>
          <p14:tracePt t="8210" x="7431088" y="2495550"/>
          <p14:tracePt t="8218" x="7556500" y="2487613"/>
          <p14:tracePt t="8226" x="7680325" y="2471738"/>
          <p14:tracePt t="8234" x="7804150" y="2454275"/>
          <p14:tracePt t="8242" x="7920038" y="2454275"/>
          <p14:tracePt t="8250" x="8045450" y="2446338"/>
          <p14:tracePt t="8259" x="8086725" y="2446338"/>
          <p14:tracePt t="8267" x="8186738" y="2430463"/>
          <p14:tracePt t="8274" x="8269288" y="2430463"/>
          <p14:tracePt t="8283" x="8326438" y="2430463"/>
          <p14:tracePt t="8290" x="8393113" y="2413000"/>
          <p14:tracePt t="8299" x="8434388" y="2413000"/>
          <p14:tracePt t="8307" x="8475663" y="2413000"/>
          <p14:tracePt t="8316" x="8493125" y="2413000"/>
          <p14:tracePt t="8323" x="8518525" y="2413000"/>
          <p14:tracePt t="8333" x="8534400" y="2413000"/>
          <p14:tracePt t="8355" x="8550275" y="2413000"/>
          <p14:tracePt t="9050" x="8534400" y="2413000"/>
          <p14:tracePt t="9058" x="8418513" y="2413000"/>
          <p14:tracePt t="9066" x="8269288" y="2413000"/>
          <p14:tracePt t="9074" x="8112125" y="2413000"/>
          <p14:tracePt t="9083" x="7929563" y="2413000"/>
          <p14:tracePt t="9090" x="7780338" y="2413000"/>
          <p14:tracePt t="9099" x="7580313" y="2413000"/>
          <p14:tracePt t="9106" x="7191375" y="2413000"/>
          <p14:tracePt t="9116" x="7008813" y="2413000"/>
          <p14:tracePt t="9122" x="6659563" y="2413000"/>
          <p14:tracePt t="9132" x="6311900" y="2446338"/>
          <p14:tracePt t="9138" x="6005513" y="2454275"/>
          <p14:tracePt t="9146" x="5715000" y="2454275"/>
          <p14:tracePt t="9155" x="5407025" y="2487613"/>
          <p14:tracePt t="9162" x="5141913" y="2487613"/>
          <p14:tracePt t="9171" x="4843463" y="2487613"/>
          <p14:tracePt t="9179" x="4619625" y="2487613"/>
          <p14:tracePt t="9187" x="4354513" y="2487613"/>
          <p14:tracePt t="9195" x="4146550" y="2454275"/>
          <p14:tracePt t="9203" x="3881438" y="2413000"/>
          <p14:tracePt t="9211" x="3657600" y="2371725"/>
          <p14:tracePt t="9219" x="3475038" y="2346325"/>
          <p14:tracePt t="9227" x="3375025" y="2330450"/>
          <p14:tracePt t="9235" x="3251200" y="2305050"/>
          <p14:tracePt t="9243" x="3143250" y="2305050"/>
          <p14:tracePt t="9251" x="3043238" y="2289175"/>
          <p14:tracePt t="9259" x="2978150" y="2289175"/>
          <p14:tracePt t="9267" x="2919413" y="2289175"/>
          <p14:tracePt t="9276" x="2878138" y="2289175"/>
          <p14:tracePt t="9284" x="2860675" y="2289175"/>
          <p14:tracePt t="9292" x="2836863" y="2289175"/>
          <p14:tracePt t="9300" x="2819400" y="2289175"/>
          <p14:tracePt t="9308" x="2803525" y="2289175"/>
          <p14:tracePt t="9518" x="2711450" y="2289175"/>
          <p14:tracePt t="9526" x="2613025" y="2289175"/>
          <p14:tracePt t="9534" x="2487613" y="2289175"/>
          <p14:tracePt t="9542" x="2330450" y="2289175"/>
          <p14:tracePt t="9550" x="2189163" y="2289175"/>
          <p14:tracePt t="9558" x="2065338" y="2289175"/>
          <p14:tracePt t="9566" x="1965325" y="2289175"/>
          <p14:tracePt t="9574" x="1790700" y="2289175"/>
          <p14:tracePt t="9582" x="1716088" y="2289175"/>
          <p14:tracePt t="9595" x="1566863" y="2289175"/>
          <p14:tracePt t="9599" x="1435100" y="2322513"/>
          <p14:tracePt t="9607" x="1368425" y="2322513"/>
          <p14:tracePt t="9616" x="1285875" y="2322513"/>
          <p14:tracePt t="9623" x="1244600" y="2322513"/>
          <p14:tracePt t="9633" x="1203325" y="2322513"/>
          <p14:tracePt t="9639" x="1169988" y="2322513"/>
          <p14:tracePt t="9648" x="1128713" y="2322513"/>
          <p14:tracePt t="9655" x="1103313" y="2322513"/>
          <p14:tracePt t="9665" x="1085850" y="2322513"/>
          <p14:tracePt t="9671" x="1062038" y="2322513"/>
          <p14:tracePt t="9679" x="1044575" y="2322513"/>
          <p14:tracePt t="9687" x="1036638" y="2322513"/>
          <p14:tracePt t="9703" x="1020763" y="2305050"/>
          <p14:tracePt t="9841" x="1036638" y="2305050"/>
          <p14:tracePt t="9857" x="1044575" y="2305050"/>
          <p14:tracePt t="9866" x="1062038" y="2305050"/>
          <p14:tracePt t="9882" x="1085850" y="2322513"/>
          <p14:tracePt t="9889" x="1103313" y="2322513"/>
          <p14:tracePt t="9899" x="1103313" y="2330450"/>
          <p14:tracePt t="9905" x="1119188" y="2330450"/>
          <p14:tracePt t="9913" x="1128713" y="2346325"/>
          <p14:tracePt t="9922" x="1144588" y="2346325"/>
          <p14:tracePt t="9946" x="1160463" y="2346325"/>
          <p14:tracePt t="10067" x="1169988" y="2346325"/>
          <p14:tracePt t="10091" x="1211263" y="2346325"/>
          <p14:tracePt t="10100" x="1244600" y="2346325"/>
          <p14:tracePt t="10107" x="1301750" y="2346325"/>
          <p14:tracePt t="10116" x="1368425" y="2330450"/>
          <p14:tracePt t="10123" x="1468438" y="2322513"/>
          <p14:tracePt t="10133" x="1525588" y="2322513"/>
          <p14:tracePt t="10140" x="1592263" y="2322513"/>
          <p14:tracePt t="10149" x="1692275" y="2305050"/>
          <p14:tracePt t="10156" x="1758950" y="2289175"/>
          <p14:tracePt t="10165" x="1816100" y="2281238"/>
          <p14:tracePt t="10172" x="1874838" y="2263775"/>
          <p14:tracePt t="10180" x="1924050" y="2263775"/>
          <p14:tracePt t="10188" x="1957388" y="2263775"/>
          <p14:tracePt t="10196" x="1998663" y="2263775"/>
          <p14:tracePt t="10204" x="2024063" y="2247900"/>
          <p14:tracePt t="10212" x="2065338" y="2247900"/>
          <p14:tracePt t="10220" x="2098675" y="2230438"/>
          <p14:tracePt t="10228" x="2106613" y="2230438"/>
          <p14:tracePt t="10236" x="2139950" y="2230438"/>
          <p14:tracePt t="10244" x="2147888" y="2230438"/>
          <p14:tracePt t="10252" x="2189163" y="2222500"/>
          <p14:tracePt t="10260" x="2222500" y="2222500"/>
          <p14:tracePt t="10269" x="2247900" y="2222500"/>
          <p14:tracePt t="10277" x="2289175" y="2222500"/>
          <p14:tracePt t="10285" x="2363788" y="2206625"/>
          <p14:tracePt t="10293" x="2413000" y="2206625"/>
          <p14:tracePt t="10301" x="2487613" y="2206625"/>
          <p14:tracePt t="10309" x="2528888" y="2206625"/>
          <p14:tracePt t="10317" x="2670175" y="2206625"/>
          <p14:tracePt t="10325" x="2711450" y="2206625"/>
          <p14:tracePt t="10333" x="2778125" y="2206625"/>
          <p14:tracePt t="10341" x="2852738" y="2206625"/>
          <p14:tracePt t="10349" x="2903538" y="2206625"/>
          <p14:tracePt t="10357" x="2960688" y="2206625"/>
          <p14:tracePt t="10366" x="3019425" y="2206625"/>
          <p14:tracePt t="10374" x="3043238" y="2206625"/>
          <p14:tracePt t="10383" x="3086100" y="2206625"/>
          <p14:tracePt t="10390" x="3127375" y="2206625"/>
          <p14:tracePt t="10399" x="3143250" y="2206625"/>
          <p14:tracePt t="10406" x="3168650" y="2206625"/>
          <p14:tracePt t="10416" x="3184525" y="2206625"/>
          <p14:tracePt t="10430" x="3201988" y="2206625"/>
          <p14:tracePt t="10454" x="3209925" y="2206625"/>
          <p14:tracePt t="10543" x="3184525" y="2206625"/>
          <p14:tracePt t="10551" x="3143250" y="2222500"/>
          <p14:tracePt t="10559" x="3043238" y="2222500"/>
          <p14:tracePt t="10567" x="2894013" y="2230438"/>
          <p14:tracePt t="10576" x="2736850" y="2230438"/>
          <p14:tracePt t="10583" x="2513013" y="2230438"/>
          <p14:tracePt t="10596" x="2289175" y="2230438"/>
          <p14:tracePt t="10600" x="2081213" y="2263775"/>
          <p14:tracePt t="10608" x="1857375" y="2263775"/>
          <p14:tracePt t="10616" x="1800225" y="2263775"/>
          <p14:tracePt t="10624" x="1651000" y="2281238"/>
          <p14:tracePt t="10633" x="1550988" y="2281238"/>
          <p14:tracePt t="10640" x="1468438" y="2289175"/>
          <p14:tracePt t="10649" x="1409700" y="2289175"/>
          <p14:tracePt t="10656" x="1352550" y="2305050"/>
          <p14:tracePt t="10666" x="1309688" y="2305050"/>
          <p14:tracePt t="10672" x="1285875" y="2305050"/>
          <p14:tracePt t="10682" x="1260475" y="2305050"/>
          <p14:tracePt t="10689" x="1244600" y="2305050"/>
          <p14:tracePt t="10699" x="1227138" y="2305050"/>
          <p14:tracePt t="10705" x="1211263" y="2305050"/>
          <p14:tracePt t="10715" x="1203325" y="2305050"/>
          <p14:tracePt t="10729" x="1185863" y="2305050"/>
          <p14:tracePt t="10745" x="1169988" y="2305050"/>
          <p14:tracePt t="10769" x="1160463" y="2305050"/>
          <p14:tracePt t="10801" x="1144588" y="2305050"/>
          <p14:tracePt t="10817" x="1128713" y="2305050"/>
          <p14:tracePt t="10826" x="1119188" y="2322513"/>
          <p14:tracePt t="10842" x="1085850" y="2330450"/>
          <p14:tracePt t="10850" x="1077913" y="2330450"/>
          <p14:tracePt t="10858" x="1062038" y="2346325"/>
          <p14:tracePt t="10866" x="1044575" y="2363788"/>
          <p14:tracePt t="10890" x="1044575" y="2371725"/>
          <p14:tracePt t="10899" x="1036638" y="2371725"/>
          <p14:tracePt t="10995" x="1044575" y="2371725"/>
          <p14:tracePt t="11011" x="1077913" y="2371725"/>
          <p14:tracePt t="11019" x="1103313" y="2371725"/>
          <p14:tracePt t="11028" x="1128713" y="2371725"/>
          <p14:tracePt t="11036" x="1203325" y="2387600"/>
          <p14:tracePt t="11044" x="1285875" y="2387600"/>
          <p14:tracePt t="11052" x="1352550" y="2405063"/>
          <p14:tracePt t="11060" x="1427163" y="2405063"/>
          <p14:tracePt t="11068" x="1492250" y="2413000"/>
          <p14:tracePt t="11076" x="1592263" y="2430463"/>
          <p14:tracePt t="11084" x="1692275" y="2430463"/>
          <p14:tracePt t="11092" x="1790700" y="2430463"/>
          <p14:tracePt t="11100" x="1841500" y="2430463"/>
          <p14:tracePt t="11108" x="1916113" y="2430463"/>
          <p14:tracePt t="11116" x="2006600" y="2430463"/>
          <p14:tracePt t="11124" x="2081213" y="2430463"/>
          <p14:tracePt t="11132" x="2147888" y="2430463"/>
          <p14:tracePt t="11140" x="2222500" y="2430463"/>
          <p14:tracePt t="11149" x="2273300" y="2430463"/>
          <p14:tracePt t="11157" x="2322513" y="2430463"/>
          <p14:tracePt t="11166" x="2347913" y="2430463"/>
          <p14:tracePt t="11173" x="2389188" y="2430463"/>
          <p14:tracePt t="11182" x="2413000" y="2430463"/>
          <p14:tracePt t="11198" x="2430463" y="2430463"/>
          <p14:tracePt t="11205" x="2446338" y="2430463"/>
          <p14:tracePt t="11237" x="2454275" y="2430463"/>
          <p14:tracePt t="11423" x="2471738" y="2430463"/>
          <p14:tracePt t="11433" x="2487613" y="2430463"/>
          <p14:tracePt t="11439" x="2528888" y="2413000"/>
          <p14:tracePt t="11449" x="2587625" y="2413000"/>
          <p14:tracePt t="11456" x="2654300" y="2387600"/>
          <p14:tracePt t="11465" x="2720975" y="2371725"/>
          <p14:tracePt t="11472" x="2762250" y="2363788"/>
          <p14:tracePt t="11480" x="2836863" y="2363788"/>
          <p14:tracePt t="11488" x="2903538" y="2346325"/>
          <p14:tracePt t="11496" x="2978150" y="2330450"/>
          <p14:tracePt t="11504" x="3027363" y="2322513"/>
          <p14:tracePt t="11512" x="3086100" y="2305050"/>
          <p14:tracePt t="11520" x="3127375" y="2305050"/>
          <p14:tracePt t="11528" x="3143250" y="2289175"/>
          <p14:tracePt t="11536" x="3184525" y="2289175"/>
          <p14:tracePt t="11544" x="3201988" y="2289175"/>
          <p14:tracePt t="11552" x="3225800" y="2289175"/>
          <p14:tracePt t="11560" x="3243263" y="2289175"/>
          <p14:tracePt t="11569" x="3251200" y="2281238"/>
          <p14:tracePt t="11576" x="3284538" y="2281238"/>
          <p14:tracePt t="11584" x="3309938" y="2281238"/>
          <p14:tracePt t="11594" x="3333750" y="2263775"/>
          <p14:tracePt t="11601" x="3375025" y="2263775"/>
          <p14:tracePt t="11609" x="3408363" y="2263775"/>
          <p14:tracePt t="11617" x="3433763" y="2263775"/>
          <p14:tracePt t="11625" x="3467100" y="2263775"/>
          <p14:tracePt t="11633" x="3508375" y="2263775"/>
          <p14:tracePt t="11641" x="3533775" y="2263775"/>
          <p14:tracePt t="11649" x="3549650" y="2263775"/>
          <p14:tracePt t="11666" x="3557588" y="2263775"/>
          <p14:tracePt t="11682" x="3575050" y="2263775"/>
          <p14:tracePt t="11843" x="3632200" y="2263775"/>
          <p14:tracePt t="11851" x="3698875" y="2281238"/>
          <p14:tracePt t="11859" x="3822700" y="2305050"/>
          <p14:tracePt t="11867" x="3956050" y="2363788"/>
          <p14:tracePt t="11875" x="4105275" y="2430463"/>
          <p14:tracePt t="11883" x="4287838" y="2487613"/>
          <p14:tracePt t="11891" x="4437063" y="2528888"/>
          <p14:tracePt t="11899" x="4486275" y="2546350"/>
          <p14:tracePt t="11908" x="4635500" y="2570163"/>
          <p14:tracePt t="11916" x="4735513" y="2595563"/>
          <p14:tracePt t="11924" x="4802188" y="2611438"/>
          <p14:tracePt t="11933" x="4860925" y="2628900"/>
          <p14:tracePt t="11940" x="4918075" y="2628900"/>
          <p14:tracePt t="11949" x="4943475" y="2628900"/>
          <p14:tracePt t="11956" x="4959350" y="2628900"/>
          <p14:tracePt t="11966" x="4984750" y="2628900"/>
          <p14:tracePt t="11972" x="5000625" y="2628900"/>
          <p14:tracePt t="11996" x="5018088" y="2628900"/>
          <p14:tracePt t="12021" x="5018088" y="2611438"/>
          <p14:tracePt t="12028" x="5026025" y="2611438"/>
          <p14:tracePt t="12053" x="5041900" y="2595563"/>
          <p14:tracePt t="12077" x="5059363" y="2587625"/>
          <p14:tracePt t="12085" x="5067300" y="2587625"/>
          <p14:tracePt t="12101" x="5084763" y="2570163"/>
          <p14:tracePt t="12117" x="5100638" y="2570163"/>
          <p14:tracePt t="12125" x="5108575" y="2570163"/>
          <p14:tracePt t="12142" x="5108575" y="2554288"/>
          <p14:tracePt t="12246" x="5084763" y="2554288"/>
          <p14:tracePt t="12255" x="5059363" y="2546350"/>
          <p14:tracePt t="12263" x="5041900" y="2546350"/>
          <p14:tracePt t="12271" x="5018088" y="2546350"/>
          <p14:tracePt t="12279" x="4984750" y="2546350"/>
          <p14:tracePt t="12287" x="4943475" y="2546350"/>
          <p14:tracePt t="12295" x="4843463" y="2528888"/>
          <p14:tracePt t="12303" x="4794250" y="2528888"/>
          <p14:tracePt t="12311" x="4719638" y="2513013"/>
          <p14:tracePt t="12319" x="4652963" y="2513013"/>
          <p14:tracePt t="12327" x="4552950" y="2513013"/>
          <p14:tracePt t="12335" x="4529138" y="2513013"/>
          <p14:tracePt t="12344" x="4437063" y="2513013"/>
          <p14:tracePt t="12352" x="4346575" y="2513013"/>
          <p14:tracePt t="12359" x="4271963" y="2513013"/>
          <p14:tracePt t="12368" x="4221163" y="2513013"/>
          <p14:tracePt t="12376" x="4146550" y="2495550"/>
          <p14:tracePt t="12384" x="4079875" y="2495550"/>
          <p14:tracePt t="12392" x="3981450" y="2495550"/>
          <p14:tracePt t="12400" x="3906838" y="2495550"/>
          <p14:tracePt t="12408" x="3814763" y="2495550"/>
          <p14:tracePt t="12416" x="3716338" y="2495550"/>
          <p14:tracePt t="12424" x="3590925" y="2495550"/>
          <p14:tracePt t="12432" x="3508375" y="2487613"/>
          <p14:tracePt t="12440" x="3375025" y="2487613"/>
          <p14:tracePt t="12449" x="3325813" y="2487613"/>
          <p14:tracePt t="12456" x="3251200" y="2487613"/>
          <p14:tracePt t="12466" x="3184525" y="2487613"/>
          <p14:tracePt t="12473" x="3101975" y="2487613"/>
          <p14:tracePt t="12482" x="3060700" y="2487613"/>
          <p14:tracePt t="12489" x="3001963" y="2487613"/>
          <p14:tracePt t="12499" x="2944813" y="2487613"/>
          <p14:tracePt t="12505" x="2878138" y="2487613"/>
          <p14:tracePt t="12516" x="2803525" y="2487613"/>
          <p14:tracePt t="12521" x="2720975" y="2487613"/>
          <p14:tracePt t="12532" x="2613025" y="2487613"/>
          <p14:tracePt t="12537" x="2513013" y="2487613"/>
          <p14:tracePt t="12549" x="2454275" y="2487613"/>
          <p14:tracePt t="12553" x="2363788" y="2471738"/>
          <p14:tracePt t="12566" x="2263775" y="2471738"/>
          <p14:tracePt t="12569" x="2189163" y="2454275"/>
          <p14:tracePt t="12583" x="2139950" y="2446338"/>
          <p14:tracePt t="12586" x="2081213" y="2446338"/>
          <p14:tracePt t="12601" x="2057400" y="2430463"/>
          <p14:tracePt t="12605" x="2024063" y="2430463"/>
          <p14:tracePt t="12610" x="2006600" y="2430463"/>
          <p14:tracePt t="12618" x="1982788" y="2413000"/>
          <p14:tracePt t="12626" x="1965325" y="2413000"/>
          <p14:tracePt t="12634" x="1941513" y="2405063"/>
          <p14:tracePt t="12642" x="1882775" y="2387600"/>
          <p14:tracePt t="12650" x="1833563" y="2363788"/>
          <p14:tracePt t="12658" x="1774825" y="2346325"/>
          <p14:tracePt t="12667" x="1674813" y="2305050"/>
          <p14:tracePt t="12674" x="1576388" y="2263775"/>
          <p14:tracePt t="12683" x="1550988" y="2247900"/>
          <p14:tracePt t="12691" x="1476375" y="2206625"/>
          <p14:tracePt t="12699" x="1427163" y="2181225"/>
          <p14:tracePt t="12707" x="1384300" y="2163763"/>
          <p14:tracePt t="12716" x="1368425" y="2147888"/>
          <p14:tracePt t="12723" x="1343025" y="2147888"/>
          <p14:tracePt t="12732" x="1343025" y="2139950"/>
          <p14:tracePt t="12739" x="1327150" y="2139950"/>
          <p14:tracePt t="12812" x="1384300" y="2139950"/>
          <p14:tracePt t="12820" x="1476375" y="2106613"/>
          <p14:tracePt t="12828" x="1609725" y="2081213"/>
          <p14:tracePt t="12836" x="1790700" y="2039938"/>
          <p14:tracePt t="12844" x="1965325" y="1998663"/>
          <p14:tracePt t="12866" x="2413000" y="1916113"/>
          <p14:tracePt t="12869" x="2636838" y="1857375"/>
          <p14:tracePt t="12883" x="2894013" y="1816100"/>
          <p14:tracePt t="12885" x="3109913" y="1774825"/>
          <p14:tracePt t="12899" x="3333750" y="1733550"/>
          <p14:tracePt t="12902" x="3516313" y="1700213"/>
          <p14:tracePt t="12916" x="3673475" y="1674813"/>
          <p14:tracePt t="12917" x="3856038" y="1651000"/>
          <p14:tracePt t="12925" x="4079875" y="1617663"/>
          <p14:tracePt t="12933" x="4305300" y="1617663"/>
          <p14:tracePt t="12941" x="4511675" y="1617663"/>
          <p14:tracePt t="12949" x="4735513" y="1617663"/>
          <p14:tracePt t="12957" x="4959350" y="1617663"/>
          <p14:tracePt t="12966" x="5183188" y="1617663"/>
          <p14:tracePt t="12973" x="5432425" y="1617663"/>
          <p14:tracePt t="12982" x="5656263" y="1658938"/>
          <p14:tracePt t="12990" x="5838825" y="1700213"/>
          <p14:tracePt t="12999" x="5921375" y="1733550"/>
          <p14:tracePt t="13005" x="6062663" y="1757363"/>
          <p14:tracePt t="13015" x="6162675" y="1800225"/>
          <p14:tracePt t="13022" x="6211888" y="1816100"/>
          <p14:tracePt t="13033" x="6270625" y="1831975"/>
          <p14:tracePt t="13038" x="6286500" y="1841500"/>
          <p14:tracePt t="13049" x="6294438" y="1857375"/>
          <p14:tracePt t="13054" x="6311900" y="1857375"/>
          <p14:tracePt t="13070" x="6327775" y="1874838"/>
          <p14:tracePt t="13094" x="6327775" y="1882775"/>
          <p14:tracePt t="13102" x="6294438" y="1898650"/>
          <p14:tracePt t="13110" x="6229350" y="1924050"/>
          <p14:tracePt t="13118" x="6170613" y="1965325"/>
          <p14:tracePt t="13127" x="6070600" y="2014538"/>
          <p14:tracePt t="13135" x="5946775" y="2065338"/>
          <p14:tracePt t="13143" x="5854700" y="2122488"/>
          <p14:tracePt t="13151" x="5722938" y="2181225"/>
          <p14:tracePt t="13159" x="5573713" y="2222500"/>
          <p14:tracePt t="13167" x="5448300" y="2281238"/>
          <p14:tracePt t="13175" x="5308600" y="2305050"/>
          <p14:tracePt t="13183" x="5149850" y="2330450"/>
          <p14:tracePt t="13191" x="5100638" y="2346325"/>
          <p14:tracePt t="13199" x="4967288" y="2371725"/>
          <p14:tracePt t="13207" x="4876800" y="2405063"/>
          <p14:tracePt t="13216" x="4802188" y="2413000"/>
          <p14:tracePt t="13224" x="4735513" y="2430463"/>
          <p14:tracePt t="13233" x="4694238" y="2446338"/>
          <p14:tracePt t="13239" x="4635500" y="2446338"/>
          <p14:tracePt t="13249" x="4619625" y="2454275"/>
          <p14:tracePt t="13256" x="4594225" y="2454275"/>
          <p14:tracePt t="13265" x="4578350" y="2454275"/>
          <p14:tracePt t="13272" x="4570413" y="2454275"/>
          <p14:tracePt t="13280" x="4537075" y="2454275"/>
          <p14:tracePt t="13288" x="4529138" y="2454275"/>
          <p14:tracePt t="13296" x="4511675" y="2471738"/>
          <p14:tracePt t="13304" x="4470400" y="2471738"/>
          <p14:tracePt t="13312" x="4454525" y="2471738"/>
          <p14:tracePt t="13320" x="4411663" y="2471738"/>
          <p14:tracePt t="13329" x="4346575" y="2487613"/>
          <p14:tracePt t="13337" x="4271963" y="2487613"/>
          <p14:tracePt t="13344" x="4221163" y="2487613"/>
          <p14:tracePt t="13353" x="4164013" y="2487613"/>
          <p14:tracePt t="13361" x="4105275" y="2487613"/>
          <p14:tracePt t="13369" x="4038600" y="2487613"/>
          <p14:tracePt t="13377" x="3981450" y="2487613"/>
          <p14:tracePt t="13385" x="3906838" y="2487613"/>
          <p14:tracePt t="13393" x="3856038" y="2487613"/>
          <p14:tracePt t="13401" x="3822700" y="2487613"/>
          <p14:tracePt t="13409" x="3740150" y="2487613"/>
          <p14:tracePt t="13417" x="3698875" y="2487613"/>
          <p14:tracePt t="13425" x="3616325" y="2487613"/>
          <p14:tracePt t="13433" x="3549650" y="2471738"/>
          <p14:tracePt t="13441" x="3475038" y="2454275"/>
          <p14:tracePt t="13449" x="3375025" y="2446338"/>
          <p14:tracePt t="13458" x="3284538" y="2430463"/>
          <p14:tracePt t="13466" x="3251200" y="2413000"/>
          <p14:tracePt t="13474" x="3101975" y="2405063"/>
          <p14:tracePt t="13483" x="3043238" y="2387600"/>
          <p14:tracePt t="13490" x="2894013" y="2371725"/>
          <p14:tracePt t="13499" x="2836863" y="2371725"/>
          <p14:tracePt t="13506" x="2679700" y="2363788"/>
          <p14:tracePt t="13516" x="2595563" y="2346325"/>
          <p14:tracePt t="13522" x="2497138" y="2346325"/>
          <p14:tracePt t="13533" x="2405063" y="2346325"/>
          <p14:tracePt t="13538" x="2273300" y="2346325"/>
          <p14:tracePt t="13549" x="2147888" y="2346325"/>
          <p14:tracePt t="13554" x="2024063" y="2346325"/>
          <p14:tracePt t="13566" x="1916113" y="2346325"/>
          <p14:tracePt t="13570" x="1758950" y="2346325"/>
          <p14:tracePt t="13582" x="1609725" y="2346325"/>
          <p14:tracePt t="13587" x="1450975" y="2346325"/>
          <p14:tracePt t="13604" x="1301750" y="2346325"/>
          <p14:tracePt t="13605" x="1144588" y="2346325"/>
          <p14:tracePt t="13611" x="1103313" y="2346325"/>
          <p14:tracePt t="13619" x="977900" y="2346325"/>
          <p14:tracePt t="13627" x="903288" y="2346325"/>
          <p14:tracePt t="13635" x="820738" y="2346325"/>
          <p14:tracePt t="13643" x="754063" y="2330450"/>
          <p14:tracePt t="13651" x="730250" y="2322513"/>
          <p14:tracePt t="13659" x="688975" y="2305050"/>
          <p14:tracePt t="13667" x="655638" y="2289175"/>
          <p14:tracePt t="13684" x="638175" y="2281238"/>
          <p14:tracePt t="13692" x="630238" y="2281238"/>
          <p14:tracePt t="13700" x="630238" y="2263775"/>
          <p14:tracePt t="13724" x="630238" y="2247900"/>
          <p14:tracePt t="13748" x="630238" y="2230438"/>
          <p14:tracePt t="13756" x="630238" y="2222500"/>
          <p14:tracePt t="13773" x="630238" y="2206625"/>
          <p14:tracePt t="13782" x="630238" y="2189163"/>
          <p14:tracePt t="13789" x="655638" y="2163763"/>
          <p14:tracePt t="13797" x="712788" y="2106613"/>
          <p14:tracePt t="13805" x="920750" y="2014538"/>
          <p14:tracePt t="13813" x="1103313" y="1939925"/>
          <p14:tracePt t="13821" x="1393825" y="1841500"/>
          <p14:tracePt t="13829" x="1741488" y="1774825"/>
          <p14:tracePt t="13837" x="2206625" y="1716088"/>
          <p14:tracePt t="13845" x="2711450" y="1617663"/>
          <p14:tracePt t="13853" x="2894013" y="1617663"/>
          <p14:tracePt t="13861" x="3284538" y="1608138"/>
          <p14:tracePt t="13869" x="3632200" y="1576388"/>
          <p14:tracePt t="13878" x="3981450" y="1576388"/>
          <p14:tracePt t="13886" x="4246563" y="1576388"/>
          <p14:tracePt t="13894" x="4454525" y="1576388"/>
          <p14:tracePt t="13902" x="4652963" y="1576388"/>
          <p14:tracePt t="13910" x="4802188" y="1576388"/>
          <p14:tracePt t="13918" x="4918075" y="1576388"/>
          <p14:tracePt t="13926" x="5018088" y="1617663"/>
          <p14:tracePt t="13934" x="5100638" y="1674813"/>
          <p14:tracePt t="13942" x="5183188" y="1733550"/>
          <p14:tracePt t="13950" x="5267325" y="1790700"/>
          <p14:tracePt t="13958" x="5332413" y="1857375"/>
          <p14:tracePt t="13966" x="5365750" y="1882775"/>
          <p14:tracePt t="13974" x="5432425" y="1957388"/>
          <p14:tracePt t="13983" x="5473700" y="1998663"/>
          <p14:tracePt t="13991" x="5499100" y="2039938"/>
          <p14:tracePt t="13999" x="5532438" y="2065338"/>
          <p14:tracePt t="14007" x="5540375" y="2098675"/>
          <p14:tracePt t="14016" x="5556250" y="2106613"/>
          <p14:tracePt t="14032" x="5556250" y="2122488"/>
          <p14:tracePt t="14039" x="5573713" y="2122488"/>
          <p14:tracePt t="14055" x="5573713" y="2139950"/>
          <p14:tracePt t="14087" x="5573713" y="2147888"/>
          <p14:tracePt t="14095" x="5589588" y="2147888"/>
          <p14:tracePt t="14119" x="5589588" y="2163763"/>
          <p14:tracePt t="14128" x="5589588" y="2181225"/>
          <p14:tracePt t="14144" x="5589588" y="2189163"/>
          <p14:tracePt t="14152" x="5589588" y="2222500"/>
          <p14:tracePt t="14160" x="5589588" y="2230438"/>
          <p14:tracePt t="14168" x="5589588" y="2247900"/>
          <p14:tracePt t="14176" x="5573713" y="2263775"/>
          <p14:tracePt t="14184" x="5556250" y="2281238"/>
          <p14:tracePt t="14192" x="5532438" y="2289175"/>
          <p14:tracePt t="14200" x="5473700" y="2322513"/>
          <p14:tracePt t="14208" x="5457825" y="2330450"/>
          <p14:tracePt t="14216" x="5373688" y="2363788"/>
          <p14:tracePt t="14224" x="5291138" y="2387600"/>
          <p14:tracePt t="14233" x="5208588" y="2387600"/>
          <p14:tracePt t="14241" x="5100638" y="2413000"/>
          <p14:tracePt t="14249" x="4967288" y="2430463"/>
          <p14:tracePt t="14257" x="4818063" y="2446338"/>
          <p14:tracePt t="14266" x="4694238" y="2454275"/>
          <p14:tracePt t="14273" x="4537075" y="2471738"/>
          <p14:tracePt t="14282" x="4429125" y="2471738"/>
          <p14:tracePt t="14289" x="4305300" y="2471738"/>
          <p14:tracePt t="14299" x="4171950" y="2471738"/>
          <p14:tracePt t="14305" x="4048125" y="2471738"/>
          <p14:tracePt t="14315" x="3898900" y="2471738"/>
          <p14:tracePt t="14321" x="3716338" y="2471738"/>
          <p14:tracePt t="14329" x="3557588" y="2471738"/>
          <p14:tracePt t="14338" x="3408363" y="2446338"/>
          <p14:tracePt t="14346" x="3333750" y="2430463"/>
          <p14:tracePt t="14354" x="3109913" y="2405063"/>
          <p14:tracePt t="14362" x="3068638" y="2405063"/>
          <p14:tracePt t="14370" x="2878138" y="2363788"/>
          <p14:tracePt t="14378" x="2836863" y="2363788"/>
          <p14:tracePt t="14386" x="2679700" y="2346325"/>
          <p14:tracePt t="14394" x="2587625" y="2346325"/>
          <p14:tracePt t="14402" x="2487613" y="2330450"/>
          <p14:tracePt t="14410" x="2389188" y="2330450"/>
          <p14:tracePt t="14418" x="2289175" y="2330450"/>
          <p14:tracePt t="14426" x="2222500" y="2330450"/>
          <p14:tracePt t="14435" x="2165350" y="2330450"/>
          <p14:tracePt t="14443" x="2065338" y="2322513"/>
          <p14:tracePt t="14451" x="1998663" y="2305050"/>
          <p14:tracePt t="14459" x="1924050" y="2289175"/>
          <p14:tracePt t="14467" x="1857375" y="2281238"/>
          <p14:tracePt t="14475" x="1800225" y="2263775"/>
          <p14:tracePt t="14483" x="1741488" y="2247900"/>
          <p14:tracePt t="14491" x="1716088" y="2230438"/>
          <p14:tracePt t="14499" x="1692275" y="2222500"/>
          <p14:tracePt t="14507" x="1658938" y="2206625"/>
          <p14:tracePt t="14523" x="1651000" y="2189163"/>
          <p14:tracePt t="14532" x="1633538" y="2189163"/>
          <p14:tracePt t="14549" x="1633538" y="2181225"/>
          <p14:tracePt t="14565" x="1633538" y="2163763"/>
          <p14:tracePt t="14580" x="1633538" y="2147888"/>
          <p14:tracePt t="14588" x="1633538" y="2139950"/>
          <p14:tracePt t="14596" x="1633538" y="2122488"/>
          <p14:tracePt t="14604" x="1633538" y="2081213"/>
          <p14:tracePt t="14612" x="1692275" y="2024063"/>
          <p14:tracePt t="14620" x="1741488" y="1939925"/>
          <p14:tracePt t="14628" x="1841500" y="1841500"/>
          <p14:tracePt t="14636" x="1941513" y="1733550"/>
          <p14:tracePt t="14645" x="2081213" y="1651000"/>
          <p14:tracePt t="14652" x="2247900" y="1550988"/>
          <p14:tracePt t="14661" x="2430463" y="1484313"/>
          <p14:tracePt t="14669" x="2695575" y="1393825"/>
          <p14:tracePt t="14677" x="2944813" y="1343025"/>
          <p14:tracePt t="14685" x="3209925" y="1327150"/>
          <p14:tracePt t="14693" x="3716338" y="1327150"/>
          <p14:tracePt t="14701" x="4064000" y="1327150"/>
          <p14:tracePt t="14709" x="4221163" y="1327150"/>
          <p14:tracePt t="14717" x="4570413" y="1327150"/>
          <p14:tracePt t="14725" x="4860925" y="1425575"/>
          <p14:tracePt t="14733" x="5167313" y="1533525"/>
          <p14:tracePt t="14741" x="5448300" y="1651000"/>
          <p14:tracePt t="14749" x="5681663" y="1757363"/>
          <p14:tracePt t="14757" x="5756275" y="1800225"/>
          <p14:tracePt t="14766" x="5921375" y="1882775"/>
          <p14:tracePt t="14773" x="6029325" y="1965325"/>
          <p14:tracePt t="14783" x="6103938" y="1998663"/>
          <p14:tracePt t="14790" x="6145213" y="2024063"/>
          <p14:tracePt t="14799" x="6170613" y="2055813"/>
          <p14:tracePt t="14806" x="6186488" y="2065338"/>
          <p14:tracePt t="14816" x="6203950" y="2081213"/>
          <p14:tracePt t="14822" x="6203950" y="2098675"/>
          <p14:tracePt t="14832" x="6211888" y="2098675"/>
          <p14:tracePt t="14838" x="6211888" y="2106613"/>
          <p14:tracePt t="14854" x="6211888" y="2122488"/>
          <p14:tracePt t="14870" x="6211888" y="2139950"/>
          <p14:tracePt t="14883" x="6211888" y="2163763"/>
          <p14:tracePt t="14887" x="6211888" y="2181225"/>
          <p14:tracePt t="14899" x="6203950" y="2189163"/>
          <p14:tracePt t="14903" x="6203950" y="2206625"/>
          <p14:tracePt t="14916" x="6170613" y="2230438"/>
          <p14:tracePt t="14919" x="6162675" y="2247900"/>
          <p14:tracePt t="14932" x="6145213" y="2281238"/>
          <p14:tracePt t="14935" x="6145213" y="2289175"/>
          <p14:tracePt t="14949" x="6129338" y="2289175"/>
          <p14:tracePt t="14952" x="6121400" y="2305050"/>
          <p14:tracePt t="14965" x="6121400" y="2322513"/>
          <p14:tracePt t="14982" x="6103938" y="2322513"/>
          <p14:tracePt t="15290" x="6046788" y="2322513"/>
          <p14:tracePt t="15300" x="5980113" y="2330450"/>
          <p14:tracePt t="15306" x="5905500" y="2363788"/>
          <p14:tracePt t="15317" x="5805488" y="2405063"/>
          <p14:tracePt t="15322" x="5764213" y="2413000"/>
          <p14:tracePt t="15332" x="5697538" y="2430463"/>
          <p14:tracePt t="15339" x="5630863" y="2446338"/>
          <p14:tracePt t="15347" x="5573713" y="2454275"/>
          <p14:tracePt t="15355" x="5540375" y="2471738"/>
          <p14:tracePt t="15363" x="5499100" y="2471738"/>
          <p14:tracePt t="15371" x="5473700" y="2487613"/>
          <p14:tracePt t="15387" x="5457825" y="2487613"/>
          <p14:tracePt t="15395" x="5448300" y="2487613"/>
          <p14:tracePt t="15468" x="5457825" y="2487613"/>
          <p14:tracePt t="15476" x="5499100" y="2487613"/>
          <p14:tracePt t="15484" x="5589588" y="2471738"/>
          <p14:tracePt t="15492" x="5697538" y="2471738"/>
          <p14:tracePt t="15500" x="5854700" y="2471738"/>
          <p14:tracePt t="15517" x="6229350" y="2471738"/>
          <p14:tracePt t="15524" x="6411913" y="2471738"/>
          <p14:tracePt t="15533" x="6592888" y="2471738"/>
          <p14:tracePt t="15541" x="6775450" y="2471738"/>
          <p14:tracePt t="15550" x="6900863" y="2471738"/>
          <p14:tracePt t="15557" x="6967538" y="2471738"/>
          <p14:tracePt t="15566" x="7091363" y="2471738"/>
          <p14:tracePt t="15573" x="7191375" y="2487613"/>
          <p14:tracePt t="15583" x="7289800" y="2487613"/>
          <p14:tracePt t="15589" x="7356475" y="2487613"/>
          <p14:tracePt t="15603" x="7415213" y="2487613"/>
          <p14:tracePt t="15606" x="7472363" y="2487613"/>
          <p14:tracePt t="15616" x="7497763" y="2487613"/>
          <p14:tracePt t="15621" x="7539038" y="2487613"/>
          <p14:tracePt t="15632" x="7556500" y="2487613"/>
          <p14:tracePt t="15638" x="7580313" y="2487613"/>
          <p14:tracePt t="15649" x="7597775" y="2487613"/>
          <p14:tracePt t="15653" x="7613650" y="2487613"/>
          <p14:tracePt t="15670" x="7621588" y="2487613"/>
          <p14:tracePt t="15694" x="7639050" y="2487613"/>
          <p14:tracePt t="15718" x="7654925" y="2487613"/>
          <p14:tracePt t="15734" x="7662863" y="2487613"/>
          <p14:tracePt t="15758" x="7680325" y="2487613"/>
          <p14:tracePt t="15783" x="7696200" y="2487613"/>
          <p14:tracePt t="15799" x="7705725" y="2495550"/>
          <p14:tracePt t="15807" x="7721600" y="2495550"/>
          <p14:tracePt t="15816" x="7721600" y="2513013"/>
          <p14:tracePt t="15823" x="7737475" y="2513013"/>
          <p14:tracePt t="15832" x="7762875" y="2513013"/>
          <p14:tracePt t="15839" x="7780338" y="2528888"/>
          <p14:tracePt t="15849" x="7796213" y="2528888"/>
          <p14:tracePt t="15855" x="7804150" y="2546350"/>
          <p14:tracePt t="15865" x="7821613" y="2546350"/>
          <p14:tracePt t="15872" x="7837488" y="2554288"/>
          <p14:tracePt t="15896" x="7845425" y="2554288"/>
          <p14:tracePt t="16049" x="7845425" y="2546350"/>
          <p14:tracePt t="16057" x="7862888" y="2513013"/>
          <p14:tracePt t="16066" x="7862888" y="2495550"/>
          <p14:tracePt t="16073" x="7878763" y="2471738"/>
          <p14:tracePt t="16082" x="7920038" y="2413000"/>
          <p14:tracePt t="16090" x="7962900" y="2371725"/>
          <p14:tracePt t="16099" x="8020050" y="2346325"/>
          <p14:tracePt t="16106" x="8027988" y="2330450"/>
          <p14:tracePt t="16115" x="8086725" y="2305050"/>
          <p14:tracePt t="16122" x="8143875" y="2281238"/>
          <p14:tracePt t="16131" x="8186738" y="2263775"/>
          <p14:tracePt t="16138" x="8235950" y="2230438"/>
          <p14:tracePt t="16146" x="8293100" y="2222500"/>
          <p14:tracePt t="16154" x="8326438" y="2222500"/>
          <p14:tracePt t="16162" x="8351838" y="2222500"/>
          <p14:tracePt t="16170" x="8369300" y="2222500"/>
          <p14:tracePt t="16178" x="8377238" y="2222500"/>
          <p14:tracePt t="16203" x="8393113" y="2222500"/>
          <p14:tracePt t="16251" x="8377238" y="2230438"/>
          <p14:tracePt t="16259" x="8377238" y="2247900"/>
          <p14:tracePt t="16267" x="8369300" y="2247900"/>
          <p14:tracePt t="16275" x="8351838" y="2263775"/>
          <p14:tracePt t="16283" x="8335963" y="2281238"/>
          <p14:tracePt t="16292" x="8326438" y="2289175"/>
          <p14:tracePt t="16299" x="8310563" y="2289175"/>
          <p14:tracePt t="16307" x="8293100" y="2305050"/>
          <p14:tracePt t="16324" x="8285163" y="2322513"/>
          <p14:tracePt t="16332" x="8269288" y="2322513"/>
          <p14:tracePt t="16340" x="8251825" y="2330450"/>
          <p14:tracePt t="16349" x="8235950" y="2346325"/>
          <p14:tracePt t="16356" x="8210550" y="2346325"/>
          <p14:tracePt t="16366" x="8186738" y="2363788"/>
          <p14:tracePt t="16372" x="8128000" y="2387600"/>
          <p14:tracePt t="16382" x="8069263" y="2405063"/>
          <p14:tracePt t="16388" x="8004175" y="2430463"/>
          <p14:tracePt t="16396" x="7904163" y="2446338"/>
          <p14:tracePt t="16405" x="7804150" y="2471738"/>
          <p14:tracePt t="16413" x="7705725" y="2487613"/>
          <p14:tracePt t="16421" x="7597775" y="2513013"/>
          <p14:tracePt t="16429" x="7472363" y="2528888"/>
          <p14:tracePt t="16437" x="7289800" y="2546350"/>
          <p14:tracePt t="16445" x="6942138" y="2595563"/>
          <p14:tracePt t="16453" x="6818313" y="2611438"/>
          <p14:tracePt t="16461" x="6551613" y="2654300"/>
          <p14:tracePt t="16469" x="6046788" y="2711450"/>
          <p14:tracePt t="16477" x="5697538" y="2736850"/>
          <p14:tracePt t="16485" x="5556250" y="2752725"/>
          <p14:tracePt t="16493" x="5249863" y="2778125"/>
          <p14:tracePt t="16501" x="4943475" y="2811463"/>
          <p14:tracePt t="16509" x="4719638" y="2819400"/>
          <p14:tracePt t="16517" x="4511675" y="2819400"/>
          <p14:tracePt t="16525" x="4313238" y="2819400"/>
          <p14:tracePt t="16533" x="4130675" y="2819400"/>
          <p14:tracePt t="16542" x="3981450" y="2819400"/>
          <p14:tracePt t="16550" x="3822700" y="2819400"/>
          <p14:tracePt t="16558" x="3781425" y="2819400"/>
          <p14:tracePt t="16566" x="3657600" y="2819400"/>
          <p14:tracePt t="16574" x="3557588" y="2819400"/>
          <p14:tracePt t="16583" x="3492500" y="2819400"/>
          <p14:tracePt t="16590" x="3433763" y="2819400"/>
          <p14:tracePt t="16600" x="3375025" y="2819400"/>
          <p14:tracePt t="16606" x="3351213" y="2819400"/>
          <p14:tracePt t="16616" x="3309938" y="2819400"/>
          <p14:tracePt t="16622" x="3284538" y="2819400"/>
          <p14:tracePt t="16638" x="3251200" y="2836863"/>
          <p14:tracePt t="16649" x="3225800" y="2836863"/>
          <p14:tracePt t="16655" x="3209925" y="2836863"/>
          <p14:tracePt t="16666" x="3160713" y="2836863"/>
          <p14:tracePt t="16671" x="3101975" y="2836863"/>
          <p14:tracePt t="16682" x="3027363" y="2852738"/>
          <p14:tracePt t="16687" x="2960688" y="2860675"/>
          <p14:tracePt t="16699" x="2919413" y="2860675"/>
          <p14:tracePt t="16703" x="2852738" y="2878138"/>
          <p14:tracePt t="16716" x="2795588" y="2894013"/>
          <p14:tracePt t="16719" x="2720975" y="2901950"/>
          <p14:tracePt t="16732" x="2670175" y="2901950"/>
          <p14:tracePt t="16736" x="2613025" y="2901950"/>
          <p14:tracePt t="16749" x="2571750" y="2919413"/>
          <p14:tracePt t="16752" x="2513013" y="2919413"/>
          <p14:tracePt t="16766" x="2454275" y="2935288"/>
          <p14:tracePt t="16768" x="2389188" y="2935288"/>
          <p14:tracePt t="16783" x="2330450" y="2935288"/>
          <p14:tracePt t="16785" x="2263775" y="2935288"/>
          <p14:tracePt t="16799" x="2206625" y="2935288"/>
          <p14:tracePt t="16801" x="2147888" y="2935288"/>
          <p14:tracePt t="16816" x="2106613" y="2935288"/>
          <p14:tracePt t="16817" x="2065338" y="2935288"/>
          <p14:tracePt t="16824" x="2006600" y="2935288"/>
          <p14:tracePt t="16832" x="1982788" y="2935288"/>
          <p14:tracePt t="16840" x="1924050" y="2935288"/>
          <p14:tracePt t="16849" x="1882775" y="2901950"/>
          <p14:tracePt t="16856" x="1857375" y="2901950"/>
          <p14:tracePt t="16866" x="1816100" y="2894013"/>
          <p14:tracePt t="16873" x="1774825" y="2894013"/>
          <p14:tracePt t="16883" x="1741488" y="2878138"/>
          <p14:tracePt t="16889" x="1716088" y="2860675"/>
          <p14:tracePt t="16899" x="1700213" y="2860675"/>
          <p14:tracePt t="16905" x="1674813" y="2852738"/>
          <p14:tracePt t="16916" x="1658938" y="2852738"/>
          <p14:tracePt t="16921" x="1651000" y="2852738"/>
          <p14:tracePt t="16933" x="1633538" y="2852738"/>
          <p14:tracePt t="17212" x="1592263" y="2852738"/>
          <p14:tracePt t="17220" x="1535113" y="2852738"/>
          <p14:tracePt t="17228" x="1476375" y="2852738"/>
          <p14:tracePt t="17236" x="1450975" y="2852738"/>
          <p14:tracePt t="17244" x="1393825" y="2852738"/>
          <p14:tracePt t="17252" x="1352550" y="2852738"/>
          <p14:tracePt t="17260" x="1327150" y="2852738"/>
          <p14:tracePt t="17268" x="1301750" y="2852738"/>
          <p14:tracePt t="17276" x="1285875" y="2852738"/>
          <p14:tracePt t="17284" x="1260475" y="2852738"/>
          <p14:tracePt t="17292" x="1244600" y="2852738"/>
          <p14:tracePt t="17300" x="1227138" y="2852738"/>
          <p14:tracePt t="17317" x="1211263" y="2852738"/>
          <p14:tracePt t="17526" x="1227138" y="2852738"/>
          <p14:tracePt t="17551" x="1244600" y="2852738"/>
          <p14:tracePt t="17688" x="1260475" y="2852738"/>
          <p14:tracePt t="17704" x="1268413" y="2852738"/>
          <p14:tracePt t="17712" x="1285875" y="2852738"/>
          <p14:tracePt t="17721" x="1352550" y="2836863"/>
          <p14:tracePt t="17729" x="1409700" y="2836863"/>
          <p14:tracePt t="17736" x="1476375" y="2836863"/>
          <p14:tracePt t="17744" x="1566863" y="2836863"/>
          <p14:tracePt t="17752" x="1609725" y="2836863"/>
          <p14:tracePt t="17761" x="1733550" y="2836863"/>
          <p14:tracePt t="17769" x="1833563" y="2836863"/>
          <p14:tracePt t="17777" x="1924050" y="2836863"/>
          <p14:tracePt t="17785" x="2057400" y="2836863"/>
          <p14:tracePt t="17793" x="2081213" y="2836863"/>
          <p14:tracePt t="17801" x="2181225" y="2836863"/>
          <p14:tracePt t="17809" x="2247900" y="2836863"/>
          <p14:tracePt t="17817" x="2347913" y="2836863"/>
          <p14:tracePt t="17825" x="2405063" y="2836863"/>
          <p14:tracePt t="17833" x="2471738" y="2836863"/>
          <p14:tracePt t="17841" x="2513013" y="2836863"/>
          <p14:tracePt t="17849" x="2571750" y="2836863"/>
          <p14:tracePt t="17858" x="2595563" y="2836863"/>
          <p14:tracePt t="17866" x="2628900" y="2836863"/>
          <p14:tracePt t="17874" x="2636838" y="2836863"/>
          <p14:tracePt t="17883" x="2654300" y="2836863"/>
          <p14:tracePt t="17890" x="2670175" y="2836863"/>
          <p14:tracePt t="17899" x="2679700" y="2836863"/>
          <p14:tracePt t="17915" x="2695575" y="2836863"/>
          <p14:tracePt t="18108" x="2711450" y="2836863"/>
          <p14:tracePt t="18116" x="2736850" y="2836863"/>
          <p14:tracePt t="18124" x="2754313" y="2836863"/>
          <p14:tracePt t="18133" x="2778125" y="2836863"/>
          <p14:tracePt t="18140" x="2803525" y="2836863"/>
          <p14:tracePt t="18149" x="2819400" y="2852738"/>
          <p14:tracePt t="18156" x="2860675" y="2852738"/>
          <p14:tracePt t="18166" x="2878138" y="2852738"/>
          <p14:tracePt t="18172" x="2903538" y="2852738"/>
          <p14:tracePt t="18182" x="2935288" y="2860675"/>
          <p14:tracePt t="18189" x="2960688" y="2860675"/>
          <p14:tracePt t="18198" x="2986088" y="2860675"/>
          <p14:tracePt t="18213" x="3019425" y="2860675"/>
          <p14:tracePt t="18221" x="3027363" y="2878138"/>
          <p14:tracePt t="18229" x="3043238" y="2878138"/>
          <p14:tracePt t="18237" x="3060700" y="2878138"/>
          <p14:tracePt t="18253" x="3068638" y="2878138"/>
          <p14:tracePt t="18269" x="3086100" y="2878138"/>
          <p14:tracePt t="18285" x="3101975" y="2878138"/>
          <p14:tracePt t="18439" x="3101975" y="2894013"/>
          <p14:tracePt t="18479" x="3086100" y="2894013"/>
          <p14:tracePt t="18519" x="3068638" y="2894013"/>
          <p14:tracePt t="18527" x="3060700" y="2894013"/>
          <p14:tracePt t="18536" x="3043238" y="2894013"/>
          <p14:tracePt t="18544" x="3019425" y="2894013"/>
          <p14:tracePt t="18552" x="3001963" y="2901950"/>
          <p14:tracePt t="18560" x="2978150" y="2901950"/>
          <p14:tracePt t="18568" x="2944813" y="2901950"/>
          <p14:tracePt t="18576" x="2935288" y="2901950"/>
          <p14:tracePt t="18584" x="2903538" y="2901950"/>
          <p14:tracePt t="18595" x="2894013" y="2901950"/>
          <p14:tracePt t="18608" x="2878138" y="2901950"/>
          <p14:tracePt t="18641" x="2860675" y="2901950"/>
          <p14:tracePt t="18665" x="2852738" y="2901950"/>
          <p14:tracePt t="18673" x="2836863" y="2901950"/>
          <p14:tracePt t="18683" x="2819400" y="2901950"/>
          <p14:tracePt t="18689" x="2803525" y="2901950"/>
          <p14:tracePt t="18699" x="2795588" y="2901950"/>
          <p14:tracePt t="18715" x="2778125" y="2901950"/>
          <p14:tracePt t="18754" x="2762250" y="2901950"/>
          <p14:tracePt t="18818" x="2778125" y="2901950"/>
          <p14:tracePt t="18826" x="2836863" y="2901950"/>
          <p14:tracePt t="18834" x="2903538" y="2901950"/>
          <p14:tracePt t="18842" x="3027363" y="2901950"/>
          <p14:tracePt t="18851" x="3068638" y="2901950"/>
          <p14:tracePt t="18866" x="3168650" y="2901950"/>
          <p14:tracePt t="18867" x="3267075" y="2901950"/>
          <p14:tracePt t="18875" x="3333750" y="2901950"/>
          <p14:tracePt t="18883" x="3408363" y="2901950"/>
          <p14:tracePt t="18891" x="3475038" y="2901950"/>
          <p14:tracePt t="18899" x="3533775" y="2901950"/>
          <p14:tracePt t="18907" x="3590925" y="2901950"/>
          <p14:tracePt t="18916" x="3641725" y="2901950"/>
          <p14:tracePt t="18923" x="3673475" y="2901950"/>
          <p14:tracePt t="18933" x="3716338" y="2901950"/>
          <p14:tracePt t="18939" x="3740150" y="2901950"/>
          <p14:tracePt t="18949" x="3781425" y="2901950"/>
          <p14:tracePt t="18955" x="3798888" y="2901950"/>
          <p14:tracePt t="18966" x="3822700" y="2901950"/>
          <p14:tracePt t="18971" x="3856038" y="2901950"/>
          <p14:tracePt t="18982" x="3865563" y="2901950"/>
          <p14:tracePt t="18996" x="3881438" y="2901950"/>
          <p14:tracePt t="19020" x="3898900" y="2901950"/>
          <p14:tracePt t="19117" x="3881438" y="2901950"/>
          <p14:tracePt t="19133" x="3865563" y="2901950"/>
          <p14:tracePt t="19141" x="3856038" y="2901950"/>
          <p14:tracePt t="19157" x="3840163" y="2901950"/>
          <p14:tracePt t="19166" x="3822700" y="2901950"/>
          <p14:tracePt t="19173" x="3814763" y="2901950"/>
          <p14:tracePt t="19182" x="3781425" y="2901950"/>
          <p14:tracePt t="19190" x="3773488" y="2901950"/>
          <p14:tracePt t="19199" x="3740150" y="2901950"/>
          <p14:tracePt t="19206" x="3698875" y="2901950"/>
          <p14:tracePt t="19215" x="3632200" y="2901950"/>
          <p14:tracePt t="19222" x="3575050" y="2901950"/>
          <p14:tracePt t="19231" x="3549650" y="2901950"/>
          <p14:tracePt t="19238" x="3475038" y="2901950"/>
          <p14:tracePt t="19246" x="3433763" y="2901950"/>
          <p14:tracePt t="19254" x="3375025" y="2901950"/>
          <p14:tracePt t="19262" x="3367088" y="2901950"/>
          <p14:tracePt t="19270" x="3333750" y="2901950"/>
          <p14:tracePt t="19278" x="3325813" y="2901950"/>
          <p14:tracePt t="19302" x="3309938" y="2901950"/>
          <p14:tracePt t="19359" x="3325813" y="2901950"/>
          <p14:tracePt t="19367" x="3351213" y="2901950"/>
          <p14:tracePt t="19375" x="3375025" y="2901950"/>
          <p14:tracePt t="19383" x="3449638" y="2901950"/>
          <p14:tracePt t="19391" x="3533775" y="2901950"/>
          <p14:tracePt t="19400" x="3598863" y="2901950"/>
          <p14:tracePt t="19408" x="3732213" y="2894013"/>
          <p14:tracePt t="19416" x="3840163" y="2878138"/>
          <p14:tracePt t="19424" x="3963988" y="2878138"/>
          <p14:tracePt t="19433" x="4089400" y="2860675"/>
          <p14:tracePt t="19440" x="4246563" y="2860675"/>
          <p14:tracePt t="19449" x="4354513" y="2860675"/>
          <p14:tracePt t="19456" x="4511675" y="2860675"/>
          <p14:tracePt t="19466" x="4635500" y="2860675"/>
          <p14:tracePt t="19472" x="4794250" y="2860675"/>
          <p14:tracePt t="19481" x="4943475" y="2860675"/>
          <p14:tracePt t="19489" x="5067300" y="2860675"/>
          <p14:tracePt t="19496" x="5108575" y="2860675"/>
          <p14:tracePt t="19505" x="5208588" y="2860675"/>
          <p14:tracePt t="19513" x="5275263" y="2852738"/>
          <p14:tracePt t="19521" x="5365750" y="2852738"/>
          <p14:tracePt t="19529" x="5432425" y="2836863"/>
          <p14:tracePt t="19537" x="5457825" y="2836863"/>
          <p14:tracePt t="19545" x="5499100" y="2836863"/>
          <p14:tracePt t="19553" x="5532438" y="2836863"/>
          <p14:tracePt t="19561" x="5540375" y="2819400"/>
          <p14:tracePt t="19569" x="5573713" y="2819400"/>
          <p14:tracePt t="19577" x="5589588" y="2819400"/>
          <p14:tracePt t="19585" x="5589588" y="2811463"/>
          <p14:tracePt t="19594" x="5599113" y="2811463"/>
          <p14:tracePt t="19617" x="5614988" y="2811463"/>
          <p14:tracePt t="19900" x="5640388" y="2811463"/>
          <p14:tracePt t="19908" x="5673725" y="2811463"/>
          <p14:tracePt t="19916" x="5715000" y="2811463"/>
          <p14:tracePt t="19924" x="5764213" y="2811463"/>
          <p14:tracePt t="19933" x="5797550" y="2811463"/>
          <p14:tracePt t="19940" x="5854700" y="2811463"/>
          <p14:tracePt t="19949" x="5905500" y="2811463"/>
          <p14:tracePt t="19956" x="5938838" y="2811463"/>
          <p14:tracePt t="19966" x="5980113" y="2811463"/>
          <p14:tracePt t="19973" x="6005513" y="2811463"/>
          <p14:tracePt t="19982" x="6021388" y="2811463"/>
          <p14:tracePt t="19998" x="6029325" y="2811463"/>
          <p14:tracePt t="20005" x="6046788" y="2811463"/>
          <p14:tracePt t="20353" x="6062663" y="2811463"/>
          <p14:tracePt t="20360" x="6088063" y="2811463"/>
          <p14:tracePt t="20368" x="6145213" y="2811463"/>
          <p14:tracePt t="20376" x="6203950" y="2811463"/>
          <p14:tracePt t="20385" x="6253163" y="2811463"/>
          <p14:tracePt t="20392" x="6311900" y="2811463"/>
          <p14:tracePt t="20401" x="6353175" y="2811463"/>
          <p14:tracePt t="20409" x="6394450" y="2811463"/>
          <p14:tracePt t="20417" x="6435725" y="2811463"/>
          <p14:tracePt t="20425" x="6453188" y="2811463"/>
          <p14:tracePt t="20433" x="6469063" y="2811463"/>
          <p14:tracePt t="20441" x="6477000" y="2811463"/>
          <p14:tracePt t="20465" x="6494463" y="2811463"/>
          <p14:tracePt t="20554" x="6477000" y="2811463"/>
          <p14:tracePt t="20578" x="6469063" y="2811463"/>
          <p14:tracePt t="20586" x="6453188" y="2811463"/>
          <p14:tracePt t="20595" x="6435725" y="2819400"/>
          <p14:tracePt t="20602" x="6427788" y="2819400"/>
          <p14:tracePt t="20610" x="6411913" y="2819400"/>
          <p14:tracePt t="20619" x="6386513" y="2836863"/>
          <p14:tracePt t="20627" x="6369050" y="2836863"/>
          <p14:tracePt t="20643" x="6353175" y="2836863"/>
          <p14:tracePt t="20651" x="6337300" y="2836863"/>
          <p14:tracePt t="20667" x="6327775" y="2836863"/>
          <p14:tracePt t="20748" x="6337300" y="2836863"/>
          <p14:tracePt t="20756" x="6411913" y="2852738"/>
          <p14:tracePt t="20766" x="6510338" y="2852738"/>
          <p14:tracePt t="20772" x="6602413" y="2860675"/>
          <p14:tracePt t="20781" x="6759575" y="2878138"/>
          <p14:tracePt t="20788" x="6883400" y="2894013"/>
          <p14:tracePt t="20796" x="7065963" y="2919413"/>
          <p14:tracePt t="20804" x="7248525" y="2935288"/>
          <p14:tracePt t="20812" x="7431088" y="2943225"/>
          <p14:tracePt t="20820" x="7621588" y="2976563"/>
          <p14:tracePt t="20829" x="7780338" y="2976563"/>
          <p14:tracePt t="20837" x="7962900" y="2986088"/>
          <p14:tracePt t="20845" x="8086725" y="2986088"/>
          <p14:tracePt t="20853" x="8228013" y="3001963"/>
          <p14:tracePt t="20861" x="8351838" y="3001963"/>
          <p14:tracePt t="20869" x="8410575" y="3001963"/>
          <p14:tracePt t="20877" x="8501063" y="3001963"/>
          <p14:tracePt t="20885" x="8575675" y="3017838"/>
          <p14:tracePt t="20893" x="8642350" y="3017838"/>
          <p14:tracePt t="20901" x="8699500" y="3017838"/>
          <p14:tracePt t="20909" x="8742363" y="3017838"/>
          <p14:tracePt t="20917" x="8758238" y="3017838"/>
          <p14:tracePt t="20925" x="8783638" y="3017838"/>
          <p14:tracePt t="20941" x="8799513" y="3017838"/>
          <p14:tracePt t="20958" x="8816975" y="3017838"/>
          <p14:tracePt t="21232" x="8824913" y="3017838"/>
          <p14:tracePt t="21240" x="8840788" y="3017838"/>
          <p14:tracePt t="21249" x="8858250" y="3017838"/>
          <p14:tracePt t="21256" x="8866188" y="3017838"/>
          <p14:tracePt t="21266" x="8899525" y="3017838"/>
          <p14:tracePt t="21273" x="8907463" y="3017838"/>
          <p14:tracePt t="21289" x="8924925" y="3017838"/>
          <p14:tracePt t="21298" x="8940800" y="3017838"/>
          <p14:tracePt t="21313" x="8948738" y="3017838"/>
          <p14:tracePt t="21394" x="8907463" y="3017838"/>
          <p14:tracePt t="21402" x="8840788" y="3017838"/>
          <p14:tracePt t="21410" x="8758238" y="3017838"/>
          <p14:tracePt t="21418" x="8642350" y="3017838"/>
          <p14:tracePt t="21433" x="8518525" y="3017838"/>
          <p14:tracePt t="21435" x="8393113" y="3017838"/>
          <p14:tracePt t="21449" x="8269288" y="3017838"/>
          <p14:tracePt t="21451" x="8128000" y="3027363"/>
          <p14:tracePt t="21466" x="8004175" y="3060700"/>
          <p14:tracePt t="21467" x="7845425" y="3076575"/>
          <p14:tracePt t="21474" x="7721600" y="3117850"/>
          <p14:tracePt t="21482" x="7572375" y="3143250"/>
          <p14:tracePt t="21490" x="7389813" y="3159125"/>
          <p14:tracePt t="21500" x="7232650" y="3200400"/>
          <p14:tracePt t="21507" x="7050088" y="3225800"/>
          <p14:tracePt t="21516" x="6826250" y="3267075"/>
          <p14:tracePt t="21523" x="6651625" y="3308350"/>
          <p14:tracePt t="21533" x="6469063" y="3349625"/>
          <p14:tracePt t="21539" x="6286500" y="3382963"/>
          <p14:tracePt t="21549" x="6203950" y="3390900"/>
          <p14:tracePt t="21555" x="6088063" y="3424238"/>
          <p14:tracePt t="21566" x="5962650" y="3433763"/>
          <p14:tracePt t="21571" x="5864225" y="3467100"/>
          <p14:tracePt t="21582" x="5681663" y="3508375"/>
          <p14:tracePt t="21587" x="5589588" y="3516313"/>
          <p14:tracePt t="21601" x="5457825" y="3549650"/>
          <p14:tracePt t="21606" x="5332413" y="3565525"/>
          <p14:tracePt t="21616" x="5149850" y="3606800"/>
          <p14:tracePt t="21620" x="5000625" y="3648075"/>
          <p14:tracePt t="21633" x="4776788" y="3690938"/>
          <p14:tracePt t="21636" x="4594225" y="3740150"/>
          <p14:tracePt t="21649" x="4205288" y="3881438"/>
          <p14:tracePt t="21652" x="3898900" y="3963988"/>
          <p14:tracePt t="21666" x="3773488" y="4021138"/>
          <p14:tracePt t="21668" x="3516313" y="4105275"/>
          <p14:tracePt t="21683" x="3251200" y="4187825"/>
          <p14:tracePt t="21685" x="3001963" y="4262438"/>
          <p14:tracePt t="21699" x="2778125" y="4329113"/>
          <p14:tracePt t="21701" x="2554288" y="4403725"/>
          <p14:tracePt t="21716" x="2371725" y="4427538"/>
          <p14:tracePt t="21717" x="2189163" y="4470400"/>
          <p14:tracePt t="21725" x="2106613" y="4486275"/>
          <p14:tracePt t="21733" x="1998663" y="4494213"/>
          <p14:tracePt t="21741" x="1898650" y="4511675"/>
          <p14:tracePt t="21749" x="1800225" y="4527550"/>
          <p14:tracePt t="21757" x="1741488" y="4527550"/>
          <p14:tracePt t="21766" x="1700213" y="4527550"/>
          <p14:tracePt t="21773" x="1674813" y="4527550"/>
          <p14:tracePt t="21782" x="1651000" y="4511675"/>
          <p14:tracePt t="21789" x="1633538" y="4511675"/>
          <p14:tracePt t="21799" x="1633538" y="4494213"/>
          <p14:tracePt t="21805" x="1633538" y="4486275"/>
          <p14:tracePt t="21815" x="1617663" y="4470400"/>
          <p14:tracePt t="21821" x="1617663" y="4452938"/>
          <p14:tracePt t="21832" x="1617663" y="4445000"/>
          <p14:tracePt t="21846" x="1617663" y="4427538"/>
          <p14:tracePt t="21854" x="1617663" y="4411663"/>
          <p14:tracePt t="21870" x="1617663" y="4403725"/>
          <p14:tracePt t="21886" x="1617663" y="4386263"/>
          <p14:tracePt t="21902" x="1617663" y="4370388"/>
          <p14:tracePt t="21918" x="1617663" y="4362450"/>
          <p14:tracePt t="21927" x="1617663" y="4344988"/>
          <p14:tracePt t="21935" x="1617663" y="4329113"/>
          <p14:tracePt t="21943" x="1609725" y="4311650"/>
          <p14:tracePt t="21951" x="1592263" y="4270375"/>
          <p14:tracePt t="21959" x="1576388" y="4229100"/>
          <p14:tracePt t="21967" x="1566863" y="4179888"/>
          <p14:tracePt t="21975" x="1535113" y="4105275"/>
          <p14:tracePt t="21983" x="1509713" y="4021138"/>
          <p14:tracePt t="21991" x="1509713" y="3997325"/>
          <p14:tracePt t="21999" x="1476375" y="3922713"/>
          <p14:tracePt t="22007" x="1468438" y="3840163"/>
          <p14:tracePt t="22016" x="1450975" y="3814763"/>
          <p14:tracePt t="22023" x="1450975" y="3773488"/>
          <p14:tracePt t="22033" x="1435100" y="3756025"/>
          <p14:tracePt t="22039" x="1435100" y="3740150"/>
          <p14:tracePt t="22049" x="1435100" y="3732213"/>
          <p14:tracePt t="22217" x="1435100" y="3714750"/>
          <p14:tracePt t="22258" x="1435100" y="3698875"/>
          <p14:tracePt t="22266" x="1435100" y="3690938"/>
          <p14:tracePt t="22282" x="1450975" y="3673475"/>
          <p14:tracePt t="22290" x="1450975" y="3657600"/>
          <p14:tracePt t="22299" x="1468438" y="3657600"/>
          <p14:tracePt t="22306" x="1476375" y="3648075"/>
          <p14:tracePt t="22315" x="1492250" y="3632200"/>
          <p14:tracePt t="22332" x="1509713" y="3632200"/>
          <p14:tracePt t="22338" x="1509713" y="3616325"/>
          <p14:tracePt t="22354" x="1525588" y="3616325"/>
          <p14:tracePt t="22524" x="1535113" y="3616325"/>
          <p14:tracePt t="22533" x="1576388" y="3606800"/>
          <p14:tracePt t="22540" x="1633538" y="3590925"/>
          <p14:tracePt t="22549" x="1674813" y="3573463"/>
          <p14:tracePt t="22556" x="1774825" y="3549650"/>
          <p14:tracePt t="22566" x="1874838" y="3532188"/>
          <p14:tracePt t="22572" x="1965325" y="3516313"/>
          <p14:tracePt t="22582" x="2065338" y="3490913"/>
          <p14:tracePt t="22589" x="2189163" y="3475038"/>
          <p14:tracePt t="22598" x="2305050" y="3467100"/>
          <p14:tracePt t="22604" x="2430463" y="3449638"/>
          <p14:tracePt t="22613" x="2554288" y="3433763"/>
          <p14:tracePt t="22621" x="2711450" y="3433763"/>
          <p14:tracePt t="22629" x="2836863" y="3424238"/>
          <p14:tracePt t="22637" x="2978150" y="3424238"/>
          <p14:tracePt t="22645" x="3101975" y="3424238"/>
          <p14:tracePt t="22653" x="3160713" y="3424238"/>
          <p14:tracePt t="22661" x="3284538" y="3424238"/>
          <p14:tracePt t="22669" x="3375025" y="3424238"/>
          <p14:tracePt t="22677" x="3449638" y="3424238"/>
          <p14:tracePt t="22685" x="3508375" y="3424238"/>
          <p14:tracePt t="22693" x="3549650" y="3424238"/>
          <p14:tracePt t="22701" x="3598863" y="3424238"/>
          <p14:tracePt t="22709" x="3641725" y="3424238"/>
          <p14:tracePt t="22718" x="3698875" y="3424238"/>
          <p14:tracePt t="22726" x="3732213" y="3424238"/>
          <p14:tracePt t="22734" x="3773488" y="3424238"/>
          <p14:tracePt t="22742" x="3798888" y="3424238"/>
          <p14:tracePt t="22750" x="3840163" y="3424238"/>
          <p14:tracePt t="22758" x="3865563" y="3424238"/>
          <p14:tracePt t="22766" x="3922713" y="3424238"/>
          <p14:tracePt t="22774" x="3963988" y="3424238"/>
          <p14:tracePt t="22783" x="4022725" y="3424238"/>
          <p14:tracePt t="22790" x="4048125" y="3424238"/>
          <p14:tracePt t="22799" x="4105275" y="3424238"/>
          <p14:tracePt t="22807" x="4130675" y="3424238"/>
          <p14:tracePt t="22816" x="4171950" y="3424238"/>
          <p14:tracePt t="22823" x="4229100" y="3433763"/>
          <p14:tracePt t="22832" x="4287838" y="3433763"/>
          <p14:tracePt t="22839" x="4329113" y="3433763"/>
          <p14:tracePt t="22849" x="4370388" y="3449638"/>
          <p14:tracePt t="22855" x="4437063" y="3467100"/>
          <p14:tracePt t="22866" x="4495800" y="3467100"/>
          <p14:tracePt t="22871" x="4552950" y="3467100"/>
          <p14:tracePt t="22882" x="4611688" y="3467100"/>
          <p14:tracePt t="22887" x="4652963" y="3475038"/>
          <p14:tracePt t="22899" x="4702175" y="3475038"/>
          <p14:tracePt t="22903" x="4760913" y="3475038"/>
          <p14:tracePt t="22916" x="4794250" y="3490913"/>
          <p14:tracePt t="22920" x="4843463" y="3490913"/>
          <p14:tracePt t="22932" x="4902200" y="3490913"/>
          <p14:tracePt t="22936" x="4959350" y="3490913"/>
          <p14:tracePt t="22949" x="5018088" y="3490913"/>
          <p14:tracePt t="22952" x="5084763" y="3490913"/>
          <p14:tracePt t="22965" x="5183188" y="3490913"/>
          <p14:tracePt t="22968" x="5249863" y="3490913"/>
          <p14:tracePt t="22983" x="5308600" y="3490913"/>
          <p14:tracePt t="22985" x="5373688" y="3508375"/>
          <p14:tracePt t="22999" x="5448300" y="3508375"/>
          <p14:tracePt t="23001" x="5514975" y="3508375"/>
          <p14:tracePt t="23016" x="5599113" y="3508375"/>
          <p14:tracePt t="23017" x="5715000" y="3508375"/>
          <p14:tracePt t="23025" x="5756275" y="3508375"/>
          <p14:tracePt t="23033" x="5880100" y="3516313"/>
          <p14:tracePt t="23041" x="5905500" y="3516313"/>
          <p14:tracePt t="23049" x="6029325" y="3532188"/>
          <p14:tracePt t="23057" x="6103938" y="3549650"/>
          <p14:tracePt t="23066" x="6203950" y="3565525"/>
          <p14:tracePt t="23073" x="6270625" y="3573463"/>
          <p14:tracePt t="23083" x="6369050" y="3573463"/>
          <p14:tracePt t="23089" x="6411913" y="3590925"/>
          <p14:tracePt t="23099" x="6477000" y="3606800"/>
          <p14:tracePt t="23105" x="6551613" y="3616325"/>
          <p14:tracePt t="23116" x="6618288" y="3632200"/>
          <p14:tracePt t="23121" x="6677025" y="3632200"/>
          <p14:tracePt t="23132" x="6718300" y="3648075"/>
          <p14:tracePt t="23138" x="6743700" y="3657600"/>
          <p14:tracePt t="23149" x="6784975" y="3657600"/>
          <p14:tracePt t="23154" x="6800850" y="3673475"/>
          <p14:tracePt t="23166" x="6826250" y="3690938"/>
          <p14:tracePt t="23170" x="6859588" y="3698875"/>
          <p14:tracePt t="23182" x="6867525" y="3698875"/>
          <p14:tracePt t="23186" x="6900863" y="3714750"/>
          <p14:tracePt t="23199" x="6916738" y="3714750"/>
          <p14:tracePt t="23202" x="6924675" y="3732213"/>
          <p14:tracePt t="23216" x="6942138" y="3732213"/>
          <p14:tracePt t="23219" x="6967538" y="3732213"/>
          <p14:tracePt t="23232" x="6983413" y="3732213"/>
          <p14:tracePt t="23249" x="6999288" y="3740150"/>
          <p14:tracePt t="23250" x="7008813" y="3740150"/>
          <p14:tracePt t="23283" x="7024688" y="3740150"/>
          <p14:tracePt t="23525" x="7024688" y="3732213"/>
          <p14:tracePt t="23533" x="7008813" y="3714750"/>
          <p14:tracePt t="23541" x="6999288" y="3714750"/>
          <p14:tracePt t="23549" x="6983413" y="3698875"/>
          <p14:tracePt t="23558" x="6958013" y="3690938"/>
          <p14:tracePt t="23566" x="6958013" y="3673475"/>
          <p14:tracePt t="23574" x="6924675" y="3657600"/>
          <p14:tracePt t="23582" x="6916738" y="3648075"/>
          <p14:tracePt t="23590" x="6900863" y="3648075"/>
          <p14:tracePt t="23599" x="6883400" y="3632200"/>
          <p14:tracePt t="23630" x="6883400" y="3616325"/>
          <p14:tracePt t="23638" x="6867525" y="3616325"/>
          <p14:tracePt t="23654" x="6859588" y="3616325"/>
          <p14:tracePt t="23662" x="6842125" y="3606800"/>
          <p14:tracePt t="23678" x="6818313" y="3590925"/>
          <p14:tracePt t="23686" x="6800850" y="3573463"/>
          <p14:tracePt t="23695" x="6800850" y="3565525"/>
          <p14:tracePt t="23703" x="6784975" y="3549650"/>
          <p14:tracePt t="23711" x="6775450" y="3532188"/>
          <p14:tracePt t="23719" x="6759575" y="3516313"/>
          <p14:tracePt t="23727" x="6743700" y="3490913"/>
          <p14:tracePt t="23735" x="6734175" y="3490913"/>
          <p14:tracePt t="23743" x="6718300" y="3475038"/>
          <p14:tracePt t="23751" x="6700838" y="3449638"/>
          <p14:tracePt t="23759" x="6692900" y="3433763"/>
          <p14:tracePt t="23767" x="6677025" y="3424238"/>
          <p14:tracePt t="23775" x="6659563" y="3408363"/>
          <p14:tracePt t="23783" x="6635750" y="3408363"/>
          <p14:tracePt t="23791" x="6618288" y="3390900"/>
          <p14:tracePt t="23800" x="6577013" y="3367088"/>
          <p14:tracePt t="23808" x="6535738" y="3367088"/>
          <p14:tracePt t="23816" x="6518275" y="3349625"/>
          <p14:tracePt t="23824" x="6477000" y="3325813"/>
          <p14:tracePt t="23833" x="6469063" y="3308350"/>
          <p14:tracePt t="23840" x="6453188" y="3308350"/>
          <p14:tracePt t="23849" x="6435725" y="3292475"/>
          <p14:tracePt t="23856" x="6427788" y="3284538"/>
          <p14:tracePt t="23866" x="6411913" y="3267075"/>
          <p14:tracePt t="23872" x="6411913" y="3251200"/>
          <p14:tracePt t="23882" x="6394450" y="3241675"/>
          <p14:tracePt t="23888" x="6394450" y="3209925"/>
          <p14:tracePt t="23899" x="6394450" y="3200400"/>
          <p14:tracePt t="23904" x="6394450" y="3167063"/>
          <p14:tracePt t="23915" x="6394450" y="3159125"/>
          <p14:tracePt t="23921" x="6411913" y="3117850"/>
          <p14:tracePt t="23933" x="6469063" y="3084513"/>
          <p14:tracePt t="23937" x="6561138" y="3076575"/>
          <p14:tracePt t="23949" x="6651625" y="3060700"/>
          <p14:tracePt t="23953" x="6775450" y="3060700"/>
          <p14:tracePt t="23966" x="6900863" y="3060700"/>
          <p14:tracePt t="23969" x="7024688" y="3060700"/>
          <p14:tracePt t="23982" x="7091363" y="3060700"/>
          <p14:tracePt t="23985" x="7191375" y="3060700"/>
          <p14:tracePt t="23999" x="7315200" y="3060700"/>
          <p14:tracePt t="24001" x="7397750" y="3076575"/>
          <p14:tracePt t="24016" x="7489825" y="3084513"/>
          <p14:tracePt t="24019" x="7556500" y="3101975"/>
          <p14:tracePt t="24032" x="7613650" y="3117850"/>
          <p14:tracePt t="24035" x="7639050" y="3125788"/>
          <p14:tracePt t="24049" x="7680325" y="3125788"/>
          <p14:tracePt t="24051" x="7696200" y="3143250"/>
          <p14:tracePt t="24066" x="7721600" y="3143250"/>
          <p14:tracePt t="24067" x="7754938" y="3159125"/>
          <p14:tracePt t="24074" x="7754938" y="3167063"/>
          <p14:tracePt t="24082" x="7762875" y="3184525"/>
          <p14:tracePt t="24090" x="7780338" y="3184525"/>
          <p14:tracePt t="24100" x="7780338" y="3200400"/>
          <p14:tracePt t="24106" x="7796213" y="3209925"/>
          <p14:tracePt t="24116" x="7796213" y="3241675"/>
          <p14:tracePt t="24122" x="7796213" y="3251200"/>
          <p14:tracePt t="24133" x="7796213" y="3292475"/>
          <p14:tracePt t="24139" x="7796213" y="3325813"/>
          <p14:tracePt t="24149" x="7762875" y="3349625"/>
          <p14:tracePt t="24155" x="7737475" y="3382963"/>
          <p14:tracePt t="24166" x="7721600" y="3390900"/>
          <p14:tracePt t="24171" x="7680325" y="3424238"/>
          <p14:tracePt t="24183" x="7639050" y="3449638"/>
          <p14:tracePt t="24187" x="7613650" y="3449638"/>
          <p14:tracePt t="24199" x="7572375" y="3467100"/>
          <p14:tracePt t="24203" x="7513638" y="3475038"/>
          <p14:tracePt t="24216" x="7456488" y="3475038"/>
          <p14:tracePt t="24219" x="7431088" y="3475038"/>
          <p14:tracePt t="24233" x="7373938" y="3490913"/>
          <p14:tracePt t="24236" x="7315200" y="3490913"/>
          <p14:tracePt t="24249" x="7289800" y="3490913"/>
          <p14:tracePt t="24252" x="7232650" y="3490913"/>
          <p14:tracePt t="24266" x="7191375" y="3490913"/>
          <p14:tracePt t="24268" x="7165975" y="3490913"/>
          <p14:tracePt t="24282" x="7132638" y="3490913"/>
          <p14:tracePt t="24285" x="7107238" y="3490913"/>
          <p14:tracePt t="24299" x="7091363" y="3490913"/>
          <p14:tracePt t="24301" x="7083425" y="3490913"/>
          <p14:tracePt t="24316" x="7065963" y="3490913"/>
          <p14:tracePt t="26424" x="7150100" y="3490913"/>
          <p14:tracePt t="26433" x="7191375" y="3490913"/>
          <p14:tracePt t="26440" x="7248525" y="3490913"/>
          <p14:tracePt t="26449" x="7273925" y="3490913"/>
          <p14:tracePt t="26456" x="7289800" y="3490913"/>
          <p14:tracePt t="26466" x="7307263" y="3490913"/>
          <p14:tracePt t="26472" x="7348538" y="3490913"/>
          <p14:tracePt t="26480" x="7356475" y="3490913"/>
          <p14:tracePt t="26488" x="7373938" y="3490913"/>
          <p14:tracePt t="26504" x="7389813" y="3490913"/>
          <p14:tracePt t="26536" x="7397750" y="3490913"/>
          <p14:tracePt t="26561" x="7415213" y="3490913"/>
          <p14:tracePt t="26569" x="7431088" y="3490913"/>
          <p14:tracePt t="26585" x="7456488" y="3490913"/>
          <p14:tracePt t="26595" x="7472363" y="3490913"/>
          <p14:tracePt t="26601" x="7497763" y="3490913"/>
          <p14:tracePt t="26609" x="7531100" y="3490913"/>
          <p14:tracePt t="26617" x="7556500" y="3475038"/>
          <p14:tracePt t="26625" x="7613650" y="3475038"/>
          <p14:tracePt t="26633" x="7654925" y="3467100"/>
          <p14:tracePt t="26641" x="7680325" y="3467100"/>
          <p14:tracePt t="26649" x="7705725" y="3467100"/>
          <p14:tracePt t="26657" x="7737475" y="3467100"/>
          <p14:tracePt t="26674" x="7754938" y="3467100"/>
          <p14:tracePt t="26690" x="7762875" y="3467100"/>
          <p14:tracePt t="26762" x="7762875" y="3449638"/>
          <p14:tracePt t="26859" x="7762875" y="3433763"/>
          <p14:tracePt t="31971" x="7680325" y="3433763"/>
          <p14:tracePt t="31979" x="7580313" y="3433763"/>
          <p14:tracePt t="31987" x="7439025" y="3433763"/>
          <p14:tracePt t="31995" x="7289800" y="3433763"/>
          <p14:tracePt t="32003" x="7165975" y="3433763"/>
          <p14:tracePt t="32011" x="7091363" y="3433763"/>
          <p14:tracePt t="32020" x="6999288" y="3433763"/>
          <p14:tracePt t="32028" x="6900863" y="3433763"/>
          <p14:tracePt t="32035" x="6842125" y="3433763"/>
          <p14:tracePt t="32044" x="6784975" y="3433763"/>
          <p14:tracePt t="32052" x="6775450" y="3433763"/>
          <p14:tracePt t="32060" x="6743700" y="3433763"/>
          <p14:tracePt t="32084" x="6734175" y="3433763"/>
          <p14:tracePt t="32375" x="6743700" y="3433763"/>
          <p14:tracePt t="32383" x="6759575" y="3433763"/>
          <p14:tracePt t="32391" x="6800850" y="3433763"/>
          <p14:tracePt t="32400" x="6818313" y="3433763"/>
          <p14:tracePt t="32407" x="6867525" y="3433763"/>
          <p14:tracePt t="32416" x="6924675" y="3433763"/>
          <p14:tracePt t="32423" x="6983413" y="3433763"/>
          <p14:tracePt t="32433" x="7042150" y="3433763"/>
          <p14:tracePt t="32439" x="7083425" y="3433763"/>
          <p14:tracePt t="32449" x="7132638" y="3433763"/>
          <p14:tracePt t="32455" x="7173913" y="3433763"/>
          <p14:tracePt t="32465" x="7207250" y="3433763"/>
          <p14:tracePt t="32472" x="7232650" y="3433763"/>
          <p14:tracePt t="32479" x="7248525" y="3433763"/>
          <p14:tracePt t="32488" x="7265988" y="3424238"/>
          <p14:tracePt t="32496" x="7273925" y="3424238"/>
          <p14:tracePt t="32504" x="7289800" y="3424238"/>
          <p14:tracePt t="32512" x="7289800" y="3408363"/>
          <p14:tracePt t="32520" x="7307263" y="3408363"/>
          <p14:tracePt t="32536" x="7315200" y="3408363"/>
          <p14:tracePt t="32690" x="7315200" y="3424238"/>
          <p14:tracePt t="32835" x="7307263" y="3424238"/>
          <p14:tracePt t="32843" x="7273925" y="3433763"/>
          <p14:tracePt t="32851" x="7207250" y="3490913"/>
          <p14:tracePt t="32859" x="7124700" y="3565525"/>
          <p14:tracePt t="32867" x="7024688" y="3632200"/>
          <p14:tracePt t="32875" x="6916738" y="3714750"/>
          <p14:tracePt t="32883" x="6775450" y="3797300"/>
          <p14:tracePt t="32891" x="6651625" y="3881438"/>
          <p14:tracePt t="32899" x="6518275" y="3938588"/>
          <p14:tracePt t="32908" x="6369050" y="4005263"/>
          <p14:tracePt t="32916" x="6211888" y="4046538"/>
          <p14:tracePt t="32924" x="6062663" y="4097338"/>
          <p14:tracePt t="32933" x="5921375" y="4121150"/>
          <p14:tracePt t="32940" x="5764213" y="4138613"/>
          <p14:tracePt t="32949" x="5640388" y="4162425"/>
          <p14:tracePt t="32956" x="5589588" y="4162425"/>
          <p14:tracePt t="32966" x="5514975" y="4162425"/>
          <p14:tracePt t="32972" x="5416550" y="4162425"/>
          <p14:tracePt t="32981" x="5349875" y="4162425"/>
          <p14:tracePt t="32988" x="5291138" y="4162425"/>
          <p14:tracePt t="32996" x="5233988" y="4162425"/>
          <p14:tracePt t="33004" x="5208588" y="4162425"/>
          <p14:tracePt t="33012" x="5149850" y="4162425"/>
          <p14:tracePt t="33021" x="5108575" y="4162425"/>
          <p14:tracePt t="33029" x="5084763" y="4162425"/>
          <p14:tracePt t="33037" x="5026025" y="4162425"/>
          <p14:tracePt t="33045" x="4984750" y="4146550"/>
          <p14:tracePt t="33053" x="4943475" y="4146550"/>
          <p14:tracePt t="33061" x="4902200" y="4138613"/>
          <p14:tracePt t="33069" x="4860925" y="4138613"/>
          <p14:tracePt t="33077" x="4818063" y="4138613"/>
          <p14:tracePt t="33085" x="4776788" y="4138613"/>
          <p14:tracePt t="33093" x="4735513" y="4138613"/>
          <p14:tracePt t="33101" x="4702175" y="4121150"/>
          <p14:tracePt t="33109" x="4660900" y="4121150"/>
          <p14:tracePt t="33117" x="4652963" y="4121150"/>
          <p14:tracePt t="33125" x="4611688" y="4105275"/>
          <p14:tracePt t="33133" x="4578350" y="4105275"/>
          <p14:tracePt t="33141" x="4552950" y="4105275"/>
          <p14:tracePt t="33150" x="4529138" y="4105275"/>
          <p14:tracePt t="33158" x="4495800" y="4097338"/>
          <p14:tracePt t="33166" x="4470400" y="4097338"/>
          <p14:tracePt t="33174" x="4454525" y="4097338"/>
          <p14:tracePt t="33182" x="4437063" y="4097338"/>
          <p14:tracePt t="33190" x="4429125" y="4097338"/>
          <p14:tracePt t="33199" x="4395788" y="4097338"/>
          <p14:tracePt t="33215" x="4387850" y="4097338"/>
          <p14:tracePt t="33222" x="4387850" y="4079875"/>
          <p14:tracePt t="33232" x="4370388" y="4079875"/>
          <p14:tracePt t="33489" x="4271963" y="4079875"/>
          <p14:tracePt t="33499" x="4146550" y="4079875"/>
          <p14:tracePt t="33505" x="4022725" y="4079875"/>
          <p14:tracePt t="33513" x="3898900" y="4079875"/>
          <p14:tracePt t="33521" x="3740150" y="4079875"/>
          <p14:tracePt t="33529" x="3598863" y="4079875"/>
          <p14:tracePt t="33537" x="3475038" y="4079875"/>
          <p14:tracePt t="33545" x="3375025" y="4097338"/>
          <p14:tracePt t="33553" x="3309938" y="4097338"/>
          <p14:tracePt t="33561" x="3160713" y="4105275"/>
          <p14:tracePt t="33569" x="3060700" y="4121150"/>
          <p14:tracePt t="33577" x="2960688" y="4138613"/>
          <p14:tracePt t="33586" x="2903538" y="4138613"/>
          <p14:tracePt t="33595" x="2878138" y="4146550"/>
          <p14:tracePt t="33602" x="2852738" y="4146550"/>
          <p14:tracePt t="33610" x="2836863" y="4146550"/>
          <p14:tracePt t="33618" x="2819400" y="4146550"/>
          <p14:tracePt t="33771" x="2836863" y="4146550"/>
          <p14:tracePt t="33779" x="2860675" y="4146550"/>
          <p14:tracePt t="33787" x="2903538" y="4146550"/>
          <p14:tracePt t="33795" x="2935288" y="4146550"/>
          <p14:tracePt t="33804" x="2986088" y="4146550"/>
          <p14:tracePt t="33812" x="3043238" y="4146550"/>
          <p14:tracePt t="33820" x="3101975" y="4146550"/>
          <p14:tracePt t="33828" x="3184525" y="4146550"/>
          <p14:tracePt t="33836" x="3267075" y="4146550"/>
          <p14:tracePt t="33844" x="3333750" y="4146550"/>
          <p14:tracePt t="33852" x="3367088" y="4146550"/>
          <p14:tracePt t="33860" x="3467100" y="4146550"/>
          <p14:tracePt t="33868" x="3533775" y="4146550"/>
          <p14:tracePt t="33876" x="3616325" y="4146550"/>
          <p14:tracePt t="33884" x="3690938" y="4138613"/>
          <p14:tracePt t="33892" x="3757613" y="4138613"/>
          <p14:tracePt t="33900" x="3814763" y="4121150"/>
          <p14:tracePt t="33909" x="3865563" y="4105275"/>
          <p14:tracePt t="33916" x="3906838" y="4105275"/>
          <p14:tracePt t="33925" x="3940175" y="4105275"/>
          <p14:tracePt t="33933" x="3981450" y="4097338"/>
          <p14:tracePt t="33949" x="4005263" y="4097338"/>
          <p14:tracePt t="33957" x="4022725" y="4097338"/>
          <p14:tracePt t="33966" x="4038600" y="4079875"/>
          <p14:tracePt t="33973" x="4048125" y="4079875"/>
          <p14:tracePt t="33982" x="4064000" y="4079875"/>
          <p14:tracePt t="33989" x="4079875" y="4079875"/>
          <p14:tracePt t="34005" x="4089400" y="4079875"/>
          <p14:tracePt t="34038" x="4105275" y="4079875"/>
          <p14:tracePt t="34102" x="4089400" y="4079875"/>
          <p14:tracePt t="34110" x="4048125" y="4079875"/>
          <p14:tracePt t="34118" x="4005263" y="4097338"/>
          <p14:tracePt t="34127" x="3922713" y="4097338"/>
          <p14:tracePt t="34134" x="3881438" y="4097338"/>
          <p14:tracePt t="34149" x="3822700" y="4097338"/>
          <p14:tracePt t="34152" x="3757613" y="4097338"/>
          <p14:tracePt t="34166" x="3698875" y="4097338"/>
          <p14:tracePt t="34167" x="3641725" y="4097338"/>
          <p14:tracePt t="34175" x="3590925" y="4097338"/>
          <p14:tracePt t="34183" x="3575050" y="4097338"/>
          <p14:tracePt t="34191" x="3549650" y="4097338"/>
          <p14:tracePt t="34199" x="3533775" y="4097338"/>
          <p14:tracePt t="34207" x="3516313" y="4097338"/>
          <p14:tracePt t="34216" x="3508375" y="4097338"/>
          <p14:tracePt t="34232" x="3492500" y="4097338"/>
          <p14:tracePt t="34249" x="3475038" y="4097338"/>
          <p14:tracePt t="34265" x="3467100" y="4097338"/>
          <p14:tracePt t="34401" x="3475038" y="4097338"/>
          <p14:tracePt t="34425" x="3492500" y="4097338"/>
          <p14:tracePt t="34433" x="3516313" y="4097338"/>
          <p14:tracePt t="34441" x="3533775" y="4097338"/>
          <p14:tracePt t="34449" x="3557588" y="4097338"/>
          <p14:tracePt t="34458" x="3590925" y="4097338"/>
          <p14:tracePt t="34466" x="3616325" y="4097338"/>
          <p14:tracePt t="34474" x="3641725" y="4097338"/>
          <p14:tracePt t="34482" x="3690938" y="4097338"/>
          <p14:tracePt t="34490" x="3732213" y="4097338"/>
          <p14:tracePt t="34499" x="3773488" y="4097338"/>
          <p14:tracePt t="34506" x="3814763" y="4097338"/>
          <p14:tracePt t="34515" x="3856038" y="4097338"/>
          <p14:tracePt t="34522" x="3906838" y="4097338"/>
          <p14:tracePt t="34532" x="3940175" y="4097338"/>
          <p14:tracePt t="34538" x="3963988" y="4097338"/>
          <p14:tracePt t="34546" x="4005263" y="4097338"/>
          <p14:tracePt t="34555" x="4038600" y="4097338"/>
          <p14:tracePt t="34562" x="4064000" y="4097338"/>
          <p14:tracePt t="34570" x="4079875" y="4097338"/>
          <p14:tracePt t="34579" x="4105275" y="4097338"/>
          <p14:tracePt t="34587" x="4130675" y="4097338"/>
          <p14:tracePt t="34603" x="4164013" y="4097338"/>
          <p14:tracePt t="34611" x="4171950" y="4097338"/>
          <p14:tracePt t="34619" x="4187825" y="4097338"/>
          <p14:tracePt t="34635" x="4205288" y="4097338"/>
          <p14:tracePt t="34659" x="4221163" y="4097338"/>
          <p14:tracePt t="34756" x="4221163" y="4105275"/>
          <p14:tracePt t="34780" x="4205288" y="4105275"/>
          <p14:tracePt t="34788" x="4171950" y="4105275"/>
          <p14:tracePt t="34797" x="4130675" y="4121150"/>
          <p14:tracePt t="34805" x="4038600" y="4121150"/>
          <p14:tracePt t="34813" x="3906838" y="4138613"/>
          <p14:tracePt t="34821" x="3757613" y="4138613"/>
          <p14:tracePt t="34829" x="3598863" y="4146550"/>
          <p14:tracePt t="34837" x="3425825" y="4146550"/>
          <p14:tracePt t="34845" x="3201988" y="4146550"/>
          <p14:tracePt t="34853" x="2978150" y="4179888"/>
          <p14:tracePt t="34861" x="2795588" y="4179888"/>
          <p14:tracePt t="34869" x="2613025" y="4179888"/>
          <p14:tracePt t="34877" x="2554288" y="4179888"/>
          <p14:tracePt t="34885" x="2405063" y="4179888"/>
          <p14:tracePt t="34893" x="2305050" y="4179888"/>
          <p14:tracePt t="34901" x="2230438" y="4179888"/>
          <p14:tracePt t="34909" x="2165350" y="4179888"/>
          <p14:tracePt t="34917" x="2122488" y="4179888"/>
          <p14:tracePt t="34926" x="2081213" y="4179888"/>
          <p14:tracePt t="34934" x="2057400" y="4179888"/>
          <p14:tracePt t="34942" x="2024063" y="4179888"/>
          <p14:tracePt t="34950" x="2006600" y="4179888"/>
          <p14:tracePt t="34958" x="1998663" y="4179888"/>
          <p14:tracePt t="34966" x="1982788" y="4179888"/>
          <p14:tracePt t="34974" x="1965325" y="4179888"/>
          <p14:tracePt t="34982" x="1965325" y="4162425"/>
          <p14:tracePt t="35006" x="1957388" y="4162425"/>
          <p14:tracePt t="35015" x="1957388" y="4146550"/>
          <p14:tracePt t="35063" x="1957388" y="4138613"/>
          <p14:tracePt t="35087" x="1982788" y="4121150"/>
          <p14:tracePt t="35095" x="2039938" y="4064000"/>
          <p14:tracePt t="35104" x="2147888" y="3997325"/>
          <p14:tracePt t="35111" x="2322513" y="3897313"/>
          <p14:tracePt t="35120" x="2528888" y="3740150"/>
          <p14:tracePt t="35127" x="2636838" y="3673475"/>
          <p14:tracePt t="35136" x="2836863" y="3549650"/>
          <p14:tracePt t="35144" x="3060700" y="3390900"/>
          <p14:tracePt t="35152" x="3251200" y="3284538"/>
          <p14:tracePt t="35160" x="3433763" y="3143250"/>
          <p14:tracePt t="35168" x="3590925" y="3027363"/>
          <p14:tracePt t="35176" x="3698875" y="2901950"/>
          <p14:tracePt t="35184" x="3732213" y="2860675"/>
          <p14:tracePt t="35192" x="3798888" y="2778125"/>
          <p14:tracePt t="35200" x="3856038" y="2719388"/>
          <p14:tracePt t="35208" x="3865563" y="2670175"/>
          <p14:tracePt t="35216" x="3898900" y="2636838"/>
          <p14:tracePt t="35225" x="3898900" y="2587625"/>
          <p14:tracePt t="35233" x="3898900" y="2546350"/>
          <p14:tracePt t="35241" x="3898900" y="2513013"/>
          <p14:tracePt t="35249" x="3898900" y="2454275"/>
          <p14:tracePt t="35257" x="3865563" y="2413000"/>
          <p14:tracePt t="35266" x="3814763" y="2387600"/>
          <p14:tracePt t="35273" x="3773488" y="2346325"/>
          <p14:tracePt t="35282" x="3690938" y="2322513"/>
          <p14:tracePt t="35289" x="3590925" y="2305050"/>
          <p14:tracePt t="35299" x="3508375" y="2281238"/>
          <p14:tracePt t="35305" x="3375025" y="2281238"/>
          <p14:tracePt t="35315" x="3251200" y="2281238"/>
          <p14:tracePt t="35321" x="3127375" y="2281238"/>
          <p14:tracePt t="35332" x="3001963" y="2281238"/>
          <p14:tracePt t="35337" x="2894013" y="2281238"/>
          <p14:tracePt t="35349" x="2836863" y="2281238"/>
          <p14:tracePt t="35353" x="2736850" y="2281238"/>
          <p14:tracePt t="35366" x="2670175" y="2289175"/>
          <p14:tracePt t="35370" x="2595563" y="2305050"/>
          <p14:tracePt t="35382" x="2513013" y="2330450"/>
          <p14:tracePt t="35386" x="2471738" y="2363788"/>
          <p14:tracePt t="35399" x="2413000" y="2387600"/>
          <p14:tracePt t="35402" x="2371725" y="2413000"/>
          <p14:tracePt t="35415" x="2330450" y="2446338"/>
          <p14:tracePt t="35418" x="2305050" y="2471738"/>
          <p14:tracePt t="35432" x="2263775" y="2513013"/>
          <p14:tracePt t="35435" x="2206625" y="2595563"/>
          <p14:tracePt t="35449" x="2181225" y="2636838"/>
          <p14:tracePt t="35451" x="2139950" y="2711450"/>
          <p14:tracePt t="35465" x="2081213" y="2794000"/>
          <p14:tracePt t="35468" x="2039938" y="2894013"/>
          <p14:tracePt t="35482" x="1998663" y="2986088"/>
          <p14:tracePt t="35483" x="1965325" y="3060700"/>
          <p14:tracePt t="35491" x="1941513" y="3117850"/>
          <p14:tracePt t="35499" x="1916113" y="3184525"/>
          <p14:tracePt t="35507" x="1882775" y="3251200"/>
          <p14:tracePt t="35515" x="1857375" y="3308350"/>
          <p14:tracePt t="35523" x="1857375" y="3349625"/>
          <p14:tracePt t="35532" x="1841500" y="3382963"/>
          <p14:tracePt t="35539" x="1833563" y="3408363"/>
          <p14:tracePt t="35549" x="1833563" y="3424238"/>
          <p14:tracePt t="35555" x="1833563" y="3433763"/>
          <p14:tracePt t="35571" x="1833563" y="3449638"/>
          <p14:tracePt t="35595" x="1833563" y="3467100"/>
          <p14:tracePt t="35612" x="1833563" y="3475038"/>
          <p14:tracePt t="35628" x="1833563" y="3490913"/>
          <p14:tracePt t="35636" x="1833563" y="3508375"/>
          <p14:tracePt t="35644" x="1833563" y="3532188"/>
          <p14:tracePt t="35652" x="1833563" y="3549650"/>
          <p14:tracePt t="35660" x="1833563" y="3573463"/>
          <p14:tracePt t="35668" x="1833563" y="3590925"/>
          <p14:tracePt t="35676" x="1833563" y="3673475"/>
          <p14:tracePt t="35685" x="1816100" y="3740150"/>
          <p14:tracePt t="35693" x="1800225" y="3840163"/>
          <p14:tracePt t="35701" x="1774825" y="3914775"/>
          <p14:tracePt t="35709" x="1758950" y="3963988"/>
          <p14:tracePt t="35717" x="1741488" y="4005263"/>
          <p14:tracePt t="35725" x="1733550" y="4097338"/>
          <p14:tracePt t="35733" x="1716088" y="4138613"/>
          <p14:tracePt t="35741" x="1700213" y="4179888"/>
          <p14:tracePt t="35749" x="1700213" y="4203700"/>
          <p14:tracePt t="35757" x="1700213" y="4221163"/>
          <p14:tracePt t="35766" x="1692275" y="4229100"/>
          <p14:tracePt t="35773" x="1692275" y="4246563"/>
          <p14:tracePt t="35798" x="1692275" y="4262438"/>
          <p14:tracePt t="35886" x="1674813" y="4262438"/>
          <p14:tracePt t="35894" x="1658938" y="4262438"/>
          <p14:tracePt t="35902" x="1651000" y="4262438"/>
          <p14:tracePt t="35910" x="1633538" y="4246563"/>
          <p14:tracePt t="35919" x="1592263" y="4229100"/>
          <p14:tracePt t="35927" x="1525588" y="4203700"/>
          <p14:tracePt t="35935" x="1492250" y="4187825"/>
          <p14:tracePt t="35943" x="1435100" y="4179888"/>
          <p14:tracePt t="35951" x="1393825" y="4162425"/>
          <p14:tracePt t="35959" x="1343025" y="4138613"/>
          <p14:tracePt t="35967" x="1301750" y="4121150"/>
          <p14:tracePt t="35975" x="1268413" y="4105275"/>
          <p14:tracePt t="35983" x="1211263" y="4105275"/>
          <p14:tracePt t="35991" x="1185863" y="4097338"/>
          <p14:tracePt t="36000" x="1160463" y="4079875"/>
          <p14:tracePt t="36008" x="1128713" y="4064000"/>
          <p14:tracePt t="36016" x="1119188" y="4064000"/>
          <p14:tracePt t="36024" x="1103313" y="4046538"/>
          <p14:tracePt t="36032" x="1085850" y="4038600"/>
          <p14:tracePt t="36040" x="1077913" y="4038600"/>
          <p14:tracePt t="36049" x="1062038" y="4005263"/>
          <p14:tracePt t="36056" x="1062038" y="3997325"/>
          <p14:tracePt t="36065" x="1044575" y="3979863"/>
          <p14:tracePt t="36072" x="1044575" y="3963988"/>
          <p14:tracePt t="36082" x="1036638" y="3938588"/>
          <p14:tracePt t="36088" x="1036638" y="3922713"/>
          <p14:tracePt t="36104" x="1036638" y="3914775"/>
          <p14:tracePt t="36112" x="1036638" y="3881438"/>
          <p14:tracePt t="36121" x="1036638" y="3871913"/>
          <p14:tracePt t="36129" x="1036638" y="3856038"/>
          <p14:tracePt t="36137" x="1036638" y="3840163"/>
          <p14:tracePt t="36145" x="1044575" y="3797300"/>
          <p14:tracePt t="36153" x="1085850" y="3773488"/>
          <p14:tracePt t="36161" x="1160463" y="3698875"/>
          <p14:tracePt t="36169" x="1260475" y="3648075"/>
          <p14:tracePt t="36177" x="1368425" y="3565525"/>
          <p14:tracePt t="36185" x="1525588" y="3490913"/>
          <p14:tracePt t="36193" x="1674813" y="3433763"/>
          <p14:tracePt t="36201" x="1833563" y="3367088"/>
          <p14:tracePt t="36209" x="1965325" y="3325813"/>
          <p14:tracePt t="36217" x="2165350" y="3292475"/>
          <p14:tracePt t="36225" x="2305050" y="3251200"/>
          <p14:tracePt t="36233" x="2454275" y="3241675"/>
          <p14:tracePt t="36242" x="2613025" y="3241675"/>
          <p14:tracePt t="36250" x="2736850" y="3241675"/>
          <p14:tracePt t="36258" x="2795588" y="3241675"/>
          <p14:tracePt t="36266" x="2894013" y="3241675"/>
          <p14:tracePt t="36274" x="2960688" y="3241675"/>
          <p14:tracePt t="36283" x="3019425" y="3251200"/>
          <p14:tracePt t="36290" x="3060700" y="3267075"/>
          <p14:tracePt t="36299" x="3086100" y="3292475"/>
          <p14:tracePt t="36306" x="3109913" y="3325813"/>
          <p14:tracePt t="36316" x="3143250" y="3349625"/>
          <p14:tracePt t="36322" x="3160713" y="3382963"/>
          <p14:tracePt t="36332" x="3168650" y="3390900"/>
          <p14:tracePt t="36338" x="3184525" y="3433763"/>
          <p14:tracePt t="36349" x="3201988" y="3449638"/>
          <p14:tracePt t="36354" x="3201988" y="3475038"/>
          <p14:tracePt t="36366" x="3209925" y="3508375"/>
          <p14:tracePt t="36371" x="3209925" y="3516313"/>
          <p14:tracePt t="36382" x="3209925" y="3549650"/>
          <p14:tracePt t="36387" x="3209925" y="3565525"/>
          <p14:tracePt t="36403" x="3209925" y="3590925"/>
          <p14:tracePt t="36416" x="3209925" y="3606800"/>
          <p14:tracePt t="36419" x="3209925" y="3616325"/>
          <p14:tracePt t="36432" x="3209925" y="3632200"/>
          <p14:tracePt t="36435" x="3201988" y="3657600"/>
          <p14:tracePt t="36449" x="3168650" y="3698875"/>
          <p14:tracePt t="36452" x="3127375" y="3732213"/>
          <p14:tracePt t="36465" x="3060700" y="3773488"/>
          <p14:tracePt t="36468" x="2978150" y="3830638"/>
          <p14:tracePt t="36482" x="2878138" y="3871913"/>
          <p14:tracePt t="36485" x="2754313" y="3922713"/>
          <p14:tracePt t="36499" x="2628900" y="3963988"/>
          <p14:tracePt t="36501" x="2471738" y="4005263"/>
          <p14:tracePt t="36516" x="2363788" y="4021138"/>
          <p14:tracePt t="36517" x="2206625" y="4046538"/>
          <p14:tracePt t="36524" x="2081213" y="4064000"/>
          <p14:tracePt t="36532" x="1924050" y="4097338"/>
          <p14:tracePt t="36540" x="1774825" y="4097338"/>
          <p14:tracePt t="36549" x="1658938" y="4097338"/>
          <p14:tracePt t="36556" x="1535113" y="4097338"/>
          <p14:tracePt t="36565" x="1492250" y="4097338"/>
          <p14:tracePt t="36572" x="1368425" y="4097338"/>
          <p14:tracePt t="36582" x="1301750" y="4097338"/>
          <p14:tracePt t="36589" x="1203325" y="4097338"/>
          <p14:tracePt t="36601" x="1160463" y="4097338"/>
          <p14:tracePt t="36606" x="1103313" y="4097338"/>
          <p14:tracePt t="36616" x="1044575" y="4079875"/>
          <p14:tracePt t="36621" x="1003300" y="4064000"/>
          <p14:tracePt t="36632" x="977900" y="4046538"/>
          <p14:tracePt t="36637" x="954088" y="4038600"/>
          <p14:tracePt t="36649" x="936625" y="4021138"/>
          <p14:tracePt t="36653" x="920750" y="4005263"/>
          <p14:tracePt t="36665" x="903288" y="3997325"/>
          <p14:tracePt t="36670" x="895350" y="3963988"/>
          <p14:tracePt t="36682" x="895350" y="3956050"/>
          <p14:tracePt t="36686" x="895350" y="3938588"/>
          <p14:tracePt t="36699" x="895350" y="3914775"/>
          <p14:tracePt t="36702" x="895350" y="3897313"/>
          <p14:tracePt t="36716" x="895350" y="3881438"/>
          <p14:tracePt t="36718" x="895350" y="3871913"/>
          <p14:tracePt t="36732" x="895350" y="3856038"/>
          <p14:tracePt t="36735" x="895350" y="3830638"/>
          <p14:tracePt t="36750" x="903288" y="3781425"/>
          <p14:tracePt t="36751" x="962025" y="3756025"/>
          <p14:tracePt t="36758" x="1020763" y="3714750"/>
          <p14:tracePt t="36766" x="1128713" y="3648075"/>
          <p14:tracePt t="36774" x="1260475" y="3590925"/>
          <p14:tracePt t="36783" x="1409700" y="3532188"/>
          <p14:tracePt t="36791" x="1592263" y="3475038"/>
          <p14:tracePt t="36799" x="1774825" y="3449638"/>
          <p14:tracePt t="36807" x="1957388" y="3424238"/>
          <p14:tracePt t="36816" x="2139950" y="3408363"/>
          <p14:tracePt t="36823" x="2330450" y="3408363"/>
          <p14:tracePt t="36832" x="2513013" y="3408363"/>
          <p14:tracePt t="36839" x="2695575" y="3408363"/>
          <p14:tracePt t="36849" x="2919413" y="3408363"/>
          <p14:tracePt t="36855" x="3068638" y="3408363"/>
          <p14:tracePt t="36865" x="3251200" y="3449638"/>
          <p14:tracePt t="36871" x="3408363" y="3490913"/>
          <p14:tracePt t="36882" x="3533775" y="3549650"/>
          <p14:tracePt t="36887" x="3632200" y="3606800"/>
          <p14:tracePt t="36899" x="3740150" y="3657600"/>
          <p14:tracePt t="36903" x="3773488" y="3698875"/>
          <p14:tracePt t="36915" x="3856038" y="3773488"/>
          <p14:tracePt t="36920" x="3898900" y="3814763"/>
          <p14:tracePt t="36932" x="3940175" y="3856038"/>
          <p14:tracePt t="36936" x="3963988" y="3914775"/>
          <p14:tracePt t="36949" x="3997325" y="3938588"/>
          <p14:tracePt t="36952" x="3997325" y="3963988"/>
          <p14:tracePt t="36966" x="4005263" y="3979863"/>
          <p14:tracePt t="36968" x="4005263" y="4005263"/>
          <p14:tracePt t="36983" x="4005263" y="4021138"/>
          <p14:tracePt t="36999" x="4005263" y="4038600"/>
          <p14:tracePt t="37001" x="4005263" y="4046538"/>
          <p14:tracePt t="37015" x="4005263" y="4064000"/>
          <p14:tracePt t="37018" x="3963988" y="4097338"/>
          <p14:tracePt t="37033" x="3906838" y="4138613"/>
          <p14:tracePt t="37034" x="3856038" y="4179888"/>
          <p14:tracePt t="37041" x="3732213" y="4246563"/>
          <p14:tracePt t="37049" x="3632200" y="4303713"/>
          <p14:tracePt t="37057" x="3475038" y="4370388"/>
          <p14:tracePt t="37065" x="3351213" y="4411663"/>
          <p14:tracePt t="37073" x="3225800" y="4452938"/>
          <p14:tracePt t="37083" x="3160713" y="4470400"/>
          <p14:tracePt t="37089" x="3060700" y="4494213"/>
          <p14:tracePt t="37099" x="2878138" y="4535488"/>
          <p14:tracePt t="37105" x="2778125" y="4552950"/>
          <p14:tracePt t="37116" x="2654300" y="4568825"/>
          <p14:tracePt t="37121" x="2554288" y="4568825"/>
          <p14:tracePt t="37132" x="2446338" y="4568825"/>
          <p14:tracePt t="37137" x="2322513" y="4568825"/>
          <p14:tracePt t="37149" x="2189163" y="4568825"/>
          <p14:tracePt t="37154" x="2147888" y="4568825"/>
          <p14:tracePt t="37165" x="2065338" y="4535488"/>
          <p14:tracePt t="37170" x="1982788" y="4511675"/>
          <p14:tracePt t="37182" x="1941513" y="4494213"/>
          <p14:tracePt t="37186" x="1898650" y="4470400"/>
          <p14:tracePt t="37199" x="1874838" y="4452938"/>
          <p14:tracePt t="37210" x="1857375" y="4452938"/>
          <p14:tracePt t="37218" x="1857375" y="4445000"/>
          <p14:tracePt t="37234" x="1857375" y="4427538"/>
          <p14:tracePt t="37291" x="1874838" y="4427538"/>
          <p14:tracePt t="37307" x="1882775" y="4427538"/>
          <p14:tracePt t="37315" x="1898650" y="4427538"/>
          <p14:tracePt t="37323" x="1924050" y="4427538"/>
          <p14:tracePt t="37332" x="1965325" y="4427538"/>
          <p14:tracePt t="37339" x="1982788" y="4427538"/>
          <p14:tracePt t="37349" x="2024063" y="4411663"/>
          <p14:tracePt t="37355" x="2039938" y="4411663"/>
          <p14:tracePt t="37365" x="2081213" y="4403725"/>
          <p14:tracePt t="37372" x="2122488" y="4403725"/>
          <p14:tracePt t="37380" x="2139950" y="4403725"/>
          <p14:tracePt t="37388" x="2181225" y="4403725"/>
          <p14:tracePt t="37396" x="2206625" y="4403725"/>
          <p14:tracePt t="37404" x="2247900" y="4386263"/>
          <p14:tracePt t="37412" x="2273300" y="4386263"/>
          <p14:tracePt t="37420" x="2305050" y="4386263"/>
          <p14:tracePt t="37428" x="2347913" y="4386263"/>
          <p14:tracePt t="37436" x="2389188" y="4370388"/>
          <p14:tracePt t="37445" x="2430463" y="4370388"/>
          <p14:tracePt t="37453" x="2487613" y="4362450"/>
          <p14:tracePt t="37461" x="2587625" y="4362450"/>
          <p14:tracePt t="37469" x="2595563" y="4362450"/>
          <p14:tracePt t="37477" x="2670175" y="4344988"/>
          <p14:tracePt t="37485" x="2754313" y="4344988"/>
          <p14:tracePt t="37493" x="2819400" y="4344988"/>
          <p14:tracePt t="37501" x="2894013" y="4329113"/>
          <p14:tracePt t="37509" x="2960688" y="4329113"/>
          <p14:tracePt t="37517" x="3019425" y="4329113"/>
          <p14:tracePt t="37525" x="3086100" y="4311650"/>
          <p14:tracePt t="37533" x="3168650" y="4311650"/>
          <p14:tracePt t="37541" x="3209925" y="4303713"/>
          <p14:tracePt t="37550" x="3267075" y="4303713"/>
          <p14:tracePt t="37557" x="3325813" y="4287838"/>
          <p14:tracePt t="37566" x="3392488" y="4270375"/>
          <p14:tracePt t="37574" x="3433763" y="4270375"/>
          <p14:tracePt t="37583" x="3475038" y="4262438"/>
          <p14:tracePt t="37590" x="3516313" y="4262438"/>
          <p14:tracePt t="37599" x="3575050" y="4246563"/>
          <p14:tracePt t="37606" x="3598863" y="4229100"/>
          <p14:tracePt t="37616" x="3641725" y="4229100"/>
          <p14:tracePt t="37622" x="3673475" y="4229100"/>
          <p14:tracePt t="37632" x="3690938" y="4221163"/>
          <p14:tracePt t="37638" x="3698875" y="4221163"/>
          <p14:tracePt t="37649" x="3716338" y="4221163"/>
          <p14:tracePt t="37654" x="3732213" y="4221163"/>
          <p14:tracePt t="37666" x="3732213" y="4203700"/>
          <p14:tracePt t="37679" x="3740150" y="4203700"/>
          <p14:tracePt t="37703" x="3757613" y="4203700"/>
          <p14:tracePt t="37711" x="3757613" y="4187825"/>
          <p14:tracePt t="37727" x="3773488" y="4187825"/>
          <p14:tracePt t="37735" x="3798888" y="4179888"/>
          <p14:tracePt t="37743" x="3840163" y="4146550"/>
          <p14:tracePt t="37751" x="3881438" y="4146550"/>
          <p14:tracePt t="37759" x="3956050" y="4121150"/>
          <p14:tracePt t="37767" x="4022725" y="4105275"/>
          <p14:tracePt t="37775" x="4105275" y="4097338"/>
          <p14:tracePt t="37783" x="4187825" y="4064000"/>
          <p14:tracePt t="37792" x="4287838" y="4046538"/>
          <p14:tracePt t="37800" x="4346575" y="4046538"/>
          <p14:tracePt t="37808" x="4411663" y="4046538"/>
          <p14:tracePt t="37816" x="4511675" y="4038600"/>
          <p14:tracePt t="37824" x="4570413" y="4038600"/>
          <p14:tracePt t="37832" x="4635500" y="4021138"/>
          <p14:tracePt t="37840" x="4678363" y="4021138"/>
          <p14:tracePt t="37849" x="4702175" y="4021138"/>
          <p14:tracePt t="37856" x="4752975" y="4021138"/>
          <p14:tracePt t="37865" x="4760913" y="4021138"/>
          <p14:tracePt t="37872" x="4776788" y="4021138"/>
          <p14:tracePt t="37896" x="4794250" y="4021138"/>
          <p14:tracePt t="37961" x="4776788" y="4021138"/>
          <p14:tracePt t="37977" x="4752975" y="4021138"/>
          <p14:tracePt t="37993" x="4719638" y="4021138"/>
          <p14:tracePt t="38001" x="4678363" y="4038600"/>
          <p14:tracePt t="38010" x="4660900" y="4038600"/>
          <p14:tracePt t="38018" x="4635500" y="4038600"/>
          <p14:tracePt t="38026" x="4611688" y="4046538"/>
          <p14:tracePt t="38034" x="4578350" y="4046538"/>
          <p14:tracePt t="38042" x="4552950" y="4046538"/>
          <p14:tracePt t="38050" x="4537075" y="4046538"/>
          <p14:tracePt t="38058" x="4529138" y="4046538"/>
          <p14:tracePt t="38066" x="4529138" y="4064000"/>
          <p14:tracePt t="38074" x="4511675" y="4064000"/>
          <p14:tracePt t="38082" x="4495800" y="4064000"/>
          <p14:tracePt t="38195" x="4486275" y="4064000"/>
          <p14:tracePt t="38203" x="4470400" y="4064000"/>
          <p14:tracePt t="38211" x="4437063" y="4064000"/>
          <p14:tracePt t="38220" x="4411663" y="4064000"/>
          <p14:tracePt t="38228" x="4370388" y="4064000"/>
          <p14:tracePt t="38236" x="4305300" y="4064000"/>
          <p14:tracePt t="38244" x="4262438" y="4064000"/>
          <p14:tracePt t="38252" x="4187825" y="4079875"/>
          <p14:tracePt t="38260" x="4122738" y="4079875"/>
          <p14:tracePt t="38268" x="4064000" y="4079875"/>
          <p14:tracePt t="38276" x="4005263" y="4079875"/>
          <p14:tracePt t="38284" x="3956050" y="4079875"/>
          <p14:tracePt t="38292" x="3922713" y="4079875"/>
          <p14:tracePt t="38300" x="3881438" y="4079875"/>
          <p14:tracePt t="38308" x="3856038" y="4079875"/>
          <p14:tracePt t="38316" x="3822700" y="4079875"/>
          <p14:tracePt t="38324" x="3798888" y="4079875"/>
          <p14:tracePt t="38341" x="3781425" y="4079875"/>
          <p14:tracePt t="38350" x="3773488" y="4079875"/>
          <p14:tracePt t="38365" x="3757613" y="4079875"/>
          <p14:tracePt t="38445" x="3757613" y="4064000"/>
          <p14:tracePt t="38454" x="3773488" y="4064000"/>
          <p14:tracePt t="38462" x="3781425" y="4064000"/>
          <p14:tracePt t="38470" x="3822700" y="4046538"/>
          <p14:tracePt t="38478" x="3881438" y="4038600"/>
          <p14:tracePt t="38486" x="3898900" y="4038600"/>
          <p14:tracePt t="38494" x="3963988" y="4021138"/>
          <p14:tracePt t="38502" x="4022725" y="4005263"/>
          <p14:tracePt t="38510" x="4146550" y="3979863"/>
          <p14:tracePt t="38518" x="4246563" y="3963988"/>
          <p14:tracePt t="38526" x="4271963" y="3963988"/>
          <p14:tracePt t="38534" x="4370388" y="3956050"/>
          <p14:tracePt t="38542" x="4437063" y="3956050"/>
          <p14:tracePt t="38550" x="4529138" y="3938588"/>
          <p14:tracePt t="38558" x="4570413" y="3938588"/>
          <p14:tracePt t="38566" x="4611688" y="3938588"/>
          <p14:tracePt t="38575" x="4635500" y="3938588"/>
          <p14:tracePt t="38583" x="4652963" y="3938588"/>
          <p14:tracePt t="38596" x="4660900" y="3938588"/>
          <p14:tracePt t="38599" x="4678363" y="3938588"/>
          <p14:tracePt t="38623" x="4694238" y="3956050"/>
          <p14:tracePt t="38639" x="4702175" y="3963988"/>
          <p14:tracePt t="38649" x="4702175" y="3979863"/>
          <p14:tracePt t="38665" x="4702175" y="3997325"/>
          <p14:tracePt t="38680" x="4702175" y="4005263"/>
          <p14:tracePt t="38688" x="4702175" y="4021138"/>
          <p14:tracePt t="38712" x="4702175" y="4038600"/>
          <p14:tracePt t="38736" x="4694238" y="4046538"/>
          <p14:tracePt t="38744" x="4652963" y="4046538"/>
          <p14:tracePt t="38752" x="4594225" y="4079875"/>
          <p14:tracePt t="38761" x="4552950" y="4097338"/>
          <p14:tracePt t="38768" x="4454525" y="4105275"/>
          <p14:tracePt t="38777" x="4387850" y="4138613"/>
          <p14:tracePt t="38785" x="4262438" y="4146550"/>
          <p14:tracePt t="38793" x="4130675" y="4179888"/>
          <p14:tracePt t="38801" x="3956050" y="4203700"/>
          <p14:tracePt t="38809" x="3773488" y="4203700"/>
          <p14:tracePt t="38817" x="3575050" y="4203700"/>
          <p14:tracePt t="38825" x="3392488" y="4203700"/>
          <p14:tracePt t="38833" x="3325813" y="4203700"/>
          <p14:tracePt t="38841" x="3201988" y="4203700"/>
          <p14:tracePt t="38850" x="3101975" y="4203700"/>
          <p14:tracePt t="38857" x="3027363" y="4203700"/>
          <p14:tracePt t="38866" x="2978150" y="4203700"/>
          <p14:tracePt t="38874" x="2944813" y="4187825"/>
          <p14:tracePt t="38882" x="2919413" y="4162425"/>
          <p14:tracePt t="38889" x="2894013" y="4162425"/>
          <p14:tracePt t="38899" x="2894013" y="4146550"/>
          <p14:tracePt t="38906" x="2894013" y="4138613"/>
          <p14:tracePt t="38915" x="2878138" y="4138613"/>
          <p14:tracePt t="38922" x="2878138" y="4121150"/>
          <p14:tracePt t="38938" x="2878138" y="4105275"/>
          <p14:tracePt t="38954" x="2878138" y="4097338"/>
          <p14:tracePt t="38978" x="2878138" y="4079875"/>
          <p14:tracePt t="38986" x="2894013" y="4079875"/>
          <p14:tracePt t="38995" x="2935288" y="4038600"/>
          <p14:tracePt t="39002" x="2986088" y="4021138"/>
          <p14:tracePt t="39011" x="3086100" y="3979863"/>
          <p14:tracePt t="39019" x="3209925" y="3914775"/>
          <p14:tracePt t="39027" x="3351213" y="3871913"/>
          <p14:tracePt t="39035" x="3508375" y="3814763"/>
          <p14:tracePt t="39043" x="3657600" y="3781425"/>
          <p14:tracePt t="39051" x="3840163" y="3740150"/>
          <p14:tracePt t="39059" x="3997325" y="3714750"/>
          <p14:tracePt t="39067" x="4146550" y="3673475"/>
          <p14:tracePt t="39075" x="4305300" y="3673475"/>
          <p14:tracePt t="39083" x="4454525" y="3657600"/>
          <p14:tracePt t="39091" x="4611688" y="3657600"/>
          <p14:tracePt t="39099" x="4735513" y="3657600"/>
          <p14:tracePt t="39107" x="4776788" y="3657600"/>
          <p14:tracePt t="39116" x="4876800" y="3657600"/>
          <p14:tracePt t="39124" x="4967288" y="3657600"/>
          <p14:tracePt t="39132" x="5067300" y="3657600"/>
          <p14:tracePt t="39140" x="5141913" y="3657600"/>
          <p14:tracePt t="39149" x="5192713" y="3690938"/>
          <p14:tracePt t="39156" x="5249863" y="3698875"/>
          <p14:tracePt t="39165" x="5291138" y="3732213"/>
          <p14:tracePt t="39172" x="5349875" y="3756025"/>
          <p14:tracePt t="39182" x="5391150" y="3781425"/>
          <p14:tracePt t="39188" x="5432425" y="3814763"/>
          <p14:tracePt t="39196" x="5448300" y="3840163"/>
          <p14:tracePt t="39204" x="5473700" y="3881438"/>
          <p14:tracePt t="39212" x="5491163" y="3897313"/>
          <p14:tracePt t="39221" x="5499100" y="3914775"/>
          <p14:tracePt t="39229" x="5499100" y="3938588"/>
          <p14:tracePt t="39237" x="5514975" y="3956050"/>
          <p14:tracePt t="39245" x="5514975" y="3963988"/>
          <p14:tracePt t="39261" x="5514975" y="3979863"/>
          <p14:tracePt t="39277" x="5514975" y="3997325"/>
          <p14:tracePt t="39293" x="5514975" y="4005263"/>
          <p14:tracePt t="39301" x="5514975" y="4021138"/>
          <p14:tracePt t="39309" x="5514975" y="4038600"/>
          <p14:tracePt t="39317" x="5473700" y="4079875"/>
          <p14:tracePt t="39325" x="5457825" y="4097338"/>
          <p14:tracePt t="39333" x="5416550" y="4121150"/>
          <p14:tracePt t="39341" x="5373688" y="4146550"/>
          <p14:tracePt t="39349" x="5332413" y="4187825"/>
          <p14:tracePt t="39358" x="5275263" y="4221163"/>
          <p14:tracePt t="39366" x="5233988" y="4229100"/>
          <p14:tracePt t="39374" x="5192713" y="4262438"/>
          <p14:tracePt t="39382" x="5141913" y="4270375"/>
          <p14:tracePt t="39390" x="5084763" y="4287838"/>
          <p14:tracePt t="39399" x="5026025" y="4303713"/>
          <p14:tracePt t="39406" x="5000625" y="4311650"/>
          <p14:tracePt t="39416" x="4943475" y="4329113"/>
          <p14:tracePt t="39422" x="4884738" y="4329113"/>
          <p14:tracePt t="39432" x="4794250" y="4329113"/>
          <p14:tracePt t="39438" x="4735513" y="4329113"/>
          <p14:tracePt t="39446" x="4702175" y="4329113"/>
          <p14:tracePt t="39454" x="4660900" y="4329113"/>
          <p14:tracePt t="39463" x="4611688" y="4329113"/>
          <p14:tracePt t="39471" x="4578350" y="4329113"/>
          <p14:tracePt t="39479" x="4537075" y="4329113"/>
          <p14:tracePt t="39487" x="4529138" y="4311650"/>
          <p14:tracePt t="39495" x="4495800" y="4303713"/>
          <p14:tracePt t="39503" x="4470400" y="4303713"/>
          <p14:tracePt t="39519" x="4454525" y="4287838"/>
          <p14:tracePt t="39527" x="4437063" y="4287838"/>
          <p14:tracePt t="39543" x="4429125" y="4287838"/>
          <p14:tracePt t="39551" x="4411663" y="4287838"/>
          <p14:tracePt t="39568" x="4395788" y="4287838"/>
          <p14:tracePt t="39595" x="4387850" y="4270375"/>
          <p14:tracePt t="39697" x="4395788" y="4270375"/>
          <p14:tracePt t="39705" x="4411663" y="4270375"/>
          <p14:tracePt t="39713" x="4470400" y="4270375"/>
          <p14:tracePt t="39721" x="4537075" y="4262438"/>
          <p14:tracePt t="39729" x="4660900" y="4262438"/>
          <p14:tracePt t="39737" x="4818063" y="4246563"/>
          <p14:tracePt t="39745" x="4967288" y="4221163"/>
          <p14:tracePt t="39754" x="5149850" y="4221163"/>
          <p14:tracePt t="39761" x="5332413" y="4221163"/>
          <p14:tracePt t="39769" x="5491163" y="4221163"/>
          <p14:tracePt t="39777" x="5640388" y="4203700"/>
          <p14:tracePt t="39786" x="5697538" y="4203700"/>
          <p14:tracePt t="39794" x="5805488" y="4203700"/>
          <p14:tracePt t="39802" x="5938838" y="4203700"/>
          <p14:tracePt t="39810" x="6005513" y="4203700"/>
          <p14:tracePt t="39818" x="6088063" y="4203700"/>
          <p14:tracePt t="39826" x="6129338" y="4203700"/>
          <p14:tracePt t="39834" x="6186488" y="4203700"/>
          <p14:tracePt t="39842" x="6211888" y="4203700"/>
          <p14:tracePt t="39850" x="6229350" y="4203700"/>
          <p14:tracePt t="39858" x="6245225" y="4203700"/>
          <p14:tracePt t="39866" x="6253163" y="4203700"/>
          <p14:tracePt t="39882" x="6270625" y="4203700"/>
          <p14:tracePt t="39907" x="6286500" y="4203700"/>
          <p14:tracePt t="40157" x="6270625" y="4203700"/>
          <p14:tracePt t="40182" x="6253163" y="4203700"/>
          <p14:tracePt t="40189" x="6229350" y="4203700"/>
          <p14:tracePt t="40199" x="6211888" y="4203700"/>
          <p14:tracePt t="40205" x="6170613" y="4203700"/>
          <p14:tracePt t="40215" x="6145213" y="4203700"/>
          <p14:tracePt t="40221" x="6088063" y="4179888"/>
          <p14:tracePt t="40230" x="6046788" y="4146550"/>
          <p14:tracePt t="40238" x="5988050" y="4121150"/>
          <p14:tracePt t="40246" x="5946775" y="4105275"/>
          <p14:tracePt t="40254" x="5921375" y="4097338"/>
          <p14:tracePt t="40262" x="5880100" y="4064000"/>
          <p14:tracePt t="40270" x="5864225" y="4064000"/>
          <p14:tracePt t="40278" x="5854700" y="4046538"/>
          <p14:tracePt t="40286" x="5838825" y="4038600"/>
          <p14:tracePt t="40294" x="5822950" y="4021138"/>
          <p14:tracePt t="40302" x="5822950" y="4005263"/>
          <p14:tracePt t="40310" x="5805488" y="4005263"/>
          <p14:tracePt t="40318" x="5805488" y="3997325"/>
          <p14:tracePt t="40342" x="5797550" y="3979863"/>
          <p14:tracePt t="40399" x="5797550" y="3963988"/>
          <p14:tracePt t="40464" x="5780088" y="3956050"/>
          <p14:tracePt t="40488" x="5764213" y="3956050"/>
          <p14:tracePt t="40496" x="5764213" y="3938588"/>
          <p14:tracePt t="40504" x="5756275" y="3938588"/>
          <p14:tracePt t="40528" x="5738813" y="3922713"/>
          <p14:tracePt t="40544" x="5722938" y="3914775"/>
          <p14:tracePt t="40569" x="5715000" y="3914775"/>
          <p14:tracePt t="40577" x="5715000" y="3897313"/>
          <p14:tracePt t="40585" x="5715000" y="3881438"/>
          <p14:tracePt t="40595" x="5697538" y="3881438"/>
          <p14:tracePt t="40601" x="5697538" y="3871913"/>
          <p14:tracePt t="40609" x="5697538" y="3856038"/>
          <p14:tracePt t="40617" x="5681663" y="3856038"/>
          <p14:tracePt t="40625" x="5681663" y="3840163"/>
          <p14:tracePt t="40633" x="5681663" y="3830638"/>
          <p14:tracePt t="40649" x="5681663" y="3814763"/>
          <p14:tracePt t="40674" x="5681663" y="3797300"/>
          <p14:tracePt t="40698" x="5681663" y="3781425"/>
          <p14:tracePt t="40715" x="5697538" y="3781425"/>
          <p14:tracePt t="40722" x="5715000" y="3773488"/>
          <p14:tracePt t="40732" x="5738813" y="3756025"/>
          <p14:tracePt t="40738" x="5756275" y="3756025"/>
          <p14:tracePt t="40746" x="5797550" y="3732213"/>
          <p14:tracePt t="40755" x="5805488" y="3732213"/>
          <p14:tracePt t="40763" x="5838825" y="3714750"/>
          <p14:tracePt t="40771" x="5880100" y="3714750"/>
          <p14:tracePt t="40779" x="5905500" y="3698875"/>
          <p14:tracePt t="40787" x="5946775" y="3690938"/>
          <p14:tracePt t="40795" x="5980113" y="3690938"/>
          <p14:tracePt t="40803" x="6021388" y="3690938"/>
          <p14:tracePt t="40811" x="6070600" y="3690938"/>
          <p14:tracePt t="40819" x="6103938" y="3690938"/>
          <p14:tracePt t="40827" x="6145213" y="3690938"/>
          <p14:tracePt t="40835" x="6170613" y="3690938"/>
          <p14:tracePt t="40843" x="6211888" y="3690938"/>
          <p14:tracePt t="40851" x="6245225" y="3690938"/>
          <p14:tracePt t="40859" x="6253163" y="3690938"/>
          <p14:tracePt t="40867" x="6270625" y="3690938"/>
          <p14:tracePt t="40883" x="6286500" y="3690938"/>
          <p14:tracePt t="40908" x="6294438" y="3690938"/>
          <p14:tracePt t="40932" x="6311900" y="3698875"/>
          <p14:tracePt t="40940" x="6311900" y="3714750"/>
          <p14:tracePt t="40949" x="6327775" y="3740150"/>
          <p14:tracePt t="40956" x="6327775" y="3756025"/>
          <p14:tracePt t="40966" x="6337300" y="3797300"/>
          <p14:tracePt t="40972" x="6337300" y="3830638"/>
          <p14:tracePt t="40982" x="6337300" y="3840163"/>
          <p14:tracePt t="40988" x="6337300" y="3871913"/>
          <p14:tracePt t="40998" x="6337300" y="3881438"/>
          <p14:tracePt t="41005" x="6337300" y="3897313"/>
          <p14:tracePt t="41013" x="6337300" y="3914775"/>
          <p14:tracePt t="41021" x="6337300" y="3922713"/>
          <p14:tracePt t="41029" x="6327775" y="3938588"/>
          <p14:tracePt t="41037" x="6294438" y="3963988"/>
          <p14:tracePt t="41045" x="6286500" y="3963988"/>
          <p14:tracePt t="41053" x="6253163" y="3997325"/>
          <p14:tracePt t="41061" x="6211888" y="4038600"/>
          <p14:tracePt t="41069" x="6186488" y="4046538"/>
          <p14:tracePt t="41077" x="6145213" y="4079875"/>
          <p14:tracePt t="41085" x="6062663" y="4138613"/>
          <p14:tracePt t="41093" x="6029325" y="4146550"/>
          <p14:tracePt t="41101" x="5980113" y="4179888"/>
          <p14:tracePt t="41109" x="5905500" y="4221163"/>
          <p14:tracePt t="41118" x="5854700" y="4246563"/>
          <p14:tracePt t="41126" x="5738813" y="4303713"/>
          <p14:tracePt t="41134" x="5715000" y="4303713"/>
          <p14:tracePt t="41142" x="5640388" y="4329113"/>
          <p14:tracePt t="41150" x="5573713" y="4344988"/>
          <p14:tracePt t="41158" x="5491163" y="4362450"/>
          <p14:tracePt t="41166" x="5448300" y="4362450"/>
          <p14:tracePt t="41174" x="5391150" y="4362450"/>
          <p14:tracePt t="41182" x="5332413" y="4362450"/>
          <p14:tracePt t="41190" x="5308600" y="4362450"/>
          <p14:tracePt t="41199" x="5249863" y="4362450"/>
          <p14:tracePt t="41207" x="5208588" y="4311650"/>
          <p14:tracePt t="41216" x="5167313" y="4270375"/>
          <p14:tracePt t="41223" x="5141913" y="4246563"/>
          <p14:tracePt t="41233" x="5067300" y="4162425"/>
          <p14:tracePt t="41239" x="5059363" y="4138613"/>
          <p14:tracePt t="41249" x="5018088" y="4097338"/>
          <p14:tracePt t="41255" x="5000625" y="4038600"/>
          <p14:tracePt t="41266" x="4959350" y="3979863"/>
          <p14:tracePt t="41271" x="4943475" y="3922713"/>
          <p14:tracePt t="41282" x="4926013" y="3897313"/>
          <p14:tracePt t="41287" x="4926013" y="3856038"/>
          <p14:tracePt t="41300" x="4918075" y="3840163"/>
          <p14:tracePt t="41304" x="4918075" y="3797300"/>
          <p14:tracePt t="41315" x="4918075" y="3781425"/>
          <p14:tracePt t="41319" x="4918075" y="3756025"/>
          <p14:tracePt t="41333" x="4918075" y="3732213"/>
          <p14:tracePt t="41335" x="4918075" y="3714750"/>
          <p14:tracePt t="41349" x="4926013" y="3657600"/>
          <p14:tracePt t="41352" x="4967288" y="3632200"/>
          <p14:tracePt t="41366" x="5018088" y="3590925"/>
          <p14:tracePt t="41368" x="5084763" y="3565525"/>
          <p14:tracePt t="41382" x="5149850" y="3532188"/>
          <p14:tracePt t="41385" x="5249863" y="3508375"/>
          <p14:tracePt t="41399" x="5349875" y="3475038"/>
          <p14:tracePt t="41402" x="5448300" y="3467100"/>
          <p14:tracePt t="41415" x="5540375" y="3467100"/>
          <p14:tracePt t="41417" x="5673725" y="3467100"/>
          <p14:tracePt t="41432" x="5697538" y="3467100"/>
          <p14:tracePt t="41433" x="5854700" y="3467100"/>
          <p14:tracePt t="41440" x="5946775" y="3467100"/>
          <p14:tracePt t="41449" x="6046788" y="3508375"/>
          <p14:tracePt t="41457" x="6129338" y="3565525"/>
          <p14:tracePt t="41466" x="6229350" y="3616325"/>
          <p14:tracePt t="41473" x="6311900" y="3690938"/>
          <p14:tracePt t="41482" x="6411913" y="3781425"/>
          <p14:tracePt t="41489" x="6477000" y="3856038"/>
          <p14:tracePt t="41499" x="6561138" y="3938588"/>
          <p14:tracePt t="41505" x="6602413" y="3979863"/>
          <p14:tracePt t="41515" x="6651625" y="4046538"/>
          <p14:tracePt t="41521" x="6692900" y="4105275"/>
          <p14:tracePt t="41533" x="6718300" y="4146550"/>
          <p14:tracePt t="41538" x="6743700" y="4187825"/>
          <p14:tracePt t="41549" x="6759575" y="4203700"/>
          <p14:tracePt t="41553" x="6759575" y="4221163"/>
          <p14:tracePt t="41565" x="6759575" y="4229100"/>
          <p14:tracePt t="41570" x="6775450" y="4246563"/>
          <p14:tracePt t="41594" x="6775450" y="4262438"/>
          <p14:tracePt t="41820" x="6775450" y="4246563"/>
          <p14:tracePt t="41852" x="6784975" y="4246563"/>
          <p14:tracePt t="41998" x="6800850" y="4246563"/>
          <p14:tracePt t="42030" x="6818313" y="4246563"/>
          <p14:tracePt t="42038" x="6826250" y="4246563"/>
          <p14:tracePt t="42046" x="6842125" y="4246563"/>
          <p14:tracePt t="42054" x="6867525" y="4246563"/>
          <p14:tracePt t="42062" x="6883400" y="4246563"/>
          <p14:tracePt t="42070" x="6900863" y="4246563"/>
          <p14:tracePt t="42079" x="6924675" y="4246563"/>
          <p14:tracePt t="42094" x="6958013" y="4246563"/>
          <p14:tracePt t="42102" x="6967538" y="4246563"/>
          <p14:tracePt t="42111" x="6983413" y="4246563"/>
          <p14:tracePt t="42135" x="6999288" y="4246563"/>
          <p14:tracePt t="42159" x="7008813" y="4246563"/>
          <p14:tracePt t="42199" x="7042150" y="4246563"/>
          <p14:tracePt t="42207" x="7050088" y="4246563"/>
          <p14:tracePt t="42216" x="7065963" y="4246563"/>
          <p14:tracePt t="42224" x="7107238" y="4246563"/>
          <p14:tracePt t="42233" x="7124700" y="4246563"/>
          <p14:tracePt t="42240" x="7165975" y="4246563"/>
          <p14:tracePt t="42249" x="7191375" y="4246563"/>
          <p14:tracePt t="42256" x="7232650" y="4246563"/>
          <p14:tracePt t="42266" x="7273925" y="4246563"/>
          <p14:tracePt t="42272" x="7289800" y="4246563"/>
          <p14:tracePt t="42281" x="7331075" y="4246563"/>
          <p14:tracePt t="42288" x="7348538" y="4246563"/>
          <p14:tracePt t="42296" x="7389813" y="4246563"/>
          <p14:tracePt t="42305" x="7415213" y="4246563"/>
          <p14:tracePt t="42313" x="7431088" y="4246563"/>
          <p14:tracePt t="42321" x="7439025" y="4246563"/>
          <p14:tracePt t="42329" x="7472363" y="4246563"/>
          <p14:tracePt t="42345" x="7489825" y="4246563"/>
          <p14:tracePt t="42369" x="7497763" y="4246563"/>
          <p14:tracePt t="42458" x="7497763" y="4229100"/>
          <p14:tracePt t="42531" x="7489825" y="4229100"/>
          <p14:tracePt t="42538" x="7456488" y="4229100"/>
          <p14:tracePt t="42548" x="7397750" y="4229100"/>
          <p14:tracePt t="42555" x="7331075" y="4229100"/>
          <p14:tracePt t="42563" x="7248525" y="4229100"/>
          <p14:tracePt t="42571" x="7207250" y="4229100"/>
          <p14:tracePt t="42579" x="7124700" y="4229100"/>
          <p14:tracePt t="42587" x="7050088" y="4229100"/>
          <p14:tracePt t="42595" x="6983413" y="4229100"/>
          <p14:tracePt t="42603" x="6916738" y="4229100"/>
          <p14:tracePt t="42611" x="6859588" y="4229100"/>
          <p14:tracePt t="42619" x="6800850" y="4229100"/>
          <p14:tracePt t="42627" x="6743700" y="4229100"/>
          <p14:tracePt t="42636" x="6700838" y="4229100"/>
          <p14:tracePt t="42643" x="6659563" y="4229100"/>
          <p14:tracePt t="42652" x="6602413" y="4229100"/>
          <p14:tracePt t="42660" x="6577013" y="4203700"/>
          <p14:tracePt t="42668" x="6551613" y="4187825"/>
          <p14:tracePt t="42676" x="6518275" y="4179888"/>
          <p14:tracePt t="42684" x="6494463" y="4162425"/>
          <p14:tracePt t="42692" x="6477000" y="4162425"/>
          <p14:tracePt t="42700" x="6469063" y="4146550"/>
          <p14:tracePt t="42708" x="6453188" y="4138613"/>
          <p14:tracePt t="42716" x="6453188" y="4121150"/>
          <p14:tracePt t="42724" x="6435725" y="4121150"/>
          <p14:tracePt t="42732" x="6435725" y="4105275"/>
          <p14:tracePt t="42740" x="6427788" y="4097338"/>
          <p14:tracePt t="42749" x="6411913" y="4079875"/>
          <p14:tracePt t="42757" x="6411913" y="4064000"/>
          <p14:tracePt t="42766" x="6411913" y="4046538"/>
          <p14:tracePt t="42773" x="6394450" y="4021138"/>
          <p14:tracePt t="42789" x="6394450" y="3997325"/>
          <p14:tracePt t="42799" x="6394450" y="3979863"/>
          <p14:tracePt t="42805" x="6394450" y="3963988"/>
          <p14:tracePt t="42816" x="6394450" y="3938588"/>
          <p14:tracePt t="42821" x="6394450" y="3914775"/>
          <p14:tracePt t="42832" x="6394450" y="3840163"/>
          <p14:tracePt t="42837" x="6394450" y="3781425"/>
          <p14:tracePt t="42849" x="6394450" y="3740150"/>
          <p14:tracePt t="42853" x="6394450" y="3657600"/>
          <p14:tracePt t="42865" x="6427788" y="3590925"/>
          <p14:tracePt t="42870" x="6453188" y="3565525"/>
          <p14:tracePt t="42882" x="6510338" y="3467100"/>
          <p14:tracePt t="42886" x="6577013" y="3390900"/>
          <p14:tracePt t="42899" x="6659563" y="3325813"/>
          <p14:tracePt t="42902" x="6743700" y="3267075"/>
          <p14:tracePt t="42916" x="6842125" y="3225800"/>
          <p14:tracePt t="42919" x="6967538" y="3184525"/>
          <p14:tracePt t="42932" x="7091363" y="3159125"/>
          <p14:tracePt t="42935" x="7232650" y="3125788"/>
          <p14:tracePt t="42949" x="7356475" y="3125788"/>
          <p14:tracePt t="42951" x="7489825" y="3125788"/>
          <p14:tracePt t="42965" x="7613650" y="3125788"/>
          <p14:tracePt t="42967" x="7721600" y="3125788"/>
          <p14:tracePt t="42982" x="7845425" y="3143250"/>
          <p14:tracePt t="42983" x="7945438" y="3184525"/>
          <p14:tracePt t="42991" x="8069263" y="3225800"/>
          <p14:tracePt t="42999" x="8112125" y="3267075"/>
          <p14:tracePt t="43007" x="8186738" y="3292475"/>
          <p14:tracePt t="43016" x="8235950" y="3349625"/>
          <p14:tracePt t="43023" x="8326438" y="3382963"/>
          <p14:tracePt t="43032" x="8369300" y="3424238"/>
          <p14:tracePt t="43039" x="8410575" y="3467100"/>
          <p14:tracePt t="43049" x="8434388" y="3508375"/>
          <p14:tracePt t="43055" x="8459788" y="3532188"/>
          <p14:tracePt t="43065" x="8475663" y="3549650"/>
          <p14:tracePt t="43071" x="8493125" y="3565525"/>
          <p14:tracePt t="43082" x="8493125" y="3590925"/>
          <p14:tracePt t="43087" x="8501063" y="3590925"/>
          <p14:tracePt t="43099" x="8501063" y="3616325"/>
          <p14:tracePt t="43104" x="8501063" y="3648075"/>
          <p14:tracePt t="43115" x="8501063" y="3657600"/>
          <p14:tracePt t="43120" x="8501063" y="3690938"/>
          <p14:tracePt t="43133" x="8493125" y="3714750"/>
          <p14:tracePt t="43136" x="8451850" y="3756025"/>
          <p14:tracePt t="43149" x="8434388" y="3781425"/>
          <p14:tracePt t="43152" x="8393113" y="3830638"/>
          <p14:tracePt t="43165" x="8369300" y="3871913"/>
          <p14:tracePt t="43168" x="8326438" y="3914775"/>
          <p14:tracePt t="43182" x="8285163" y="3956050"/>
          <p14:tracePt t="43185" x="8235950" y="3997325"/>
          <p14:tracePt t="43199" x="8186738" y="4021138"/>
          <p14:tracePt t="43201" x="8143875" y="4064000"/>
          <p14:tracePt t="43215" x="8086725" y="4079875"/>
          <p14:tracePt t="43218" x="8045450" y="4105275"/>
          <p14:tracePt t="43232" x="7986713" y="4121150"/>
          <p14:tracePt t="43233" x="7862888" y="4146550"/>
          <p14:tracePt t="43241" x="7796213" y="4162425"/>
          <p14:tracePt t="43249" x="7721600" y="4179888"/>
          <p14:tracePt t="43257" x="7662863" y="4179888"/>
          <p14:tracePt t="43265" x="7597775" y="4179888"/>
          <p14:tracePt t="43273" x="7531100" y="4179888"/>
          <p14:tracePt t="43282" x="7456488" y="4179888"/>
          <p14:tracePt t="43289" x="7397750" y="4179888"/>
          <p14:tracePt t="43299" x="7348538" y="4179888"/>
          <p14:tracePt t="43305" x="7289800" y="4179888"/>
          <p14:tracePt t="43315" x="7265988" y="4179888"/>
          <p14:tracePt t="43322" x="7224713" y="4179888"/>
          <p14:tracePt t="43332" x="7173913" y="4179888"/>
          <p14:tracePt t="43338" x="7150100" y="4179888"/>
          <p14:tracePt t="43349" x="7107238" y="4179888"/>
          <p14:tracePt t="43354" x="7083425" y="4179888"/>
          <p14:tracePt t="43366" x="7042150" y="4179888"/>
          <p14:tracePt t="43370" x="7008813" y="4179888"/>
          <p14:tracePt t="43382" x="6958013" y="4179888"/>
          <p14:tracePt t="43386" x="6916738" y="4162425"/>
          <p14:tracePt t="43399" x="6859588" y="4162425"/>
          <p14:tracePt t="43402" x="6826250" y="4138613"/>
          <p14:tracePt t="43415" x="6784975" y="4138613"/>
          <p14:tracePt t="43418" x="6734175" y="4105275"/>
          <p14:tracePt t="43432" x="6700838" y="4097338"/>
          <p14:tracePt t="43435" x="6635750" y="4046538"/>
          <p14:tracePt t="43449" x="6602413" y="4038600"/>
          <p14:tracePt t="43451" x="6561138" y="4005263"/>
          <p14:tracePt t="43466" x="6535738" y="3997325"/>
          <p14:tracePt t="43468" x="6510338" y="3963988"/>
          <p14:tracePt t="43482" x="6494463" y="3938588"/>
          <p14:tracePt t="43483" x="6469063" y="3914775"/>
          <p14:tracePt t="43491" x="6453188" y="3897313"/>
          <p14:tracePt t="43499" x="6435725" y="3856038"/>
          <p14:tracePt t="43507" x="6435725" y="3840163"/>
          <p14:tracePt t="43516" x="6427788" y="3797300"/>
          <p14:tracePt t="43523" x="6411913" y="3773488"/>
          <p14:tracePt t="43532" x="6411913" y="3714750"/>
          <p14:tracePt t="43540" x="6411913" y="3673475"/>
          <p14:tracePt t="43549" x="6411913" y="3648075"/>
          <p14:tracePt t="43555" x="6411913" y="3590925"/>
          <p14:tracePt t="43565" x="6411913" y="3549650"/>
          <p14:tracePt t="43572" x="6411913" y="3516313"/>
          <p14:tracePt t="43582" x="6427788" y="3475038"/>
          <p14:tracePt t="43588" x="6469063" y="3424238"/>
          <p14:tracePt t="43601" x="6510338" y="3382963"/>
          <p14:tracePt t="43604" x="6592888" y="3341688"/>
          <p14:tracePt t="43612" x="6692900" y="3292475"/>
          <p14:tracePt t="43620" x="6775450" y="3267075"/>
          <p14:tracePt t="43628" x="6900863" y="3241675"/>
          <p14:tracePt t="43636" x="6999288" y="3241675"/>
          <p14:tracePt t="43645" x="7124700" y="3241675"/>
          <p14:tracePt t="43652" x="7248525" y="3241675"/>
          <p14:tracePt t="43661" x="7356475" y="3241675"/>
          <p14:tracePt t="43669" x="7456488" y="3241675"/>
          <p14:tracePt t="43677" x="7580313" y="3241675"/>
          <p14:tracePt t="43685" x="7654925" y="3284538"/>
          <p14:tracePt t="43693" x="7754938" y="3308350"/>
          <p14:tracePt t="43701" x="7780338" y="3341688"/>
          <p14:tracePt t="43709" x="7862888" y="3390900"/>
          <p14:tracePt t="43717" x="7920038" y="3449638"/>
          <p14:tracePt t="43725" x="7970838" y="3508375"/>
          <p14:tracePt t="43733" x="8020050" y="3573463"/>
          <p14:tracePt t="43741" x="8045450" y="3616325"/>
          <p14:tracePt t="43750" x="8069263" y="3657600"/>
          <p14:tracePt t="43758" x="8086725" y="3714750"/>
          <p14:tracePt t="43766" x="8102600" y="3773488"/>
          <p14:tracePt t="43774" x="8112125" y="3830638"/>
          <p14:tracePt t="43782" x="8128000" y="3856038"/>
          <p14:tracePt t="43790" x="8128000" y="3914775"/>
          <p14:tracePt t="43799" x="8128000" y="3956050"/>
          <p14:tracePt t="43806" x="8128000" y="3979863"/>
          <p14:tracePt t="43815" x="8128000" y="4021138"/>
          <p14:tracePt t="43822" x="8128000" y="4038600"/>
          <p14:tracePt t="43832" x="8128000" y="4064000"/>
          <p14:tracePt t="43838" x="8112125" y="4097338"/>
          <p14:tracePt t="43849" x="8086725" y="4105275"/>
          <p14:tracePt t="43854" x="8061325" y="4138613"/>
          <p14:tracePt t="43865" x="8020050" y="4162425"/>
          <p14:tracePt t="43871" x="8004175" y="4162425"/>
          <p14:tracePt t="43882" x="7962900" y="4187825"/>
          <p14:tracePt t="43887" x="7920038" y="4203700"/>
          <p14:tracePt t="43899" x="7904163" y="4203700"/>
          <p14:tracePt t="43903" x="7862888" y="4221163"/>
          <p14:tracePt t="43915" x="7837488" y="4229100"/>
          <p14:tracePt t="43919" x="7796213" y="4229100"/>
          <p14:tracePt t="43932" x="7762875" y="4246563"/>
          <p14:tracePt t="43935" x="7721600" y="4262438"/>
          <p14:tracePt t="43949" x="7621588" y="4270375"/>
          <p14:tracePt t="43952" x="7556500" y="4270375"/>
          <p14:tracePt t="43965" x="7489825" y="4270375"/>
          <p14:tracePt t="43967" x="7389813" y="4270375"/>
          <p14:tracePt t="43982" x="7289800" y="4270375"/>
          <p14:tracePt t="43985" x="7232650" y="4270375"/>
          <p14:tracePt t="43999" x="7132638" y="4270375"/>
          <p14:tracePt t="44001" x="7065963" y="4270375"/>
          <p14:tracePt t="44016" x="7008813" y="4270375"/>
          <p14:tracePt t="44017" x="6942138" y="4270375"/>
          <p14:tracePt t="44024" x="6900863" y="4270375"/>
          <p14:tracePt t="44032" x="6867525" y="4270375"/>
          <p14:tracePt t="44040" x="6818313" y="4270375"/>
          <p14:tracePt t="44049" x="6784975" y="4270375"/>
          <p14:tracePt t="44056" x="6743700" y="4270375"/>
          <p14:tracePt t="44065" x="6692900" y="4262438"/>
          <p14:tracePt t="44072" x="6659563" y="4246563"/>
          <p14:tracePt t="44083" x="6602413" y="4229100"/>
          <p14:tracePt t="44088" x="6551613" y="4203700"/>
          <p14:tracePt t="44099" x="6510338" y="4187825"/>
          <p14:tracePt t="44105" x="6477000" y="4179888"/>
          <p14:tracePt t="44116" x="6435725" y="4162425"/>
          <p14:tracePt t="44121" x="6427788" y="4162425"/>
          <p14:tracePt t="44132" x="6411913" y="4146550"/>
          <p14:tracePt t="44137" x="6394450" y="4146550"/>
          <p14:tracePt t="44193" x="6394450" y="4138613"/>
          <p14:tracePt t="44234" x="6394450" y="4121150"/>
          <p14:tracePt t="44250" x="6394450" y="4105275"/>
          <p14:tracePt t="44258" x="6394450" y="4097338"/>
          <p14:tracePt t="44266" x="6394450" y="4064000"/>
          <p14:tracePt t="44274" x="6411913" y="4038600"/>
          <p14:tracePt t="44282" x="6435725" y="3979863"/>
          <p14:tracePt t="44290" x="6477000" y="3938588"/>
          <p14:tracePt t="44299" x="6535738" y="3856038"/>
          <p14:tracePt t="44307" x="6602413" y="3781425"/>
          <p14:tracePt t="44316" x="6700838" y="3698875"/>
          <p14:tracePt t="44323" x="6784975" y="3632200"/>
          <p14:tracePt t="44332" x="6883400" y="3549650"/>
          <p14:tracePt t="44339" x="6999288" y="3490913"/>
          <p14:tracePt t="44348" x="7124700" y="3433763"/>
          <p14:tracePt t="44355" x="7273925" y="3390900"/>
          <p14:tracePt t="44363" x="7389813" y="3367088"/>
          <p14:tracePt t="44371" x="7513638" y="3349625"/>
          <p14:tracePt t="44379" x="7613650" y="3349625"/>
          <p14:tracePt t="44387" x="7737475" y="3349625"/>
          <p14:tracePt t="44395" x="7837488" y="3349625"/>
          <p14:tracePt t="44403" x="7945438" y="3349625"/>
          <p14:tracePt t="44412" x="8061325" y="3408363"/>
          <p14:tracePt t="44420" x="8169275" y="3467100"/>
          <p14:tracePt t="44428" x="8251825" y="3532188"/>
          <p14:tracePt t="44436" x="8293100" y="3573463"/>
          <p14:tracePt t="44444" x="8377238" y="3648075"/>
          <p14:tracePt t="44452" x="8418513" y="3698875"/>
          <p14:tracePt t="44460" x="8475663" y="3756025"/>
          <p14:tracePt t="44468" x="8518525" y="3814763"/>
          <p14:tracePt t="44476" x="8550275" y="3871913"/>
          <p14:tracePt t="44484" x="8575675" y="3914775"/>
          <p14:tracePt t="44492" x="8601075" y="3956050"/>
          <p14:tracePt t="44500" x="8601075" y="3997325"/>
          <p14:tracePt t="44509" x="8616950" y="4021138"/>
          <p14:tracePt t="44516" x="8634413" y="4064000"/>
          <p14:tracePt t="44525" x="8634413" y="4097338"/>
          <p14:tracePt t="44533" x="8634413" y="4121150"/>
          <p14:tracePt t="44541" x="8634413" y="4179888"/>
          <p14:tracePt t="44549" x="8616950" y="4187825"/>
          <p14:tracePt t="44557" x="8534400" y="4246563"/>
          <p14:tracePt t="44566" x="8475663" y="4262438"/>
          <p14:tracePt t="44573" x="8418513" y="4303713"/>
          <p14:tracePt t="44583" x="8351838" y="4311650"/>
          <p14:tracePt t="44589" x="8326438" y="4329113"/>
          <p14:tracePt t="44599" x="8235950" y="4344988"/>
          <p14:tracePt t="44605" x="8169275" y="4362450"/>
          <p14:tracePt t="44616" x="8102600" y="4370388"/>
          <p14:tracePt t="44621" x="8027988" y="4370388"/>
          <p14:tracePt t="44632" x="7945438" y="4386263"/>
          <p14:tracePt t="44637" x="7878763" y="4403725"/>
          <p14:tracePt t="44649" x="7804150" y="4403725"/>
          <p14:tracePt t="44654" x="7754938" y="4403725"/>
          <p14:tracePt t="44666" x="7696200" y="4403725"/>
          <p14:tracePt t="44670" x="7662863" y="4403725"/>
          <p14:tracePt t="44682" x="7621588" y="4403725"/>
          <p14:tracePt t="44686" x="7613650" y="4403725"/>
          <p14:tracePt t="44699" x="7597775" y="4403725"/>
          <p14:tracePt t="44702" x="7580313" y="4403725"/>
          <p14:tracePt t="44718" x="7572375" y="4403725"/>
          <p14:tracePt t="44847" x="7580313" y="4403725"/>
          <p14:tracePt t="44855" x="7597775" y="4386263"/>
          <p14:tracePt t="44866" x="7639050" y="4386263"/>
          <p14:tracePt t="44872" x="7662863" y="4370388"/>
          <p14:tracePt t="44880" x="7721600" y="4362450"/>
          <p14:tracePt t="44888" x="7762875" y="4344988"/>
          <p14:tracePt t="44896" x="7837488" y="4344988"/>
          <p14:tracePt t="44904" x="7904163" y="4311650"/>
          <p14:tracePt t="44912" x="7970838" y="4303713"/>
          <p14:tracePt t="44920" x="8027988" y="4287838"/>
          <p14:tracePt t="44928" x="8102600" y="4270375"/>
          <p14:tracePt t="44936" x="8143875" y="4270375"/>
          <p14:tracePt t="44944" x="8194675" y="4270375"/>
          <p14:tracePt t="44953" x="8228013" y="4262438"/>
          <p14:tracePt t="44960" x="8251825" y="4262438"/>
          <p14:tracePt t="44969" x="8269288" y="4262438"/>
          <p14:tracePt t="44977" x="8285163" y="4262438"/>
          <p14:tracePt t="44985" x="8310563" y="4262438"/>
          <p14:tracePt t="44993" x="8326438" y="4262438"/>
          <p14:tracePt t="45001" x="8326438" y="4246563"/>
          <p14:tracePt t="45017" x="8335963" y="4246563"/>
          <p14:tracePt t="45041" x="8351838" y="4246563"/>
          <p14:tracePt t="45146" x="8335963" y="4246563"/>
          <p14:tracePt t="45170" x="8326438" y="4246563"/>
          <p14:tracePt t="45186" x="8310563" y="4246563"/>
          <p14:tracePt t="45227" x="8293100" y="4246563"/>
          <p14:tracePt t="45259" x="8293100" y="4229100"/>
          <p14:tracePt t="45316" x="8293100" y="4221163"/>
          <p14:tracePt t="45340" x="8293100" y="4203700"/>
          <p14:tracePt t="45366" x="8293100" y="4187825"/>
          <p14:tracePt t="45372" x="8293100" y="4179888"/>
          <p14:tracePt t="45388" x="8293100" y="4162425"/>
          <p14:tracePt t="45396" x="8293100" y="4146550"/>
          <p14:tracePt t="45421" x="8310563" y="4146550"/>
          <p14:tracePt t="45429" x="8310563" y="4138613"/>
          <p14:tracePt t="45493" x="8293100" y="4138613"/>
          <p14:tracePt t="45509" x="8269288" y="4138613"/>
          <p14:tracePt t="45517" x="8228013" y="4138613"/>
          <p14:tracePt t="45526" x="8194675" y="4138613"/>
          <p14:tracePt t="45533" x="8102600" y="4138613"/>
          <p14:tracePt t="45542" x="8045450" y="4138613"/>
          <p14:tracePt t="45550" x="7970838" y="4138613"/>
          <p14:tracePt t="45558" x="7878763" y="4146550"/>
          <p14:tracePt t="45566" x="7780338" y="4146550"/>
          <p14:tracePt t="45574" x="7680325" y="4146550"/>
          <p14:tracePt t="45582" x="7580313" y="4162425"/>
          <p14:tracePt t="45593" x="7472363" y="4162425"/>
          <p14:tracePt t="45599" x="7348538" y="4162425"/>
          <p14:tracePt t="45606" x="7248525" y="4162425"/>
          <p14:tracePt t="45616" x="7124700" y="4162425"/>
          <p14:tracePt t="45622" x="6999288" y="4162425"/>
          <p14:tracePt t="45633" x="6859588" y="4162425"/>
          <p14:tracePt t="45639" x="6700838" y="4162425"/>
          <p14:tracePt t="45649" x="6577013" y="4162425"/>
          <p14:tracePt t="45655" x="6427788" y="4146550"/>
          <p14:tracePt t="45666" x="6369050" y="4138613"/>
          <p14:tracePt t="45671" x="6270625" y="4121150"/>
          <p14:tracePt t="45682" x="6186488" y="4121150"/>
          <p14:tracePt t="45687" x="6103938" y="4105275"/>
          <p14:tracePt t="45699" x="6062663" y="4105275"/>
          <p14:tracePt t="45703" x="6005513" y="4105275"/>
          <p14:tracePt t="45715" x="5962650" y="4097338"/>
          <p14:tracePt t="45719" x="5938838" y="4079875"/>
          <p14:tracePt t="45733" x="5905500" y="4079875"/>
          <p14:tracePt t="45735" x="5880100" y="4079875"/>
          <p14:tracePt t="45749" x="5864225" y="4079875"/>
          <p14:tracePt t="45752" x="5822950" y="4064000"/>
          <p14:tracePt t="45766" x="5797550" y="4046538"/>
          <p14:tracePt t="45769" x="5756275" y="4046538"/>
          <p14:tracePt t="45782" x="5697538" y="4046538"/>
          <p14:tracePt t="45784" x="5640388" y="4038600"/>
          <p14:tracePt t="45799" x="5614988" y="4038600"/>
          <p14:tracePt t="45801" x="5556250" y="4038600"/>
          <p14:tracePt t="45815" x="5532438" y="4038600"/>
          <p14:tracePt t="45816" x="5491163" y="4038600"/>
          <p14:tracePt t="45824" x="5448300" y="4038600"/>
          <p14:tracePt t="45833" x="5432425" y="4038600"/>
          <p14:tracePt t="45840" x="5407025" y="4038600"/>
          <p14:tracePt t="45849" x="5391150" y="4038600"/>
          <p14:tracePt t="45856" x="5373688" y="4038600"/>
          <p14:tracePt t="45866" x="5365750" y="4038600"/>
          <p14:tracePt t="45873" x="5349875" y="4038600"/>
          <p14:tracePt t="45883" x="5332413" y="4038600"/>
          <p14:tracePt t="45898" x="5324475" y="4038600"/>
          <p14:tracePt t="45905" x="5324475" y="4046538"/>
          <p14:tracePt t="45921" x="5308600" y="4046538"/>
          <p14:tracePt t="45986" x="5324475" y="4046538"/>
          <p14:tracePt t="45994" x="5407025" y="4064000"/>
          <p14:tracePt t="46002" x="5514975" y="4079875"/>
          <p14:tracePt t="46010" x="5640388" y="4097338"/>
          <p14:tracePt t="46018" x="5797550" y="4105275"/>
          <p14:tracePt t="46033" x="5946775" y="4146550"/>
          <p14:tracePt t="46035" x="6103938" y="4179888"/>
          <p14:tracePt t="46049" x="6162675" y="4187825"/>
          <p14:tracePt t="46051" x="6369050" y="4229100"/>
          <p14:tracePt t="46066" x="6427788" y="4229100"/>
          <p14:tracePt t="46067" x="6518275" y="4246563"/>
          <p14:tracePt t="46075" x="6618288" y="4262438"/>
          <p14:tracePt t="46083" x="6692900" y="4270375"/>
          <p14:tracePt t="46091" x="6759575" y="4287838"/>
          <p14:tracePt t="46100" x="6842125" y="4287838"/>
          <p14:tracePt t="46107" x="6883400" y="4303713"/>
          <p14:tracePt t="46116" x="6924675" y="4303713"/>
          <p14:tracePt t="46123" x="6958013" y="4303713"/>
          <p14:tracePt t="46133" x="6983413" y="4303713"/>
          <p14:tracePt t="46139" x="7008813" y="4303713"/>
          <p14:tracePt t="46149" x="7024688" y="4303713"/>
          <p14:tracePt t="46260" x="7042150" y="4303713"/>
          <p14:tracePt t="46293" x="7083425" y="4303713"/>
          <p14:tracePt t="46301" x="7132638" y="4303713"/>
          <p14:tracePt t="46309" x="7207250" y="4287838"/>
          <p14:tracePt t="46317" x="7273925" y="4270375"/>
          <p14:tracePt t="46325" x="7397750" y="4246563"/>
          <p14:tracePt t="46333" x="7531100" y="4229100"/>
          <p14:tracePt t="46341" x="7597775" y="4229100"/>
          <p14:tracePt t="46349" x="7705725" y="4221163"/>
          <p14:tracePt t="46357" x="7804150" y="4203700"/>
          <p14:tracePt t="46366" x="7904163" y="4187825"/>
          <p14:tracePt t="46373" x="7970838" y="4179888"/>
          <p14:tracePt t="46382" x="8027988" y="4162425"/>
          <p14:tracePt t="46390" x="8102600" y="4162425"/>
          <p14:tracePt t="46399" x="8153400" y="4146550"/>
          <p14:tracePt t="46405" x="8194675" y="4146550"/>
          <p14:tracePt t="46415" x="8251825" y="4138613"/>
          <p14:tracePt t="46421" x="8285163" y="4121150"/>
          <p14:tracePt t="46430" x="8326438" y="4121150"/>
          <p14:tracePt t="46438" x="8351838" y="4105275"/>
          <p14:tracePt t="46446" x="8377238" y="4105275"/>
          <p14:tracePt t="46454" x="8410575" y="4097338"/>
          <p14:tracePt t="46462" x="8451850" y="4079875"/>
          <p14:tracePt t="46470" x="8475663" y="4079875"/>
          <p14:tracePt t="46478" x="8493125" y="4064000"/>
          <p14:tracePt t="46486" x="8518525" y="4064000"/>
          <p14:tracePt t="46494" x="8550275" y="4038600"/>
          <p14:tracePt t="46502" x="8559800" y="4038600"/>
          <p14:tracePt t="46511" x="8593138" y="4038600"/>
          <p14:tracePt t="46518" x="8601075" y="4021138"/>
          <p14:tracePt t="46527" x="8616950" y="4021138"/>
          <p14:tracePt t="46534" x="8634413" y="4021138"/>
          <p14:tracePt t="46551" x="8642350" y="4005263"/>
          <p14:tracePt t="46575" x="8658225" y="4005263"/>
          <p14:tracePt t="46583" x="8658225" y="3997325"/>
          <p14:tracePt t="46599" x="8675688" y="3997325"/>
          <p14:tracePt t="46615" x="8675688" y="3979863"/>
          <p14:tracePt t="46624" x="8683625" y="3979863"/>
          <p14:tracePt t="46761" x="8699500" y="3979863"/>
          <p14:tracePt t="46769" x="8724900" y="3979863"/>
          <p14:tracePt t="46777" x="8783638" y="3979863"/>
          <p14:tracePt t="46785" x="8840788" y="3979863"/>
          <p14:tracePt t="46793" x="8907463" y="3997325"/>
          <p14:tracePt t="46801" x="8982075" y="4021138"/>
          <p14:tracePt t="46809" x="9064625" y="4021138"/>
          <p14:tracePt t="46817" x="9090025" y="4038600"/>
          <p14:tracePt t="46825" x="9164638" y="4064000"/>
          <p14:tracePt t="46834" x="9213850" y="4079875"/>
          <p14:tracePt t="46841" x="9272588" y="4097338"/>
          <p14:tracePt t="46849" x="9297988" y="4105275"/>
          <p14:tracePt t="46858" x="9313863" y="4105275"/>
          <p14:tracePt t="46865" x="9339263" y="4121150"/>
          <p14:tracePt t="46890" x="9355138" y="4121150"/>
          <p14:tracePt t="46922" x="9355138" y="4138613"/>
          <p14:tracePt t="46931" x="9331325" y="4138613"/>
          <p14:tracePt t="46938" x="9313863" y="4138613"/>
          <p14:tracePt t="46946" x="9272588" y="4138613"/>
          <p14:tracePt t="46955" x="9231313" y="4138613"/>
          <p14:tracePt t="46963" x="9190038" y="4138613"/>
          <p14:tracePt t="46971" x="9148763" y="4138613"/>
          <p14:tracePt t="46979" x="9090025" y="4121150"/>
          <p14:tracePt t="46987" x="9064625" y="4105275"/>
          <p14:tracePt t="46995" x="9023350" y="4105275"/>
          <p14:tracePt t="47003" x="8990013" y="4079875"/>
          <p14:tracePt t="47011" x="8948738" y="4079875"/>
          <p14:tracePt t="47019" x="8907463" y="4046538"/>
          <p14:tracePt t="47027" x="8840788" y="4021138"/>
          <p14:tracePt t="47035" x="8799513" y="3979863"/>
          <p14:tracePt t="47043" x="8758238" y="3956050"/>
          <p14:tracePt t="47051" x="8724900" y="3922713"/>
          <p14:tracePt t="47059" x="8683625" y="3897313"/>
          <p14:tracePt t="47067" x="8658225" y="3871913"/>
          <p14:tracePt t="47076" x="8634413" y="3840163"/>
          <p14:tracePt t="47083" x="8601075" y="3797300"/>
          <p14:tracePt t="47092" x="8593138" y="3773488"/>
          <p14:tracePt t="47100" x="8575675" y="3756025"/>
          <p14:tracePt t="47108" x="8575675" y="3732213"/>
          <p14:tracePt t="47116" x="8559800" y="3698875"/>
          <p14:tracePt t="47124" x="8559800" y="3673475"/>
          <p14:tracePt t="47133" x="8559800" y="3648075"/>
          <p14:tracePt t="47140" x="8559800" y="3632200"/>
          <p14:tracePt t="47149" x="8559800" y="3616325"/>
          <p14:tracePt t="47156" x="8559800" y="3590925"/>
          <p14:tracePt t="47166" x="8593138" y="3573463"/>
          <p14:tracePt t="47173" x="8601075" y="3565525"/>
          <p14:tracePt t="47182" x="8642350" y="3549650"/>
          <p14:tracePt t="47189" x="8683625" y="3532188"/>
          <p14:tracePt t="47199" x="8724900" y="3532188"/>
          <p14:tracePt t="47205" x="8766175" y="3516313"/>
          <p14:tracePt t="47216" x="8824913" y="3508375"/>
          <p14:tracePt t="47221" x="8866188" y="3508375"/>
          <p14:tracePt t="47232" x="8907463" y="3508375"/>
          <p14:tracePt t="47237" x="8966200" y="3508375"/>
          <p14:tracePt t="47250" x="9031288" y="3508375"/>
          <p14:tracePt t="47253" x="9090025" y="3508375"/>
          <p14:tracePt t="47265" x="9148763" y="3516313"/>
          <p14:tracePt t="47269" x="9190038" y="3573463"/>
          <p14:tracePt t="47282" x="9256713" y="3648075"/>
          <p14:tracePt t="47285" x="9313863" y="3732213"/>
          <p14:tracePt t="47299" x="9339263" y="3773488"/>
          <p14:tracePt t="47301" x="9388475" y="3840163"/>
          <p14:tracePt t="47316" x="9429750" y="3914775"/>
          <p14:tracePt t="47319" x="9455150" y="3979863"/>
          <p14:tracePt t="47332" x="9471025" y="4038600"/>
          <p14:tracePt t="47335" x="9496425" y="4064000"/>
          <p14:tracePt t="47349" x="9496425" y="4105275"/>
          <p14:tracePt t="47351" x="9496425" y="4138613"/>
          <p14:tracePt t="47365" x="9496425" y="4179888"/>
          <p14:tracePt t="47367" x="9496425" y="4203700"/>
          <p14:tracePt t="47382" x="9496425" y="4221163"/>
          <p14:tracePt t="47383" x="9496425" y="4246563"/>
          <p14:tracePt t="47390" x="9455150" y="4262438"/>
          <p14:tracePt t="47399" x="9388475" y="4287838"/>
          <p14:tracePt t="47407" x="9331325" y="4287838"/>
          <p14:tracePt t="47416" x="9256713" y="4303713"/>
          <p14:tracePt t="47423" x="9213850" y="4303713"/>
          <p14:tracePt t="47432" x="9172575" y="4303713"/>
          <p14:tracePt t="47439" x="9123363" y="4303713"/>
          <p14:tracePt t="47449" x="9064625" y="4303713"/>
          <p14:tracePt t="47455" x="9031288" y="4303713"/>
          <p14:tracePt t="47465" x="8990013" y="4303713"/>
          <p14:tracePt t="47471" x="8966200" y="4303713"/>
          <p14:tracePt t="47483" x="8948738" y="4303713"/>
          <p14:tracePt t="47487" x="8924925" y="4303713"/>
          <p14:tracePt t="47504" x="8907463" y="4287838"/>
          <p14:tracePt t="47515" x="8899525" y="4270375"/>
          <p14:tracePt t="47536" x="8899525" y="4262438"/>
          <p14:tracePt t="47544" x="8899525" y="4246563"/>
          <p14:tracePt t="47560" x="8899525" y="4229100"/>
          <p14:tracePt t="47568" x="8899525" y="4221163"/>
          <p14:tracePt t="47584" x="8899525" y="4203700"/>
          <p14:tracePt t="47595" x="8899525" y="4179888"/>
          <p14:tracePt t="47600" x="8899525" y="4162425"/>
          <p14:tracePt t="47608" x="8924925" y="4146550"/>
          <p14:tracePt t="47617" x="8982075" y="4138613"/>
          <p14:tracePt t="47625" x="8990013" y="4138613"/>
          <p14:tracePt t="47633" x="9048750" y="4138613"/>
          <p14:tracePt t="47641" x="9105900" y="4138613"/>
          <p14:tracePt t="47649" x="9164638" y="4138613"/>
          <p14:tracePt t="47657" x="9190038" y="4138613"/>
          <p14:tracePt t="47666" x="9247188" y="4138613"/>
          <p14:tracePt t="47673" x="9272588" y="4138613"/>
          <p14:tracePt t="47682" x="9297988" y="4138613"/>
          <p14:tracePt t="47689" x="9313863" y="4146550"/>
          <p14:tracePt t="47699" x="9331325" y="4162425"/>
          <p14:tracePt t="47713" x="9339263" y="4179888"/>
          <p14:tracePt t="47722" x="9339263" y="4187825"/>
          <p14:tracePt t="47737" x="9339263" y="4203700"/>
          <p14:tracePt t="47745" x="9331325" y="4203700"/>
          <p14:tracePt t="47754" x="9288463" y="4221163"/>
          <p14:tracePt t="47762" x="9205913" y="4229100"/>
          <p14:tracePt t="47770" x="9164638" y="4229100"/>
          <p14:tracePt t="47778" x="9082088" y="4229100"/>
          <p14:tracePt t="47786" x="9048750" y="4229100"/>
          <p14:tracePt t="47794" x="8990013" y="4229100"/>
          <p14:tracePt t="47802" x="8940800" y="4229100"/>
          <p14:tracePt t="47810" x="8907463" y="4221163"/>
          <p14:tracePt t="47818" x="8866188" y="4203700"/>
          <p14:tracePt t="47826" x="8840788" y="4187825"/>
          <p14:tracePt t="47834" x="8840788" y="4179888"/>
          <p14:tracePt t="47843" x="8824913" y="4162425"/>
          <p14:tracePt t="47851" x="8824913" y="4146550"/>
          <p14:tracePt t="47859" x="8824913" y="4138613"/>
          <p14:tracePt t="47867" x="8824913" y="4121150"/>
          <p14:tracePt t="47875" x="8824913" y="4105275"/>
          <p14:tracePt t="47883" x="8824913" y="4097338"/>
          <p14:tracePt t="47899" x="8824913" y="4079875"/>
          <p14:tracePt t="47907" x="8840788" y="4079875"/>
          <p14:tracePt t="47916" x="8866188" y="4079875"/>
          <p14:tracePt t="47923" x="8899525" y="4079875"/>
          <p14:tracePt t="47932" x="8924925" y="4079875"/>
          <p14:tracePt t="47939" x="8948738" y="4079875"/>
          <p14:tracePt t="47949" x="8966200" y="4079875"/>
          <p14:tracePt t="47955" x="8982075" y="4079875"/>
          <p14:tracePt t="47965" x="8990013" y="4097338"/>
          <p14:tracePt t="47972" x="8990013" y="4105275"/>
          <p14:tracePt t="47980" x="9007475" y="4105275"/>
          <p14:tracePt t="47988" x="9007475" y="4138613"/>
          <p14:tracePt t="47996" x="9007475" y="4146550"/>
          <p14:tracePt t="48004" x="9007475" y="4162425"/>
          <p14:tracePt t="48012" x="9007475" y="4179888"/>
          <p14:tracePt t="48020" x="8982075" y="4179888"/>
          <p14:tracePt t="48028" x="8948738" y="4187825"/>
          <p14:tracePt t="48036" x="8899525" y="4187825"/>
          <p14:tracePt t="48045" x="8858250" y="4203700"/>
          <p14:tracePt t="48052" x="8799513" y="4203700"/>
          <p14:tracePt t="48060" x="8766175" y="4203700"/>
          <p14:tracePt t="48069" x="8724900" y="4203700"/>
          <p14:tracePt t="48077" x="8699500" y="4187825"/>
          <p14:tracePt t="48085" x="8658225" y="4162425"/>
          <p14:tracePt t="48093" x="8616950" y="4105275"/>
          <p14:tracePt t="48101" x="8601075" y="4064000"/>
          <p14:tracePt t="48109" x="8575675" y="3963988"/>
          <p14:tracePt t="48117" x="8575675" y="3897313"/>
          <p14:tracePt t="48125" x="8575675" y="3856038"/>
          <p14:tracePt t="48133" x="8575675" y="3814763"/>
          <p14:tracePt t="48141" x="8575675" y="3756025"/>
          <p14:tracePt t="48149" x="8575675" y="3698875"/>
          <p14:tracePt t="48157" x="8616950" y="3673475"/>
          <p14:tracePt t="48166" x="8683625" y="3616325"/>
          <p14:tracePt t="48173" x="8758238" y="3606800"/>
          <p14:tracePt t="48183" x="8824913" y="3606800"/>
          <p14:tracePt t="48190" x="8899525" y="3606800"/>
          <p14:tracePt t="48199" x="8940800" y="3606800"/>
          <p14:tracePt t="48206" x="9007475" y="3606800"/>
          <p14:tracePt t="48216" x="9082088" y="3606800"/>
          <p14:tracePt t="48222" x="9131300" y="3606800"/>
          <p14:tracePt t="48232" x="9172575" y="3648075"/>
          <p14:tracePt t="48238" x="9213850" y="3690938"/>
          <p14:tracePt t="48249" x="9247188" y="3732213"/>
          <p14:tracePt t="48254" x="9288463" y="3773488"/>
          <p14:tracePt t="48266" x="9288463" y="3797300"/>
          <p14:tracePt t="48270" x="9297988" y="3830638"/>
          <p14:tracePt t="48282" x="9313863" y="3856038"/>
          <p14:tracePt t="48287" x="9313863" y="3881438"/>
          <p14:tracePt t="48299" x="9313863" y="3914775"/>
          <p14:tracePt t="48303" x="9313863" y="3922713"/>
          <p14:tracePt t="48319" x="9313863" y="3938588"/>
          <p14:tracePt t="48332" x="9313863" y="3956050"/>
          <p14:tracePt t="48359" x="9297988" y="3956050"/>
          <p14:tracePt t="48416" x="9297988" y="3963988"/>
          <p14:tracePt t="48434" x="9313863" y="3963988"/>
          <p14:tracePt t="48440" x="9313863" y="3979863"/>
          <p14:tracePt t="48448" x="9331325" y="3979863"/>
          <p14:tracePt t="48466" x="9339263" y="3997325"/>
          <p14:tracePt t="48472" x="9355138" y="4005263"/>
          <p14:tracePt t="48488" x="9355138" y="4021138"/>
          <p14:tracePt t="48537" x="9331325" y="4021138"/>
          <p14:tracePt t="48545" x="9313863" y="4021138"/>
          <p14:tracePt t="48553" x="9288463" y="4021138"/>
          <p14:tracePt t="48561" x="9256713" y="4021138"/>
          <p14:tracePt t="48577" x="9247188" y="4021138"/>
          <p14:tracePt t="48585" x="9231313" y="4021138"/>
          <p14:tracePt t="48666" x="9247188" y="4005263"/>
          <p14:tracePt t="48682" x="9256713" y="4005263"/>
          <p14:tracePt t="48690" x="9288463" y="4005263"/>
          <p14:tracePt t="48699" x="9297988" y="4005263"/>
          <p14:tracePt t="48706" x="9313863" y="4005263"/>
          <p14:tracePt t="48715" x="9339263" y="4005263"/>
          <p14:tracePt t="48722" x="9355138" y="4005263"/>
          <p14:tracePt t="48732" x="9372600" y="4005263"/>
          <p14:tracePt t="48738" x="9388475" y="4005263"/>
          <p14:tracePt t="48748" x="9396413" y="4005263"/>
          <p14:tracePt t="48755" x="9413875" y="4021138"/>
          <p14:tracePt t="48763" x="9429750" y="4021138"/>
          <p14:tracePt t="48771" x="9437688" y="4021138"/>
          <p14:tracePt t="48779" x="9471025" y="4021138"/>
          <p14:tracePt t="48787" x="9480550" y="4021138"/>
          <p14:tracePt t="48795" x="9496425" y="4021138"/>
          <p14:tracePt t="48803" x="9512300" y="4021138"/>
          <p14:tracePt t="48811" x="9521825" y="4021138"/>
          <p14:tracePt t="48827" x="9537700" y="4021138"/>
          <p14:tracePt t="48836" x="9555163" y="4021138"/>
          <p14:tracePt t="48851" x="9563100" y="4021138"/>
          <p14:tracePt t="48868" x="9578975" y="4021138"/>
          <p14:tracePt t="48892" x="9596438" y="4021138"/>
          <p14:tracePt t="48948" x="9596438" y="4038600"/>
          <p14:tracePt t="48956" x="9604375" y="4038600"/>
          <p14:tracePt t="48981" x="9637713" y="4038600"/>
          <p14:tracePt t="48989" x="9653588" y="4038600"/>
          <p14:tracePt t="48999" x="9663113" y="4038600"/>
          <p14:tracePt t="49005" x="9694863" y="4038600"/>
          <p14:tracePt t="49013" x="9720263" y="4038600"/>
          <p14:tracePt t="49021" x="9737725" y="4038600"/>
          <p14:tracePt t="49029" x="9779000" y="4038600"/>
          <p14:tracePt t="49037" x="9786938" y="4038600"/>
          <p14:tracePt t="49045" x="9820275" y="4038600"/>
          <p14:tracePt t="49053" x="9861550" y="4021138"/>
          <p14:tracePt t="49061" x="9869488" y="4021138"/>
          <p14:tracePt t="49070" x="9902825" y="4021138"/>
          <p14:tracePt t="49077" x="9918700" y="4021138"/>
          <p14:tracePt t="49086" x="9944100" y="4021138"/>
          <p14:tracePt t="49094" x="9969500" y="4021138"/>
          <p14:tracePt t="49102" x="10002838" y="4021138"/>
          <p14:tracePt t="49110" x="10026650" y="4005263"/>
          <p14:tracePt t="49118" x="10044113" y="4005263"/>
          <p14:tracePt t="49126" x="10085388" y="4005263"/>
          <p14:tracePt t="49134" x="10093325" y="4005263"/>
          <p14:tracePt t="49142" x="10126663" y="4005263"/>
          <p14:tracePt t="49150" x="10152063" y="4005263"/>
          <p14:tracePt t="49158" x="10185400" y="4005263"/>
          <p14:tracePt t="49166" x="10209213" y="4005263"/>
          <p14:tracePt t="49174" x="10226675" y="4005263"/>
          <p14:tracePt t="49183" x="10250488" y="3997325"/>
          <p14:tracePt t="49191" x="10275888" y="3997325"/>
          <p14:tracePt t="49199" x="10309225" y="3997325"/>
          <p14:tracePt t="49207" x="10334625" y="3997325"/>
          <p14:tracePt t="49216" x="10350500" y="3997325"/>
          <p14:tracePt t="49223" x="10358438" y="3979863"/>
          <p14:tracePt t="49233" x="10391775" y="3979863"/>
          <p14:tracePt t="49239" x="10401300" y="3979863"/>
          <p14:tracePt t="49249" x="10417175" y="3979863"/>
          <p14:tracePt t="49255" x="10450513" y="3979863"/>
          <p14:tracePt t="49266" x="10458450" y="3963988"/>
          <p14:tracePt t="49271" x="10491788" y="3963988"/>
          <p14:tracePt t="49282" x="10499725" y="3963988"/>
          <p14:tracePt t="49288" x="10533063" y="3963988"/>
          <p14:tracePt t="49304" x="10541000" y="3963988"/>
          <p14:tracePt t="49312" x="10558463" y="3963988"/>
          <p14:tracePt t="49320" x="10574338" y="3956050"/>
          <p14:tracePt t="49344" x="10582275" y="3956050"/>
          <p14:tracePt t="49376" x="10582275" y="3938588"/>
          <p14:tracePt t="49409" x="10582275" y="3922713"/>
          <p14:tracePt t="49424" x="10582275" y="3914775"/>
          <p14:tracePt t="49441" x="10582275" y="3897313"/>
          <p14:tracePt t="49449" x="10574338" y="3897313"/>
          <p14:tracePt t="49457" x="10558463" y="3881438"/>
          <p14:tracePt t="49466" x="10541000" y="3871913"/>
          <p14:tracePt t="49473" x="10517188" y="3856038"/>
          <p14:tracePt t="49482" x="10491788" y="3840163"/>
          <p14:tracePt t="49490" x="10458450" y="3814763"/>
          <p14:tracePt t="49499" x="10417175" y="3781425"/>
          <p14:tracePt t="49506" x="10401300" y="3773488"/>
          <p14:tracePt t="49515" x="10358438" y="3756025"/>
          <p14:tracePt t="49522" x="10317163" y="3740150"/>
          <p14:tracePt t="49530" x="10293350" y="3740150"/>
          <p14:tracePt t="49538" x="10250488" y="3732213"/>
          <p14:tracePt t="49546" x="10234613" y="3714750"/>
          <p14:tracePt t="49554" x="10193338" y="3714750"/>
          <p14:tracePt t="49562" x="10167938" y="3714750"/>
          <p14:tracePt t="49570" x="10126663" y="3714750"/>
          <p14:tracePt t="49578" x="10093325" y="3714750"/>
          <p14:tracePt t="49586" x="10052050" y="3714750"/>
          <p14:tracePt t="49595" x="10010775" y="3714750"/>
          <p14:tracePt t="49602" x="9969500" y="3714750"/>
          <p14:tracePt t="49610" x="9928225" y="3714750"/>
          <p14:tracePt t="49618" x="9844088" y="3732213"/>
          <p14:tracePt t="49627" x="9761538" y="3740150"/>
          <p14:tracePt t="49635" x="9663113" y="3773488"/>
          <p14:tracePt t="49643" x="9537700" y="3797300"/>
          <p14:tracePt t="49651" x="9413875" y="3814763"/>
          <p14:tracePt t="49659" x="9256713" y="3856038"/>
          <p14:tracePt t="49667" x="9131300" y="3871913"/>
          <p14:tracePt t="49675" x="8948738" y="3914775"/>
          <p14:tracePt t="49683" x="8766175" y="3922713"/>
          <p14:tracePt t="49691" x="8593138" y="3938588"/>
          <p14:tracePt t="49699" x="8369300" y="3938588"/>
          <p14:tracePt t="49707" x="8143875" y="3938588"/>
          <p14:tracePt t="49716" x="7962900" y="3938588"/>
          <p14:tracePt t="49723" x="7804150" y="3938588"/>
          <p14:tracePt t="49733" x="7737475" y="3956050"/>
          <p14:tracePt t="49740" x="7613650" y="3956050"/>
          <p14:tracePt t="49749" x="7389813" y="3979863"/>
          <p14:tracePt t="49756" x="7356475" y="3979863"/>
          <p14:tracePt t="49766" x="7265988" y="3997325"/>
          <p14:tracePt t="49772" x="7191375" y="4005263"/>
          <p14:tracePt t="49782" x="7132638" y="4021138"/>
          <p14:tracePt t="49788" x="7083425" y="4038600"/>
          <p14:tracePt t="49799" x="7024688" y="4038600"/>
          <p14:tracePt t="49804" x="6999288" y="4064000"/>
          <p14:tracePt t="49815" x="6958013" y="4064000"/>
          <p14:tracePt t="49820" x="6924675" y="4079875"/>
          <p14:tracePt t="49833" x="6883400" y="4105275"/>
          <p14:tracePt t="49837" x="6842125" y="4105275"/>
          <p14:tracePt t="49849" x="6826250" y="4121150"/>
          <p14:tracePt t="49853" x="6784975" y="4146550"/>
          <p14:tracePt t="49866" x="6775450" y="4162425"/>
          <p14:tracePt t="49869" x="6743700" y="4162425"/>
          <p14:tracePt t="49882" x="6718300" y="4179888"/>
          <p14:tracePt t="49885" x="6718300" y="4187825"/>
          <p14:tracePt t="49899" x="6692900" y="4187825"/>
          <p14:tracePt t="49901" x="6677025" y="4203700"/>
          <p14:tracePt t="49915" x="6659563" y="4203700"/>
          <p14:tracePt t="49918" x="6651625" y="4221163"/>
          <p14:tracePt t="49932" x="6635750" y="4221163"/>
          <p14:tracePt t="49934" x="6618288" y="4221163"/>
          <p14:tracePt t="49949" x="6602413" y="4229100"/>
          <p14:tracePt t="49950" x="6592888" y="4229100"/>
          <p14:tracePt t="49958" x="6577013" y="4229100"/>
          <p14:tracePt t="49966" x="6561138" y="4229100"/>
          <p14:tracePt t="49974" x="6551613" y="4229100"/>
          <p14:tracePt t="49982" x="6510338" y="4229100"/>
          <p14:tracePt t="49990" x="6494463" y="4229100"/>
          <p14:tracePt t="49999" x="6427788" y="4229100"/>
          <p14:tracePt t="50006" x="6337300" y="4229100"/>
          <p14:tracePt t="50015" x="6270625" y="4229100"/>
          <p14:tracePt t="50022" x="6170613" y="4229100"/>
          <p14:tracePt t="50032" x="6070600" y="4229100"/>
          <p14:tracePt t="50038" x="6029325" y="4229100"/>
          <p14:tracePt t="50049" x="5838825" y="4229100"/>
          <p14:tracePt t="50054" x="5805488" y="4229100"/>
          <p14:tracePt t="50066" x="5656263" y="4221163"/>
          <p14:tracePt t="50071" x="5614988" y="4203700"/>
          <p14:tracePt t="50082" x="5540375" y="4187825"/>
          <p14:tracePt t="50087" x="5448300" y="4179888"/>
          <p14:tracePt t="50099" x="5373688" y="4179888"/>
          <p14:tracePt t="50103" x="5324475" y="4146550"/>
          <p14:tracePt t="50116" x="5249863" y="4138613"/>
          <p14:tracePt t="50119" x="5192713" y="4121150"/>
          <p14:tracePt t="50133" x="5149850" y="4105275"/>
          <p14:tracePt t="50136" x="5100638" y="4097338"/>
          <p14:tracePt t="50149" x="5059363" y="4079875"/>
          <p14:tracePt t="50151" x="5000625" y="4046538"/>
          <p14:tracePt t="50165" x="4967288" y="4046538"/>
          <p14:tracePt t="50168" x="4926013" y="4021138"/>
          <p14:tracePt t="50182" x="4876800" y="4005263"/>
          <p14:tracePt t="50185" x="4843463" y="3997325"/>
          <p14:tracePt t="50199" x="4802188" y="3963988"/>
          <p14:tracePt t="50200" x="4760913" y="3938588"/>
          <p14:tracePt t="50208" x="4735513" y="3922713"/>
          <p14:tracePt t="50216" x="4694238" y="3897313"/>
          <p14:tracePt t="50224" x="4652963" y="3881438"/>
          <p14:tracePt t="50232" x="4611688" y="3856038"/>
          <p14:tracePt t="50240" x="4594225" y="3840163"/>
          <p14:tracePt t="50249" x="4570413" y="3830638"/>
          <p14:tracePt t="50256" x="4552950" y="3814763"/>
          <p14:tracePt t="50266" x="4537075" y="3797300"/>
          <p14:tracePt t="50272" x="4529138" y="3781425"/>
          <p14:tracePt t="50282" x="4495800" y="3773488"/>
          <p14:tracePt t="50298" x="4486275" y="3756025"/>
          <p14:tracePt t="50304" x="4470400" y="3756025"/>
          <p14:tracePt t="50313" x="4454525" y="3740150"/>
          <p14:tracePt t="50321" x="4454525" y="3732213"/>
          <p14:tracePt t="50329" x="4429125" y="3714750"/>
          <p14:tracePt t="50345" x="4411663" y="3690938"/>
          <p14:tracePt t="50353" x="4395788" y="3673475"/>
          <p14:tracePt t="50361" x="4387850" y="3648075"/>
          <p14:tracePt t="50377" x="4370388" y="3616325"/>
          <p14:tracePt t="50385" x="4370388" y="3606800"/>
          <p14:tracePt t="50393" x="4370388" y="3590925"/>
          <p14:tracePt t="50402" x="4370388" y="3573463"/>
          <p14:tracePt t="50410" x="4370388" y="3565525"/>
          <p14:tracePt t="50418" x="4370388" y="3549650"/>
          <p14:tracePt t="50426" x="4370388" y="3532188"/>
          <p14:tracePt t="50434" x="4370388" y="3516313"/>
          <p14:tracePt t="50450" x="4370388" y="3508375"/>
          <p14:tracePt t="50458" x="4370388" y="3475038"/>
          <p14:tracePt t="50466" x="4387850" y="3475038"/>
          <p14:tracePt t="50474" x="4387850" y="3467100"/>
          <p14:tracePt t="50482" x="4395788" y="3467100"/>
          <p14:tracePt t="50547" x="4387850" y="3467100"/>
          <p14:tracePt t="50555" x="4329113" y="3467100"/>
          <p14:tracePt t="50563" x="4271963" y="3475038"/>
          <p14:tracePt t="50571" x="4205288" y="3490913"/>
          <p14:tracePt t="50579" x="4079875" y="3516313"/>
          <p14:tracePt t="50602" x="3814763" y="3573463"/>
          <p14:tracePt t="50606" x="3757613" y="3573463"/>
          <p14:tracePt t="50611" x="3632200" y="3616325"/>
          <p14:tracePt t="50620" x="3533775" y="3632200"/>
          <p14:tracePt t="50628" x="3467100" y="3632200"/>
          <p14:tracePt t="50636" x="3392488" y="3648075"/>
          <p14:tracePt t="50644" x="3351213" y="3648075"/>
          <p14:tracePt t="50652" x="3333750" y="3648075"/>
          <p14:tracePt t="50660" x="3309938" y="3657600"/>
          <p14:tracePt t="50668" x="3292475" y="3657600"/>
          <p14:tracePt t="50741" x="3351213" y="3657600"/>
          <p14:tracePt t="50750" x="3408363" y="3657600"/>
          <p14:tracePt t="50757" x="3508375" y="3657600"/>
          <p14:tracePt t="50765" x="3598863" y="3673475"/>
          <p14:tracePt t="50783" x="3840163" y="3698875"/>
          <p14:tracePt t="50789" x="3898900" y="3714750"/>
          <p14:tracePt t="50799" x="4022725" y="3732213"/>
          <p14:tracePt t="50805" x="4122738" y="3740150"/>
          <p14:tracePt t="50816" x="4221163" y="3756025"/>
          <p14:tracePt t="50821" x="4287838" y="3756025"/>
          <p14:tracePt t="50832" x="4354513" y="3773488"/>
          <p14:tracePt t="50838" x="4395788" y="3773488"/>
          <p14:tracePt t="50849" x="4429125" y="3773488"/>
          <p14:tracePt t="50854" x="4470400" y="3773488"/>
          <p14:tracePt t="50865" x="4486275" y="3773488"/>
          <p14:tracePt t="50870" x="4495800" y="3773488"/>
          <p14:tracePt t="50882" x="4511675" y="3773488"/>
          <p14:tracePt t="50894" x="4529138" y="3773488"/>
          <p14:tracePt t="50910" x="4537075" y="3773488"/>
          <p14:tracePt t="51031" x="4552950" y="3773488"/>
          <p14:tracePt t="51104" x="4570413" y="3773488"/>
          <p14:tracePt t="51112" x="4594225" y="3773488"/>
          <p14:tracePt t="51120" x="4611688" y="3773488"/>
          <p14:tracePt t="51128" x="4652963" y="3773488"/>
          <p14:tracePt t="51136" x="4694238" y="3781425"/>
          <p14:tracePt t="51149" x="4719638" y="3797300"/>
          <p14:tracePt t="51152" x="4776788" y="3814763"/>
          <p14:tracePt t="51166" x="4835525" y="3840163"/>
          <p14:tracePt t="51169" x="4876800" y="3856038"/>
          <p14:tracePt t="51182" x="4926013" y="3881438"/>
          <p14:tracePt t="51185" x="4984750" y="3897313"/>
          <p14:tracePt t="51199" x="5041900" y="3922713"/>
          <p14:tracePt t="51202" x="5100638" y="3938588"/>
          <p14:tracePt t="51215" x="5126038" y="3956050"/>
          <p14:tracePt t="51218" x="5167313" y="3963988"/>
          <p14:tracePt t="51232" x="5192713" y="3979863"/>
          <p14:tracePt t="51234" x="5233988" y="3997325"/>
          <p14:tracePt t="51249" x="5267325" y="4005263"/>
          <p14:tracePt t="51257" x="5275263" y="4005263"/>
          <p14:tracePt t="51266" x="5291138" y="4005263"/>
          <p14:tracePt t="51282" x="5308600" y="4021138"/>
          <p14:tracePt t="51290" x="5324475" y="4021138"/>
          <p14:tracePt t="51346" x="5332413" y="4021138"/>
          <p14:tracePt t="51354" x="5365750" y="4079875"/>
          <p14:tracePt t="51362" x="5432425" y="4187825"/>
          <p14:tracePt t="52493" x="5457825" y="4187825"/>
          <p14:tracePt t="52501" x="5540375" y="4187825"/>
          <p14:tracePt t="52509" x="5640388" y="4187825"/>
          <p14:tracePt t="52517" x="5722938" y="4203700"/>
          <p14:tracePt t="52525" x="5797550" y="4221163"/>
          <p14:tracePt t="52533" x="5854700" y="4221163"/>
          <p14:tracePt t="52541" x="5897563" y="4229100"/>
          <p14:tracePt t="52550" x="5980113" y="4229100"/>
          <p14:tracePt t="52557" x="6021388" y="4246563"/>
          <p14:tracePt t="52566" x="6170613" y="4262438"/>
          <p14:tracePt t="52573" x="6229350" y="4270375"/>
          <p14:tracePt t="52583" x="6327775" y="4287838"/>
          <p14:tracePt t="52589" x="6453188" y="4303713"/>
          <p14:tracePt t="52599" x="6518275" y="4303713"/>
          <p14:tracePt t="52605" x="6592888" y="4311650"/>
          <p14:tracePt t="52616" x="6651625" y="4311650"/>
          <p14:tracePt t="52622" x="6700838" y="4311650"/>
          <p14:tracePt t="52632" x="6743700" y="4311650"/>
          <p14:tracePt t="52638" x="6784975" y="4311650"/>
          <p14:tracePt t="52649" x="6842125" y="4311650"/>
          <p14:tracePt t="52654" x="6867525" y="4311650"/>
          <p14:tracePt t="52665" x="6958013" y="4311650"/>
          <p14:tracePt t="52670" x="6999288" y="4311650"/>
          <p14:tracePt t="52682" x="7083425" y="4311650"/>
          <p14:tracePt t="52686" x="7150100" y="4303713"/>
          <p14:tracePt t="52699" x="7173913" y="4287838"/>
          <p14:tracePt t="52702" x="7232650" y="4270375"/>
          <p14:tracePt t="52716" x="7289800" y="4270375"/>
          <p14:tracePt t="52718" x="7348538" y="4262438"/>
          <p14:tracePt t="52732" x="7373938" y="4246563"/>
          <p14:tracePt t="52735" x="7397750" y="4246563"/>
          <p14:tracePt t="52749" x="7415213" y="4246563"/>
          <p14:tracePt t="52751" x="7431088" y="4229100"/>
          <p14:tracePt t="52856" x="7415213" y="4229100"/>
          <p14:tracePt t="52865" x="7389813" y="4229100"/>
          <p14:tracePt t="52872" x="7356475" y="4229100"/>
          <p14:tracePt t="52880" x="7331075" y="4229100"/>
          <p14:tracePt t="52888" x="7289800" y="4229100"/>
          <p14:tracePt t="52896" x="7265988" y="4229100"/>
          <p14:tracePt t="52904" x="7207250" y="4221163"/>
          <p14:tracePt t="52912" x="7165975" y="4221163"/>
          <p14:tracePt t="52921" x="7124700" y="4203700"/>
          <p14:tracePt t="52929" x="7065963" y="4203700"/>
          <p14:tracePt t="52937" x="7008813" y="4187825"/>
          <p14:tracePt t="52945" x="6967538" y="4179888"/>
          <p14:tracePt t="52953" x="6924675" y="4179888"/>
          <p14:tracePt t="52961" x="6883400" y="4162425"/>
          <p14:tracePt t="52969" x="6842125" y="4146550"/>
          <p14:tracePt t="52977" x="6826250" y="4138613"/>
          <p14:tracePt t="52985" x="6800850" y="4138613"/>
          <p14:tracePt t="52993" x="6784975" y="4121150"/>
          <p14:tracePt t="53001" x="6775450" y="4121150"/>
          <p14:tracePt t="53009" x="6759575" y="4105275"/>
          <p14:tracePt t="53017" x="6743700" y="4105275"/>
          <p14:tracePt t="53025" x="6734175" y="4097338"/>
          <p14:tracePt t="53033" x="6718300" y="4097338"/>
          <p14:tracePt t="53041" x="6718300" y="4079875"/>
          <p14:tracePt t="53050" x="6677025" y="4046538"/>
          <p14:tracePt t="53058" x="6618288" y="4005263"/>
          <p14:tracePt t="53066" x="6602413" y="3997325"/>
          <p14:tracePt t="53074" x="6577013" y="3963988"/>
          <p14:tracePt t="53083" x="6535738" y="3922713"/>
          <p14:tracePt t="53090" x="6510338" y="3914775"/>
          <p14:tracePt t="53099" x="6494463" y="3897313"/>
          <p14:tracePt t="53106" x="6477000" y="3871913"/>
          <p14:tracePt t="53116" x="6469063" y="3856038"/>
          <p14:tracePt t="53122" x="6469063" y="3840163"/>
          <p14:tracePt t="53138" x="6453188" y="3830638"/>
          <p14:tracePt t="53149" x="6453188" y="3814763"/>
          <p14:tracePt t="53171" x="6453188" y="3797300"/>
          <p14:tracePt t="53219" x="6453188" y="3781425"/>
          <p14:tracePt t="53243" x="6469063" y="3781425"/>
          <p14:tracePt t="53251" x="6469063" y="3773488"/>
          <p14:tracePt t="53316" x="6477000" y="3773488"/>
          <p14:tracePt t="53340" x="6494463" y="3773488"/>
          <p14:tracePt t="53356" x="6510338" y="3773488"/>
          <p14:tracePt t="53367" x="6518275" y="3773488"/>
          <p14:tracePt t="53372" x="6518275" y="3756025"/>
          <p14:tracePt t="53389" x="6535738" y="3756025"/>
          <p14:tracePt t="53405" x="6535738" y="3740150"/>
          <p14:tracePt t="53445" x="6551613" y="3740150"/>
          <p14:tracePt t="53485" x="6561138" y="3740150"/>
          <p14:tracePt t="53502" x="6592888" y="3740150"/>
          <p14:tracePt t="53510" x="6618288" y="3740150"/>
          <p14:tracePt t="53518" x="6651625" y="3732213"/>
          <p14:tracePt t="53526" x="6677025" y="3732213"/>
          <p14:tracePt t="53534" x="6734175" y="3714750"/>
          <p14:tracePt t="53542" x="6759575" y="3714750"/>
          <p14:tracePt t="53550" x="6818313" y="3714750"/>
          <p14:tracePt t="53558" x="6916738" y="3698875"/>
          <p14:tracePt t="53566" x="6924675" y="3698875"/>
          <p14:tracePt t="53574" x="7008813" y="3690938"/>
          <p14:tracePt t="53582" x="7124700" y="3690938"/>
          <p14:tracePt t="53592" x="7165975" y="3690938"/>
          <p14:tracePt t="53599" x="7289800" y="3690938"/>
          <p14:tracePt t="53607" x="7389813" y="3690938"/>
          <p14:tracePt t="53616" x="7431088" y="3690938"/>
          <p14:tracePt t="53623" x="7513638" y="3690938"/>
          <p14:tracePt t="53632" x="7654925" y="3690938"/>
          <p14:tracePt t="53639" x="7705725" y="3690938"/>
          <p14:tracePt t="53649" x="7837488" y="3690938"/>
          <p14:tracePt t="53655" x="7886700" y="3690938"/>
          <p14:tracePt t="53666" x="7962900" y="3690938"/>
          <p14:tracePt t="53671" x="8020050" y="3690938"/>
          <p14:tracePt t="53682" x="8069263" y="3690938"/>
          <p14:tracePt t="53687" x="8112125" y="3690938"/>
          <p14:tracePt t="53699" x="8153400" y="3690938"/>
          <p14:tracePt t="53703" x="8169275" y="3698875"/>
          <p14:tracePt t="53716" x="8186738" y="3698875"/>
          <p14:tracePt t="53719" x="8194675" y="3714750"/>
          <p14:tracePt t="53732" x="8210550" y="3732213"/>
          <p14:tracePt t="53744" x="8228013" y="3740150"/>
          <p14:tracePt t="53752" x="8228013" y="3756025"/>
          <p14:tracePt t="53760" x="8235950" y="3781425"/>
          <p14:tracePt t="53768" x="8235950" y="3797300"/>
          <p14:tracePt t="53776" x="8235950" y="3814763"/>
          <p14:tracePt t="53784" x="8235950" y="3856038"/>
          <p14:tracePt t="53792" x="8235950" y="3871913"/>
          <p14:tracePt t="53800" x="8235950" y="3897313"/>
          <p14:tracePt t="53808" x="8235950" y="3922713"/>
          <p14:tracePt t="53816" x="8228013" y="3938588"/>
          <p14:tracePt t="53825" x="8210550" y="3956050"/>
          <p14:tracePt t="53833" x="8186738" y="3979863"/>
          <p14:tracePt t="53841" x="8169275" y="3997325"/>
          <p14:tracePt t="53849" x="8112125" y="4021138"/>
          <p14:tracePt t="53857" x="8061325" y="4046538"/>
          <p14:tracePt t="53866" x="7986713" y="4064000"/>
          <p14:tracePt t="53873" x="7920038" y="4097338"/>
          <p14:tracePt t="53883" x="7821613" y="4105275"/>
          <p14:tracePt t="53889" x="7696200" y="4138613"/>
          <p14:tracePt t="53899" x="7572375" y="4146550"/>
          <p14:tracePt t="53905" x="7431088" y="4187825"/>
          <p14:tracePt t="53916" x="7373938" y="4203700"/>
          <p14:tracePt t="53921" x="7248525" y="4221163"/>
          <p14:tracePt t="53932" x="7150100" y="4229100"/>
          <p14:tracePt t="53937" x="7083425" y="4229100"/>
          <p14:tracePt t="53950" x="7008813" y="4229100"/>
          <p14:tracePt t="53954" x="6958013" y="4229100"/>
          <p14:tracePt t="53965" x="6916738" y="4229100"/>
          <p14:tracePt t="53970" x="6883400" y="4229100"/>
          <p14:tracePt t="53982" x="6842125" y="4229100"/>
          <p14:tracePt t="53986" x="6818313" y="4229100"/>
          <p14:tracePt t="53999" x="6718300" y="4229100"/>
          <p14:tracePt t="54002" x="6651625" y="4229100"/>
          <p14:tracePt t="54016" x="6561138" y="4229100"/>
          <p14:tracePt t="54018" x="6535738" y="4229100"/>
          <p14:tracePt t="54032" x="6469063" y="4221163"/>
          <p14:tracePt t="54035" x="6411913" y="4187825"/>
          <p14:tracePt t="54049" x="6353175" y="4187825"/>
          <p14:tracePt t="54051" x="6311900" y="4162425"/>
          <p14:tracePt t="54066" x="6286500" y="4162425"/>
          <p14:tracePt t="54067" x="6270625" y="4146550"/>
          <p14:tracePt t="54075" x="6253163" y="4138613"/>
          <p14:tracePt t="54083" x="6245225" y="4138613"/>
          <p14:tracePt t="54091" x="6245225" y="4121150"/>
          <p14:tracePt t="54099" x="6229350" y="4105275"/>
          <p14:tracePt t="54107" x="6229350" y="4097338"/>
          <p14:tracePt t="54116" x="6229350" y="4079875"/>
          <p14:tracePt t="54123" x="6211888" y="4046538"/>
          <p14:tracePt t="54132" x="6211888" y="4038600"/>
          <p14:tracePt t="54139" x="6211888" y="3997325"/>
          <p14:tracePt t="54149" x="6211888" y="3963988"/>
          <p14:tracePt t="54156" x="6211888" y="3938588"/>
          <p14:tracePt t="54165" x="6211888" y="3897313"/>
          <p14:tracePt t="54172" x="6211888" y="3871913"/>
          <p14:tracePt t="54182" x="6211888" y="3814763"/>
          <p14:tracePt t="54188" x="6211888" y="3756025"/>
          <p14:tracePt t="54199" x="6211888" y="3732213"/>
          <p14:tracePt t="54204" x="6229350" y="3632200"/>
          <p14:tracePt t="54216" x="6245225" y="3616325"/>
          <p14:tracePt t="54220" x="6311900" y="3532188"/>
          <p14:tracePt t="54232" x="6337300" y="3508375"/>
          <p14:tracePt t="54236" x="6394450" y="3467100"/>
          <p14:tracePt t="54249" x="6435725" y="3424238"/>
          <p14:tracePt t="54253" x="6494463" y="3408363"/>
          <p14:tracePt t="54266" x="6551613" y="3382963"/>
          <p14:tracePt t="54269" x="6592888" y="3367088"/>
          <p14:tracePt t="54282" x="6635750" y="3349625"/>
          <p14:tracePt t="54285" x="6692900" y="3349625"/>
          <p14:tracePt t="54299" x="6743700" y="3341688"/>
          <p14:tracePt t="54302" x="6826250" y="3341688"/>
          <p14:tracePt t="54316" x="6916738" y="3341688"/>
          <p14:tracePt t="54318" x="6983413" y="3341688"/>
          <p14:tracePt t="54332" x="7083425" y="3341688"/>
          <p14:tracePt t="54334" x="7107238" y="3341688"/>
          <p14:tracePt t="54349" x="7191375" y="3341688"/>
          <p14:tracePt t="54350" x="7273925" y="3341688"/>
          <p14:tracePt t="54357" x="7331075" y="3341688"/>
          <p14:tracePt t="54366" x="7397750" y="3341688"/>
          <p14:tracePt t="54373" x="7439025" y="3341688"/>
          <p14:tracePt t="54382" x="7497763" y="3349625"/>
          <p14:tracePt t="54390" x="7531100" y="3367088"/>
          <p14:tracePt t="54399" x="7556500" y="3367088"/>
          <p14:tracePt t="54406" x="7597775" y="3390900"/>
          <p14:tracePt t="54416" x="7613650" y="3408363"/>
          <p14:tracePt t="54422" x="7639050" y="3408363"/>
          <p14:tracePt t="54432" x="7662863" y="3433763"/>
          <p14:tracePt t="54438" x="7680325" y="3449638"/>
          <p14:tracePt t="54449" x="7705725" y="3475038"/>
          <p14:tracePt t="54454" x="7737475" y="3490913"/>
          <p14:tracePt t="54466" x="7762875" y="3516313"/>
          <p14:tracePt t="54471" x="7796213" y="3549650"/>
          <p14:tracePt t="54482" x="7821613" y="3590925"/>
          <p14:tracePt t="54486" x="7845425" y="3616325"/>
          <p14:tracePt t="54499" x="7862888" y="3648075"/>
          <p14:tracePt t="54503" x="7878763" y="3673475"/>
          <p14:tracePt t="54516" x="7904163" y="3714750"/>
          <p14:tracePt t="54519" x="7920038" y="3732213"/>
          <p14:tracePt t="54533" x="7920038" y="3756025"/>
          <p14:tracePt t="54536" x="7929563" y="3781425"/>
          <p14:tracePt t="54549" x="7929563" y="3797300"/>
          <p14:tracePt t="54552" x="7945438" y="3814763"/>
          <p14:tracePt t="54565" x="7945438" y="3840163"/>
          <p14:tracePt t="54582" x="7945438" y="3856038"/>
          <p14:tracePt t="54594" x="7945438" y="3871913"/>
          <p14:tracePt t="54600" x="7945438" y="3914775"/>
          <p14:tracePt t="56424" x="7886700" y="3914775"/>
          <p14:tracePt t="56433" x="7837488" y="3956050"/>
          <p14:tracePt t="56440" x="7796213" y="3963988"/>
          <p14:tracePt t="56449" x="7721600" y="4005263"/>
          <p14:tracePt t="56457" x="7662863" y="4038600"/>
          <p14:tracePt t="56466" x="7613650" y="4064000"/>
          <p14:tracePt t="56473" x="7572375" y="4079875"/>
          <p14:tracePt t="56483" x="7531100" y="4105275"/>
          <p14:tracePt t="56489" x="7489825" y="4105275"/>
          <p14:tracePt t="56499" x="7472363" y="4121150"/>
          <p14:tracePt t="56505" x="7439025" y="4121150"/>
          <p14:tracePt t="56515" x="7431088" y="4138613"/>
          <p14:tracePt t="56521" x="7415213" y="4138613"/>
          <p14:tracePt t="56532" x="7397750" y="4138613"/>
          <p14:tracePt t="56537" x="7389813" y="4138613"/>
          <p14:tracePt t="56549" x="7373938" y="4138613"/>
          <p14:tracePt t="56553" x="7356475" y="4138613"/>
          <p14:tracePt t="56569" x="7348538" y="4138613"/>
          <p14:tracePt t="56582" x="7315200" y="4138613"/>
          <p14:tracePt t="56586" x="7307263" y="4138613"/>
          <p14:tracePt t="56601" x="7289800" y="4138613"/>
          <p14:tracePt t="56605" x="7273925" y="4138613"/>
          <p14:tracePt t="56610" x="7248525" y="4138613"/>
          <p14:tracePt t="56618" x="7232650" y="4138613"/>
          <p14:tracePt t="56626" x="7224713" y="4138613"/>
          <p14:tracePt t="56634" x="7191375" y="4138613"/>
          <p14:tracePt t="56642" x="7173913" y="4138613"/>
          <p14:tracePt t="56650" x="7165975" y="4146550"/>
          <p14:tracePt t="56658" x="7132638" y="4146550"/>
          <p14:tracePt t="56666" x="7124700" y="4146550"/>
          <p14:tracePt t="56674" x="7091363" y="4146550"/>
          <p14:tracePt t="56682" x="7065963" y="4146550"/>
          <p14:tracePt t="56690" x="7050088" y="4146550"/>
          <p14:tracePt t="56699" x="7024688" y="4146550"/>
          <p14:tracePt t="56707" x="7008813" y="4146550"/>
          <p14:tracePt t="56716" x="6983413" y="4146550"/>
          <p14:tracePt t="56723" x="6967538" y="4146550"/>
          <p14:tracePt t="56732" x="6958013" y="4138613"/>
          <p14:tracePt t="56739" x="6942138" y="4121150"/>
          <p14:tracePt t="56749" x="6924675" y="4121150"/>
          <p14:tracePt t="56755" x="6924675" y="4105275"/>
          <p14:tracePt t="56766" x="6916738" y="4105275"/>
          <p14:tracePt t="56771" x="6900863" y="4105275"/>
          <p14:tracePt t="56782" x="6900863" y="4097338"/>
          <p14:tracePt t="56788" x="6883400" y="4079875"/>
          <p14:tracePt t="56804" x="6867525" y="4079875"/>
          <p14:tracePt t="56815" x="6867525" y="4064000"/>
          <p14:tracePt t="56819" x="6859588" y="4064000"/>
          <p14:tracePt t="56836" x="6859588" y="4046538"/>
          <p14:tracePt t="56876" x="6842125" y="4046538"/>
          <p14:tracePt t="56965" x="6826250" y="4046538"/>
          <p14:tracePt t="56989" x="6818313" y="4046538"/>
          <p14:tracePt t="57022" x="6800850" y="4038600"/>
          <p14:tracePt t="57029" x="6784975" y="4038600"/>
          <p14:tracePt t="57045" x="6775450" y="4038600"/>
          <p14:tracePt t="57086" x="6759575" y="4038600"/>
          <p14:tracePt t="57102" x="6759575" y="4021138"/>
          <p14:tracePt t="57183" x="6759575" y="4038600"/>
          <p14:tracePt t="57199" x="6743700" y="4038600"/>
          <p14:tracePt t="57207" x="6743700" y="4046538"/>
          <p14:tracePt t="57216" x="6743700" y="4064000"/>
          <p14:tracePt t="57223" x="6734175" y="4079875"/>
          <p14:tracePt t="57232" x="6734175" y="4097338"/>
          <p14:tracePt t="57239" x="6734175" y="4105275"/>
          <p14:tracePt t="57249" x="6718300" y="4138613"/>
          <p14:tracePt t="57256" x="6718300" y="4146550"/>
          <p14:tracePt t="57265" x="6700838" y="4187825"/>
          <p14:tracePt t="57272" x="6700838" y="4221163"/>
          <p14:tracePt t="57280" x="6700838" y="4246563"/>
          <p14:tracePt t="57288" x="6700838" y="4303713"/>
          <p14:tracePt t="57296" x="6700838" y="4344988"/>
          <p14:tracePt t="57304" x="6700838" y="4386263"/>
          <p14:tracePt t="57312" x="6700838" y="4427538"/>
          <p14:tracePt t="57320" x="6700838" y="4486275"/>
          <p14:tracePt t="57328" x="6718300" y="4511675"/>
          <p14:tracePt t="57336" x="6759575" y="4552950"/>
          <p14:tracePt t="57345" x="6800850" y="4594225"/>
          <p14:tracePt t="57353" x="6883400" y="4627563"/>
          <p14:tracePt t="57361" x="6958013" y="4635500"/>
          <p14:tracePt t="57369" x="7024688" y="4651375"/>
          <p14:tracePt t="57377" x="7150100" y="4651375"/>
          <p14:tracePt t="57385" x="7273925" y="4651375"/>
          <p14:tracePt t="57393" x="7389813" y="4651375"/>
          <p14:tracePt t="57401" x="7539038" y="4651375"/>
          <p14:tracePt t="57409" x="7597775" y="4651375"/>
          <p14:tracePt t="57417" x="7696200" y="4651375"/>
          <p14:tracePt t="57425" x="7796213" y="4627563"/>
          <p14:tracePt t="57433" x="7845425" y="4610100"/>
          <p14:tracePt t="57441" x="7886700" y="4594225"/>
          <p14:tracePt t="57449" x="7920038" y="4594225"/>
          <p14:tracePt t="57457" x="7945438" y="4576763"/>
          <p14:tracePt t="57474" x="7962900" y="4576763"/>
          <p14:tracePt t="57490" x="7962900" y="4568825"/>
          <p14:tracePt t="57515" x="7970838" y="4568825"/>
          <p14:tracePt t="57643" x="7962900" y="4568825"/>
          <p14:tracePt t="57651" x="7945438" y="4568825"/>
          <p14:tracePt t="57659" x="7904163" y="4568825"/>
          <p14:tracePt t="57667" x="7862888" y="4568825"/>
          <p14:tracePt t="57675" x="7821613" y="4552950"/>
          <p14:tracePt t="57684" x="7737475" y="4527550"/>
          <p14:tracePt t="57692" x="7705725" y="4511675"/>
          <p14:tracePt t="57699" x="7639050" y="4494213"/>
          <p14:tracePt t="57708" x="7556500" y="4470400"/>
          <p14:tracePt t="57716" x="7489825" y="4445000"/>
          <p14:tracePt t="57724" x="7431088" y="4427538"/>
          <p14:tracePt t="57733" x="7389813" y="4403725"/>
          <p14:tracePt t="57740" x="7348538" y="4386263"/>
          <p14:tracePt t="57749" x="7289800" y="4370388"/>
          <p14:tracePt t="57756" x="7265988" y="4362450"/>
          <p14:tracePt t="57765" x="7224713" y="4344988"/>
          <p14:tracePt t="57772" x="7191375" y="4329113"/>
          <p14:tracePt t="57781" x="7150100" y="4311650"/>
          <p14:tracePt t="57788" x="7083425" y="4287838"/>
          <p14:tracePt t="57796" x="7042150" y="4270375"/>
          <p14:tracePt t="57805" x="6999288" y="4246563"/>
          <p14:tracePt t="57813" x="6942138" y="4221163"/>
          <p14:tracePt t="57821" x="6900863" y="4187825"/>
          <p14:tracePt t="57829" x="6842125" y="4162425"/>
          <p14:tracePt t="57837" x="6818313" y="4146550"/>
          <p14:tracePt t="57845" x="6775450" y="4105275"/>
          <p14:tracePt t="57853" x="6743700" y="4097338"/>
          <p14:tracePt t="57861" x="6734175" y="4079875"/>
          <p14:tracePt t="57877" x="6718300" y="4064000"/>
          <p14:tracePt t="57885" x="6700838" y="4046538"/>
          <p14:tracePt t="57893" x="6692900" y="4021138"/>
          <p14:tracePt t="57902" x="6692900" y="4005263"/>
          <p14:tracePt t="57910" x="6677025" y="3997325"/>
          <p14:tracePt t="57918" x="6677025" y="3979863"/>
          <p14:tracePt t="57926" x="6659563" y="3956050"/>
          <p14:tracePt t="57942" x="6659563" y="3938588"/>
          <p14:tracePt t="57950" x="6659563" y="3914775"/>
          <p14:tracePt t="57958" x="6659563" y="3897313"/>
          <p14:tracePt t="57966" x="6659563" y="3881438"/>
          <p14:tracePt t="57974" x="6659563" y="3856038"/>
          <p14:tracePt t="57982" x="6659563" y="3814763"/>
          <p14:tracePt t="57990" x="6659563" y="3797300"/>
          <p14:tracePt t="57999" x="6700838" y="3756025"/>
          <p14:tracePt t="58006" x="6743700" y="3714750"/>
          <p14:tracePt t="58015" x="6826250" y="3657600"/>
          <p14:tracePt t="58023" x="6916738" y="3616325"/>
          <p14:tracePt t="58033" x="7008813" y="3573463"/>
          <p14:tracePt t="58039" x="7065963" y="3565525"/>
          <p14:tracePt t="58048" x="7165975" y="3532188"/>
          <p14:tracePt t="58055" x="7265988" y="3516313"/>
          <p14:tracePt t="58063" x="7331075" y="3508375"/>
          <p14:tracePt t="58071" x="7389813" y="3508375"/>
          <p14:tracePt t="58079" x="7439025" y="3508375"/>
          <p14:tracePt t="58087" x="7472363" y="3508375"/>
          <p14:tracePt t="58095" x="7497763" y="3508375"/>
          <p14:tracePt t="58103" x="7513638" y="3508375"/>
          <p14:tracePt t="58111" x="7531100" y="3508375"/>
          <p14:tracePt t="58119" x="7539038" y="3508375"/>
          <p14:tracePt t="58128" x="7539038" y="3516313"/>
          <p14:tracePt t="58136" x="7556500" y="3532188"/>
          <p14:tracePt t="58144" x="7572375" y="3573463"/>
          <p14:tracePt t="58152" x="7580313" y="3606800"/>
          <p14:tracePt t="58160" x="7580313" y="3648075"/>
          <p14:tracePt t="58168" x="7597775" y="3690938"/>
          <p14:tracePt t="58176" x="7613650" y="3714750"/>
          <p14:tracePt t="58184" x="7613650" y="3756025"/>
          <p14:tracePt t="58192" x="7613650" y="3781425"/>
          <p14:tracePt t="58200" x="7613650" y="3830638"/>
          <p14:tracePt t="58208" x="7613650" y="3856038"/>
          <p14:tracePt t="58216" x="7613650" y="3881438"/>
          <p14:tracePt t="58224" x="7613650" y="3914775"/>
          <p14:tracePt t="58233" x="7613650" y="3922713"/>
          <p14:tracePt t="58241" x="7613650" y="3938588"/>
          <p14:tracePt t="58249" x="7597775" y="3956050"/>
          <p14:tracePt t="58257" x="7572375" y="3963988"/>
          <p14:tracePt t="58266" x="7556500" y="3979863"/>
          <p14:tracePt t="58273" x="7513638" y="3997325"/>
          <p14:tracePt t="58282" x="7456488" y="3997325"/>
          <p14:tracePt t="58289" x="7431088" y="3997325"/>
          <p14:tracePt t="58299" x="7373938" y="4005263"/>
          <p14:tracePt t="58305" x="7348538" y="4005263"/>
          <p14:tracePt t="58315" x="7307263" y="4005263"/>
          <p14:tracePt t="58321" x="7265988" y="4005263"/>
          <p14:tracePt t="58332" x="7232650" y="4005263"/>
          <p14:tracePt t="58337" x="7207250" y="4005263"/>
          <p14:tracePt t="58349" x="7191375" y="4005263"/>
          <p14:tracePt t="58354" x="7173913" y="4005263"/>
          <p14:tracePt t="58366" x="7165975" y="4005263"/>
          <p14:tracePt t="58378" x="7150100" y="4005263"/>
          <p14:tracePt t="58386" x="7132638" y="4005263"/>
          <p14:tracePt t="58491" x="7165975" y="4005263"/>
          <p14:tracePt t="58499" x="7191375" y="4005263"/>
          <p14:tracePt t="58507" x="7273925" y="4005263"/>
          <p14:tracePt t="58516" x="7348538" y="4005263"/>
          <p14:tracePt t="58523" x="7439025" y="4005263"/>
          <p14:tracePt t="58532" x="7497763" y="4005263"/>
          <p14:tracePt t="58539" x="7572375" y="4005263"/>
          <p14:tracePt t="58549" x="7662863" y="4005263"/>
          <p14:tracePt t="58555" x="7737475" y="4005263"/>
          <p14:tracePt t="58565" x="7796213" y="4005263"/>
          <p14:tracePt t="58571" x="7837488" y="4005263"/>
          <p14:tracePt t="58580" x="7878763" y="4005263"/>
          <p14:tracePt t="58588" x="7904163" y="4005263"/>
          <p14:tracePt t="58596" x="7920038" y="4005263"/>
          <p14:tracePt t="58604" x="7929563" y="4005263"/>
          <p14:tracePt t="58620" x="7945438" y="4005263"/>
          <p14:tracePt t="58838" x="7929563" y="4005263"/>
          <p14:tracePt t="58854" x="7920038" y="4005263"/>
          <p14:tracePt t="58862" x="7904163" y="4005263"/>
          <p14:tracePt t="58870" x="7878763" y="4005263"/>
          <p14:tracePt t="58878" x="7862888" y="4005263"/>
          <p14:tracePt t="58886" x="7837488" y="4005263"/>
          <p14:tracePt t="58895" x="7821613" y="4005263"/>
          <p14:tracePt t="58903" x="7796213" y="4005263"/>
          <p14:tracePt t="58911" x="7754938" y="4005263"/>
          <p14:tracePt t="58919" x="7737475" y="4005263"/>
          <p14:tracePt t="58927" x="7696200" y="4005263"/>
          <p14:tracePt t="58935" x="7680325" y="4005263"/>
          <p14:tracePt t="58943" x="7654925" y="4005263"/>
          <p14:tracePt t="58951" x="7639050" y="4005263"/>
          <p14:tracePt t="58959" x="7621588" y="4005263"/>
          <p14:tracePt t="58967" x="7613650" y="4005263"/>
          <p14:tracePt t="58975" x="7597775" y="4005263"/>
          <p14:tracePt t="58991" x="7580313" y="4005263"/>
          <p14:tracePt t="59015" x="7572375" y="4005263"/>
          <p14:tracePt t="59128" x="7556500" y="4005263"/>
          <p14:tracePt t="59153" x="7539038" y="4005263"/>
          <p14:tracePt t="59161" x="7531100" y="4005263"/>
          <p14:tracePt t="59177" x="7513638" y="4005263"/>
          <p14:tracePt t="59185" x="7489825" y="4005263"/>
          <p14:tracePt t="59193" x="7472363" y="4005263"/>
          <p14:tracePt t="59209" x="7439025" y="4005263"/>
          <p14:tracePt t="59218" x="7431088" y="4005263"/>
          <p14:tracePt t="59226" x="7415213" y="4005263"/>
          <p14:tracePt t="59234" x="7397750" y="4005263"/>
          <p14:tracePt t="59242" x="7389813" y="4005263"/>
          <p14:tracePt t="59250" x="7373938" y="4005263"/>
          <p14:tracePt t="59258" x="7356475" y="4005263"/>
          <p14:tracePt t="59266" x="7348538" y="4005263"/>
          <p14:tracePt t="59274" x="7331075" y="4005263"/>
          <p14:tracePt t="59290" x="7315200" y="4005263"/>
          <p14:tracePt t="59299" x="7307263" y="4005263"/>
          <p14:tracePt t="59316" x="7273925" y="4005263"/>
          <p14:tracePt t="59322" x="7265988" y="4005263"/>
          <p14:tracePt t="59332" x="7248525" y="4005263"/>
          <p14:tracePt t="59339" x="7224713" y="4005263"/>
          <p14:tracePt t="59347" x="7191375" y="4005263"/>
          <p14:tracePt t="59355" x="7173913" y="4005263"/>
          <p14:tracePt t="59363" x="7150100" y="4005263"/>
          <p14:tracePt t="59371" x="7124700" y="4021138"/>
          <p14:tracePt t="59387" x="7107238" y="4021138"/>
          <p14:tracePt t="59395" x="7091363" y="4021138"/>
          <p14:tracePt t="59411" x="7083425" y="4021138"/>
          <p14:tracePt t="59420" x="7065963" y="4021138"/>
          <p14:tracePt t="59460" x="7050088" y="4021138"/>
          <p14:tracePt t="59492" x="7042150" y="4021138"/>
          <p14:tracePt t="59565" x="7024688" y="4021138"/>
          <p14:tracePt t="59605" x="7008813" y="4021138"/>
          <p14:tracePt t="59629" x="6999288" y="4038600"/>
          <p14:tracePt t="59653" x="6983413" y="4038600"/>
          <p14:tracePt t="59662" x="6967538" y="4038600"/>
          <p14:tracePt t="59686" x="6958013" y="4038600"/>
          <p14:tracePt t="59694" x="6958013" y="4046538"/>
          <p14:tracePt t="59702" x="6942138" y="4046538"/>
          <p14:tracePt t="59726" x="6924675" y="4046538"/>
          <p14:tracePt t="59742" x="6924675" y="4064000"/>
          <p14:tracePt t="59766" x="6916738" y="4064000"/>
          <p14:tracePt t="59774" x="6900863" y="4064000"/>
          <p14:tracePt t="59783" x="6900863" y="4079875"/>
          <p14:tracePt t="59799" x="6883400" y="4079875"/>
          <p14:tracePt t="60057" x="6883400" y="4064000"/>
          <p14:tracePt t="60097" x="6900863" y="4064000"/>
          <p14:tracePt t="60138" x="6916738" y="4064000"/>
          <p14:tracePt t="60186" x="6916738" y="4046538"/>
          <p14:tracePt t="60202" x="6924675" y="4046538"/>
          <p14:tracePt t="60243" x="6942138" y="4046538"/>
          <p14:tracePt t="60251" x="6942138" y="4038600"/>
          <p14:tracePt t="60267" x="6958013" y="4038600"/>
          <p14:tracePt t="60283" x="6967538" y="4038600"/>
          <p14:tracePt t="60291" x="6983413" y="4038600"/>
          <p14:tracePt t="60307" x="6999288" y="4021138"/>
          <p14:tracePt t="60332" x="7008813" y="4021138"/>
          <p14:tracePt t="60412" x="7008813" y="4038600"/>
          <p14:tracePt t="60428" x="6999288" y="4038600"/>
          <p14:tracePt t="60436" x="6983413" y="4038600"/>
          <p14:tracePt t="60445" x="6983413" y="4046538"/>
          <p14:tracePt t="60453" x="6967538" y="4046538"/>
          <p14:tracePt t="60461" x="6958013" y="4046538"/>
          <p14:tracePt t="60477" x="6942138" y="4046538"/>
          <p14:tracePt t="60485" x="6924675" y="4046538"/>
          <p14:tracePt t="60493" x="6916738" y="4064000"/>
          <p14:tracePt t="60501" x="6883400" y="4064000"/>
          <p14:tracePt t="60517" x="6867525" y="4064000"/>
          <p14:tracePt t="60525" x="6859588" y="4064000"/>
          <p14:tracePt t="60533" x="6842125" y="4064000"/>
          <p14:tracePt t="60550" x="6826250" y="4064000"/>
          <p14:tracePt t="60566" x="6818313" y="4064000"/>
          <p14:tracePt t="60590" x="6800850" y="4064000"/>
          <p14:tracePt t="60670" x="6800850" y="4046538"/>
          <p14:tracePt t="60695" x="6818313" y="4046538"/>
          <p14:tracePt t="60719" x="6826250" y="4046538"/>
          <p14:tracePt t="60743" x="6842125" y="4046538"/>
          <p14:tracePt t="60759" x="6859588" y="4038600"/>
          <p14:tracePt t="60768" x="6900863" y="4021138"/>
          <p14:tracePt t="60776" x="6924675" y="4021138"/>
          <p14:tracePt t="60784" x="6958013" y="3997325"/>
          <p14:tracePt t="60792" x="6999288" y="3979863"/>
          <p14:tracePt t="60800" x="7050088" y="3963988"/>
          <p14:tracePt t="60808" x="7083425" y="3956050"/>
          <p14:tracePt t="60816" x="7107238" y="3956050"/>
          <p14:tracePt t="60824" x="7124700" y="3938588"/>
          <p14:tracePt t="60832" x="7132638" y="3922713"/>
          <p14:tracePt t="60840" x="7150100" y="3922713"/>
          <p14:tracePt t="60856" x="7165975" y="3922713"/>
          <p14:tracePt t="60953" x="7150100" y="3938588"/>
          <p14:tracePt t="60969" x="7132638" y="3938588"/>
          <p14:tracePt t="60977" x="7124700" y="3956050"/>
          <p14:tracePt t="60985" x="7107238" y="3956050"/>
          <p14:tracePt t="61002" x="7091363" y="3963988"/>
          <p14:tracePt t="61010" x="7083425" y="3963988"/>
          <p14:tracePt t="61018" x="7065963" y="3979863"/>
          <p14:tracePt t="61026" x="7050088" y="3997325"/>
          <p14:tracePt t="61034" x="7042150" y="3997325"/>
          <p14:tracePt t="61042" x="7042150" y="4005263"/>
          <p14:tracePt t="61050" x="7008813" y="4021138"/>
          <p14:tracePt t="61058" x="6983413" y="4038600"/>
          <p14:tracePt t="61066" x="6983413" y="4046538"/>
          <p14:tracePt t="61074" x="6967538" y="4046538"/>
          <p14:tracePt t="61082" x="6958013" y="4064000"/>
          <p14:tracePt t="61099" x="6942138" y="4079875"/>
          <p14:tracePt t="61116" x="6924675" y="4079875"/>
          <p14:tracePt t="61188" x="6942138" y="4079875"/>
          <p14:tracePt t="61204" x="6958013" y="4064000"/>
          <p14:tracePt t="61212" x="6967538" y="4064000"/>
          <p14:tracePt t="61228" x="6983413" y="4046538"/>
          <p14:tracePt t="61236" x="7008813" y="4046538"/>
          <p14:tracePt t="61244" x="7024688" y="4038600"/>
          <p14:tracePt t="61252" x="7065963" y="4021138"/>
          <p14:tracePt t="61260" x="7091363" y="4021138"/>
          <p14:tracePt t="61268" x="7107238" y="4005263"/>
          <p14:tracePt t="61276" x="7132638" y="4005263"/>
          <p14:tracePt t="61284" x="7150100" y="4005263"/>
          <p14:tracePt t="61293" x="7165975" y="3997325"/>
          <p14:tracePt t="61300" x="7173913" y="3997325"/>
          <p14:tracePt t="61316" x="7191375" y="3997325"/>
          <p14:tracePt t="61373" x="7207250" y="3997325"/>
          <p14:tracePt t="61454" x="7207250" y="3979863"/>
          <p14:tracePt t="61470" x="7224713" y="3979863"/>
          <p14:tracePt t="61478" x="7232650" y="3979863"/>
          <p14:tracePt t="61486" x="7248525" y="3979863"/>
          <p14:tracePt t="61494" x="7273925" y="3963988"/>
          <p14:tracePt t="61502" x="7289800" y="3963988"/>
          <p14:tracePt t="61510" x="7315200" y="3963988"/>
          <p14:tracePt t="61518" x="7331075" y="3963988"/>
          <p14:tracePt t="61527" x="7348538" y="3956050"/>
          <p14:tracePt t="61535" x="7373938" y="3956050"/>
          <p14:tracePt t="61543" x="7389813" y="3956050"/>
          <p14:tracePt t="61551" x="7397750" y="3956050"/>
          <p14:tracePt t="61559" x="7415213" y="3956050"/>
          <p14:tracePt t="61567" x="7439025" y="3938588"/>
          <p14:tracePt t="61575" x="7456488" y="3938588"/>
          <p14:tracePt t="61583" x="7489825" y="3938588"/>
          <p14:tracePt t="61595" x="7513638" y="3938588"/>
          <p14:tracePt t="61599" x="7531100" y="3938588"/>
          <p14:tracePt t="61607" x="7556500" y="3938588"/>
          <p14:tracePt t="61616" x="7572375" y="3938588"/>
          <p14:tracePt t="61623" x="7580313" y="3938588"/>
          <p14:tracePt t="61633" x="7597775" y="3938588"/>
          <p14:tracePt t="61639" x="7613650" y="3938588"/>
          <p14:tracePt t="61655" x="7621588" y="3938588"/>
          <p14:tracePt t="61849" x="7621588" y="3956050"/>
          <p14:tracePt t="61874" x="7613650" y="3956050"/>
          <p14:tracePt t="61882" x="7613650" y="3963988"/>
          <p14:tracePt t="61890" x="7597775" y="3979863"/>
          <p14:tracePt t="61899" x="7580313" y="4005263"/>
          <p14:tracePt t="61906" x="7580313" y="4021138"/>
          <p14:tracePt t="61922" x="7572375" y="4038600"/>
          <p14:tracePt t="61931" x="7556500" y="4046538"/>
          <p14:tracePt t="61946" x="7556500" y="4064000"/>
          <p14:tracePt t="61954" x="7539038" y="4079875"/>
          <p14:tracePt t="61987" x="7531100" y="4079875"/>
          <p14:tracePt t="62027" x="7513638" y="4079875"/>
          <p14:tracePt t="62099" x="7497763" y="4079875"/>
          <p14:tracePt t="62116" x="7489825" y="4097338"/>
          <p14:tracePt t="62133" x="7472363" y="4097338"/>
          <p14:tracePt t="62140" x="7456488" y="4097338"/>
          <p14:tracePt t="62149" x="7439025" y="4097338"/>
          <p14:tracePt t="62166" x="7431088" y="4097338"/>
          <p14:tracePt t="62172" x="7397750" y="4097338"/>
          <p14:tracePt t="62182" x="7389813" y="4105275"/>
          <p14:tracePt t="62188" x="7373938" y="4105275"/>
          <p14:tracePt t="62196" x="7348538" y="4105275"/>
          <p14:tracePt t="62205" x="7315200" y="4105275"/>
          <p14:tracePt t="62213" x="7289800" y="4105275"/>
          <p14:tracePt t="62221" x="7265988" y="4105275"/>
          <p14:tracePt t="62229" x="7248525" y="4105275"/>
          <p14:tracePt t="62237" x="7224713" y="4105275"/>
          <p14:tracePt t="62245" x="7207250" y="4105275"/>
          <p14:tracePt t="62253" x="7191375" y="4097338"/>
          <p14:tracePt t="62269" x="7191375" y="4079875"/>
          <p14:tracePt t="62277" x="7173913" y="4079875"/>
          <p14:tracePt t="62293" x="7173913" y="4064000"/>
          <p14:tracePt t="62398" x="7165975" y="4064000"/>
          <p14:tracePt t="62416" x="7165975" y="4079875"/>
          <p14:tracePt t="62432" x="7150100" y="4079875"/>
          <p14:tracePt t="62439" x="7150100" y="4097338"/>
          <p14:tracePt t="62471" x="7132638" y="4097338"/>
          <p14:tracePt t="62657" x="7132638" y="4079875"/>
          <p14:tracePt t="62673" x="7150100" y="4064000"/>
          <p14:tracePt t="62699" x="7150100" y="4046538"/>
          <p14:tracePt t="62721" x="7165975" y="4038600"/>
          <p14:tracePt t="62923" x="7150100" y="4038600"/>
          <p14:tracePt t="62933" x="7132638" y="4038600"/>
          <p14:tracePt t="62939" x="7124700" y="4038600"/>
          <p14:tracePt t="62949" x="7107238" y="4038600"/>
          <p14:tracePt t="62955" x="7083425" y="4038600"/>
          <p14:tracePt t="62965" x="7065963" y="4038600"/>
          <p14:tracePt t="62972" x="7042150" y="4038600"/>
          <p14:tracePt t="62980" x="7008813" y="4038600"/>
          <p14:tracePt t="62996" x="6983413" y="4038600"/>
          <p14:tracePt t="63004" x="6958013" y="4038600"/>
          <p14:tracePt t="63012" x="6942138" y="4038600"/>
          <p14:tracePt t="63020" x="6900863" y="4038600"/>
          <p14:tracePt t="63028" x="6883400" y="4038600"/>
          <p14:tracePt t="63036" x="6859588" y="4038600"/>
          <p14:tracePt t="63044" x="6818313" y="4038600"/>
          <p14:tracePt t="63052" x="6800850" y="4038600"/>
          <p14:tracePt t="63060" x="6759575" y="4038600"/>
          <p14:tracePt t="63069" x="6743700" y="4038600"/>
          <p14:tracePt t="63076" x="6700838" y="4038600"/>
          <p14:tracePt t="63084" x="6677025" y="4038600"/>
          <p14:tracePt t="63093" x="6659563" y="4038600"/>
          <p14:tracePt t="63101" x="6651625" y="4038600"/>
          <p14:tracePt t="63109" x="6618288" y="4038600"/>
          <p14:tracePt t="63117" x="6602413" y="4038600"/>
          <p14:tracePt t="63125" x="6592888" y="4038600"/>
          <p14:tracePt t="63133" x="6561138" y="4038600"/>
          <p14:tracePt t="63141" x="6551613" y="4038600"/>
          <p14:tracePt t="63149" x="6535738" y="4038600"/>
          <p14:tracePt t="63157" x="6518275" y="4038600"/>
          <p14:tracePt t="63166" x="6494463" y="4038600"/>
          <p14:tracePt t="63182" x="6469063" y="4038600"/>
          <p14:tracePt t="63189" x="6435725" y="4038600"/>
          <p14:tracePt t="63199" x="6427788" y="4038600"/>
          <p14:tracePt t="63206" x="6386513" y="4046538"/>
          <p14:tracePt t="63215" x="6369050" y="4046538"/>
          <p14:tracePt t="63222" x="6327775" y="4064000"/>
          <p14:tracePt t="63230" x="6270625" y="4064000"/>
          <p14:tracePt t="63238" x="6245225" y="4064000"/>
          <p14:tracePt t="63246" x="6203950" y="4064000"/>
          <p14:tracePt t="63254" x="6162675" y="4064000"/>
          <p14:tracePt t="63262" x="6145213" y="4064000"/>
          <p14:tracePt t="63270" x="6121400" y="4064000"/>
          <p14:tracePt t="63278" x="6088063" y="4064000"/>
          <p14:tracePt t="63287" x="6070600" y="4064000"/>
          <p14:tracePt t="63294" x="6046788" y="4064000"/>
          <p14:tracePt t="63303" x="6029325" y="4064000"/>
          <p14:tracePt t="63319" x="6021388" y="4064000"/>
          <p14:tracePt t="63327" x="6005513" y="4064000"/>
          <p14:tracePt t="63343" x="5988050" y="4064000"/>
          <p14:tracePt t="63367" x="5980113" y="4064000"/>
          <p14:tracePt t="63391" x="5962650" y="4064000"/>
          <p14:tracePt t="63399" x="5962650" y="4079875"/>
          <p14:tracePt t="63408" x="5946775" y="4079875"/>
          <p14:tracePt t="63432" x="5938838" y="4079875"/>
          <p14:tracePt t="63440" x="5921375" y="4079875"/>
          <p14:tracePt t="63456" x="5905500" y="4079875"/>
          <p14:tracePt t="63472" x="5897563" y="4079875"/>
          <p14:tracePt t="63488" x="5880100" y="4079875"/>
          <p14:tracePt t="63496" x="5864225" y="4079875"/>
          <p14:tracePt t="63504" x="5854700" y="4079875"/>
          <p14:tracePt t="63513" x="5838825" y="4064000"/>
          <p14:tracePt t="63528" x="5805488" y="4046538"/>
          <p14:tracePt t="63537" x="5797550" y="4046538"/>
          <p14:tracePt t="63545" x="5780088" y="4038600"/>
          <p14:tracePt t="63553" x="5764213" y="4021138"/>
          <p14:tracePt t="63561" x="5764213" y="4005263"/>
          <p14:tracePt t="63569" x="5756275" y="4005263"/>
          <p14:tracePt t="63577" x="5756275" y="3997325"/>
          <p14:tracePt t="63596" x="5756275" y="3979863"/>
          <p14:tracePt t="63601" x="5738813" y="3979863"/>
          <p14:tracePt t="63617" x="5738813" y="3963988"/>
          <p14:tracePt t="63625" x="5738813" y="3956050"/>
          <p14:tracePt t="63650" x="5738813" y="3938588"/>
          <p14:tracePt t="63666" x="5756275" y="3938588"/>
          <p14:tracePt t="63690" x="5780088" y="3938588"/>
          <p14:tracePt t="63699" x="5797550" y="3922713"/>
          <p14:tracePt t="63706" x="5854700" y="3914775"/>
          <p14:tracePt t="63716" x="5905500" y="3897313"/>
          <p14:tracePt t="63722" x="5980113" y="3897313"/>
          <p14:tracePt t="63732" x="6021388" y="3897313"/>
          <p14:tracePt t="63739" x="6088063" y="3897313"/>
          <p14:tracePt t="63748" x="6162675" y="3897313"/>
          <p14:tracePt t="63755" x="6229350" y="3897313"/>
          <p14:tracePt t="63763" x="6286500" y="3897313"/>
          <p14:tracePt t="63771" x="6327775" y="3897313"/>
          <p14:tracePt t="63779" x="6353175" y="3897313"/>
          <p14:tracePt t="63787" x="6386513" y="3914775"/>
          <p14:tracePt t="63795" x="6394450" y="3922713"/>
          <p14:tracePt t="63803" x="6411913" y="3922713"/>
          <p14:tracePt t="63811" x="6411913" y="3938588"/>
          <p14:tracePt t="63819" x="6411913" y="3956050"/>
          <p14:tracePt t="63827" x="6427788" y="3956050"/>
          <p14:tracePt t="63835" x="6427788" y="3963988"/>
          <p14:tracePt t="63843" x="6427788" y="3979863"/>
          <p14:tracePt t="63867" x="6427788" y="3997325"/>
          <p14:tracePt t="63981" x="6435725" y="3997325"/>
          <p14:tracePt t="63989" x="6477000" y="3979863"/>
          <p14:tracePt t="63999" x="6518275" y="3963988"/>
          <p14:tracePt t="64005" x="6577013" y="3956050"/>
          <p14:tracePt t="64013" x="6618288" y="3956050"/>
          <p14:tracePt t="64021" x="6692900" y="3938588"/>
          <p14:tracePt t="64029" x="6759575" y="3938588"/>
          <p14:tracePt t="64037" x="6826250" y="3938588"/>
          <p14:tracePt t="64045" x="6883400" y="3938588"/>
          <p14:tracePt t="64053" x="6942138" y="3938588"/>
          <p14:tracePt t="64061" x="6999288" y="3938588"/>
          <p14:tracePt t="64069" x="7024688" y="3938588"/>
          <p14:tracePt t="64078" x="7042150" y="3938588"/>
          <p14:tracePt t="64086" x="7065963" y="3938588"/>
          <p14:tracePt t="64102" x="7083425" y="3938588"/>
          <p14:tracePt t="64142" x="7083425" y="3956050"/>
          <p14:tracePt t="64174" x="7083425" y="3963988"/>
          <p14:tracePt t="64207" x="7083425" y="3979863"/>
          <p14:tracePt t="64216" x="7065963" y="3979863"/>
          <p14:tracePt t="64223" x="7050088" y="3979863"/>
          <p14:tracePt t="64232" x="7024688" y="3997325"/>
          <p14:tracePt t="64239" x="6983413" y="4021138"/>
          <p14:tracePt t="64249" x="6942138" y="4046538"/>
          <p14:tracePt t="64255" x="6859588" y="4079875"/>
          <p14:tracePt t="64264" x="6775450" y="4138613"/>
          <p14:tracePt t="64271" x="6659563" y="4203700"/>
          <p14:tracePt t="64279" x="6535738" y="4262438"/>
          <p14:tracePt t="64287" x="6386513" y="4329113"/>
          <p14:tracePt t="64296" x="6203950" y="4403725"/>
          <p14:tracePt t="64304" x="6029325" y="4494213"/>
          <p14:tracePt t="64312" x="5880100" y="4535488"/>
          <p14:tracePt t="64320" x="5756275" y="4610100"/>
          <p14:tracePt t="64328" x="5681663" y="4635500"/>
          <p14:tracePt t="64336" x="5589588" y="4668838"/>
          <p14:tracePt t="64344" x="5491163" y="4710113"/>
          <p14:tracePt t="64352" x="5391150" y="4735513"/>
          <p14:tracePt t="64360" x="5349875" y="4759325"/>
          <p14:tracePt t="64368" x="5291138" y="4776788"/>
          <p14:tracePt t="64376" x="5249863" y="4776788"/>
          <p14:tracePt t="64384" x="5233988" y="4792663"/>
          <p14:tracePt t="64392" x="5224463" y="4792663"/>
          <p14:tracePt t="64603" x="5208588" y="4792663"/>
          <p14:tracePt t="64610" x="5141913" y="4792663"/>
          <p14:tracePt t="64619" x="5041900" y="4792663"/>
          <p14:tracePt t="64627" x="4918075" y="4792663"/>
          <p14:tracePt t="64635" x="4802188" y="4792663"/>
          <p14:tracePt t="64643" x="4578350" y="4792663"/>
          <p14:tracePt t="64651" x="4313238" y="4792663"/>
          <p14:tracePt t="64659" x="4064000" y="4792663"/>
          <p14:tracePt t="64667" x="3798888" y="4792663"/>
          <p14:tracePt t="64675" x="3575050" y="4792663"/>
          <p14:tracePt t="64683" x="3508375" y="4792663"/>
          <p14:tracePt t="64691" x="3375025" y="4792663"/>
          <p14:tracePt t="64699" x="3267075" y="4792663"/>
          <p14:tracePt t="64707" x="3143250" y="4792663"/>
          <p14:tracePt t="64716" x="3068638" y="4792663"/>
          <p14:tracePt t="64724" x="2986088" y="4792663"/>
          <p14:tracePt t="64733" x="2852738" y="4792663"/>
          <p14:tracePt t="64739" x="2762250" y="4792663"/>
          <p14:tracePt t="64749" x="2670175" y="4792663"/>
          <p14:tracePt t="64756" x="2587625" y="4792663"/>
          <p14:tracePt t="64766" x="2497138" y="4792663"/>
          <p14:tracePt t="64772" x="2454275" y="4792663"/>
          <p14:tracePt t="64781" x="2371725" y="4792663"/>
          <p14:tracePt t="64788" x="2273300" y="4792663"/>
          <p14:tracePt t="64796" x="2230438" y="4792663"/>
          <p14:tracePt t="64804" x="2181225" y="4792663"/>
          <p14:tracePt t="64812" x="2106613" y="4792663"/>
          <p14:tracePt t="64820" x="2065338" y="4792663"/>
          <p14:tracePt t="64829" x="2006600" y="4792663"/>
          <p14:tracePt t="64837" x="1982788" y="4792663"/>
          <p14:tracePt t="64845" x="1957388" y="4792663"/>
          <p14:tracePt t="64853" x="1924050" y="4792663"/>
          <p14:tracePt t="64861" x="1898650" y="4792663"/>
          <p14:tracePt t="64869" x="1874838" y="4792663"/>
          <p14:tracePt t="64877" x="1857375" y="4776788"/>
          <p14:tracePt t="64885" x="1833563" y="4776788"/>
          <p14:tracePt t="64893" x="1816100" y="4776788"/>
          <p14:tracePt t="64901" x="1800225" y="4759325"/>
          <p14:tracePt t="64909" x="1774825" y="4759325"/>
          <p14:tracePt t="64917" x="1758950" y="4759325"/>
          <p14:tracePt t="64933" x="1741488" y="4751388"/>
          <p14:tracePt t="64949" x="1733550" y="4751388"/>
          <p14:tracePt t="64974" x="1733550" y="4735513"/>
          <p14:tracePt t="65087" x="1741488" y="4735513"/>
          <p14:tracePt t="65095" x="1758950" y="4735513"/>
          <p14:tracePt t="65103" x="1816100" y="4735513"/>
          <p14:tracePt t="65111" x="1916113" y="4735513"/>
          <p14:tracePt t="65119" x="2006600" y="4718050"/>
          <p14:tracePt t="65127" x="2139950" y="4718050"/>
          <p14:tracePt t="65135" x="2263775" y="4694238"/>
          <p14:tracePt t="65143" x="2446338" y="4694238"/>
          <p14:tracePt t="65151" x="2595563" y="4676775"/>
          <p14:tracePt t="65159" x="2778125" y="4676775"/>
          <p14:tracePt t="65168" x="2935288" y="4676775"/>
          <p14:tracePt t="65176" x="3086100" y="4668838"/>
          <p14:tracePt t="65184" x="3127375" y="4668838"/>
          <p14:tracePt t="65192" x="3225800" y="4668838"/>
          <p14:tracePt t="65200" x="3325813" y="4668838"/>
          <p14:tracePt t="65208" x="3392488" y="4668838"/>
          <p14:tracePt t="65216" x="3449638" y="4668838"/>
          <p14:tracePt t="65224" x="3508375" y="4668838"/>
          <p14:tracePt t="65232" x="3516313" y="4668838"/>
          <p14:tracePt t="65240" x="3549650" y="4668838"/>
          <p14:tracePt t="65249" x="3557588" y="4668838"/>
          <p14:tracePt t="65256" x="3575050" y="4668838"/>
          <p14:tracePt t="65353" x="3549650" y="4676775"/>
          <p14:tracePt t="65361" x="3533775" y="4676775"/>
          <p14:tracePt t="65369" x="3516313" y="4694238"/>
          <p14:tracePt t="65377" x="3475038" y="4694238"/>
          <p14:tracePt t="65386" x="3467100" y="4710113"/>
          <p14:tracePt t="65394" x="3425825" y="4710113"/>
          <p14:tracePt t="65402" x="3392488" y="4718050"/>
          <p14:tracePt t="65410" x="3367088" y="4735513"/>
          <p14:tracePt t="65418" x="3325813" y="4735513"/>
          <p14:tracePt t="65426" x="3284538" y="4751388"/>
          <p14:tracePt t="65434" x="3243263" y="4751388"/>
          <p14:tracePt t="65442" x="3184525" y="4759325"/>
          <p14:tracePt t="65450" x="3127375" y="4759325"/>
          <p14:tracePt t="65458" x="3101975" y="4776788"/>
          <p14:tracePt t="65466" x="3043238" y="4792663"/>
          <p14:tracePt t="65474" x="2986088" y="4802188"/>
          <p14:tracePt t="65483" x="2935288" y="4802188"/>
          <p14:tracePt t="65490" x="2894013" y="4802188"/>
          <p14:tracePt t="65499" x="2836863" y="4818063"/>
          <p14:tracePt t="65507" x="2778125" y="4818063"/>
          <p14:tracePt t="65516" x="2720975" y="4833938"/>
          <p14:tracePt t="65523" x="2695575" y="4833938"/>
          <p14:tracePt t="65532" x="2636838" y="4833938"/>
          <p14:tracePt t="65539" x="2587625" y="4833938"/>
          <p14:tracePt t="65548" x="2554288" y="4833938"/>
          <p14:tracePt t="65555" x="2497138" y="4843463"/>
          <p14:tracePt t="65563" x="2446338" y="4843463"/>
          <p14:tracePt t="65571" x="2405063" y="4843463"/>
          <p14:tracePt t="65579" x="2363788" y="4843463"/>
          <p14:tracePt t="65587" x="2322513" y="4843463"/>
          <p14:tracePt t="65596" x="2273300" y="4843463"/>
          <p14:tracePt t="65603" x="2247900" y="4843463"/>
          <p14:tracePt t="65612" x="2206625" y="4843463"/>
          <p14:tracePt t="65620" x="2189163" y="4843463"/>
          <p14:tracePt t="65628" x="2165350" y="4843463"/>
          <p14:tracePt t="65636" x="2147888" y="4843463"/>
          <p14:tracePt t="65644" x="2139950" y="4843463"/>
          <p14:tracePt t="65652" x="2122488" y="4833938"/>
          <p14:tracePt t="65660" x="2098675" y="4833938"/>
          <p14:tracePt t="65668" x="2081213" y="4818063"/>
          <p14:tracePt t="65684" x="2065338" y="4802188"/>
          <p14:tracePt t="65692" x="2057400" y="4802188"/>
          <p14:tracePt t="65700" x="2057400" y="4792663"/>
          <p14:tracePt t="65709" x="2039938" y="4792663"/>
          <p14:tracePt t="65716" x="2024063" y="4776788"/>
          <p14:tracePt t="65733" x="2006600" y="4776788"/>
          <p14:tracePt t="65757" x="1998663" y="4776788"/>
          <p14:tracePt t="65766" x="1982788" y="4776788"/>
          <p14:tracePt t="65773" x="1982788" y="4759325"/>
          <p14:tracePt t="65789" x="1965325" y="4759325"/>
          <p14:tracePt t="65805" x="1957388" y="4751388"/>
          <p14:tracePt t="65815" x="1941513" y="4751388"/>
          <p14:tracePt t="65829" x="1924050" y="4735513"/>
          <p14:tracePt t="65838" x="1916113" y="4735513"/>
          <p14:tracePt t="65846" x="1898650" y="4718050"/>
          <p14:tracePt t="65854" x="1882775" y="4718050"/>
          <p14:tracePt t="65862" x="1874838" y="4718050"/>
          <p14:tracePt t="65870" x="1874838" y="4710113"/>
          <p14:tracePt t="65878" x="1857375" y="4710113"/>
          <p14:tracePt t="65887" x="1841500" y="4694238"/>
          <p14:tracePt t="65894" x="1841500" y="4676775"/>
          <p14:tracePt t="65902" x="1833563" y="4676775"/>
          <p14:tracePt t="65910" x="1816100" y="4668838"/>
          <p14:tracePt t="65918" x="1816100" y="4635500"/>
          <p14:tracePt t="65926" x="1800225" y="4635500"/>
          <p14:tracePt t="65935" x="1800225" y="4627563"/>
          <p14:tracePt t="65943" x="1800225" y="4610100"/>
          <p14:tracePt t="65951" x="1800225" y="4594225"/>
          <p14:tracePt t="65959" x="1790700" y="4594225"/>
          <p14:tracePt t="65967" x="1790700" y="4576763"/>
          <p14:tracePt t="65983" x="1790700" y="4568825"/>
          <p14:tracePt t="66007" x="1790700" y="4552950"/>
          <p14:tracePt t="66023" x="1800225" y="4535488"/>
          <p14:tracePt t="66032" x="1841500" y="4527550"/>
          <p14:tracePt t="66039" x="1916113" y="4494213"/>
          <p14:tracePt t="66049" x="2006600" y="4470400"/>
          <p14:tracePt t="66055" x="2165350" y="4445000"/>
          <p14:tracePt t="66065" x="2322513" y="4403725"/>
          <p14:tracePt t="66072" x="2528888" y="4386263"/>
          <p14:tracePt t="66080" x="2754313" y="4362450"/>
          <p14:tracePt t="66088" x="2978150" y="4344988"/>
          <p14:tracePt t="66096" x="3201988" y="4344988"/>
          <p14:tracePt t="66104" x="3267075" y="4344988"/>
          <p14:tracePt t="66112" x="3425825" y="4344988"/>
          <p14:tracePt t="66120" x="3549650" y="4344988"/>
          <p14:tracePt t="66128" x="3632200" y="4344988"/>
          <p14:tracePt t="66136" x="3690938" y="4362450"/>
          <p14:tracePt t="66144" x="3740150" y="4362450"/>
          <p14:tracePt t="66153" x="3773488" y="4370388"/>
          <p14:tracePt t="66160" x="3781425" y="4386263"/>
          <p14:tracePt t="66169" x="3814763" y="4403725"/>
          <p14:tracePt t="66185" x="3822700" y="4411663"/>
          <p14:tracePt t="66193" x="3822700" y="4427538"/>
          <p14:tracePt t="66201" x="3840163" y="4427538"/>
          <p14:tracePt t="66217" x="3840163" y="4445000"/>
          <p14:tracePt t="66225" x="3856038" y="4445000"/>
          <p14:tracePt t="66233" x="3856038" y="4452938"/>
          <p14:tracePt t="66241" x="3856038" y="4470400"/>
          <p14:tracePt t="66265" x="3856038" y="4486275"/>
          <p14:tracePt t="66282" x="3856038" y="4494213"/>
          <p14:tracePt t="66306" x="3856038" y="4511675"/>
          <p14:tracePt t="66322" x="3856038" y="4527550"/>
          <p14:tracePt t="66346" x="3856038" y="4535488"/>
          <p14:tracePt t="66354" x="3856038" y="4552950"/>
          <p14:tracePt t="66370" x="3856038" y="4568825"/>
          <p14:tracePt t="66379" x="3840163" y="4576763"/>
          <p14:tracePt t="66387" x="3840163" y="4594225"/>
          <p14:tracePt t="66394" x="3822700" y="4610100"/>
          <p14:tracePt t="66403" x="3798888" y="4627563"/>
          <p14:tracePt t="66411" x="3740150" y="4651375"/>
          <p14:tracePt t="66419" x="3698875" y="4676775"/>
          <p14:tracePt t="66427" x="3598863" y="4718050"/>
          <p14:tracePt t="66435" x="3508375" y="4759325"/>
          <p14:tracePt t="66443" x="3408363" y="4802188"/>
          <p14:tracePt t="66451" x="3284538" y="4843463"/>
          <p14:tracePt t="66459" x="3225800" y="4859338"/>
          <p14:tracePt t="66467" x="3127375" y="4900613"/>
          <p14:tracePt t="66475" x="3060700" y="4933950"/>
          <p14:tracePt t="66483" x="2986088" y="4941888"/>
          <p14:tracePt t="66491" x="2935288" y="4959350"/>
          <p14:tracePt t="66499" x="2903538" y="4975225"/>
          <p14:tracePt t="66508" x="2860675" y="4983163"/>
          <p14:tracePt t="66516" x="2836863" y="4983163"/>
          <p14:tracePt t="66532" x="2819400" y="4983163"/>
          <p14:tracePt t="66540" x="2778125" y="5000625"/>
          <p14:tracePt t="66766" x="2736850" y="5000625"/>
          <p14:tracePt t="66774" x="2670175" y="5000625"/>
          <p14:tracePt t="66783" x="2571750" y="5000625"/>
          <p14:tracePt t="66790" x="2471738" y="5000625"/>
          <p14:tracePt t="66800" x="2446338" y="5000625"/>
          <p14:tracePt t="66806" x="2347913" y="5000625"/>
          <p14:tracePt t="66816" x="2289175" y="4983163"/>
          <p14:tracePt t="66822" x="2222500" y="4983163"/>
          <p14:tracePt t="66832" x="2181225" y="4975225"/>
          <p14:tracePt t="66839" x="2147888" y="4959350"/>
          <p14:tracePt t="66848" x="2122488" y="4941888"/>
          <p14:tracePt t="66855" x="2106613" y="4941888"/>
          <p14:tracePt t="66863" x="2106613" y="4933950"/>
          <p14:tracePt t="66879" x="2098675" y="4918075"/>
          <p14:tracePt t="66903" x="2098675" y="4900613"/>
          <p14:tracePt t="66927" x="2122488" y="4900613"/>
          <p14:tracePt t="66935" x="2147888" y="4876800"/>
          <p14:tracePt t="66944" x="2230438" y="4876800"/>
          <p14:tracePt t="66952" x="2305050" y="4843463"/>
          <p14:tracePt t="66960" x="2454275" y="4802188"/>
          <p14:tracePt t="66968" x="2711450" y="4751388"/>
          <p14:tracePt t="66976" x="2836863" y="4718050"/>
          <p14:tracePt t="66984" x="3019425" y="4694238"/>
          <p14:tracePt t="66992" x="3243263" y="4651375"/>
          <p14:tracePt t="67000" x="3467100" y="4635500"/>
          <p14:tracePt t="67008" x="3690938" y="4610100"/>
          <p14:tracePt t="67016" x="3898900" y="4610100"/>
          <p14:tracePt t="67025" x="4122738" y="4610100"/>
          <p14:tracePt t="67032" x="4305300" y="4610100"/>
          <p14:tracePt t="67040" x="4529138" y="4610100"/>
          <p14:tracePt t="67049" x="4678363" y="4610100"/>
          <p14:tracePt t="67057" x="4860925" y="4610100"/>
          <p14:tracePt t="67066" x="4918075" y="4610100"/>
          <p14:tracePt t="67073" x="5041900" y="4635500"/>
          <p14:tracePt t="67082" x="5141913" y="4668838"/>
          <p14:tracePt t="67089" x="5233988" y="4676775"/>
          <p14:tracePt t="67099" x="5308600" y="4710113"/>
          <p14:tracePt t="67105" x="5365750" y="4735513"/>
          <p14:tracePt t="67113" x="5407025" y="4751388"/>
          <p14:tracePt t="67121" x="5448300" y="4776788"/>
          <p14:tracePt t="67129" x="5491163" y="4792663"/>
          <p14:tracePt t="67137" x="5499100" y="4802188"/>
          <p14:tracePt t="67146" x="5532438" y="4802188"/>
          <p14:tracePt t="67154" x="5540375" y="4818063"/>
          <p14:tracePt t="67161" x="5540375" y="4833938"/>
          <p14:tracePt t="67170" x="5556250" y="4833938"/>
          <p14:tracePt t="67186" x="5556250" y="4843463"/>
          <p14:tracePt t="67194" x="5573713" y="4843463"/>
          <p14:tracePt t="67242" x="5573713" y="4859338"/>
          <p14:tracePt t="67266" x="5573713" y="4876800"/>
          <p14:tracePt t="67274" x="5556250" y="4876800"/>
          <p14:tracePt t="67283" x="5540375" y="4876800"/>
          <p14:tracePt t="67291" x="5540375" y="4892675"/>
          <p14:tracePt t="67299" x="5532438" y="4892675"/>
          <p14:tracePt t="67307" x="5514975" y="4900613"/>
          <p14:tracePt t="67315" x="5491163" y="4918075"/>
          <p14:tracePt t="67323" x="5457825" y="4933950"/>
          <p14:tracePt t="67332" x="5416550" y="4941888"/>
          <p14:tracePt t="67339" x="5349875" y="4959350"/>
          <p14:tracePt t="67348" x="5324475" y="4975225"/>
          <p14:tracePt t="67355" x="5249863" y="4983163"/>
          <p14:tracePt t="67365" x="5192713" y="4983163"/>
          <p14:tracePt t="67372" x="5126038" y="5000625"/>
          <p14:tracePt t="67380" x="5059363" y="5016500"/>
          <p14:tracePt t="67388" x="5000625" y="5016500"/>
          <p14:tracePt t="67396" x="4943475" y="5016500"/>
          <p14:tracePt t="67404" x="4902200" y="5016500"/>
          <p14:tracePt t="67412" x="4843463" y="5016500"/>
          <p14:tracePt t="67420" x="4802188" y="5016500"/>
          <p14:tracePt t="67428" x="4776788" y="5016500"/>
          <p14:tracePt t="67436" x="4719638" y="5016500"/>
          <p14:tracePt t="67444" x="4678363" y="5016500"/>
          <p14:tracePt t="67452" x="4652963" y="5000625"/>
          <p14:tracePt t="67460" x="4611688" y="4983163"/>
          <p14:tracePt t="67468" x="4552950" y="4975225"/>
          <p14:tracePt t="67477" x="4511675" y="4941888"/>
          <p14:tracePt t="67485" x="4470400" y="4941888"/>
          <p14:tracePt t="67493" x="4429125" y="4918075"/>
          <p14:tracePt t="67501" x="4411663" y="4918075"/>
          <p14:tracePt t="67509" x="4370388" y="4892675"/>
          <p14:tracePt t="67517" x="4354513" y="4892675"/>
          <p14:tracePt t="67525" x="4346575" y="4876800"/>
          <p14:tracePt t="67533" x="4329113" y="4859338"/>
          <p14:tracePt t="67549" x="4313238" y="4859338"/>
          <p14:tracePt t="67557" x="4305300" y="4843463"/>
          <p14:tracePt t="67573" x="4287838" y="4833938"/>
          <p14:tracePt t="67582" x="4271963" y="4833938"/>
          <p14:tracePt t="67589" x="4262438" y="4818063"/>
          <p14:tracePt t="67599" x="4246563" y="4802188"/>
          <p14:tracePt t="67606" x="4229100" y="4802188"/>
          <p14:tracePt t="67615" x="4221163" y="4792663"/>
          <p14:tracePt t="67622" x="4205288" y="4776788"/>
          <p14:tracePt t="67630" x="4205288" y="4759325"/>
          <p14:tracePt t="67638" x="4187825" y="4759325"/>
          <p14:tracePt t="67646" x="4171950" y="4751388"/>
          <p14:tracePt t="67654" x="4164013" y="4751388"/>
          <p14:tracePt t="67662" x="4164013" y="4735513"/>
          <p14:tracePt t="67670" x="4146550" y="4718050"/>
          <p14:tracePt t="67678" x="4130675" y="4718050"/>
          <p14:tracePt t="67686" x="4130675" y="4710113"/>
          <p14:tracePt t="67694" x="4122738" y="4694238"/>
          <p14:tracePt t="67702" x="4105275" y="4676775"/>
          <p14:tracePt t="67711" x="4089400" y="4651375"/>
          <p14:tracePt t="67727" x="4079875" y="4635500"/>
          <p14:tracePt t="67735" x="4079875" y="4610100"/>
          <p14:tracePt t="67743" x="4079875" y="4594225"/>
          <p14:tracePt t="67751" x="4064000" y="4576763"/>
          <p14:tracePt t="67759" x="4064000" y="4568825"/>
          <p14:tracePt t="67767" x="4064000" y="4552950"/>
          <p14:tracePt t="67783" x="4064000" y="4535488"/>
          <p14:tracePt t="67799" x="4079875" y="4511675"/>
          <p14:tracePt t="67807" x="4105275" y="4494213"/>
          <p14:tracePt t="67816" x="4187825" y="4470400"/>
          <p14:tracePt t="67824" x="4271963" y="4445000"/>
          <p14:tracePt t="67833" x="4370388" y="4403725"/>
          <p14:tracePt t="67840" x="4529138" y="4370388"/>
          <p14:tracePt t="67849" x="4678363" y="4329113"/>
          <p14:tracePt t="67856" x="4835525" y="4303713"/>
          <p14:tracePt t="67866" x="5018088" y="4270375"/>
          <p14:tracePt t="67872" x="5233988" y="4262438"/>
          <p14:tracePt t="67881" x="5416550" y="4262438"/>
          <p14:tracePt t="67888" x="5599113" y="4262438"/>
          <p14:tracePt t="67896" x="5656263" y="4262438"/>
          <p14:tracePt t="67904" x="5805488" y="4262438"/>
          <p14:tracePt t="67912" x="5905500" y="4262438"/>
          <p14:tracePt t="67921" x="6005513" y="4262438"/>
          <p14:tracePt t="67929" x="6070600" y="4303713"/>
          <p14:tracePt t="67937" x="6129338" y="4311650"/>
          <p14:tracePt t="67945" x="6170613" y="4344988"/>
          <p14:tracePt t="67953" x="6203950" y="4370388"/>
          <p14:tracePt t="67961" x="6211888" y="4386263"/>
          <p14:tracePt t="67969" x="6229350" y="4411663"/>
          <p14:tracePt t="67977" x="6229350" y="4427538"/>
          <p14:tracePt t="67985" x="6245225" y="4445000"/>
          <p14:tracePt t="67993" x="6245225" y="4452938"/>
          <p14:tracePt t="68009" x="6245225" y="4470400"/>
          <p14:tracePt t="68017" x="6245225" y="4486275"/>
          <p14:tracePt t="68025" x="6245225" y="4494213"/>
          <p14:tracePt t="68034" x="6245225" y="4511675"/>
          <p14:tracePt t="68042" x="6245225" y="4527550"/>
          <p14:tracePt t="68058" x="6229350" y="4535488"/>
          <p14:tracePt t="68066" x="6211888" y="4552950"/>
          <p14:tracePt t="68074" x="6186488" y="4568825"/>
          <p14:tracePt t="68082" x="6186488" y="4576763"/>
          <p14:tracePt t="68090" x="6145213" y="4594225"/>
          <p14:tracePt t="68099" x="6103938" y="4635500"/>
          <p14:tracePt t="68106" x="6046788" y="4651375"/>
          <p14:tracePt t="68115" x="5980113" y="4694238"/>
          <p14:tracePt t="68122" x="5921375" y="4710113"/>
          <p14:tracePt t="68132" x="5822950" y="4735513"/>
          <p14:tracePt t="68138" x="5722938" y="4759325"/>
          <p14:tracePt t="68148" x="5640388" y="4792663"/>
          <p14:tracePt t="68154" x="5599113" y="4802188"/>
          <p14:tracePt t="68163" x="5499100" y="4818063"/>
          <p14:tracePt t="68171" x="5407025" y="4843463"/>
          <p14:tracePt t="68179" x="5249863" y="4892675"/>
          <p14:tracePt t="68187" x="5149850" y="4900613"/>
          <p14:tracePt t="68195" x="5067300" y="4918075"/>
          <p14:tracePt t="68203" x="4967288" y="4933950"/>
          <p14:tracePt t="68211" x="4843463" y="4941888"/>
          <p14:tracePt t="68219" x="4719638" y="4941888"/>
          <p14:tracePt t="68227" x="4594225" y="4941888"/>
          <p14:tracePt t="68235" x="4486275" y="4941888"/>
          <p14:tracePt t="68243" x="4354513" y="4941888"/>
          <p14:tracePt t="68251" x="4205288" y="4941888"/>
          <p14:tracePt t="68260" x="4079875" y="4941888"/>
          <p14:tracePt t="68268" x="3963988" y="4941888"/>
          <p14:tracePt t="68276" x="3865563" y="4941888"/>
          <p14:tracePt t="68284" x="3814763" y="4941888"/>
          <p14:tracePt t="68292" x="3716338" y="4941888"/>
          <p14:tracePt t="68300" x="3641725" y="4918075"/>
          <p14:tracePt t="68308" x="3575050" y="4900613"/>
          <p14:tracePt t="68316" x="3492500" y="4876800"/>
          <p14:tracePt t="68324" x="3449638" y="4859338"/>
          <p14:tracePt t="68332" x="3392488" y="4833938"/>
          <p14:tracePt t="68340" x="3333750" y="4802188"/>
          <p14:tracePt t="68349" x="3292475" y="4792663"/>
          <p14:tracePt t="68356" x="3284538" y="4776788"/>
          <p14:tracePt t="68366" x="3251200" y="4751388"/>
          <p14:tracePt t="68373" x="3243263" y="4718050"/>
          <p14:tracePt t="68382" x="3225800" y="4710113"/>
          <p14:tracePt t="68389" x="3209925" y="4694238"/>
          <p14:tracePt t="68399" x="3209925" y="4676775"/>
          <p14:tracePt t="68405" x="3201988" y="4668838"/>
          <p14:tracePt t="68415" x="3201988" y="4651375"/>
          <p14:tracePt t="68429" x="3201988" y="4635500"/>
          <p14:tracePt t="68437" x="3201988" y="4627563"/>
          <p14:tracePt t="68445" x="3209925" y="4610100"/>
          <p14:tracePt t="68453" x="3267075" y="4576763"/>
          <p14:tracePt t="68461" x="3408363" y="4494213"/>
          <p14:tracePt t="68469" x="3557588" y="4445000"/>
          <p14:tracePt t="68477" x="3673475" y="4403725"/>
          <p14:tracePt t="68486" x="3940175" y="4329113"/>
          <p14:tracePt t="68494" x="4205288" y="4287838"/>
          <p14:tracePt t="68502" x="4702175" y="4203700"/>
          <p14:tracePt t="68510" x="5100638" y="4179888"/>
          <p14:tracePt t="68518" x="5249863" y="4179888"/>
          <p14:tracePt t="68526" x="5599113" y="4179888"/>
          <p14:tracePt t="68534" x="5897563" y="4179888"/>
          <p14:tracePt t="68542" x="6203950" y="4203700"/>
          <p14:tracePt t="68550" x="6510338" y="4270375"/>
          <p14:tracePt t="68558" x="6759575" y="4362450"/>
          <p14:tracePt t="68566" x="6983413" y="4445000"/>
          <p14:tracePt t="68574" x="7173913" y="4535488"/>
          <p14:tracePt t="68582" x="7265988" y="4568825"/>
          <p14:tracePt t="68594" x="7389813" y="4651375"/>
          <p14:tracePt t="68599" x="7497763" y="4710113"/>
          <p14:tracePt t="68607" x="7572375" y="4751388"/>
          <p14:tracePt t="68615" x="7639050" y="4792663"/>
          <p14:tracePt t="68623" x="7662863" y="4802188"/>
          <p14:tracePt t="68632" x="7696200" y="4818063"/>
          <p14:tracePt t="68639" x="7705725" y="4833938"/>
          <p14:tracePt t="68649" x="7705725" y="4843463"/>
          <p14:tracePt t="68655" x="7721600" y="4843463"/>
          <p14:tracePt t="68666" x="7721600" y="4859338"/>
          <p14:tracePt t="68696" x="7721600" y="4876800"/>
          <p14:tracePt t="68752" x="7737475" y="4876800"/>
          <p14:tracePt t="68760" x="7737475" y="4892675"/>
          <p14:tracePt t="68768" x="7754938" y="4900613"/>
          <p14:tracePt t="68776" x="7780338" y="4933950"/>
          <p14:tracePt t="68784" x="7821613" y="4975225"/>
          <p14:tracePt t="68793" x="7837488" y="4983163"/>
          <p14:tracePt t="68801" x="7878763" y="5026025"/>
          <p14:tracePt t="68809" x="7920038" y="5067300"/>
          <p14:tracePt t="68816" x="7962900" y="5100638"/>
          <p14:tracePt t="68825" x="7970838" y="5108575"/>
          <p14:tracePt t="68833" x="8004175" y="5124450"/>
          <p14:tracePt t="68841" x="8020050" y="5141913"/>
          <p14:tracePt t="68857" x="8027988" y="5157788"/>
          <p14:tracePt t="68930" x="7970838" y="5157788"/>
          <p14:tracePt t="68938" x="7904163" y="5157788"/>
          <p14:tracePt t="68946" x="7837488" y="5157788"/>
          <p14:tracePt t="68954" x="7796213" y="5157788"/>
          <p14:tracePt t="68962" x="7721600" y="5157788"/>
          <p14:tracePt t="68970" x="7572375" y="5157788"/>
          <p14:tracePt t="68978" x="7472363" y="5157788"/>
          <p14:tracePt t="68986" x="7348538" y="5157788"/>
          <p14:tracePt t="68994" x="7232650" y="5157788"/>
          <p14:tracePt t="69002" x="7107238" y="5157788"/>
          <p14:tracePt t="69010" x="6983413" y="5157788"/>
          <p14:tracePt t="69018" x="6924675" y="5157788"/>
          <p14:tracePt t="69026" x="6842125" y="5157788"/>
          <p14:tracePt t="69035" x="6743700" y="5157788"/>
          <p14:tracePt t="69043" x="6659563" y="5141913"/>
          <p14:tracePt t="69051" x="6592888" y="5124450"/>
          <p14:tracePt t="69059" x="6535738" y="5124450"/>
          <p14:tracePt t="69067" x="6510338" y="5124450"/>
          <p14:tracePt t="69075" x="6469063" y="5108575"/>
          <p14:tracePt t="69083" x="6453188" y="5108575"/>
          <p14:tracePt t="69091" x="6411913" y="5108575"/>
          <p14:tracePt t="69099" x="6386513" y="5108575"/>
          <p14:tracePt t="69107" x="6353175" y="5108575"/>
          <p14:tracePt t="69116" x="6327775" y="5108575"/>
          <p14:tracePt t="69123" x="6294438" y="5108575"/>
          <p14:tracePt t="69133" x="6270625" y="5108575"/>
          <p14:tracePt t="69140" x="6245225" y="5108575"/>
          <p14:tracePt t="69149" x="6211888" y="5108575"/>
          <p14:tracePt t="69156" x="6170613" y="5108575"/>
          <p14:tracePt t="69165" x="6162675" y="5108575"/>
          <p14:tracePt t="69172" x="6121400" y="5108575"/>
          <p14:tracePt t="69182" x="6103938" y="5100638"/>
          <p14:tracePt t="69188" x="6062663" y="5100638"/>
          <p14:tracePt t="69199" x="6021388" y="5100638"/>
          <p14:tracePt t="69204" x="5988050" y="5100638"/>
          <p14:tracePt t="69215" x="5946775" y="5100638"/>
          <p14:tracePt t="69220" x="5921375" y="5083175"/>
          <p14:tracePt t="69232" x="5880100" y="5083175"/>
          <p14:tracePt t="69236" x="5838825" y="5083175"/>
          <p14:tracePt t="69249" x="5822950" y="5083175"/>
          <p14:tracePt t="69253" x="5797550" y="5067300"/>
          <p14:tracePt t="69265" x="5780088" y="5067300"/>
          <p14:tracePt t="69269" x="5780088" y="5057775"/>
          <p14:tracePt t="69282" x="5764213" y="5057775"/>
          <p14:tracePt t="69301" x="5764213" y="5041900"/>
          <p14:tracePt t="69341" x="5764213" y="5026025"/>
          <p14:tracePt t="69382" x="5780088" y="5026025"/>
          <p14:tracePt t="69399" x="5780088" y="5016500"/>
          <p14:tracePt t="69406" x="5797550" y="5016500"/>
          <p14:tracePt t="69422" x="5838825" y="5000625"/>
          <p14:tracePt t="69431" x="5880100" y="5000625"/>
          <p14:tracePt t="69438" x="5946775" y="4983163"/>
          <p14:tracePt t="69448" x="6021388" y="4983163"/>
          <p14:tracePt t="69454" x="6145213" y="4959350"/>
          <p14:tracePt t="69463" x="6253163" y="4959350"/>
          <p14:tracePt t="69471" x="6411913" y="4941888"/>
          <p14:tracePt t="69479" x="6561138" y="4933950"/>
          <p14:tracePt t="69487" x="6718300" y="4933950"/>
          <p14:tracePt t="69495" x="6867525" y="4918075"/>
          <p14:tracePt t="69503" x="7024688" y="4918075"/>
          <p14:tracePt t="69511" x="7173913" y="4918075"/>
          <p14:tracePt t="69519" x="7356475" y="4918075"/>
          <p14:tracePt t="69527" x="7539038" y="4918075"/>
          <p14:tracePt t="69536" x="7762875" y="4918075"/>
          <p14:tracePt t="69543" x="7945438" y="4918075"/>
          <p14:tracePt t="69551" x="8169275" y="4918075"/>
          <p14:tracePt t="69560" x="8418513" y="4918075"/>
          <p14:tracePt t="69567" x="8642350" y="4918075"/>
          <p14:tracePt t="69576" x="8907463" y="4918075"/>
          <p14:tracePt t="69583" x="9131300" y="4892675"/>
          <p14:tracePt t="69595" x="9339263" y="4892675"/>
          <p14:tracePt t="69600" x="9563100" y="4892675"/>
          <p14:tracePt t="69608" x="9745663" y="4892675"/>
          <p14:tracePt t="69616" x="9902825" y="4892675"/>
          <p14:tracePt t="69624" x="10093325" y="4876800"/>
          <p14:tracePt t="69632" x="10234613" y="4876800"/>
          <p14:tracePt t="69640" x="10391775" y="4876800"/>
          <p14:tracePt t="69649" x="10541000" y="4876800"/>
          <p14:tracePt t="69656" x="10699750" y="4876800"/>
          <p14:tracePt t="69666" x="10823575" y="4876800"/>
          <p14:tracePt t="69673" x="10947400" y="4876800"/>
          <p14:tracePt t="69682" x="10988675" y="4876800"/>
          <p14:tracePt t="69689" x="11088688" y="4876800"/>
          <p14:tracePt t="69699" x="11155363" y="4892675"/>
          <p14:tracePt t="69705" x="11237913" y="4900613"/>
          <p14:tracePt t="69716" x="11288713" y="4918075"/>
          <p14:tracePt t="69721" x="11329988" y="4933950"/>
          <p14:tracePt t="69732" x="11337925" y="4933950"/>
          <p14:tracePt t="69737" x="11353800" y="4941888"/>
          <p14:tracePt t="69749" x="11371263" y="4941888"/>
          <p14:tracePt t="69769" x="11379200" y="4941888"/>
          <p14:tracePt t="69794" x="11379200" y="4959350"/>
          <p14:tracePt t="69979" x="11371263" y="4959350"/>
          <p14:tracePt t="69995" x="11353800" y="4959350"/>
          <p14:tracePt t="70003" x="11337925" y="4959350"/>
          <p14:tracePt t="70020" x="11329988" y="4959350"/>
          <p14:tracePt t="70044" x="11312525" y="4959350"/>
          <p14:tracePt t="70294" x="11312525" y="4933950"/>
          <p14:tracePt t="70302" x="11312525" y="4900613"/>
          <p14:tracePt t="70310" x="11312525" y="4859338"/>
          <p14:tracePt t="70318" x="11312525" y="4802188"/>
          <p14:tracePt t="70326" x="11312525" y="4776788"/>
          <p14:tracePt t="70334" x="11329988" y="4718050"/>
          <p14:tracePt t="70343" x="11337925" y="4676775"/>
          <p14:tracePt t="70351" x="11353800" y="4651375"/>
          <p14:tracePt t="70359" x="11353800" y="4610100"/>
          <p14:tracePt t="70367" x="11371263" y="4594225"/>
          <p14:tracePt t="70375" x="11371263" y="4576763"/>
          <p14:tracePt t="70383" x="11379200" y="4576763"/>
          <p14:tracePt t="70391" x="11379200" y="4568825"/>
          <p14:tracePt t="70553" x="11379200" y="4594225"/>
          <p14:tracePt t="70560" x="11379200" y="4610100"/>
          <p14:tracePt t="70569" x="11395075" y="4668838"/>
          <p14:tracePt t="70577" x="11412538" y="4718050"/>
          <p14:tracePt t="70585" x="11412538" y="4776788"/>
          <p14:tracePt t="70595" x="11453813" y="4876800"/>
          <p14:tracePt t="70601" x="11495088" y="4983163"/>
          <p14:tracePt t="70609" x="11520488" y="5083175"/>
          <p14:tracePt t="70617" x="11536363" y="5141913"/>
          <p14:tracePt t="70625" x="11561763" y="5240338"/>
          <p14:tracePt t="70633" x="11595100" y="5307013"/>
          <p14:tracePt t="70641" x="11620500" y="5373688"/>
          <p14:tracePt t="70649" x="11620500" y="5432425"/>
          <p14:tracePt t="70657" x="11636375" y="5473700"/>
          <p14:tracePt t="70666" x="11644313" y="5507038"/>
          <p14:tracePt t="70674" x="11644313" y="5514975"/>
          <p14:tracePt t="70682" x="11644313" y="5530850"/>
          <p14:tracePt t="70699" x="11644313" y="5548313"/>
          <p14:tracePt t="70730" x="11636375" y="5548313"/>
          <p14:tracePt t="70738" x="11620500" y="5507038"/>
          <p14:tracePt t="70746" x="11595100" y="5448300"/>
          <p14:tracePt t="70754" x="11553825" y="5373688"/>
          <p14:tracePt t="70762" x="11536363" y="5332413"/>
          <p14:tracePt t="70770" x="11503025" y="5291138"/>
          <p14:tracePt t="70778" x="11479213" y="5207000"/>
          <p14:tracePt t="70787" x="11461750" y="5165725"/>
          <p14:tracePt t="70795" x="11453813" y="5108575"/>
          <p14:tracePt t="70803" x="11437938" y="5057775"/>
          <p14:tracePt t="70811" x="11437938" y="5016500"/>
          <p14:tracePt t="70819" x="11420475" y="4983163"/>
          <p14:tracePt t="70827" x="11412538" y="4941888"/>
          <p14:tracePt t="70835" x="11412538" y="4933950"/>
          <p14:tracePt t="70843" x="11412538" y="4900613"/>
          <p14:tracePt t="70851" x="11412538" y="4892675"/>
          <p14:tracePt t="70859" x="11412538" y="4876800"/>
          <p14:tracePt t="70883" x="11412538" y="4859338"/>
          <p14:tracePt t="70965" x="11412538" y="4876800"/>
          <p14:tracePt t="70972" x="11412538" y="4918075"/>
          <p14:tracePt t="70981" x="11412538" y="4975225"/>
          <p14:tracePt t="70988" x="11412538" y="5067300"/>
          <p14:tracePt t="70996" x="11420475" y="5165725"/>
          <p14:tracePt t="71005" x="11437938" y="5265738"/>
          <p14:tracePt t="71013" x="11453813" y="5324475"/>
          <p14:tracePt t="71021" x="11461750" y="5422900"/>
          <p14:tracePt t="71029" x="11479213" y="5489575"/>
          <p14:tracePt t="71037" x="11495088" y="5514975"/>
          <p14:tracePt t="71045" x="11495088" y="5556250"/>
          <p14:tracePt t="71053" x="11495088" y="5572125"/>
          <p14:tracePt t="71061" x="11495088" y="5589588"/>
          <p14:tracePt t="71069" x="11495088" y="5597525"/>
          <p14:tracePt t="71101" x="11495088" y="5556250"/>
          <p14:tracePt t="71109" x="11479213" y="5489575"/>
          <p14:tracePt t="71118" x="11453813" y="5365750"/>
          <p14:tracePt t="71126" x="11420475" y="5249863"/>
          <p14:tracePt t="71134" x="11412538" y="5100638"/>
          <p14:tracePt t="71142" x="11371263" y="4941888"/>
          <p14:tracePt t="71150" x="11337925" y="4792663"/>
          <p14:tracePt t="71158" x="11337925" y="4735513"/>
          <p14:tracePt t="71166" x="11329988" y="4635500"/>
          <p14:tracePt t="71174" x="11312525" y="4535488"/>
          <p14:tracePt t="71182" x="11296650" y="4494213"/>
          <p14:tracePt t="71190" x="11296650" y="4452938"/>
          <p14:tracePt t="71199" x="11296650" y="4427538"/>
          <p14:tracePt t="71206" x="11296650" y="4411663"/>
          <p14:tracePt t="71216" x="11296650" y="4403725"/>
          <p14:tracePt t="71232" x="11296650" y="4386263"/>
          <p14:tracePt t="71271" x="11296650" y="4403725"/>
          <p14:tracePt t="71279" x="11296650" y="4427538"/>
          <p14:tracePt t="71287" x="11296650" y="4486275"/>
          <p14:tracePt t="71295" x="11296650" y="4552950"/>
          <p14:tracePt t="71303" x="11296650" y="4651375"/>
          <p14:tracePt t="71311" x="11296650" y="4776788"/>
          <p14:tracePt t="71320" x="11296650" y="4876800"/>
          <p14:tracePt t="71327" x="11296650" y="5000625"/>
          <p14:tracePt t="71335" x="11296650" y="5108575"/>
          <p14:tracePt t="71344" x="11296650" y="5165725"/>
          <p14:tracePt t="71352" x="11296650" y="5291138"/>
          <p14:tracePt t="71360" x="11296650" y="5365750"/>
          <p14:tracePt t="71368" x="11296650" y="5432425"/>
          <p14:tracePt t="71376" x="11296650" y="5473700"/>
          <p14:tracePt t="71384" x="11296650" y="5489575"/>
          <p14:tracePt t="71392" x="11296650" y="5514975"/>
          <p14:tracePt t="71408" x="11296650" y="5530850"/>
          <p14:tracePt t="71424" x="11288713" y="5530850"/>
          <p14:tracePt t="71432" x="11288713" y="5514975"/>
          <p14:tracePt t="71440" x="11271250" y="5464175"/>
          <p14:tracePt t="71449" x="11255375" y="5365750"/>
          <p14:tracePt t="71457" x="11237913" y="5240338"/>
          <p14:tracePt t="71466" x="11229975" y="5124450"/>
          <p14:tracePt t="71473" x="11214100" y="5000625"/>
          <p14:tracePt t="71482" x="11196638" y="4941888"/>
          <p14:tracePt t="71489" x="11196638" y="4818063"/>
          <p14:tracePt t="71498" x="11188700" y="4751388"/>
          <p14:tracePt t="71505" x="11188700" y="4676775"/>
          <p14:tracePt t="71513" x="11188700" y="4627563"/>
          <p14:tracePt t="71521" x="11188700" y="4576763"/>
          <p14:tracePt t="71529" x="11188700" y="4568825"/>
          <p14:tracePt t="71537" x="11188700" y="4552950"/>
          <p14:tracePt t="71545" x="11188700" y="4535488"/>
          <p14:tracePt t="71602" x="11188700" y="4594225"/>
          <p14:tracePt t="71610" x="11188700" y="4651375"/>
          <p14:tracePt t="71618" x="11188700" y="4710113"/>
          <p14:tracePt t="71626" x="11188700" y="4802188"/>
          <p14:tracePt t="71634" x="11188700" y="4843463"/>
          <p14:tracePt t="71642" x="11188700" y="4900613"/>
          <p14:tracePt t="71650" x="11188700" y="4975225"/>
          <p14:tracePt t="71658" x="11188700" y="5026025"/>
          <p14:tracePt t="71666" x="11188700" y="5067300"/>
          <p14:tracePt t="71675" x="11171238" y="5083175"/>
          <p14:tracePt t="71683" x="11171238" y="5100638"/>
          <p14:tracePt t="71691" x="11171238" y="5108575"/>
          <p14:tracePt t="71707" x="11155363" y="5124450"/>
          <p14:tracePt t="71731" x="11155363" y="5108575"/>
          <p14:tracePt t="71739" x="11155363" y="5083175"/>
          <p14:tracePt t="71749" x="11155363" y="5041900"/>
          <p14:tracePt t="71755" x="11155363" y="5016500"/>
          <p14:tracePt t="71763" x="11155363" y="4959350"/>
          <p14:tracePt t="71772" x="11155363" y="4918075"/>
          <p14:tracePt t="71780" x="11155363" y="4900613"/>
          <p14:tracePt t="71788" x="11155363" y="4876800"/>
          <p14:tracePt t="71796" x="11155363" y="4859338"/>
          <p14:tracePt t="71804" x="11155363" y="4843463"/>
          <p14:tracePt t="71812" x="11171238" y="4843463"/>
          <p14:tracePt t="71860" x="11171238" y="4859338"/>
          <p14:tracePt t="71868" x="11171238" y="4933950"/>
          <p14:tracePt t="71876" x="11171238" y="4975225"/>
          <p14:tracePt t="71884" x="11171238" y="5016500"/>
          <p14:tracePt t="71893" x="11171238" y="5067300"/>
          <p14:tracePt t="71901" x="11171238" y="5141913"/>
          <p14:tracePt t="71909" x="11171238" y="5224463"/>
          <p14:tracePt t="71917" x="11155363" y="5265738"/>
          <p14:tracePt t="71925" x="11147425" y="5324475"/>
          <p14:tracePt t="71933" x="11129963" y="5365750"/>
          <p14:tracePt t="71941" x="11129963" y="5373688"/>
          <p14:tracePt t="71949" x="11129963" y="5389563"/>
          <p14:tracePt t="71957" x="11114088" y="5407025"/>
          <p14:tracePt t="71973" x="11114088" y="5422900"/>
          <p14:tracePt t="72022" x="11114088" y="5407025"/>
          <p14:tracePt t="72030" x="11114088" y="5389563"/>
          <p14:tracePt t="72038" x="11129963" y="5365750"/>
          <p14:tracePt t="72046" x="11147425" y="5348288"/>
          <p14:tracePt t="72054" x="11155363" y="5324475"/>
          <p14:tracePt t="72062" x="11171238" y="5281613"/>
          <p14:tracePt t="72070" x="11196638" y="5265738"/>
          <p14:tracePt t="72078" x="11214100" y="5249863"/>
          <p14:tracePt t="72086" x="11229975" y="5224463"/>
          <p14:tracePt t="72094" x="11255375" y="5207000"/>
          <p14:tracePt t="72102" x="11271250" y="5199063"/>
          <p14:tracePt t="72110" x="11288713" y="5199063"/>
          <p14:tracePt t="72127" x="11296650" y="5183188"/>
          <p14:tracePt t="72135" x="11312525" y="5183188"/>
          <p14:tracePt t="72143" x="11329988" y="5183188"/>
          <p14:tracePt t="72151" x="11337925" y="5183188"/>
          <p14:tracePt t="72167" x="11353800" y="5183188"/>
          <p14:tracePt t="72175" x="11371263" y="5207000"/>
          <p14:tracePt t="72183" x="11371263" y="5240338"/>
          <p14:tracePt t="72191" x="11395075" y="5249863"/>
          <p14:tracePt t="72199" x="11395075" y="5281613"/>
          <p14:tracePt t="72207" x="11412538" y="5291138"/>
          <p14:tracePt t="72216" x="11412538" y="5324475"/>
          <p14:tracePt t="72223" x="11420475" y="5332413"/>
          <p14:tracePt t="72232" x="11420475" y="5348288"/>
          <p14:tracePt t="72256" x="11420475" y="5365750"/>
          <p14:tracePt t="72265" x="11437938" y="5365750"/>
          <p14:tracePt t="72304" x="11453813" y="5365750"/>
          <p14:tracePt t="72312" x="11453813" y="5348288"/>
          <p14:tracePt t="72320" x="11461750" y="5324475"/>
          <p14:tracePt t="72328" x="11479213" y="5324475"/>
          <p14:tracePt t="72337" x="11479213" y="5307013"/>
          <p14:tracePt t="72345" x="11479213" y="5291138"/>
          <p14:tracePt t="72353" x="11495088" y="5291138"/>
          <p14:tracePt t="72369" x="11495088" y="5281613"/>
          <p14:tracePt t="72441" x="11495088" y="5291138"/>
          <p14:tracePt t="72451" x="11495088" y="5307013"/>
          <p14:tracePt t="72458" x="11495088" y="5324475"/>
          <p14:tracePt t="72465" x="11495088" y="536575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筆跡, 字型, 書法 的圖片&#10;&#10;AI 產生的內容可能不正確。">
            <a:extLst>
              <a:ext uri="{FF2B5EF4-FFF2-40B4-BE49-F238E27FC236}">
                <a16:creationId xmlns:a16="http://schemas.microsoft.com/office/drawing/2014/main" id="{98C32834-528A-294D-6C9A-1E2106340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408" y="2990425"/>
            <a:ext cx="4953122" cy="38675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4C26CE3-2F73-DA47-599C-B6DAB2D0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with Replacement Estimator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0048FB7-1940-4E97-44F8-0BDDAFB27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set of </a:t>
                </a:r>
                <a:r>
                  <a:rPr lang="en-US" sz="1800" noProof="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 samples with replacement </a:t>
                </a: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First, we claim that, using the </a:t>
                </a:r>
                <a:r>
                  <a:rPr lang="en-US" sz="1800" noProof="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mean as baseline</a:t>
                </a: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equivalent to using the </a:t>
                </a:r>
                <a:r>
                  <a:rPr lang="en-US" sz="1800" noProof="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the other elements in the batch</a:t>
                </a: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proof simply follows:</a:t>
                </a:r>
                <a:endParaRPr lang="de-DE" altLang="zh-TW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0048FB7-1940-4E97-44F8-0BDDAFB27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音訊 10">
            <a:extLst>
              <a:ext uri="{FF2B5EF4-FFF2-40B4-BE49-F238E27FC236}">
                <a16:creationId xmlns:a16="http://schemas.microsoft.com/office/drawing/2014/main" id="{E4B50A4B-83F6-C97E-B99C-8A8516CDFD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7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140"/>
    </mc:Choice>
    <mc:Fallback xmlns="">
      <p:transition spd="slow" advTm="74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96" x="11420475" y="5365750"/>
          <p14:tracePt t="504" x="11196638" y="5365750"/>
          <p14:tracePt t="512" x="11047413" y="5365750"/>
          <p14:tracePt t="520" x="10839450" y="5324475"/>
          <p14:tracePt t="528" x="10574338" y="5249863"/>
          <p14:tracePt t="536" x="10267950" y="5165725"/>
          <p14:tracePt t="544" x="9869488" y="5026025"/>
          <p14:tracePt t="552" x="9521825" y="4900613"/>
          <p14:tracePt t="560" x="9105900" y="4710113"/>
          <p14:tracePt t="568" x="8235950" y="4386263"/>
          <p14:tracePt t="576" x="7439025" y="4046538"/>
          <p14:tracePt t="584" x="6618288" y="3657600"/>
          <p14:tracePt t="592" x="5897563" y="3341688"/>
          <p14:tracePt t="601" x="5267325" y="3017838"/>
          <p14:tracePt t="608" x="4702175" y="2719388"/>
          <p14:tracePt t="617" x="4511675" y="2595563"/>
          <p14:tracePt t="625" x="4064000" y="2363788"/>
          <p14:tracePt t="634" x="3673475" y="2139950"/>
          <p14:tracePt t="641" x="3367088" y="1939925"/>
          <p14:tracePt t="650" x="3101975" y="1774825"/>
          <p14:tracePt t="657" x="2819400" y="1617663"/>
          <p14:tracePt t="667" x="2595563" y="1468438"/>
          <p14:tracePt t="673" x="2405063" y="1343025"/>
          <p14:tracePt t="683" x="2222500" y="1201738"/>
          <p14:tracePt t="689" x="2165350" y="1169988"/>
          <p14:tracePt t="700" x="2057400" y="1077913"/>
          <p14:tracePt t="705" x="1965325" y="1020763"/>
          <p14:tracePt t="717" x="1898650" y="962025"/>
          <p14:tracePt t="722" x="1857375" y="936625"/>
          <p14:tracePt t="735" x="1816100" y="903288"/>
          <p14:tracePt t="738" x="1800225" y="895350"/>
          <p14:tracePt t="750" x="1790700" y="879475"/>
          <p14:tracePt t="754" x="1758950" y="854075"/>
          <p14:tracePt t="767" x="1733550" y="838200"/>
          <p14:tracePt t="770" x="1716088" y="820738"/>
          <p14:tracePt t="783" x="1692275" y="795338"/>
          <p14:tracePt t="786" x="1658938" y="771525"/>
          <p14:tracePt t="800" x="1617663" y="738188"/>
          <p14:tracePt t="804" x="1592263" y="712788"/>
          <p14:tracePt t="817" x="1576388" y="696913"/>
          <p14:tracePt t="820" x="1550988" y="671513"/>
          <p14:tracePt t="834" x="1535113" y="655638"/>
          <p14:tracePt t="835" x="1535113" y="638175"/>
          <p14:tracePt t="843" x="1525588" y="638175"/>
          <p14:tracePt t="851" x="1525588" y="630238"/>
          <p14:tracePt t="875" x="1525588" y="614363"/>
          <p14:tracePt t="932" x="1535113" y="614363"/>
          <p14:tracePt t="939" x="1592263" y="614363"/>
          <p14:tracePt t="948" x="1692275" y="614363"/>
          <p14:tracePt t="956" x="1800225" y="614363"/>
          <p14:tracePt t="964" x="1957388" y="638175"/>
          <p14:tracePt t="984" x="2405063" y="754063"/>
          <p14:tracePt t="988" x="2587625" y="812800"/>
          <p14:tracePt t="1000" x="2803525" y="862013"/>
          <p14:tracePt t="1004" x="2986088" y="920750"/>
          <p14:tracePt t="1017" x="3143250" y="977900"/>
          <p14:tracePt t="1020" x="3292475" y="1036638"/>
          <p14:tracePt t="1033" x="3425825" y="1077913"/>
          <p14:tracePt t="1036" x="3467100" y="1085850"/>
          <p14:tracePt t="1050" x="3657600" y="1144588"/>
          <p14:tracePt t="1054" x="3698875" y="1169988"/>
          <p14:tracePt t="1067" x="3781425" y="1219200"/>
          <p14:tracePt t="1070" x="3856038" y="1227138"/>
          <p14:tracePt t="1084" x="4005263" y="1301750"/>
          <p14:tracePt t="1085" x="4038600" y="1309688"/>
          <p14:tracePt t="1097" x="4164013" y="1368425"/>
          <p14:tracePt t="1101" x="4187825" y="1384300"/>
          <p14:tracePt t="1109" x="4262438" y="1409700"/>
          <p14:tracePt t="1117" x="4329113" y="1435100"/>
          <p14:tracePt t="1125" x="4387850" y="1468438"/>
          <p14:tracePt t="1133" x="4411663" y="1484313"/>
          <p14:tracePt t="1141" x="4470400" y="1492250"/>
          <p14:tracePt t="1150" x="4511675" y="1492250"/>
          <p14:tracePt t="1157" x="4529138" y="1509713"/>
          <p14:tracePt t="1167" x="4552950" y="1509713"/>
          <p14:tracePt t="1174" x="4578350" y="1525588"/>
          <p14:tracePt t="1190" x="4594225" y="1525588"/>
          <p14:tracePt t="1432" x="4611688" y="1525588"/>
          <p14:tracePt t="1440" x="4702175" y="1509713"/>
          <p14:tracePt t="1450" x="4802188" y="1492250"/>
          <p14:tracePt t="1456" x="4884738" y="1468438"/>
          <p14:tracePt t="1464" x="4984750" y="1435100"/>
          <p14:tracePt t="1472" x="5167313" y="1393825"/>
          <p14:tracePt t="1481" x="5324475" y="1350963"/>
          <p14:tracePt t="1489" x="5473700" y="1309688"/>
          <p14:tracePt t="1497" x="5630863" y="1285875"/>
          <p14:tracePt t="1505" x="5780088" y="1244600"/>
          <p14:tracePt t="1513" x="5938838" y="1219200"/>
          <p14:tracePt t="1521" x="6062663" y="1201738"/>
          <p14:tracePt t="1529" x="6170613" y="1169988"/>
          <p14:tracePt t="1537" x="6229350" y="1169988"/>
          <p14:tracePt t="1545" x="6327775" y="1160463"/>
          <p14:tracePt t="1553" x="6394450" y="1144588"/>
          <p14:tracePt t="1561" x="6453188" y="1144588"/>
          <p14:tracePt t="1569" x="6494463" y="1127125"/>
          <p14:tracePt t="1577" x="6510338" y="1127125"/>
          <p14:tracePt t="1585" x="6518275" y="1127125"/>
          <p14:tracePt t="1593" x="6535738" y="1127125"/>
          <p14:tracePt t="1618" x="6551613" y="1127125"/>
          <p14:tracePt t="1682" x="6494463" y="1127125"/>
          <p14:tracePt t="1690" x="6435725" y="1127125"/>
          <p14:tracePt t="1700" x="6337300" y="1127125"/>
          <p14:tracePt t="1707" x="6245225" y="1127125"/>
          <p14:tracePt t="1715" x="6121400" y="1127125"/>
          <p14:tracePt t="1734" x="5822950" y="1127125"/>
          <p14:tracePt t="1739" x="5640388" y="1144588"/>
          <p14:tracePt t="1750" x="5416550" y="1144588"/>
          <p14:tracePt t="1755" x="5018088" y="1169988"/>
          <p14:tracePt t="1767" x="4902200" y="1169988"/>
          <p14:tracePt t="1771" x="4635500" y="1201738"/>
          <p14:tracePt t="1783" x="4370388" y="1201738"/>
          <p14:tracePt t="1787" x="4122738" y="1219200"/>
          <p14:tracePt t="1800" x="3940175" y="1244600"/>
          <p14:tracePt t="1803" x="3856038" y="1244600"/>
          <p14:tracePt t="1817" x="3698875" y="1244600"/>
          <p14:tracePt t="1819" x="3590925" y="1260475"/>
          <p14:tracePt t="1834" x="3508375" y="1260475"/>
          <p14:tracePt t="1836" x="3433763" y="1260475"/>
          <p14:tracePt t="1850" x="3408363" y="1268413"/>
          <p14:tracePt t="1853" x="3367088" y="1268413"/>
          <p14:tracePt t="1867" x="3333750" y="1268413"/>
          <p14:tracePt t="1868" x="3325813" y="1268413"/>
          <p14:tracePt t="1876" x="3292475" y="1268413"/>
          <p14:tracePt t="1884" x="3284538" y="1268413"/>
          <p14:tracePt t="1892" x="3267075" y="1285875"/>
          <p14:tracePt t="1900" x="3251200" y="1285875"/>
          <p14:tracePt t="1908" x="3243263" y="1285875"/>
          <p14:tracePt t="1917" x="3225800" y="1285875"/>
          <p14:tracePt t="1924" x="3209925" y="1285875"/>
          <p14:tracePt t="1941" x="3209925" y="1301750"/>
          <p14:tracePt t="1957" x="3201988" y="1301750"/>
          <p14:tracePt t="1997" x="3184525" y="1301750"/>
          <p14:tracePt t="2005" x="3184525" y="1309688"/>
          <p14:tracePt t="2021" x="3168650" y="1309688"/>
          <p14:tracePt t="2045" x="3160713" y="1309688"/>
          <p14:tracePt t="2207" x="3168650" y="1309688"/>
          <p14:tracePt t="2223" x="3184525" y="1309688"/>
          <p14:tracePt t="2231" x="3201988" y="1309688"/>
          <p14:tracePt t="2239" x="3243263" y="1309688"/>
          <p14:tracePt t="2247" x="3292475" y="1309688"/>
          <p14:tracePt t="2256" x="3309938" y="1309688"/>
          <p14:tracePt t="2264" x="3408363" y="1309688"/>
          <p14:tracePt t="2272" x="3449638" y="1309688"/>
          <p14:tracePt t="2280" x="3516313" y="1309688"/>
          <p14:tracePt t="2288" x="3575050" y="1309688"/>
          <p14:tracePt t="2296" x="3632200" y="1309688"/>
          <p14:tracePt t="2304" x="3657600" y="1309688"/>
          <p14:tracePt t="2312" x="3698875" y="1309688"/>
          <p14:tracePt t="2320" x="3716338" y="1309688"/>
          <p14:tracePt t="2328" x="3740150" y="1309688"/>
          <p14:tracePt t="2336" x="3757613" y="1309688"/>
          <p14:tracePt t="2344" x="3773488" y="1309688"/>
          <p14:tracePt t="2360" x="3781425" y="1309688"/>
          <p14:tracePt t="2385" x="3798888" y="1327150"/>
          <p14:tracePt t="9844" x="3856038" y="1327150"/>
          <p14:tracePt t="9851" x="3898900" y="1327150"/>
          <p14:tracePt t="9859" x="3981450" y="1327150"/>
          <p14:tracePt t="9867" x="4064000" y="1327150"/>
          <p14:tracePt t="9875" x="4171950" y="1327150"/>
          <p14:tracePt t="9883" x="4271963" y="1327150"/>
          <p14:tracePt t="9892" x="4429125" y="1327150"/>
          <p14:tracePt t="9900" x="4552950" y="1327150"/>
          <p14:tracePt t="9908" x="4702175" y="1327150"/>
          <p14:tracePt t="9917" x="4860925" y="1327150"/>
          <p14:tracePt t="9924" x="4967288" y="1327150"/>
          <p14:tracePt t="9933" x="5026025" y="1327150"/>
          <p14:tracePt t="9940" x="5149850" y="1327150"/>
          <p14:tracePt t="9948" x="5224463" y="1327150"/>
          <p14:tracePt t="9956" x="5324475" y="1327150"/>
          <p14:tracePt t="9964" x="5373688" y="1327150"/>
          <p14:tracePt t="9972" x="5407025" y="1327150"/>
          <p14:tracePt t="9980" x="5448300" y="1327150"/>
          <p14:tracePt t="9988" x="5457825" y="1327150"/>
          <p14:tracePt t="9996" x="5473700" y="1327150"/>
          <p14:tracePt t="10005" x="5491163" y="1327150"/>
          <p14:tracePt t="10020" x="5499100" y="1327150"/>
          <p14:tracePt t="10029" x="5514975" y="1327150"/>
          <p14:tracePt t="10037" x="5556250" y="1327150"/>
          <p14:tracePt t="10045" x="5589588" y="1327150"/>
          <p14:tracePt t="10053" x="5630863" y="1327150"/>
          <p14:tracePt t="10061" x="5681663" y="1327150"/>
          <p14:tracePt t="10069" x="5738813" y="1327150"/>
          <p14:tracePt t="10077" x="5780088" y="1327150"/>
          <p14:tracePt t="10085" x="5838825" y="1327150"/>
          <p14:tracePt t="10097" x="5905500" y="1327150"/>
          <p14:tracePt t="10101" x="5962650" y="1327150"/>
          <p14:tracePt t="10109" x="6088063" y="1309688"/>
          <p14:tracePt t="10117" x="6162675" y="1301750"/>
          <p14:tracePt t="10126" x="6253163" y="1285875"/>
          <p14:tracePt t="10134" x="6353175" y="1268413"/>
          <p14:tracePt t="10142" x="6477000" y="1260475"/>
          <p14:tracePt t="10150" x="6592888" y="1260475"/>
          <p14:tracePt t="10158" x="6651625" y="1244600"/>
          <p14:tracePt t="10167" x="6743700" y="1244600"/>
          <p14:tracePt t="10174" x="6818313" y="1227138"/>
          <p14:tracePt t="10183" x="6867525" y="1227138"/>
          <p14:tracePt t="10190" x="6924675" y="1227138"/>
          <p14:tracePt t="10200" x="6958013" y="1219200"/>
          <p14:tracePt t="10206" x="6983413" y="1219200"/>
          <p14:tracePt t="10217" x="6999288" y="1219200"/>
          <p14:tracePt t="10223" x="7008813" y="1219200"/>
          <p14:tracePt t="10234" x="7024688" y="1219200"/>
          <p14:tracePt t="10238" x="7065963" y="1201738"/>
          <p14:tracePt t="10250" x="7091363" y="1201738"/>
          <p14:tracePt t="10254" x="7132638" y="1185863"/>
          <p14:tracePt t="10267" x="7207250" y="1185863"/>
          <p14:tracePt t="10271" x="7248525" y="1185863"/>
          <p14:tracePt t="10283" x="7315200" y="1185863"/>
          <p14:tracePt t="10287" x="7373938" y="1169988"/>
          <p14:tracePt t="10301" x="7431088" y="1169988"/>
          <p14:tracePt t="10304" x="7472363" y="1169988"/>
          <p14:tracePt t="10317" x="7513638" y="1169988"/>
          <p14:tracePt t="10319" x="7539038" y="1169988"/>
          <p14:tracePt t="10334" x="7580313" y="1169988"/>
          <p14:tracePt t="10336" x="7613650" y="1169988"/>
          <p14:tracePt t="10350" x="7621588" y="1169988"/>
          <p14:tracePt t="10353" x="7662863" y="1169988"/>
          <p14:tracePt t="10367" x="7680325" y="1169988"/>
          <p14:tracePt t="10368" x="7721600" y="1169988"/>
          <p14:tracePt t="10376" x="7780338" y="1169988"/>
          <p14:tracePt t="10384" x="7804150" y="1169988"/>
          <p14:tracePt t="10392" x="7845425" y="1169988"/>
          <p14:tracePt t="10401" x="7886700" y="1169988"/>
          <p14:tracePt t="10408" x="7904163" y="1169988"/>
          <p14:tracePt t="10417" x="7945438" y="1169988"/>
          <p14:tracePt t="10424" x="7962900" y="1160463"/>
          <p14:tracePt t="10434" x="8004175" y="1160463"/>
          <p14:tracePt t="10441" x="8020050" y="1160463"/>
          <p14:tracePt t="10450" x="8102600" y="1144588"/>
          <p14:tracePt t="10456" x="8112125" y="1144588"/>
          <p14:tracePt t="10467" x="8169275" y="1144588"/>
          <p14:tracePt t="10473" x="8228013" y="1127125"/>
          <p14:tracePt t="10483" x="8285163" y="1127125"/>
          <p14:tracePt t="10489" x="8351838" y="1127125"/>
          <p14:tracePt t="10500" x="8410575" y="1127125"/>
          <p14:tracePt t="10505" x="8451850" y="1127125"/>
          <p14:tracePt t="10517" x="8501063" y="1127125"/>
          <p14:tracePt t="10521" x="8634413" y="1127125"/>
          <p14:tracePt t="10534" x="8699500" y="1127125"/>
          <p14:tracePt t="10538" x="8766175" y="1127125"/>
          <p14:tracePt t="10550" x="8866188" y="1127125"/>
          <p14:tracePt t="10553" x="8990013" y="1119188"/>
          <p14:tracePt t="10567" x="9090025" y="1119188"/>
          <p14:tracePt t="10570" x="9190038" y="1119188"/>
          <p14:tracePt t="10583" x="9297988" y="1119188"/>
          <p14:tracePt t="10586" x="9429750" y="1119188"/>
          <p14:tracePt t="10600" x="9555163" y="1119188"/>
          <p14:tracePt t="10603" x="9678988" y="1119188"/>
          <p14:tracePt t="10617" x="9802813" y="1119188"/>
          <p14:tracePt t="10619" x="9918700" y="1119188"/>
          <p14:tracePt t="10634" x="9969500" y="1119188"/>
          <p14:tracePt t="10635" x="10069513" y="1119188"/>
          <p14:tracePt t="10642" x="10167938" y="1119188"/>
          <p14:tracePt t="10650" x="10234613" y="1119188"/>
          <p14:tracePt t="10658" x="10293350" y="1119188"/>
          <p14:tracePt t="10667" x="10358438" y="1119188"/>
          <p14:tracePt t="10674" x="10417175" y="1119188"/>
          <p14:tracePt t="10683" x="10475913" y="1119188"/>
          <p14:tracePt t="10691" x="10499725" y="1119188"/>
          <p14:tracePt t="10700" x="10541000" y="1119188"/>
          <p14:tracePt t="10707" x="10574338" y="1119188"/>
          <p14:tracePt t="10717" x="10599738" y="1119188"/>
          <p14:tracePt t="10723" x="10625138" y="1119188"/>
          <p14:tracePt t="10734" x="10641013" y="1119188"/>
          <p14:tracePt t="10747" x="10656888" y="1119188"/>
          <p14:tracePt t="10755" x="10666413" y="1119188"/>
          <p14:tracePt t="10884" x="10625138" y="1119188"/>
          <p14:tracePt t="10893" x="10582275" y="1119188"/>
          <p14:tracePt t="10901" x="10491788" y="1119188"/>
          <p14:tracePt t="10909" x="10358438" y="1119188"/>
          <p14:tracePt t="10918" x="10093325" y="1127125"/>
          <p14:tracePt t="10925" x="9844088" y="1160463"/>
          <p14:tracePt t="10934" x="9694863" y="1169988"/>
          <p14:tracePt t="10941" x="9190038" y="1169988"/>
          <p14:tracePt t="10950" x="8783638" y="1169988"/>
          <p14:tracePt t="10957" x="8335963" y="1169988"/>
          <p14:tracePt t="10967" x="7780338" y="1169988"/>
          <p14:tracePt t="10973" x="7207250" y="1169988"/>
          <p14:tracePt t="10983" x="6518275" y="1169988"/>
          <p14:tracePt t="10990" x="5897563" y="1169988"/>
          <p14:tracePt t="10997" x="5267325" y="1169988"/>
          <p14:tracePt t="11006" x="4652963" y="1169988"/>
          <p14:tracePt t="11014" x="4130675" y="1169988"/>
          <p14:tracePt t="11022" x="3575050" y="1201738"/>
          <p14:tracePt t="11030" x="3392488" y="1201738"/>
          <p14:tracePt t="11038" x="2986088" y="1227138"/>
          <p14:tracePt t="11046" x="2654300" y="1260475"/>
          <p14:tracePt t="11054" x="2347913" y="1260475"/>
          <p14:tracePt t="11062" x="2081213" y="1285875"/>
          <p14:tracePt t="11070" x="1874838" y="1285875"/>
          <p14:tracePt t="11078" x="1651000" y="1301750"/>
          <p14:tracePt t="11086" x="1576388" y="1301750"/>
          <p14:tracePt t="11097" x="1450975" y="1309688"/>
          <p14:tracePt t="11102" x="1352550" y="1309688"/>
          <p14:tracePt t="11110" x="1260475" y="1309688"/>
          <p14:tracePt t="11118" x="1203325" y="1327150"/>
          <p14:tracePt t="11127" x="1169988" y="1327150"/>
          <p14:tracePt t="11134" x="1144588" y="1327150"/>
          <p14:tracePt t="11143" x="1119188" y="1327150"/>
          <p14:tracePt t="11159" x="1103313" y="1327150"/>
          <p14:tracePt t="11336" x="1128713" y="1327150"/>
          <p14:tracePt t="11345" x="1185863" y="1327150"/>
          <p14:tracePt t="11353" x="1301750" y="1327150"/>
          <p14:tracePt t="11361" x="1427163" y="1327150"/>
          <p14:tracePt t="11369" x="1692275" y="1350963"/>
          <p14:tracePt t="11377" x="1982788" y="1368425"/>
          <p14:tracePt t="11385" x="2330450" y="1393825"/>
          <p14:tracePt t="11393" x="2736850" y="1425575"/>
          <p14:tracePt t="11401" x="2919413" y="1435100"/>
          <p14:tracePt t="11409" x="3267075" y="1435100"/>
          <p14:tracePt t="11417" x="3557588" y="1468438"/>
          <p14:tracePt t="11425" x="3781425" y="1468438"/>
          <p14:tracePt t="11434" x="3856038" y="1468438"/>
          <p14:tracePt t="11441" x="4005263" y="1484313"/>
          <p14:tracePt t="11450" x="4130675" y="1484313"/>
          <p14:tracePt t="11458" x="4187825" y="1484313"/>
          <p14:tracePt t="11467" x="4221163" y="1484313"/>
          <p14:tracePt t="11474" x="4246563" y="1484313"/>
          <p14:tracePt t="11483" x="4262438" y="1484313"/>
          <p14:tracePt t="11490" x="4271963" y="1484313"/>
          <p14:tracePt t="11530" x="4271963" y="1492250"/>
          <p14:tracePt t="11571" x="4262438" y="1492250"/>
          <p14:tracePt t="11579" x="4246563" y="1492250"/>
          <p14:tracePt t="11587" x="4205288" y="1509713"/>
          <p14:tracePt t="11595" x="4164013" y="1509713"/>
          <p14:tracePt t="11603" x="4105275" y="1525588"/>
          <p14:tracePt t="11611" x="4005263" y="1533525"/>
          <p14:tracePt t="11619" x="3906838" y="1550988"/>
          <p14:tracePt t="11627" x="3757613" y="1566863"/>
          <p14:tracePt t="11635" x="3575050" y="1576388"/>
          <p14:tracePt t="11643" x="3351213" y="1608138"/>
          <p14:tracePt t="11651" x="3127375" y="1633538"/>
          <p14:tracePt t="11660" x="2878138" y="1658938"/>
          <p14:tracePt t="11667" x="2654300" y="1700213"/>
          <p14:tracePt t="11676" x="2389188" y="1716088"/>
          <p14:tracePt t="11684" x="2181225" y="1749425"/>
          <p14:tracePt t="11692" x="1982788" y="1774825"/>
          <p14:tracePt t="11700" x="1916113" y="1790700"/>
          <p14:tracePt t="11708" x="1758950" y="1816100"/>
          <p14:tracePt t="11717" x="1658938" y="1831975"/>
          <p14:tracePt t="11724" x="1592263" y="1831975"/>
          <p14:tracePt t="11733" x="1535113" y="1831975"/>
          <p14:tracePt t="11740" x="1525588" y="1831975"/>
          <p14:tracePt t="11749" x="1492250" y="1831975"/>
          <p14:tracePt t="11821" x="1550988" y="1831975"/>
          <p14:tracePt t="11829" x="1674813" y="1831975"/>
          <p14:tracePt t="11837" x="1800225" y="1831975"/>
          <p14:tracePt t="11845" x="1982788" y="1831975"/>
          <p14:tracePt t="11853" x="2165350" y="1831975"/>
          <p14:tracePt t="11868" x="2347913" y="1831975"/>
          <p14:tracePt t="11870" x="2571750" y="1874838"/>
          <p14:tracePt t="11883" x="2795588" y="1916113"/>
          <p14:tracePt t="11887" x="2978150" y="1939925"/>
          <p14:tracePt t="11901" x="3043238" y="1957388"/>
          <p14:tracePt t="11903" x="3201988" y="1998663"/>
          <p14:tracePt t="11916" x="3292475" y="2014538"/>
          <p14:tracePt t="11919" x="3392488" y="2024063"/>
          <p14:tracePt t="11934" x="3467100" y="2039938"/>
          <p14:tracePt t="11934" x="3516313" y="2055813"/>
          <p14:tracePt t="11942" x="3557588" y="2065338"/>
          <p14:tracePt t="11950" x="3575050" y="2065338"/>
          <p14:tracePt t="11958" x="3598863" y="2081213"/>
          <p14:tracePt t="11967" x="3616325" y="2081213"/>
          <p14:tracePt t="11974" x="3616325" y="2098675"/>
          <p14:tracePt t="11983" x="3632200" y="2098675"/>
          <p14:tracePt t="11990" x="3641725" y="2098675"/>
          <p14:tracePt t="12000" x="3641725" y="2106613"/>
          <p14:tracePt t="12014" x="3657600" y="2106613"/>
          <p14:tracePt t="12023" x="3657600" y="2122488"/>
          <p14:tracePt t="12725" x="3698875" y="2139950"/>
          <p14:tracePt t="12734" x="3781425" y="2189163"/>
          <p14:tracePt t="12741" x="3814763" y="2206625"/>
          <p14:tracePt t="12751" x="3898900" y="2247900"/>
          <p14:tracePt t="12757" x="3963988" y="2289175"/>
          <p14:tracePt t="12767" x="4038600" y="2305050"/>
          <p14:tracePt t="12773" x="4079875" y="2330450"/>
          <p14:tracePt t="12783" x="4122738" y="2346325"/>
          <p14:tracePt t="12790" x="4146550" y="2363788"/>
          <p14:tracePt t="12798" x="4171950" y="2363788"/>
          <p14:tracePt t="12806" x="4171950" y="2371725"/>
          <p14:tracePt t="12814" x="4187825" y="2371725"/>
          <p14:tracePt t="12822" x="4205288" y="2371725"/>
          <p14:tracePt t="12862" x="4205288" y="2387600"/>
          <p14:tracePt t="12870" x="4187825" y="2387600"/>
          <p14:tracePt t="12878" x="4146550" y="2405063"/>
          <p14:tracePt t="12887" x="4079875" y="2413000"/>
          <p14:tracePt t="12895" x="3981450" y="2430463"/>
          <p14:tracePt t="12903" x="3865563" y="2454275"/>
          <p14:tracePt t="12911" x="3740150" y="2487613"/>
          <p14:tracePt t="12919" x="3557588" y="2513013"/>
          <p14:tracePt t="12927" x="3333750" y="2546350"/>
          <p14:tracePt t="12935" x="3109913" y="2554288"/>
          <p14:tracePt t="12943" x="2852738" y="2587625"/>
          <p14:tracePt t="12951" x="2595563" y="2595563"/>
          <p14:tracePt t="12959" x="2289175" y="2628900"/>
          <p14:tracePt t="12967" x="2039938" y="2628900"/>
          <p14:tracePt t="12975" x="1774825" y="2628900"/>
          <p14:tracePt t="12983" x="1550988" y="2628900"/>
          <p14:tracePt t="12991" x="1476375" y="2628900"/>
          <p14:tracePt t="13000" x="1327150" y="2628900"/>
          <p14:tracePt t="13008" x="1203325" y="2628900"/>
          <p14:tracePt t="13017" x="1128713" y="2595563"/>
          <p14:tracePt t="13024" x="1103313" y="2595563"/>
          <p14:tracePt t="13034" x="1077913" y="2587625"/>
          <p14:tracePt t="13040" x="1044575" y="2587625"/>
          <p14:tracePt t="13050" x="1044575" y="2570163"/>
          <p14:tracePt t="13088" x="1044575" y="2554288"/>
          <p14:tracePt t="13112" x="1044575" y="2546350"/>
          <p14:tracePt t="13145" x="1077913" y="2528888"/>
          <p14:tracePt t="13153" x="1085850" y="2513013"/>
          <p14:tracePt t="13161" x="1119188" y="2495550"/>
          <p14:tracePt t="13169" x="1128713" y="2495550"/>
          <p14:tracePt t="13177" x="1160463" y="2487613"/>
          <p14:tracePt t="13185" x="1185863" y="2487613"/>
          <p14:tracePt t="13193" x="1203325" y="2487613"/>
          <p14:tracePt t="13201" x="1227138" y="2471738"/>
          <p14:tracePt t="13209" x="1244600" y="2471738"/>
          <p14:tracePt t="13217" x="1268413" y="2471738"/>
          <p14:tracePt t="13226" x="1301750" y="2471738"/>
          <p14:tracePt t="13234" x="1309688" y="2454275"/>
          <p14:tracePt t="13242" x="1343025" y="2454275"/>
          <p14:tracePt t="13250" x="1352550" y="2454275"/>
          <p14:tracePt t="13258" x="1384300" y="2446338"/>
          <p14:tracePt t="13267" x="1409700" y="2446338"/>
          <p14:tracePt t="13274" x="1427163" y="2430463"/>
          <p14:tracePt t="13283" x="1435100" y="2430463"/>
          <p14:tracePt t="13290" x="1468438" y="2413000"/>
          <p14:tracePt t="13299" x="1476375" y="2413000"/>
          <p14:tracePt t="13306" x="1509713" y="2405063"/>
          <p14:tracePt t="13314" x="1525588" y="2405063"/>
          <p14:tracePt t="13322" x="1535113" y="2405063"/>
          <p14:tracePt t="13331" x="1566863" y="2387600"/>
          <p14:tracePt t="13339" x="1576388" y="2387600"/>
          <p14:tracePt t="13347" x="1609725" y="2387600"/>
          <p14:tracePt t="13355" x="1651000" y="2371725"/>
          <p14:tracePt t="13363" x="1674813" y="2371725"/>
          <p14:tracePt t="13371" x="1700213" y="2371725"/>
          <p14:tracePt t="13379" x="1758950" y="2363788"/>
          <p14:tracePt t="13387" x="1790700" y="2363788"/>
          <p14:tracePt t="13395" x="1816100" y="2346325"/>
          <p14:tracePt t="13403" x="1841500" y="2346325"/>
          <p14:tracePt t="13411" x="1874838" y="2346325"/>
          <p14:tracePt t="13419" x="1898650" y="2346325"/>
          <p14:tracePt t="13436" x="1924050" y="2346325"/>
          <p14:tracePt t="13452" x="1941513" y="2346325"/>
          <p14:tracePt t="13460" x="1957388" y="2346325"/>
          <p14:tracePt t="13468" x="1965325" y="2346325"/>
          <p14:tracePt t="13476" x="1982788" y="2346325"/>
          <p14:tracePt t="13492" x="1998663" y="2346325"/>
          <p14:tracePt t="13516" x="2006600" y="2346325"/>
          <p14:tracePt t="13524" x="2024063" y="2346325"/>
          <p14:tracePt t="13759" x="2006600" y="2346325"/>
          <p14:tracePt t="13936" x="2006600" y="2330450"/>
          <p14:tracePt t="13952" x="2024063" y="2330450"/>
          <p14:tracePt t="13992" x="2039938" y="2330450"/>
          <p14:tracePt t="14009" x="2057400" y="2330450"/>
          <p14:tracePt t="14017" x="2065338" y="2330450"/>
          <p14:tracePt t="14025" x="2098675" y="2330450"/>
          <p14:tracePt t="14033" x="2122488" y="2330450"/>
          <p14:tracePt t="14041" x="2147888" y="2330450"/>
          <p14:tracePt t="14050" x="2189163" y="2330450"/>
          <p14:tracePt t="14057" x="2222500" y="2330450"/>
          <p14:tracePt t="14066" x="2263775" y="2330450"/>
          <p14:tracePt t="14073" x="2289175" y="2330450"/>
          <p14:tracePt t="14083" x="2330450" y="2330450"/>
          <p14:tracePt t="14090" x="2371725" y="2330450"/>
          <p14:tracePt t="14098" x="2405063" y="2330450"/>
          <p14:tracePt t="14106" x="2497138" y="2330450"/>
          <p14:tracePt t="14114" x="2554288" y="2330450"/>
          <p14:tracePt t="14122" x="2654300" y="2330450"/>
          <p14:tracePt t="14130" x="2720975" y="2330450"/>
          <p14:tracePt t="14138" x="2778125" y="2330450"/>
          <p14:tracePt t="14146" x="2852738" y="2330450"/>
          <p14:tracePt t="14154" x="2903538" y="2330450"/>
          <p14:tracePt t="14162" x="2978150" y="2346325"/>
          <p14:tracePt t="14170" x="3027363" y="2346325"/>
          <p14:tracePt t="14178" x="3060700" y="2363788"/>
          <p14:tracePt t="14186" x="3109913" y="2363788"/>
          <p14:tracePt t="14194" x="3143250" y="2363788"/>
          <p14:tracePt t="14202" x="3160713" y="2363788"/>
          <p14:tracePt t="14210" x="3184525" y="2363788"/>
          <p14:tracePt t="14219" x="3201988" y="2363788"/>
          <p14:tracePt t="14235" x="3209925" y="2363788"/>
          <p14:tracePt t="14259" x="3225800" y="2363788"/>
          <p14:tracePt t="14372" x="3209925" y="2363788"/>
          <p14:tracePt t="14380" x="3201988" y="2363788"/>
          <p14:tracePt t="14388" x="3168650" y="2363788"/>
          <p14:tracePt t="14396" x="3109913" y="2363788"/>
          <p14:tracePt t="14404" x="3043238" y="2363788"/>
          <p14:tracePt t="14412" x="2978150" y="2363788"/>
          <p14:tracePt t="14421" x="2903538" y="2363788"/>
          <p14:tracePt t="14428" x="2852738" y="2363788"/>
          <p14:tracePt t="14437" x="2778125" y="2346325"/>
          <p14:tracePt t="14445" x="2720975" y="2346325"/>
          <p14:tracePt t="14453" x="2654300" y="2346325"/>
          <p14:tracePt t="14461" x="2595563" y="2330450"/>
          <p14:tracePt t="14469" x="2554288" y="2322513"/>
          <p14:tracePt t="14477" x="2528888" y="2322513"/>
          <p14:tracePt t="14485" x="2487613" y="2322513"/>
          <p14:tracePt t="14493" x="2454275" y="2305050"/>
          <p14:tracePt t="14501" x="2430463" y="2305050"/>
          <p14:tracePt t="14509" x="2405063" y="2289175"/>
          <p14:tracePt t="14517" x="2389188" y="2289175"/>
          <p14:tracePt t="14525" x="2363788" y="2289175"/>
          <p14:tracePt t="14534" x="2347913" y="2289175"/>
          <p14:tracePt t="14541" x="2322513" y="2281238"/>
          <p14:tracePt t="14550" x="2289175" y="2281238"/>
          <p14:tracePt t="14558" x="2273300" y="2281238"/>
          <p14:tracePt t="14567" x="2263775" y="2281238"/>
          <p14:tracePt t="14574" x="2230438" y="2281238"/>
          <p14:tracePt t="14590" x="2222500" y="2281238"/>
          <p14:tracePt t="14600" x="2206625" y="2281238"/>
          <p14:tracePt t="14614" x="2189163" y="2281238"/>
          <p14:tracePt t="14711" x="2181225" y="2281238"/>
          <p14:tracePt t="14743" x="2165350" y="2281238"/>
          <p14:tracePt t="14759" x="2147888" y="2281238"/>
          <p14:tracePt t="14767" x="2122488" y="2281238"/>
          <p14:tracePt t="14776" x="2106613" y="2281238"/>
          <p14:tracePt t="14784" x="2081213" y="2281238"/>
          <p14:tracePt t="14792" x="2039938" y="2281238"/>
          <p14:tracePt t="14800" x="2006600" y="2281238"/>
          <p14:tracePt t="14808" x="1982788" y="2263775"/>
          <p14:tracePt t="14817" x="1957388" y="2263775"/>
          <p14:tracePt t="14824" x="1916113" y="2263775"/>
          <p14:tracePt t="14834" x="1882775" y="2263775"/>
          <p14:tracePt t="14840" x="1857375" y="2247900"/>
          <p14:tracePt t="14850" x="1833563" y="2230438"/>
          <p14:tracePt t="14856" x="1816100" y="2230438"/>
          <p14:tracePt t="14864" x="1800225" y="2230438"/>
          <p14:tracePt t="14872" x="1790700" y="2230438"/>
          <p14:tracePt t="14889" x="1774825" y="2230438"/>
          <p14:tracePt t="14897" x="1758950" y="2230438"/>
          <p14:tracePt t="15010" x="1741488" y="2230438"/>
          <p14:tracePt t="15026" x="1733550" y="2230438"/>
          <p14:tracePt t="15034" x="1716088" y="2230438"/>
          <p14:tracePt t="15042" x="1700213" y="2230438"/>
          <p14:tracePt t="15050" x="1692275" y="2230438"/>
          <p14:tracePt t="15058" x="1658938" y="2230438"/>
          <p14:tracePt t="15067" x="1617663" y="2230438"/>
          <p14:tracePt t="15074" x="1609725" y="2230438"/>
          <p14:tracePt t="15083" x="1566863" y="2230438"/>
          <p14:tracePt t="15091" x="1509713" y="2230438"/>
          <p14:tracePt t="15100" x="1476375" y="2230438"/>
          <p14:tracePt t="15106" x="1427163" y="2230438"/>
          <p14:tracePt t="15116" x="1384300" y="2230438"/>
          <p14:tracePt t="15123" x="1343025" y="2230438"/>
          <p14:tracePt t="15131" x="1301750" y="2230438"/>
          <p14:tracePt t="15139" x="1285875" y="2230438"/>
          <p14:tracePt t="15147" x="1244600" y="2230438"/>
          <p14:tracePt t="15155" x="1211263" y="2230438"/>
          <p14:tracePt t="15163" x="1203325" y="2230438"/>
          <p14:tracePt t="15171" x="1169988" y="2230438"/>
          <p14:tracePt t="15179" x="1160463" y="2230438"/>
          <p14:tracePt t="15187" x="1144588" y="2230438"/>
          <p14:tracePt t="15195" x="1128713" y="2230438"/>
          <p14:tracePt t="15212" x="1119188" y="2230438"/>
          <p14:tracePt t="15219" x="1103313" y="2230438"/>
          <p14:tracePt t="15317" x="1119188" y="2247900"/>
          <p14:tracePt t="15325" x="1169988" y="2247900"/>
          <p14:tracePt t="15334" x="1268413" y="2247900"/>
          <p14:tracePt t="15341" x="1368425" y="2263775"/>
          <p14:tracePt t="15350" x="1492250" y="2281238"/>
          <p14:tracePt t="15357" x="1609725" y="2305050"/>
          <p14:tracePt t="15366" x="1658938" y="2305050"/>
          <p14:tracePt t="15373" x="1790700" y="2322513"/>
          <p14:tracePt t="15383" x="1882775" y="2330450"/>
          <p14:tracePt t="15389" x="1957388" y="2346325"/>
          <p14:tracePt t="15397" x="2024063" y="2363788"/>
          <p14:tracePt t="15405" x="2081213" y="2363788"/>
          <p14:tracePt t="15413" x="2106613" y="2363788"/>
          <p14:tracePt t="15421" x="2139950" y="2363788"/>
          <p14:tracePt t="15430" x="2165350" y="2363788"/>
          <p14:tracePt t="15446" x="2181225" y="2363788"/>
          <p14:tracePt t="15607" x="2165350" y="2363788"/>
          <p14:tracePt t="15617" x="2139950" y="2363788"/>
          <p14:tracePt t="15631" x="2106613" y="2363788"/>
          <p14:tracePt t="15640" x="2081213" y="2363788"/>
          <p14:tracePt t="15647" x="2057400" y="2363788"/>
          <p14:tracePt t="15656" x="2024063" y="2363788"/>
          <p14:tracePt t="15664" x="2006600" y="2363788"/>
          <p14:tracePt t="15672" x="1982788" y="2363788"/>
          <p14:tracePt t="15680" x="1957388" y="2363788"/>
          <p14:tracePt t="15696" x="1941513" y="2363788"/>
          <p14:tracePt t="15704" x="1924050" y="2363788"/>
          <p14:tracePt t="15712" x="1916113" y="2371725"/>
          <p14:tracePt t="15736" x="1898650" y="2371725"/>
          <p14:tracePt t="16027" x="1882775" y="2371725"/>
          <p14:tracePt t="16043" x="1874838" y="2371725"/>
          <p14:tracePt t="16051" x="1857375" y="2371725"/>
          <p14:tracePt t="16059" x="1841500" y="2371725"/>
          <p14:tracePt t="16067" x="1833563" y="2371725"/>
          <p14:tracePt t="16075" x="1816100" y="2371725"/>
          <p14:tracePt t="16083" x="1800225" y="2371725"/>
          <p14:tracePt t="16091" x="1790700" y="2387600"/>
          <p14:tracePt t="16108" x="1774825" y="2387600"/>
          <p14:tracePt t="16117" x="1774825" y="2405063"/>
          <p14:tracePt t="16148" x="1758950" y="2405063"/>
          <p14:tracePt t="16253" x="1774825" y="2405063"/>
          <p14:tracePt t="16269" x="1800225" y="2405063"/>
          <p14:tracePt t="16277" x="1816100" y="2405063"/>
          <p14:tracePt t="16285" x="1841500" y="2405063"/>
          <p14:tracePt t="16293" x="1874838" y="2405063"/>
          <p14:tracePt t="16301" x="1924050" y="2405063"/>
          <p14:tracePt t="16310" x="1965325" y="2405063"/>
          <p14:tracePt t="16317" x="2024063" y="2405063"/>
          <p14:tracePt t="16326" x="2065338" y="2405063"/>
          <p14:tracePt t="16334" x="2106613" y="2405063"/>
          <p14:tracePt t="16342" x="2165350" y="2405063"/>
          <p14:tracePt t="16350" x="2189163" y="2405063"/>
          <p14:tracePt t="16358" x="2230438" y="2405063"/>
          <p14:tracePt t="16367" x="2263775" y="2405063"/>
          <p14:tracePt t="16374" x="2305050" y="2405063"/>
          <p14:tracePt t="16383" x="2347913" y="2405063"/>
          <p14:tracePt t="16390" x="2389188" y="2405063"/>
          <p14:tracePt t="16400" x="2430463" y="2405063"/>
          <p14:tracePt t="16406" x="2454275" y="2405063"/>
          <p14:tracePt t="16416" x="2513013" y="2405063"/>
          <p14:tracePt t="16423" x="2554288" y="2405063"/>
          <p14:tracePt t="16431" x="2587625" y="2405063"/>
          <p14:tracePt t="16439" x="2636838" y="2405063"/>
          <p14:tracePt t="16447" x="2679700" y="2405063"/>
          <p14:tracePt t="16455" x="2711450" y="2405063"/>
          <p14:tracePt t="16463" x="2736850" y="2405063"/>
          <p14:tracePt t="16471" x="2778125" y="2405063"/>
          <p14:tracePt t="16479" x="2795588" y="2405063"/>
          <p14:tracePt t="16487" x="2819400" y="2405063"/>
          <p14:tracePt t="16495" x="2836863" y="2387600"/>
          <p14:tracePt t="16503" x="2860675" y="2387600"/>
          <p14:tracePt t="16512" x="2894013" y="2371725"/>
          <p14:tracePt t="16520" x="2903538" y="2371725"/>
          <p14:tracePt t="16528" x="2935288" y="2371725"/>
          <p14:tracePt t="16536" x="2944813" y="2363788"/>
          <p14:tracePt t="16544" x="2978150" y="2363788"/>
          <p14:tracePt t="16552" x="3001963" y="2363788"/>
          <p14:tracePt t="16560" x="3019425" y="2346325"/>
          <p14:tracePt t="16568" x="3043238" y="2346325"/>
          <p14:tracePt t="16576" x="3060700" y="2346325"/>
          <p14:tracePt t="16584" x="3086100" y="2346325"/>
          <p14:tracePt t="16592" x="3101975" y="2330450"/>
          <p14:tracePt t="16601" x="3127375" y="2330450"/>
          <p14:tracePt t="16608" x="3160713" y="2330450"/>
          <p14:tracePt t="16617" x="3168650" y="2330450"/>
          <p14:tracePt t="16624" x="3201988" y="2330450"/>
          <p14:tracePt t="16634" x="3209925" y="2322513"/>
          <p14:tracePt t="16640" x="3225800" y="2322513"/>
          <p14:tracePt t="16650" x="3243263" y="2322513"/>
          <p14:tracePt t="16657" x="3251200" y="2322513"/>
          <p14:tracePt t="16667" x="3267075" y="2305050"/>
          <p14:tracePt t="16673" x="3284538" y="2305050"/>
          <p14:tracePt t="16689" x="3292475" y="2289175"/>
          <p14:tracePt t="16705" x="3309938" y="2289175"/>
          <p14:tracePt t="16717" x="3325813" y="2281238"/>
          <p14:tracePt t="16721" x="3333750" y="2281238"/>
          <p14:tracePt t="16737" x="3351213" y="2281238"/>
          <p14:tracePt t="16750" x="3367088" y="2281238"/>
          <p14:tracePt t="16753" x="3375025" y="2281238"/>
          <p14:tracePt t="16767" x="3392488" y="2281238"/>
          <p14:tracePt t="16786" x="3408363" y="2281238"/>
          <p14:tracePt t="16842" x="3392488" y="2281238"/>
          <p14:tracePt t="16850" x="3375025" y="2281238"/>
          <p14:tracePt t="16859" x="3333750" y="2289175"/>
          <p14:tracePt t="16867" x="3309938" y="2289175"/>
          <p14:tracePt t="16875" x="3251200" y="2305050"/>
          <p14:tracePt t="16883" x="3201988" y="2322513"/>
          <p14:tracePt t="16891" x="3160713" y="2330450"/>
          <p14:tracePt t="16900" x="3109913" y="2346325"/>
          <p14:tracePt t="16907" x="3060700" y="2346325"/>
          <p14:tracePt t="16916" x="2986088" y="2363788"/>
          <p14:tracePt t="16923" x="2894013" y="2371725"/>
          <p14:tracePt t="16933" x="2819400" y="2387600"/>
          <p14:tracePt t="16939" x="2736850" y="2405063"/>
          <p14:tracePt t="16947" x="2670175" y="2405063"/>
          <p14:tracePt t="16955" x="2628900" y="2405063"/>
          <p14:tracePt t="16963" x="2554288" y="2405063"/>
          <p14:tracePt t="16971" x="2487613" y="2405063"/>
          <p14:tracePt t="16980" x="2430463" y="2405063"/>
          <p14:tracePt t="16988" x="2371725" y="2405063"/>
          <p14:tracePt t="16996" x="2330450" y="2405063"/>
          <p14:tracePt t="17004" x="2289175" y="2405063"/>
          <p14:tracePt t="17012" x="2263775" y="2405063"/>
          <p14:tracePt t="17020" x="2230438" y="2405063"/>
          <p14:tracePt t="17028" x="2189163" y="2405063"/>
          <p14:tracePt t="17036" x="2181225" y="2405063"/>
          <p14:tracePt t="17044" x="2139950" y="2387600"/>
          <p14:tracePt t="17052" x="2122488" y="2387600"/>
          <p14:tracePt t="17060" x="2098675" y="2371725"/>
          <p14:tracePt t="17068" x="2065338" y="2371725"/>
          <p14:tracePt t="17076" x="2065338" y="2363788"/>
          <p14:tracePt t="17084" x="2039938" y="2363788"/>
          <p14:tracePt t="17097" x="2024063" y="2363788"/>
          <p14:tracePt t="17101" x="1998663" y="2346325"/>
          <p14:tracePt t="17117" x="1965325" y="2330450"/>
          <p14:tracePt t="17125" x="1941513" y="2330450"/>
          <p14:tracePt t="17133" x="1924050" y="2322513"/>
          <p14:tracePt t="17141" x="1898650" y="2305050"/>
          <p14:tracePt t="17150" x="1882775" y="2305050"/>
          <p14:tracePt t="17157" x="1874838" y="2289175"/>
          <p14:tracePt t="17167" x="1841500" y="2289175"/>
          <p14:tracePt t="17173" x="1833563" y="2281238"/>
          <p14:tracePt t="17190" x="1816100" y="2263775"/>
          <p14:tracePt t="17213" x="1816100" y="2247900"/>
          <p14:tracePt t="17230" x="1816100" y="2230438"/>
          <p14:tracePt t="17246" x="1816100" y="2222500"/>
          <p14:tracePt t="17254" x="1816100" y="2206625"/>
          <p14:tracePt t="17262" x="1816100" y="2189163"/>
          <p14:tracePt t="17270" x="1833563" y="2181225"/>
          <p14:tracePt t="17278" x="1882775" y="2163763"/>
          <p14:tracePt t="17286" x="1941513" y="2147888"/>
          <p14:tracePt t="17295" x="2006600" y="2122488"/>
          <p14:tracePt t="17303" x="2106613" y="2106613"/>
          <p14:tracePt t="17311" x="2206625" y="2098675"/>
          <p14:tracePt t="17319" x="2305050" y="2081213"/>
          <p14:tracePt t="17327" x="2347913" y="2081213"/>
          <p14:tracePt t="17335" x="2538413" y="2065338"/>
          <p14:tracePt t="17343" x="2628900" y="2065338"/>
          <p14:tracePt t="17351" x="2754313" y="2065338"/>
          <p14:tracePt t="17359" x="2878138" y="2065338"/>
          <p14:tracePt t="17367" x="2978150" y="2065338"/>
          <p14:tracePt t="17375" x="3101975" y="2065338"/>
          <p14:tracePt t="17384" x="3209925" y="2065338"/>
          <p14:tracePt t="17391" x="3267075" y="2065338"/>
          <p14:tracePt t="17400" x="3333750" y="2081213"/>
          <p14:tracePt t="17408" x="3433763" y="2098675"/>
          <p14:tracePt t="17417" x="3492500" y="2106613"/>
          <p14:tracePt t="17424" x="3557588" y="2139950"/>
          <p14:tracePt t="17433" x="3598863" y="2147888"/>
          <p14:tracePt t="17440" x="3632200" y="2163763"/>
          <p14:tracePt t="17449" x="3657600" y="2181225"/>
          <p14:tracePt t="17456" x="3673475" y="2189163"/>
          <p14:tracePt t="17464" x="3690938" y="2206625"/>
          <p14:tracePt t="17472" x="3698875" y="2222500"/>
          <p14:tracePt t="17480" x="3716338" y="2230438"/>
          <p14:tracePt t="17496" x="3716338" y="2247900"/>
          <p14:tracePt t="17504" x="3732213" y="2263775"/>
          <p14:tracePt t="17513" x="3732213" y="2289175"/>
          <p14:tracePt t="17520" x="3732213" y="2305050"/>
          <p14:tracePt t="17528" x="3732213" y="2322513"/>
          <p14:tracePt t="17537" x="3732213" y="2346325"/>
          <p14:tracePt t="17545" x="3732213" y="2363788"/>
          <p14:tracePt t="17553" x="3732213" y="2371725"/>
          <p14:tracePt t="17561" x="3716338" y="2387600"/>
          <p14:tracePt t="17569" x="3698875" y="2405063"/>
          <p14:tracePt t="17577" x="3690938" y="2430463"/>
          <p14:tracePt t="17585" x="3641725" y="2430463"/>
          <p14:tracePt t="17593" x="3590925" y="2471738"/>
          <p14:tracePt t="17601" x="3549650" y="2471738"/>
          <p14:tracePt t="17609" x="3492500" y="2487613"/>
          <p14:tracePt t="17617" x="3425825" y="2495550"/>
          <p14:tracePt t="17625" x="3325813" y="2513013"/>
          <p14:tracePt t="17634" x="3267075" y="2513013"/>
          <p14:tracePt t="17641" x="3201988" y="2513013"/>
          <p14:tracePt t="17650" x="3127375" y="2528888"/>
          <p14:tracePt t="17658" x="3068638" y="2528888"/>
          <p14:tracePt t="17667" x="3001963" y="2528888"/>
          <p14:tracePt t="17674" x="2944813" y="2528888"/>
          <p14:tracePt t="17684" x="2894013" y="2528888"/>
          <p14:tracePt t="17690" x="2836863" y="2528888"/>
          <p14:tracePt t="17700" x="2736850" y="2528888"/>
          <p14:tracePt t="17706" x="2670175" y="2528888"/>
          <p14:tracePt t="17714" x="2595563" y="2513013"/>
          <p14:tracePt t="17722" x="2528888" y="2487613"/>
          <p14:tracePt t="17730" x="2430463" y="2471738"/>
          <p14:tracePt t="17739" x="2389188" y="2454275"/>
          <p14:tracePt t="17746" x="2289175" y="2446338"/>
          <p14:tracePt t="17755" x="2247900" y="2413000"/>
          <p14:tracePt t="17763" x="2189163" y="2413000"/>
          <p14:tracePt t="17771" x="2147888" y="2405063"/>
          <p14:tracePt t="17779" x="2122488" y="2387600"/>
          <p14:tracePt t="17787" x="2098675" y="2387600"/>
          <p14:tracePt t="17795" x="2065338" y="2387600"/>
          <p14:tracePt t="17803" x="2065338" y="2371725"/>
          <p14:tracePt t="17811" x="2057400" y="2371725"/>
          <p14:tracePt t="17819" x="2039938" y="2371725"/>
          <p14:tracePt t="17827" x="2039938" y="2363788"/>
          <p14:tracePt t="17835" x="2024063" y="2363788"/>
          <p14:tracePt t="17843" x="2024063" y="2346325"/>
          <p14:tracePt t="17851" x="2006600" y="2346325"/>
          <p14:tracePt t="17859" x="2006600" y="2330450"/>
          <p14:tracePt t="17868" x="2006600" y="2305050"/>
          <p14:tracePt t="17876" x="2006600" y="2289175"/>
          <p14:tracePt t="17884" x="2006600" y="2263775"/>
          <p14:tracePt t="17892" x="2006600" y="2230438"/>
          <p14:tracePt t="17900" x="2006600" y="2206625"/>
          <p14:tracePt t="17908" x="2006600" y="2163763"/>
          <p14:tracePt t="17917" x="2006600" y="2122488"/>
          <p14:tracePt t="17924" x="2006600" y="2098675"/>
          <p14:tracePt t="17933" x="2006600" y="2055813"/>
          <p14:tracePt t="17940" x="2039938" y="2024063"/>
          <p14:tracePt t="17950" x="2065338" y="1998663"/>
          <p14:tracePt t="17957" x="2122488" y="1957388"/>
          <p14:tracePt t="17967" x="2181225" y="1924050"/>
          <p14:tracePt t="17973" x="2222500" y="1916113"/>
          <p14:tracePt t="17983" x="2263775" y="1898650"/>
          <p14:tracePt t="17989" x="2330450" y="1882775"/>
          <p14:tracePt t="18000" x="2389188" y="1882775"/>
          <p14:tracePt t="18005" x="2454275" y="1874838"/>
          <p14:tracePt t="18017" x="2528888" y="1874838"/>
          <p14:tracePt t="18021" x="2613025" y="1874838"/>
          <p14:tracePt t="18033" x="2654300" y="1874838"/>
          <p14:tracePt t="18037" x="2736850" y="1874838"/>
          <p14:tracePt t="18050" x="2778125" y="1874838"/>
          <p14:tracePt t="18053" x="2836863" y="1874838"/>
          <p14:tracePt t="18067" x="2894013" y="1874838"/>
          <p14:tracePt t="18069" x="2944813" y="1874838"/>
          <p14:tracePt t="18084" x="3001963" y="1882775"/>
          <p14:tracePt t="18087" x="3043238" y="1916113"/>
          <p14:tracePt t="18102" x="3086100" y="1939925"/>
          <p14:tracePt t="18106" x="3127375" y="1957388"/>
          <p14:tracePt t="18110" x="3168650" y="1998663"/>
          <p14:tracePt t="18118" x="3201988" y="2014538"/>
          <p14:tracePt t="18126" x="3243263" y="2055813"/>
          <p14:tracePt t="18134" x="3267075" y="2081213"/>
          <p14:tracePt t="18142" x="3292475" y="2106613"/>
          <p14:tracePt t="18150" x="3325813" y="2139950"/>
          <p14:tracePt t="18158" x="3333750" y="2147888"/>
          <p14:tracePt t="18167" x="3351213" y="2189163"/>
          <p14:tracePt t="18175" x="3367088" y="2206625"/>
          <p14:tracePt t="18184" x="3367088" y="2230438"/>
          <p14:tracePt t="18191" x="3375025" y="2263775"/>
          <p14:tracePt t="18207" x="3392488" y="2289175"/>
          <p14:tracePt t="18217" x="3392488" y="2305050"/>
          <p14:tracePt t="18223" x="3392488" y="2322513"/>
          <p14:tracePt t="18233" x="3392488" y="2330450"/>
          <p14:tracePt t="18239" x="3392488" y="2363788"/>
          <p14:tracePt t="18250" x="3375025" y="2371725"/>
          <p14:tracePt t="18255" x="3367088" y="2387600"/>
          <p14:tracePt t="18267" x="3351213" y="2405063"/>
          <p14:tracePt t="18271" x="3325813" y="2430463"/>
          <p14:tracePt t="18283" x="3284538" y="2454275"/>
          <p14:tracePt t="18288" x="3243263" y="2471738"/>
          <p14:tracePt t="18300" x="3201988" y="2487613"/>
          <p14:tracePt t="18304" x="3160713" y="2495550"/>
          <p14:tracePt t="18317" x="3101975" y="2513013"/>
          <p14:tracePt t="18320" x="3068638" y="2513013"/>
          <p14:tracePt t="18333" x="3019425" y="2528888"/>
          <p14:tracePt t="18336" x="2978150" y="2528888"/>
          <p14:tracePt t="18350" x="2960688" y="2528888"/>
          <p14:tracePt t="18352" x="2935288" y="2528888"/>
          <p14:tracePt t="18367" x="2903538" y="2528888"/>
          <p14:tracePt t="18369" x="2894013" y="2528888"/>
          <p14:tracePt t="18383" x="2878138" y="2528888"/>
          <p14:tracePt t="18384" x="2860675" y="2528888"/>
          <p14:tracePt t="18393" x="2852738" y="2528888"/>
          <p14:tracePt t="18409" x="2836863" y="2528888"/>
          <p14:tracePt t="18417" x="2819400" y="2513013"/>
          <p14:tracePt t="18425" x="2819400" y="2495550"/>
          <p14:tracePt t="18433" x="2803525" y="2495550"/>
          <p14:tracePt t="18441" x="2803525" y="2487613"/>
          <p14:tracePt t="18450" x="2795588" y="2487613"/>
          <p14:tracePt t="18489" x="2795588" y="2471738"/>
          <p14:tracePt t="18506" x="2778125" y="2471738"/>
          <p14:tracePt t="18538" x="2762250" y="2471738"/>
          <p14:tracePt t="18546" x="2762250" y="2454275"/>
          <p14:tracePt t="18562" x="2754313" y="2454275"/>
          <p14:tracePt t="18594" x="2736850" y="2454275"/>
          <p14:tracePt t="18707" x="2754313" y="2446338"/>
          <p14:tracePt t="18718" x="2762250" y="2446338"/>
          <p14:tracePt t="18723" x="2778125" y="2446338"/>
          <p14:tracePt t="18734" x="2819400" y="2430463"/>
          <p14:tracePt t="18740" x="2836863" y="2430463"/>
          <p14:tracePt t="18748" x="2878138" y="2413000"/>
          <p14:tracePt t="18756" x="2919413" y="2405063"/>
          <p14:tracePt t="18764" x="2960688" y="2405063"/>
          <p14:tracePt t="18772" x="3019425" y="2387600"/>
          <p14:tracePt t="18780" x="3060700" y="2371725"/>
          <p14:tracePt t="18788" x="3101975" y="2363788"/>
          <p14:tracePt t="18796" x="3160713" y="2363788"/>
          <p14:tracePt t="18804" x="3225800" y="2346325"/>
          <p14:tracePt t="18812" x="3284538" y="2346325"/>
          <p14:tracePt t="18820" x="3333750" y="2346325"/>
          <p14:tracePt t="18828" x="3392488" y="2346325"/>
          <p14:tracePt t="18836" x="3467100" y="2346325"/>
          <p14:tracePt t="18844" x="3516313" y="2346325"/>
          <p14:tracePt t="18853" x="3575050" y="2346325"/>
          <p14:tracePt t="18861" x="3616325" y="2346325"/>
          <p14:tracePt t="18869" x="3740150" y="2346325"/>
          <p14:tracePt t="18877" x="3781425" y="2346325"/>
          <p14:tracePt t="18885" x="3822700" y="2346325"/>
          <p14:tracePt t="18893" x="3906838" y="2346325"/>
          <p14:tracePt t="18901" x="3981450" y="2346325"/>
          <p14:tracePt t="18909" x="4038600" y="2346325"/>
          <p14:tracePt t="18917" x="4105275" y="2346325"/>
          <p14:tracePt t="18925" x="4164013" y="2346325"/>
          <p14:tracePt t="18934" x="4187825" y="2346325"/>
          <p14:tracePt t="18941" x="4229100" y="2346325"/>
          <p14:tracePt t="18950" x="4246563" y="2346325"/>
          <p14:tracePt t="18957" x="4271963" y="2346325"/>
          <p14:tracePt t="18967" x="4305300" y="2363788"/>
          <p14:tracePt t="18983" x="4313238" y="2363788"/>
          <p14:tracePt t="19006" x="4329113" y="2363788"/>
          <p14:tracePt t="19086" x="4329113" y="2371725"/>
          <p14:tracePt t="19103" x="4313238" y="2371725"/>
          <p14:tracePt t="19111" x="4305300" y="2387600"/>
          <p14:tracePt t="19119" x="4262438" y="2387600"/>
          <p14:tracePt t="19127" x="4229100" y="2387600"/>
          <p14:tracePt t="19135" x="4171950" y="2387600"/>
          <p14:tracePt t="19143" x="4130675" y="2405063"/>
          <p14:tracePt t="19151" x="4079875" y="2405063"/>
          <p14:tracePt t="19159" x="4038600" y="2413000"/>
          <p14:tracePt t="19167" x="3997325" y="2413000"/>
          <p14:tracePt t="19176" x="3956050" y="2413000"/>
          <p14:tracePt t="19184" x="3922713" y="2413000"/>
          <p14:tracePt t="19192" x="3898900" y="2413000"/>
          <p14:tracePt t="19200" x="3881438" y="2413000"/>
          <p14:tracePt t="19224" x="3865563" y="2413000"/>
          <p14:tracePt t="19248" x="3865563" y="2405063"/>
          <p14:tracePt t="19264" x="3922713" y="2387600"/>
          <p14:tracePt t="19273" x="3981450" y="2387600"/>
          <p14:tracePt t="19280" x="4048125" y="2371725"/>
          <p14:tracePt t="19289" x="4105275" y="2371725"/>
          <p14:tracePt t="19297" x="4171950" y="2363788"/>
          <p14:tracePt t="19305" x="4246563" y="2363788"/>
          <p14:tracePt t="19313" x="4329113" y="2346325"/>
          <p14:tracePt t="19321" x="4395788" y="2346325"/>
          <p14:tracePt t="19329" x="4454525" y="2330450"/>
          <p14:tracePt t="19337" x="4529138" y="2322513"/>
          <p14:tracePt t="19345" x="4552950" y="2322513"/>
          <p14:tracePt t="19353" x="4611688" y="2322513"/>
          <p14:tracePt t="19361" x="4660900" y="2305050"/>
          <p14:tracePt t="19369" x="4702175" y="2305050"/>
          <p14:tracePt t="19377" x="4752975" y="2305050"/>
          <p14:tracePt t="19385" x="4802188" y="2305050"/>
          <p14:tracePt t="19393" x="4843463" y="2305050"/>
          <p14:tracePt t="19402" x="4902200" y="2305050"/>
          <p14:tracePt t="19410" x="4943475" y="2305050"/>
          <p14:tracePt t="19418" x="4984750" y="2305050"/>
          <p14:tracePt t="19426" x="5018088" y="2305050"/>
          <p14:tracePt t="19434" x="5067300" y="2305050"/>
          <p14:tracePt t="19442" x="5108575" y="2305050"/>
          <p14:tracePt t="19450" x="5141913" y="2305050"/>
          <p14:tracePt t="19458" x="5192713" y="2305050"/>
          <p14:tracePt t="19467" x="5233988" y="2305050"/>
          <p14:tracePt t="19474" x="5291138" y="2305050"/>
          <p14:tracePt t="19484" x="5332413" y="2305050"/>
          <p14:tracePt t="19491" x="5391150" y="2305050"/>
          <p14:tracePt t="19500" x="5432425" y="2305050"/>
          <p14:tracePt t="19507" x="5457825" y="2305050"/>
          <p14:tracePt t="19517" x="5473700" y="2305050"/>
          <p14:tracePt t="19741" x="5491163" y="2305050"/>
          <p14:tracePt t="19751" x="5540375" y="2305050"/>
          <p14:tracePt t="19757" x="5589588" y="2305050"/>
          <p14:tracePt t="19766" x="5630863" y="2322513"/>
          <p14:tracePt t="19773" x="5673725" y="2322513"/>
          <p14:tracePt t="19781" x="5715000" y="2330450"/>
          <p14:tracePt t="19789" x="5797550" y="2363788"/>
          <p14:tracePt t="19797" x="5880100" y="2387600"/>
          <p14:tracePt t="19805" x="5921375" y="2387600"/>
          <p14:tracePt t="19813" x="6005513" y="2413000"/>
          <p14:tracePt t="19821" x="6046788" y="2430463"/>
          <p14:tracePt t="19829" x="6088063" y="2430463"/>
          <p14:tracePt t="19838" x="6145213" y="2446338"/>
          <p14:tracePt t="19846" x="6170613" y="2454275"/>
          <p14:tracePt t="19854" x="6211888" y="2471738"/>
          <p14:tracePt t="19862" x="6229350" y="2471738"/>
          <p14:tracePt t="19870" x="6270625" y="2471738"/>
          <p14:tracePt t="19878" x="6311900" y="2487613"/>
          <p14:tracePt t="19886" x="6337300" y="2487613"/>
          <p14:tracePt t="19894" x="6369050" y="2487613"/>
          <p14:tracePt t="19902" x="6394450" y="2487613"/>
          <p14:tracePt t="19910" x="6427788" y="2487613"/>
          <p14:tracePt t="19918" x="6469063" y="2487613"/>
          <p14:tracePt t="19926" x="6477000" y="2487613"/>
          <p14:tracePt t="19934" x="6510338" y="2487613"/>
          <p14:tracePt t="19943" x="6518275" y="2487613"/>
          <p14:tracePt t="19951" x="6551613" y="2487613"/>
          <p14:tracePt t="19959" x="6577013" y="2487613"/>
          <p14:tracePt t="19967" x="6592888" y="2487613"/>
          <p14:tracePt t="19975" x="6618288" y="2487613"/>
          <p14:tracePt t="19983" x="6635750" y="2487613"/>
          <p14:tracePt t="19991" x="6651625" y="2487613"/>
          <p14:tracePt t="20000" x="6659563" y="2487613"/>
          <p14:tracePt t="20007" x="6692900" y="2487613"/>
          <p14:tracePt t="20017" x="6700838" y="2487613"/>
          <p14:tracePt t="20024" x="6734175" y="2487613"/>
          <p14:tracePt t="20033" x="6743700" y="2487613"/>
          <p14:tracePt t="20039" x="6784975" y="2487613"/>
          <p14:tracePt t="20050" x="6818313" y="2471738"/>
          <p14:tracePt t="20056" x="6859588" y="2454275"/>
          <p14:tracePt t="20067" x="6900863" y="2454275"/>
          <p14:tracePt t="20072" x="6942138" y="2446338"/>
          <p14:tracePt t="20083" x="6983413" y="2446338"/>
          <p14:tracePt t="20088" x="7042150" y="2430463"/>
          <p14:tracePt t="20102" x="7083425" y="2430463"/>
          <p14:tracePt t="20107" x="7124700" y="2430463"/>
          <p14:tracePt t="20117" x="7173913" y="2413000"/>
          <p14:tracePt t="20120" x="7224713" y="2405063"/>
          <p14:tracePt t="20134" x="7248525" y="2405063"/>
          <p14:tracePt t="20136" x="7289800" y="2405063"/>
          <p14:tracePt t="20150" x="7331075" y="2387600"/>
          <p14:tracePt t="20153" x="7356475" y="2387600"/>
          <p14:tracePt t="20167" x="7389813" y="2371725"/>
          <p14:tracePt t="20170" x="7397750" y="2371725"/>
          <p14:tracePt t="20183" x="7431088" y="2371725"/>
          <p14:tracePt t="20186" x="7456488" y="2371725"/>
          <p14:tracePt t="20201" x="7472363" y="2371725"/>
          <p14:tracePt t="20209" x="7489825" y="2363788"/>
          <p14:tracePt t="20217" x="7497763" y="2363788"/>
          <p14:tracePt t="20241" x="7513638" y="2363788"/>
          <p14:tracePt t="20492" x="7531100" y="2363788"/>
          <p14:tracePt t="20501" x="7556500" y="2363788"/>
          <p14:tracePt t="20508" x="7580313" y="2363788"/>
          <p14:tracePt t="20518" x="7613650" y="2363788"/>
          <p14:tracePt t="20524" x="7654925" y="2363788"/>
          <p14:tracePt t="20533" x="7662863" y="2363788"/>
          <p14:tracePt t="20540" x="7721600" y="2363788"/>
          <p14:tracePt t="20549" x="7762875" y="2363788"/>
          <p14:tracePt t="20556" x="7796213" y="2363788"/>
          <p14:tracePt t="20564" x="7837488" y="2363788"/>
          <p14:tracePt t="20572" x="7862888" y="2363788"/>
          <p14:tracePt t="20580" x="7886700" y="2363788"/>
          <p14:tracePt t="20588" x="7929563" y="2363788"/>
          <p14:tracePt t="20596" x="7945438" y="2363788"/>
          <p14:tracePt t="20604" x="7962900" y="2363788"/>
          <p14:tracePt t="20613" x="7986713" y="2363788"/>
          <p14:tracePt t="20621" x="8004175" y="2363788"/>
          <p14:tracePt t="20629" x="8020050" y="2346325"/>
          <p14:tracePt t="20637" x="8027988" y="2346325"/>
          <p14:tracePt t="20645" x="8045450" y="2346325"/>
          <p14:tracePt t="20661" x="8061325" y="2346325"/>
          <p14:tracePt t="20669" x="8069263" y="2346325"/>
          <p14:tracePt t="20693" x="8086725" y="2346325"/>
          <p14:tracePt t="20701" x="8086725" y="2330450"/>
          <p14:tracePt t="20710" x="8102600" y="2330450"/>
          <p14:tracePt t="20718" x="8112125" y="2330450"/>
          <p14:tracePt t="20734" x="8128000" y="2330450"/>
          <p14:tracePt t="20742" x="8143875" y="2330450"/>
          <p14:tracePt t="20758" x="8153400" y="2330450"/>
          <p14:tracePt t="20767" x="8169275" y="2322513"/>
          <p14:tracePt t="20774" x="8186738" y="2322513"/>
          <p14:tracePt t="20784" x="8194675" y="2305050"/>
          <p14:tracePt t="20790" x="8210550" y="2305050"/>
          <p14:tracePt t="20806" x="8228013" y="2289175"/>
          <p14:tracePt t="20814" x="8235950" y="2289175"/>
          <p14:tracePt t="20822" x="8269288" y="2289175"/>
          <p14:tracePt t="20831" x="8269288" y="2281238"/>
          <p14:tracePt t="20839" x="8285163" y="2281238"/>
          <p14:tracePt t="20855" x="8293100" y="2281238"/>
          <p14:tracePt t="20871" x="8310563" y="2281238"/>
          <p14:tracePt t="20895" x="8310563" y="2263775"/>
          <p14:tracePt t="20903" x="8326438" y="2263775"/>
          <p14:tracePt t="21089" x="8310563" y="2263775"/>
          <p14:tracePt t="21097" x="8293100" y="2281238"/>
          <p14:tracePt t="21105" x="8285163" y="2281238"/>
          <p14:tracePt t="21121" x="8269288" y="2289175"/>
          <p14:tracePt t="21145" x="8251825" y="2289175"/>
          <p14:tracePt t="21477" x="8235950" y="2289175"/>
          <p14:tracePt t="21581" x="8228013" y="2289175"/>
          <p14:tracePt t="21605" x="8210550" y="2289175"/>
          <p14:tracePt t="21614" x="8210550" y="2305050"/>
          <p14:tracePt t="21622" x="8186738" y="2305050"/>
          <p14:tracePt t="21630" x="8153400" y="2322513"/>
          <p14:tracePt t="21638" x="8086725" y="2322513"/>
          <p14:tracePt t="21646" x="8004175" y="2330450"/>
          <p14:tracePt t="21654" x="7845425" y="2330450"/>
          <p14:tracePt t="21662" x="7705725" y="2330450"/>
          <p14:tracePt t="21670" x="7489825" y="2330450"/>
          <p14:tracePt t="21678" x="7265988" y="2330450"/>
          <p14:tracePt t="21686" x="6999288" y="2330450"/>
          <p14:tracePt t="21694" x="6743700" y="2330450"/>
          <p14:tracePt t="21703" x="6435725" y="2330450"/>
          <p14:tracePt t="21711" x="6129338" y="2330450"/>
          <p14:tracePt t="21719" x="5573713" y="2330450"/>
          <p14:tracePt t="21727" x="5416550" y="2305050"/>
          <p14:tracePt t="21735" x="5067300" y="2230438"/>
          <p14:tracePt t="21743" x="4818063" y="2189163"/>
          <p14:tracePt t="21751" x="4552950" y="2147888"/>
          <p14:tracePt t="21759" x="4486275" y="2139950"/>
          <p14:tracePt t="21767" x="4305300" y="2122488"/>
          <p14:tracePt t="21775" x="4171950" y="2106613"/>
          <p14:tracePt t="21784" x="4048125" y="2106613"/>
          <p14:tracePt t="21791" x="3981450" y="2106613"/>
          <p14:tracePt t="21800" x="3906838" y="2106613"/>
          <p14:tracePt t="21807" x="3840163" y="2106613"/>
          <p14:tracePt t="21817" x="3781425" y="2106613"/>
          <p14:tracePt t="21824" x="3690938" y="2106613"/>
          <p14:tracePt t="21833" x="3616325" y="2106613"/>
          <p14:tracePt t="21840" x="3516313" y="2106613"/>
          <p14:tracePt t="21850" x="3449638" y="2106613"/>
          <p14:tracePt t="21856" x="3408363" y="2106613"/>
          <p14:tracePt t="21867" x="3333750" y="2106613"/>
          <p14:tracePt t="21872" x="3267075" y="2106613"/>
          <p14:tracePt t="21884" x="3184525" y="2106613"/>
          <p14:tracePt t="21888" x="3143250" y="2106613"/>
          <p14:tracePt t="21900" x="3060700" y="2106613"/>
          <p14:tracePt t="21904" x="3027363" y="2106613"/>
          <p14:tracePt t="21917" x="2978150" y="2106613"/>
          <p14:tracePt t="21920" x="2935288" y="2106613"/>
          <p14:tracePt t="21933" x="2903538" y="2106613"/>
          <p14:tracePt t="21937" x="2860675" y="2122488"/>
          <p14:tracePt t="21950" x="2836863" y="2122488"/>
          <p14:tracePt t="21953" x="2803525" y="2122488"/>
          <p14:tracePt t="21966" x="2762250" y="2122488"/>
          <p14:tracePt t="21969" x="2754313" y="2122488"/>
          <p14:tracePt t="21984" x="2720975" y="2139950"/>
          <p14:tracePt t="21986" x="2711450" y="2139950"/>
          <p14:tracePt t="22000" x="2695575" y="2139950"/>
          <p14:tracePt t="22002" x="2679700" y="2139950"/>
          <p14:tracePt t="22017" x="2670175" y="2139950"/>
          <p14:tracePt t="22018" x="2654300" y="2139950"/>
          <p14:tracePt t="22025" x="2654300" y="2147888"/>
          <p14:tracePt t="22042" x="2636838" y="2147888"/>
          <p14:tracePt t="22090" x="2636838" y="2163763"/>
          <p14:tracePt t="22114" x="2636838" y="2181225"/>
          <p14:tracePt t="22138" x="2636838" y="2189163"/>
          <p14:tracePt t="22171" x="2636838" y="2206625"/>
          <p14:tracePt t="22260" x="2628900" y="2222500"/>
          <p14:tracePt t="22308" x="2628900" y="2230438"/>
          <p14:tracePt t="22954" x="2654300" y="2222500"/>
          <p14:tracePt t="22962" x="2679700" y="2206625"/>
          <p14:tracePt t="22970" x="2679700" y="2189163"/>
          <p14:tracePt t="22978" x="2695575" y="2189163"/>
          <p14:tracePt t="22986" x="2711450" y="2189163"/>
          <p14:tracePt t="22994" x="2711450" y="2181225"/>
          <p14:tracePt t="23010" x="2720975" y="2181225"/>
          <p14:tracePt t="23075" x="2720975" y="2163763"/>
          <p14:tracePt t="23084" x="2720975" y="2122488"/>
          <p14:tracePt t="23099" x="2720975" y="2081213"/>
          <p14:tracePt t="23107" x="2720975" y="2055813"/>
          <p14:tracePt t="23123" x="2720975" y="2024063"/>
          <p14:tracePt t="23134" x="2720975" y="2014538"/>
          <p14:tracePt t="23147" x="2720975" y="1998663"/>
          <p14:tracePt t="23188" x="2711450" y="1998663"/>
          <p14:tracePt t="23228" x="2695575" y="2014538"/>
          <p14:tracePt t="23236" x="2679700" y="2039938"/>
          <p14:tracePt t="23244" x="2670175" y="2065338"/>
          <p14:tracePt t="23253" x="2654300" y="2106613"/>
          <p14:tracePt t="23261" x="2636838" y="2122488"/>
          <p14:tracePt t="23269" x="2628900" y="2163763"/>
          <p14:tracePt t="23276" x="2613025" y="2181225"/>
          <p14:tracePt t="23285" x="2595563" y="2206625"/>
          <p14:tracePt t="23293" x="2595563" y="2222500"/>
          <p14:tracePt t="23301" x="2595563" y="2230438"/>
          <p14:tracePt t="23309" x="2587625" y="2230438"/>
          <p14:tracePt t="23317" x="2587625" y="2247900"/>
          <p14:tracePt t="23333" x="2571750" y="2247900"/>
          <p14:tracePt t="23341" x="2571750" y="2263775"/>
          <p14:tracePt t="23479" x="2587625" y="2247900"/>
          <p14:tracePt t="23487" x="2595563" y="2247900"/>
          <p14:tracePt t="23495" x="2595563" y="2230438"/>
          <p14:tracePt t="23503" x="2613025" y="2222500"/>
          <p14:tracePt t="23511" x="2628900" y="2222500"/>
          <p14:tracePt t="23519" x="2628900" y="2206625"/>
          <p14:tracePt t="23535" x="2636838" y="2189163"/>
          <p14:tracePt t="23567" x="2654300" y="2189163"/>
          <p14:tracePt t="23583" x="2654300" y="2181225"/>
          <p14:tracePt t="23656" x="2654300" y="2163763"/>
          <p14:tracePt t="23761" x="2654300" y="2181225"/>
          <p14:tracePt t="23785" x="2654300" y="2189163"/>
          <p14:tracePt t="23801" x="2654300" y="2206625"/>
          <p14:tracePt t="23810" x="2654300" y="2222500"/>
          <p14:tracePt t="23818" x="2636838" y="2222500"/>
          <p14:tracePt t="23826" x="2636838" y="2230438"/>
          <p14:tracePt t="23850" x="2636838" y="2247900"/>
          <p14:tracePt t="23939" x="2636838" y="2230438"/>
          <p14:tracePt t="23947" x="2654300" y="2230438"/>
          <p14:tracePt t="23955" x="2670175" y="2222500"/>
          <p14:tracePt t="23963" x="2695575" y="2206625"/>
          <p14:tracePt t="23971" x="2711450" y="2189163"/>
          <p14:tracePt t="23979" x="2711450" y="2181225"/>
          <p14:tracePt t="23987" x="2720975" y="2181225"/>
          <p14:tracePt t="24003" x="2736850" y="2163763"/>
          <p14:tracePt t="24060" x="2736850" y="2147888"/>
          <p14:tracePt t="24149" x="2736850" y="2163763"/>
          <p14:tracePt t="24157" x="2736850" y="2181225"/>
          <p14:tracePt t="24168" x="2720975" y="2206625"/>
          <p14:tracePt t="24173" x="2695575" y="2230438"/>
          <p14:tracePt t="24189" x="2695575" y="2263775"/>
          <p14:tracePt t="24201" x="2679700" y="2281238"/>
          <p14:tracePt t="24205" x="2670175" y="2289175"/>
          <p14:tracePt t="24221" x="2670175" y="2305050"/>
          <p14:tracePt t="24245" x="2670175" y="2322513"/>
          <p14:tracePt t="24496" x="2670175" y="2330450"/>
          <p14:tracePt t="24520" x="2670175" y="2346325"/>
          <p14:tracePt t="24552" x="2670175" y="2363788"/>
          <p14:tracePt t="24674" x="2670175" y="2346325"/>
          <p14:tracePt t="24683" x="2679700" y="2322513"/>
          <p14:tracePt t="24690" x="2695575" y="2305050"/>
          <p14:tracePt t="24698" x="2711450" y="2281238"/>
          <p14:tracePt t="24706" x="2720975" y="2230438"/>
          <p14:tracePt t="24722" x="2736850" y="2206625"/>
          <p14:tracePt t="24730" x="2754313" y="2181225"/>
          <p14:tracePt t="24738" x="2754313" y="2163763"/>
          <p14:tracePt t="24746" x="2762250" y="2147888"/>
          <p14:tracePt t="24754" x="2762250" y="2122488"/>
          <p14:tracePt t="24762" x="2778125" y="2122488"/>
          <p14:tracePt t="24770" x="2778125" y="2106613"/>
          <p14:tracePt t="24778" x="2778125" y="2098675"/>
          <p14:tracePt t="24811" x="2778125" y="2081213"/>
          <p14:tracePt t="24891" x="2778125" y="2098675"/>
          <p14:tracePt t="24900" x="2778125" y="2106613"/>
          <p14:tracePt t="24917" x="2778125" y="2139950"/>
          <p14:tracePt t="24924" x="2762250" y="2181225"/>
          <p14:tracePt t="24933" x="2754313" y="2189163"/>
          <p14:tracePt t="24940" x="2736850" y="2222500"/>
          <p14:tracePt t="24949" x="2736850" y="2247900"/>
          <p14:tracePt t="24956" x="2720975" y="2281238"/>
          <p14:tracePt t="24964" x="2720975" y="2305050"/>
          <p14:tracePt t="24972" x="2711450" y="2322513"/>
          <p14:tracePt t="24980" x="2711450" y="2330450"/>
          <p14:tracePt t="24988" x="2711450" y="2346325"/>
          <p14:tracePt t="24996" x="2695575" y="2346325"/>
          <p14:tracePt t="25012" x="2695575" y="2363788"/>
          <p14:tracePt t="25384" x="2695575" y="2346325"/>
          <p14:tracePt t="25392" x="2695575" y="2330450"/>
          <p14:tracePt t="25401" x="2711450" y="2322513"/>
          <p14:tracePt t="25417" x="2720975" y="2305050"/>
          <p14:tracePt t="25433" x="2736850" y="2289175"/>
          <p14:tracePt t="25473" x="2754313" y="2289175"/>
          <p14:tracePt t="25489" x="2754313" y="2281238"/>
          <p14:tracePt t="25683" x="2754313" y="2289175"/>
          <p14:tracePt t="26062" x="2754313" y="2305050"/>
          <p14:tracePt t="26409" x="2754313" y="2289175"/>
          <p14:tracePt t="26433" x="2754313" y="2281238"/>
          <p14:tracePt t="26450" x="2754313" y="2263775"/>
          <p14:tracePt t="26457" x="2754313" y="2230438"/>
          <p14:tracePt t="26467" x="2754313" y="2206625"/>
          <p14:tracePt t="26474" x="2754313" y="2181225"/>
          <p14:tracePt t="26483" x="2754313" y="2122488"/>
          <p14:tracePt t="26490" x="2754313" y="2098675"/>
          <p14:tracePt t="26499" x="2762250" y="2055813"/>
          <p14:tracePt t="26506" x="2778125" y="2024063"/>
          <p14:tracePt t="26514" x="2778125" y="2014538"/>
          <p14:tracePt t="26522" x="2795588" y="1981200"/>
          <p14:tracePt t="26530" x="2803525" y="1981200"/>
          <p14:tracePt t="26538" x="2803525" y="1965325"/>
          <p14:tracePt t="26554" x="2819400" y="1965325"/>
          <p14:tracePt t="26611" x="2819400" y="1981200"/>
          <p14:tracePt t="26627" x="2819400" y="1998663"/>
          <p14:tracePt t="26635" x="2819400" y="2014538"/>
          <p14:tracePt t="26651" x="2803525" y="2024063"/>
          <p14:tracePt t="26659" x="2803525" y="2039938"/>
          <p14:tracePt t="26675" x="2803525" y="2055813"/>
          <p14:tracePt t="26683" x="2795588" y="2065338"/>
          <p14:tracePt t="26700" x="2795588" y="2081213"/>
          <p14:tracePt t="26708" x="2778125" y="2098675"/>
          <p14:tracePt t="26724" x="2762250" y="2106613"/>
          <p14:tracePt t="26733" x="2762250" y="2122488"/>
          <p14:tracePt t="26756" x="2754313" y="2122488"/>
          <p14:tracePt t="26764" x="2754313" y="2139950"/>
          <p14:tracePt t="26869" x="2754313" y="2122488"/>
          <p14:tracePt t="26886" x="2754313" y="2106613"/>
          <p14:tracePt t="26902" x="2754313" y="2098675"/>
          <p14:tracePt t="26934" x="2754313" y="2081213"/>
          <p14:tracePt t="26958" x="2754313" y="2065338"/>
          <p14:tracePt t="26990" x="2754313" y="2055813"/>
          <p14:tracePt t="27071" x="2754313" y="2065338"/>
          <p14:tracePt t="27087" x="2736850" y="2065338"/>
          <p14:tracePt t="27096" x="2736850" y="2081213"/>
          <p14:tracePt t="27232" x="2736850" y="2065338"/>
          <p14:tracePt t="27250" x="2754313" y="2065338"/>
          <p14:tracePt t="27256" x="2754313" y="2055813"/>
          <p14:tracePt t="27273" x="2762250" y="2055813"/>
          <p14:tracePt t="27491" x="2778125" y="2055813"/>
          <p14:tracePt t="27500" x="2778125" y="2065338"/>
          <p14:tracePt t="27572" x="2795588" y="2055813"/>
          <p14:tracePt t="27580" x="2819400" y="2024063"/>
          <p14:tracePt t="27588" x="2852738" y="1998663"/>
          <p14:tracePt t="27596" x="2878138" y="1965325"/>
          <p14:tracePt t="27617" x="2935288" y="1916113"/>
          <p14:tracePt t="27620" x="2944813" y="1898650"/>
          <p14:tracePt t="27634" x="2960688" y="1882775"/>
          <p14:tracePt t="27637" x="2978150" y="1882775"/>
          <p14:tracePt t="27652" x="2978150" y="1874838"/>
          <p14:tracePt t="27666" x="2986088" y="1874838"/>
          <p14:tracePt t="27733" x="2986088" y="1882775"/>
          <p14:tracePt t="27750" x="2986088" y="1898650"/>
          <p14:tracePt t="27757" x="2986088" y="1916113"/>
          <p14:tracePt t="27773" x="2986088" y="1924050"/>
          <p14:tracePt t="27790" x="2986088" y="1939925"/>
          <p14:tracePt t="27878" x="2986088" y="1916113"/>
          <p14:tracePt t="27887" x="3001963" y="1916113"/>
          <p14:tracePt t="27894" x="3019425" y="1898650"/>
          <p14:tracePt t="27903" x="3027363" y="1882775"/>
          <p14:tracePt t="27911" x="3043238" y="1874838"/>
          <p14:tracePt t="27927" x="3043238" y="1857375"/>
          <p14:tracePt t="27935" x="3060700" y="1857375"/>
          <p14:tracePt t="28040" x="3060700" y="1874838"/>
          <p14:tracePt t="28056" x="3060700" y="1882775"/>
          <p14:tracePt t="28064" x="3060700" y="1898650"/>
          <p14:tracePt t="28234" x="3060700" y="1916113"/>
          <p14:tracePt t="28242" x="3060700" y="1939925"/>
          <p14:tracePt t="28250" x="3060700" y="1957388"/>
          <p14:tracePt t="28258" x="3060700" y="1965325"/>
          <p14:tracePt t="28267" x="3043238" y="1998663"/>
          <p14:tracePt t="28283" x="3043238" y="2014538"/>
          <p14:tracePt t="28290" x="3043238" y="2024063"/>
          <p14:tracePt t="28300" x="3027363" y="2024063"/>
          <p14:tracePt t="28306" x="3027363" y="2039938"/>
          <p14:tracePt t="28460" x="3019425" y="2039938"/>
          <p14:tracePt t="28468" x="3019425" y="2055813"/>
          <p14:tracePt t="28484" x="3001963" y="2055813"/>
          <p14:tracePt t="28492" x="3001963" y="2065338"/>
          <p14:tracePt t="28500" x="2986088" y="2065338"/>
          <p14:tracePt t="28508" x="2960688" y="2081213"/>
          <p14:tracePt t="28517" x="2944813" y="2106613"/>
          <p14:tracePt t="28524" x="2935288" y="2122488"/>
          <p14:tracePt t="28534" x="2903538" y="2147888"/>
          <p14:tracePt t="28540" x="2894013" y="2163763"/>
          <p14:tracePt t="28550" x="2860675" y="2181225"/>
          <p14:tracePt t="28557" x="2852738" y="2181225"/>
          <p14:tracePt t="28566" x="2836863" y="2189163"/>
          <p14:tracePt t="28573" x="2836863" y="2206625"/>
          <p14:tracePt t="28581" x="2819400" y="2222500"/>
          <p14:tracePt t="28589" x="2803525" y="2222500"/>
          <p14:tracePt t="28694" x="2803525" y="2206625"/>
          <p14:tracePt t="28702" x="2803525" y="2189163"/>
          <p14:tracePt t="28718" x="2819400" y="2181225"/>
          <p14:tracePt t="28742" x="2819400" y="2163763"/>
          <p14:tracePt t="28928" x="2836863" y="2163763"/>
          <p14:tracePt t="28936" x="2836863" y="2147888"/>
          <p14:tracePt t="28944" x="2852738" y="2147888"/>
          <p14:tracePt t="28952" x="2860675" y="2139950"/>
          <p14:tracePt t="28968" x="2878138" y="2139950"/>
          <p14:tracePt t="28976" x="2894013" y="2122488"/>
          <p14:tracePt t="28984" x="2903538" y="2122488"/>
          <p14:tracePt t="29000" x="2919413" y="2122488"/>
          <p14:tracePt t="29017" x="2935288" y="2122488"/>
          <p14:tracePt t="29041" x="2944813" y="2122488"/>
          <p14:tracePt t="29106" x="2944813" y="2139950"/>
          <p14:tracePt t="29114" x="2944813" y="2163763"/>
          <p14:tracePt t="29121" x="2944813" y="2222500"/>
          <p14:tracePt t="29130" x="2944813" y="2247900"/>
          <p14:tracePt t="29138" x="2944813" y="2289175"/>
          <p14:tracePt t="29146" x="2919413" y="2346325"/>
          <p14:tracePt t="29154" x="2903538" y="2405063"/>
          <p14:tracePt t="29162" x="2878138" y="2454275"/>
          <p14:tracePt t="29170" x="2860675" y="2487613"/>
          <p14:tracePt t="29178" x="2836863" y="2546350"/>
          <p14:tracePt t="29186" x="2803525" y="2570163"/>
          <p14:tracePt t="29194" x="2795588" y="2611438"/>
          <p14:tracePt t="29202" x="2778125" y="2611438"/>
          <p14:tracePt t="29210" x="2762250" y="2628900"/>
          <p14:tracePt t="29218" x="2762250" y="2636838"/>
          <p14:tracePt t="29226" x="2754313" y="2654300"/>
          <p14:tracePt t="29243" x="2736850" y="2654300"/>
          <p14:tracePt t="29316" x="2736850" y="2636838"/>
          <p14:tracePt t="29333" x="2720975" y="2628900"/>
          <p14:tracePt t="29348" x="2720975" y="2611438"/>
          <p14:tracePt t="29364" x="2720975" y="2595563"/>
          <p14:tracePt t="29380" x="2720975" y="2587625"/>
          <p14:tracePt t="29396" x="2711450" y="2570163"/>
          <p14:tracePt t="29420" x="2711450" y="2554288"/>
          <p14:tracePt t="29428" x="2711450" y="2546350"/>
          <p14:tracePt t="29453" x="2695575" y="2546350"/>
          <p14:tracePt t="29461" x="2695575" y="2528888"/>
          <p14:tracePt t="29509" x="2679700" y="2528888"/>
          <p14:tracePt t="29565" x="2670175" y="2528888"/>
          <p14:tracePt t="29792" x="2670175" y="2513013"/>
          <p14:tracePt t="29848" x="2670175" y="2495550"/>
          <p14:tracePt t="29937" x="2670175" y="2487613"/>
          <p14:tracePt t="30002" x="2670175" y="2471738"/>
          <p14:tracePt t="30026" x="2670175" y="2454275"/>
          <p14:tracePt t="30034" x="2679700" y="2446338"/>
          <p14:tracePt t="30058" x="2679700" y="2430463"/>
          <p14:tracePt t="30074" x="2695575" y="2413000"/>
          <p14:tracePt t="30100" x="2695575" y="2405063"/>
          <p14:tracePt t="30292" x="2679700" y="2405063"/>
          <p14:tracePt t="30308" x="2670175" y="2405063"/>
          <p14:tracePt t="30332" x="2654300" y="2405063"/>
          <p14:tracePt t="30357" x="2636838" y="2405063"/>
          <p14:tracePt t="30389" x="2628900" y="2405063"/>
          <p14:tracePt t="30486" x="2613025" y="2405063"/>
          <p14:tracePt t="30583" x="2613025" y="2387600"/>
          <p14:tracePt t="30615" x="2628900" y="2387600"/>
          <p14:tracePt t="30633" x="2670175" y="2387600"/>
          <p14:tracePt t="30639" x="2695575" y="2387600"/>
          <p14:tracePt t="30647" x="2762250" y="2387600"/>
          <p14:tracePt t="30656" x="2852738" y="2371725"/>
          <p14:tracePt t="30664" x="2960688" y="2371725"/>
          <p14:tracePt t="30672" x="3109913" y="2371725"/>
          <p14:tracePt t="30680" x="3267075" y="2363788"/>
          <p14:tracePt t="30688" x="3425825" y="2363788"/>
          <p14:tracePt t="30696" x="3575050" y="2363788"/>
          <p14:tracePt t="30704" x="3732213" y="2363788"/>
          <p14:tracePt t="30712" x="3798888" y="2363788"/>
          <p14:tracePt t="30720" x="3922713" y="2363788"/>
          <p14:tracePt t="30728" x="4038600" y="2363788"/>
          <p14:tracePt t="30736" x="4130675" y="2363788"/>
          <p14:tracePt t="30744" x="4205288" y="2363788"/>
          <p14:tracePt t="30752" x="4287838" y="2363788"/>
          <p14:tracePt t="30760" x="4354513" y="2363788"/>
          <p14:tracePt t="30768" x="4411663" y="2363788"/>
          <p14:tracePt t="30776" x="4454525" y="2363788"/>
          <p14:tracePt t="30785" x="4511675" y="2371725"/>
          <p14:tracePt t="30793" x="4537075" y="2387600"/>
          <p14:tracePt t="30801" x="4570413" y="2387600"/>
          <p14:tracePt t="30809" x="4594225" y="2387600"/>
          <p14:tracePt t="30817" x="4611688" y="2387600"/>
          <p14:tracePt t="30825" x="4619625" y="2405063"/>
          <p14:tracePt t="30833" x="4635500" y="2405063"/>
          <p14:tracePt t="30866" x="4652963" y="2405063"/>
          <p14:tracePt t="31003" x="4635500" y="2405063"/>
          <p14:tracePt t="31011" x="4578350" y="2413000"/>
          <p14:tracePt t="31019" x="4537075" y="2430463"/>
          <p14:tracePt t="31027" x="4470400" y="2430463"/>
          <p14:tracePt t="31035" x="4395788" y="2446338"/>
          <p14:tracePt t="31043" x="4354513" y="2446338"/>
          <p14:tracePt t="31051" x="4262438" y="2454275"/>
          <p14:tracePt t="31059" x="4187825" y="2454275"/>
          <p14:tracePt t="31067" x="4122738" y="2454275"/>
          <p14:tracePt t="31075" x="4064000" y="2454275"/>
          <p14:tracePt t="31083" x="4005263" y="2454275"/>
          <p14:tracePt t="31094" x="3956050" y="2454275"/>
          <p14:tracePt t="31101" x="3906838" y="2454275"/>
          <p14:tracePt t="31108" x="3865563" y="2454275"/>
          <p14:tracePt t="31117" x="3814763" y="2454275"/>
          <p14:tracePt t="31124" x="3781425" y="2454275"/>
          <p14:tracePt t="31134" x="3740150" y="2454275"/>
          <p14:tracePt t="31140" x="3690938" y="2454275"/>
          <p14:tracePt t="31150" x="3657600" y="2446338"/>
          <p14:tracePt t="31156" x="3598863" y="2446338"/>
          <p14:tracePt t="31167" x="3549650" y="2446338"/>
          <p14:tracePt t="31172" x="3492500" y="2430463"/>
          <p14:tracePt t="31183" x="3449638" y="2430463"/>
          <p14:tracePt t="31188" x="3408363" y="2430463"/>
          <p14:tracePt t="31200" x="3351213" y="2430463"/>
          <p14:tracePt t="31204" x="3325813" y="2430463"/>
          <p14:tracePt t="31216" x="3284538" y="2430463"/>
          <p14:tracePt t="31220" x="3251200" y="2430463"/>
          <p14:tracePt t="31233" x="3225800" y="2430463"/>
          <p14:tracePt t="31237" x="3168650" y="2430463"/>
          <p14:tracePt t="31250" x="3143250" y="2413000"/>
          <p14:tracePt t="31253" x="3101975" y="2405063"/>
          <p14:tracePt t="31267" x="3043238" y="2405063"/>
          <p14:tracePt t="31270" x="2944813" y="2371725"/>
          <p14:tracePt t="31283" x="2935288" y="2371725"/>
          <p14:tracePt t="31286" x="2852738" y="2363788"/>
          <p14:tracePt t="31300" x="2803525" y="2346325"/>
          <p14:tracePt t="31303" x="2754313" y="2330450"/>
          <p14:tracePt t="31316" x="2695575" y="2322513"/>
          <p14:tracePt t="31317" x="2636838" y="2305050"/>
          <p14:tracePt t="31326" x="2613025" y="2305050"/>
          <p14:tracePt t="31334" x="2571750" y="2289175"/>
          <p14:tracePt t="31342" x="2554288" y="2281238"/>
          <p14:tracePt t="31350" x="2538413" y="2281238"/>
          <p14:tracePt t="31358" x="2513013" y="2263775"/>
          <p14:tracePt t="31367" x="2497138" y="2263775"/>
          <p14:tracePt t="31383" x="2487613" y="2247900"/>
          <p14:tracePt t="31390" x="2471738" y="2230438"/>
          <p14:tracePt t="31406" x="2471738" y="2222500"/>
          <p14:tracePt t="31414" x="2454275" y="2206625"/>
          <p14:tracePt t="31430" x="2446338" y="2181225"/>
          <p14:tracePt t="31439" x="2430463" y="2163763"/>
          <p14:tracePt t="31447" x="2430463" y="2147888"/>
          <p14:tracePt t="31455" x="2413000" y="2139950"/>
          <p14:tracePt t="31463" x="2413000" y="2122488"/>
          <p14:tracePt t="31471" x="2405063" y="2098675"/>
          <p14:tracePt t="31479" x="2405063" y="2081213"/>
          <p14:tracePt t="31487" x="2405063" y="2065338"/>
          <p14:tracePt t="31495" x="2389188" y="2055813"/>
          <p14:tracePt t="31503" x="2389188" y="2024063"/>
          <p14:tracePt t="31511" x="2389188" y="2014538"/>
          <p14:tracePt t="31527" x="2389188" y="1998663"/>
          <p14:tracePt t="31535" x="2389188" y="1981200"/>
          <p14:tracePt t="31552" x="2389188" y="1965325"/>
          <p14:tracePt t="31560" x="2389188" y="1957388"/>
          <p14:tracePt t="31624" x="2430463" y="1957388"/>
          <p14:tracePt t="31634" x="2497138" y="1957388"/>
          <p14:tracePt t="31640" x="2571750" y="1957388"/>
          <p14:tracePt t="31648" x="2628900" y="1957388"/>
          <p14:tracePt t="31667" x="2795588" y="1957388"/>
          <p14:tracePt t="31673" x="2860675" y="1965325"/>
          <p14:tracePt t="31683" x="2935288" y="1981200"/>
          <p14:tracePt t="31689" x="2986088" y="1998663"/>
          <p14:tracePt t="31700" x="3027363" y="1998663"/>
          <p14:tracePt t="31705" x="3043238" y="2014538"/>
          <p14:tracePt t="31716" x="3068638" y="2024063"/>
          <p14:tracePt t="31721" x="3086100" y="2024063"/>
          <p14:tracePt t="31733" x="3101975" y="2039938"/>
          <p14:tracePt t="31737" x="3101975" y="2055813"/>
          <p14:tracePt t="31753" x="3109913" y="2065338"/>
          <p14:tracePt t="31767" x="3109913" y="2081213"/>
          <p14:tracePt t="31770" x="3127375" y="2098675"/>
          <p14:tracePt t="31786" x="3127375" y="2106613"/>
          <p14:tracePt t="31800" x="3127375" y="2122488"/>
          <p14:tracePt t="31803" x="3127375" y="2139950"/>
          <p14:tracePt t="31819" x="3127375" y="2147888"/>
          <p14:tracePt t="31834" x="3127375" y="2163763"/>
          <p14:tracePt t="31850" x="3127375" y="2181225"/>
          <p14:tracePt t="31858" x="3127375" y="2189163"/>
          <p14:tracePt t="31867" x="3109913" y="2189163"/>
          <p14:tracePt t="31874" x="3109913" y="2206625"/>
          <p14:tracePt t="31891" x="3101975" y="2222500"/>
          <p14:tracePt t="31907" x="3086100" y="2222500"/>
          <p14:tracePt t="31916" x="3086100" y="2230438"/>
          <p14:tracePt t="31923" x="3068638" y="2230438"/>
          <p14:tracePt t="31939" x="3068638" y="2247900"/>
          <p14:tracePt t="31947" x="3060700" y="2247900"/>
          <p14:tracePt t="31963" x="3043238" y="2247900"/>
          <p14:tracePt t="31972" x="3027363" y="2263775"/>
          <p14:tracePt t="32004" x="3019425" y="2263775"/>
          <p14:tracePt t="32068" x="3001963" y="2263775"/>
          <p14:tracePt t="32165" x="3027363" y="2263775"/>
          <p14:tracePt t="32173" x="3101975" y="2263775"/>
          <p14:tracePt t="32184" x="3201988" y="2263775"/>
          <p14:tracePt t="32189" x="3351213" y="2322513"/>
          <p14:tracePt t="32198" x="3508375" y="2346325"/>
          <p14:tracePt t="32217" x="3865563" y="2405063"/>
          <p14:tracePt t="32222" x="3922713" y="2413000"/>
          <p14:tracePt t="32234" x="4079875" y="2430463"/>
          <p14:tracePt t="32238" x="4164013" y="2454275"/>
          <p14:tracePt t="32251" x="4246563" y="2471738"/>
          <p14:tracePt t="32254" x="4313238" y="2487613"/>
          <p14:tracePt t="32267" x="4346575" y="2487613"/>
          <p14:tracePt t="32270" x="4387850" y="2487613"/>
          <p14:tracePt t="32283" x="4395788" y="2487613"/>
          <p14:tracePt t="32286" x="4411663" y="2487613"/>
          <p14:tracePt t="32300" x="4429125" y="2495550"/>
          <p14:tracePt t="32319" x="4437063" y="2495550"/>
          <p14:tracePt t="32407" x="4429125" y="2495550"/>
          <p14:tracePt t="32418" x="4411663" y="2495550"/>
          <p14:tracePt t="32424" x="4370388" y="2513013"/>
          <p14:tracePt t="32432" x="4313238" y="2528888"/>
          <p14:tracePt t="32450" x="4130675" y="2554288"/>
          <p14:tracePt t="32456" x="4038600" y="2570163"/>
          <p14:tracePt t="32467" x="3956050" y="2587625"/>
          <p14:tracePt t="32472" x="3865563" y="2595563"/>
          <p14:tracePt t="32484" x="3773488" y="2611438"/>
          <p14:tracePt t="32488" x="3673475" y="2628900"/>
          <p14:tracePt t="32500" x="3598863" y="2628900"/>
          <p14:tracePt t="32504" x="3549650" y="2636838"/>
          <p14:tracePt t="32517" x="3492500" y="2636838"/>
          <p14:tracePt t="32520" x="3449638" y="2636838"/>
          <p14:tracePt t="32534" x="3425825" y="2636838"/>
          <p14:tracePt t="32537" x="3375025" y="2636838"/>
          <p14:tracePt t="32550" x="3351213" y="2636838"/>
          <p14:tracePt t="32553" x="3309938" y="2636838"/>
          <p14:tracePt t="32566" x="3284538" y="2636838"/>
          <p14:tracePt t="32569" x="3243263" y="2628900"/>
          <p14:tracePt t="32584" x="3201988" y="2611438"/>
          <p14:tracePt t="32586" x="3184525" y="2595563"/>
          <p14:tracePt t="32600" x="3160713" y="2587625"/>
          <p14:tracePt t="32601" x="3143250" y="2570163"/>
          <p14:tracePt t="32609" x="3127375" y="2570163"/>
          <p14:tracePt t="32617" x="3109913" y="2554288"/>
          <p14:tracePt t="32633" x="3101975" y="2554288"/>
          <p14:tracePt t="32642" x="3101975" y="2546350"/>
          <p14:tracePt t="32658" x="3086100" y="2546350"/>
          <p14:tracePt t="32667" x="3068638" y="2528888"/>
          <p14:tracePt t="32674" x="3060700" y="2513013"/>
          <p14:tracePt t="32683" x="3027363" y="2513013"/>
          <p14:tracePt t="32690" x="3001963" y="2487613"/>
          <p14:tracePt t="32699" x="2978150" y="2471738"/>
          <p14:tracePt t="32706" x="2935288" y="2471738"/>
          <p14:tracePt t="32714" x="2894013" y="2446338"/>
          <p14:tracePt t="32722" x="2795588" y="2405063"/>
          <p14:tracePt t="32730" x="2711450" y="2346325"/>
          <p14:tracePt t="32738" x="2513013" y="2247900"/>
          <p14:tracePt t="32746" x="2430463" y="2189163"/>
          <p14:tracePt t="32754" x="2263775" y="2106613"/>
          <p14:tracePt t="32762" x="2206625" y="2055813"/>
          <p14:tracePt t="32771" x="2081213" y="1998663"/>
          <p14:tracePt t="32779" x="1998663" y="1924050"/>
          <p14:tracePt t="32787" x="1916113" y="1874838"/>
          <p14:tracePt t="32795" x="1857375" y="1841500"/>
          <p14:tracePt t="32803" x="1816100" y="1800225"/>
          <p14:tracePt t="32811" x="1800225" y="1790700"/>
          <p14:tracePt t="32819" x="1790700" y="1774825"/>
          <p14:tracePt t="32835" x="1790700" y="1757363"/>
          <p14:tracePt t="32908" x="1833563" y="1757363"/>
          <p14:tracePt t="32918" x="1857375" y="1757363"/>
          <p14:tracePt t="32924" x="1941513" y="1749425"/>
          <p14:tracePt t="32932" x="2006600" y="1733550"/>
          <p14:tracePt t="32951" x="2206625" y="1733550"/>
          <p14:tracePt t="32956" x="2289175" y="1733550"/>
          <p14:tracePt t="32967" x="2389188" y="1733550"/>
          <p14:tracePt t="32972" x="2446338" y="1733550"/>
          <p14:tracePt t="32983" x="2595563" y="1733550"/>
          <p14:tracePt t="32989" x="2636838" y="1733550"/>
          <p14:tracePt t="33000" x="2711450" y="1749425"/>
          <p14:tracePt t="33005" x="2778125" y="1774825"/>
          <p14:tracePt t="33017" x="2852738" y="1816100"/>
          <p14:tracePt t="33021" x="2903538" y="1831975"/>
          <p14:tracePt t="33033" x="2944813" y="1874838"/>
          <p14:tracePt t="33037" x="3001963" y="1916113"/>
          <p14:tracePt t="33050" x="3043238" y="1957388"/>
          <p14:tracePt t="33053" x="3068638" y="1998663"/>
          <p14:tracePt t="33067" x="3101975" y="2039938"/>
          <p14:tracePt t="33069" x="3127375" y="2065338"/>
          <p14:tracePt t="33084" x="3143250" y="2106613"/>
          <p14:tracePt t="33087" x="3143250" y="2122488"/>
          <p14:tracePt t="33102" x="3160713" y="2163763"/>
          <p14:tracePt t="33106" x="3160713" y="2181225"/>
          <p14:tracePt t="33110" x="3168650" y="2189163"/>
          <p14:tracePt t="33118" x="3168650" y="2206625"/>
          <p14:tracePt t="33134" x="3168650" y="2222500"/>
          <p14:tracePt t="33158" x="3168650" y="2230438"/>
          <p14:tracePt t="33182" x="3168650" y="2247900"/>
          <p14:tracePt t="33190" x="3160713" y="2247900"/>
          <p14:tracePt t="33207" x="3143250" y="2247900"/>
          <p14:tracePt t="33216" x="3143250" y="2263775"/>
          <p14:tracePt t="33223" x="3127375" y="2263775"/>
          <p14:tracePt t="33231" x="3109913" y="2263775"/>
          <p14:tracePt t="33247" x="3109913" y="2281238"/>
          <p14:tracePt t="33279" x="3101975" y="2289175"/>
          <p14:tracePt t="33296" x="3086100" y="2289175"/>
          <p14:tracePt t="33303" x="3086100" y="2305050"/>
          <p14:tracePt t="33312" x="3068638" y="2322513"/>
          <p14:tracePt t="33320" x="3043238" y="2330450"/>
          <p14:tracePt t="33328" x="3027363" y="2346325"/>
          <p14:tracePt t="33336" x="3001963" y="2363788"/>
          <p14:tracePt t="33344" x="2960688" y="2371725"/>
          <p14:tracePt t="33352" x="2935288" y="2387600"/>
          <p14:tracePt t="33360" x="2878138" y="2413000"/>
          <p14:tracePt t="33368" x="2836863" y="2413000"/>
          <p14:tracePt t="33376" x="2803525" y="2430463"/>
          <p14:tracePt t="33384" x="2762250" y="2430463"/>
          <p14:tracePt t="33392" x="2754313" y="2430463"/>
          <p14:tracePt t="33400" x="2711450" y="2430463"/>
          <p14:tracePt t="33409" x="2695575" y="2430463"/>
          <p14:tracePt t="33417" x="2670175" y="2430463"/>
          <p14:tracePt t="33425" x="2636838" y="2430463"/>
          <p14:tracePt t="33433" x="2628900" y="2413000"/>
          <p14:tracePt t="33441" x="2628900" y="2405063"/>
          <p14:tracePt t="33450" x="2613025" y="2387600"/>
          <p14:tracePt t="33457" x="2595563" y="2387600"/>
          <p14:tracePt t="33466" x="2595563" y="2371725"/>
          <p14:tracePt t="33473" x="2587625" y="2363788"/>
          <p14:tracePt t="33489" x="2587625" y="2346325"/>
          <p14:tracePt t="33505" x="2587625" y="2330450"/>
          <p14:tracePt t="33521" x="2587625" y="2322513"/>
          <p14:tracePt t="33538" x="2595563" y="2305050"/>
          <p14:tracePt t="33546" x="2628900" y="2289175"/>
          <p14:tracePt t="33554" x="2679700" y="2263775"/>
          <p14:tracePt t="33562" x="2754313" y="2247900"/>
          <p14:tracePt t="33570" x="2852738" y="2222500"/>
          <p14:tracePt t="33578" x="2978150" y="2189163"/>
          <p14:tracePt t="33586" x="3160713" y="2181225"/>
          <p14:tracePt t="33594" x="3333750" y="2181225"/>
          <p14:tracePt t="33602" x="3516313" y="2181225"/>
          <p14:tracePt t="33610" x="3716338" y="2181225"/>
          <p14:tracePt t="33618" x="3898900" y="2181225"/>
          <p14:tracePt t="33626" x="4048125" y="2247900"/>
          <p14:tracePt t="33634" x="4221163" y="2363788"/>
          <p14:tracePt t="33642" x="4370388" y="2471738"/>
          <p14:tracePt t="33651" x="4537075" y="2628900"/>
          <p14:tracePt t="33659" x="4660900" y="2778125"/>
          <p14:tracePt t="33667" x="4776788" y="2919413"/>
          <p14:tracePt t="33675" x="4818063" y="2960688"/>
          <p14:tracePt t="33684" x="4884738" y="3043238"/>
          <p14:tracePt t="33691" x="4918075" y="3101975"/>
          <p14:tracePt t="33700" x="4959350" y="3143250"/>
          <p14:tracePt t="33707" x="4959350" y="3159125"/>
          <p14:tracePt t="33717" x="4967288" y="3167063"/>
          <p14:tracePt t="33723" x="4984750" y="3167063"/>
          <p14:tracePt t="33739" x="4984750" y="3184525"/>
          <p14:tracePt t="33747" x="5000625" y="3184525"/>
          <p14:tracePt t="33804" x="5000625" y="3167063"/>
          <p14:tracePt t="33812" x="5000625" y="3159125"/>
          <p14:tracePt t="33820" x="5000625" y="3143250"/>
          <p14:tracePt t="33828" x="5000625" y="3117850"/>
          <p14:tracePt t="33836" x="5018088" y="3084513"/>
          <p14:tracePt t="33844" x="5018088" y="3076575"/>
          <p14:tracePt t="33852" x="5026025" y="3027363"/>
          <p14:tracePt t="33860" x="5059363" y="3001963"/>
          <p14:tracePt t="33869" x="5084763" y="2976563"/>
          <p14:tracePt t="33877" x="5149850" y="2901950"/>
          <p14:tracePt t="33885" x="5208588" y="2852738"/>
          <p14:tracePt t="33893" x="5275263" y="2819400"/>
          <p14:tracePt t="33901" x="5373688" y="2778125"/>
          <p14:tracePt t="33909" x="5499100" y="2752725"/>
          <p14:tracePt t="33917" x="5614988" y="2711450"/>
          <p14:tracePt t="33925" x="5764213" y="2678113"/>
          <p14:tracePt t="33933" x="5897563" y="2670175"/>
          <p14:tracePt t="33941" x="6021388" y="2654300"/>
          <p14:tracePt t="33950" x="6145213" y="2636838"/>
          <p14:tracePt t="33957" x="6253163" y="2628900"/>
          <p14:tracePt t="33967" x="6386513" y="2628900"/>
          <p14:tracePt t="33974" x="6510338" y="2628900"/>
          <p14:tracePt t="33983" x="6659563" y="2628900"/>
          <p14:tracePt t="33990" x="6784975" y="2628900"/>
          <p14:tracePt t="33999" x="6924675" y="2628900"/>
          <p14:tracePt t="34006" x="7050088" y="2628900"/>
          <p14:tracePt t="34014" x="7207250" y="2654300"/>
          <p14:tracePt t="34022" x="7356475" y="2711450"/>
          <p14:tracePt t="34030" x="7513638" y="2752725"/>
          <p14:tracePt t="34038" x="7572375" y="2760663"/>
          <p14:tracePt t="34046" x="7654925" y="2811463"/>
          <p14:tracePt t="34055" x="7754938" y="2836863"/>
          <p14:tracePt t="34062" x="7845425" y="2852738"/>
          <p14:tracePt t="34070" x="7920038" y="2878138"/>
          <p14:tracePt t="34078" x="7970838" y="2878138"/>
          <p14:tracePt t="34087" x="8020050" y="2894013"/>
          <p14:tracePt t="34097" x="8027988" y="2894013"/>
          <p14:tracePt t="34329" x="8045450" y="2878138"/>
          <p14:tracePt t="34337" x="8153400" y="2811463"/>
          <p14:tracePt t="34345" x="8235950" y="2752725"/>
          <p14:tracePt t="34353" x="8310563" y="2711450"/>
          <p14:tracePt t="34361" x="8369300" y="2678113"/>
          <p14:tracePt t="34369" x="8410575" y="2670175"/>
          <p14:tracePt t="34377" x="8434388" y="2654300"/>
          <p14:tracePt t="34385" x="8518525" y="2595563"/>
          <p14:tracePt t="34394" x="8559800" y="2554288"/>
          <p14:tracePt t="34401" x="8616950" y="2546350"/>
          <p14:tracePt t="34410" x="8634413" y="2528888"/>
          <p14:tracePt t="34418" x="8658225" y="2513013"/>
          <p14:tracePt t="34426" x="8675688" y="2513013"/>
          <p14:tracePt t="34434" x="8683625" y="2495550"/>
          <p14:tracePt t="34442" x="8699500" y="2495550"/>
          <p14:tracePt t="34474" x="8716963" y="2495550"/>
          <p14:tracePt t="34490" x="8716963" y="2487613"/>
          <p14:tracePt t="34500" x="8724900" y="2487613"/>
          <p14:tracePt t="34516" x="8742363" y="2487613"/>
          <p14:tracePt t="34523" x="8758238" y="2487613"/>
          <p14:tracePt t="34531" x="8766175" y="2471738"/>
          <p14:tracePt t="34539" x="8799513" y="2471738"/>
          <p14:tracePt t="34547" x="8816975" y="2454275"/>
          <p14:tracePt t="34555" x="8858250" y="2446338"/>
          <p14:tracePt t="34563" x="8899525" y="2446338"/>
          <p14:tracePt t="34571" x="8924925" y="2446338"/>
          <p14:tracePt t="34579" x="8982075" y="2430463"/>
          <p14:tracePt t="34587" x="9023350" y="2430463"/>
          <p14:tracePt t="34595" x="9048750" y="2430463"/>
          <p14:tracePt t="34603" x="9082088" y="2430463"/>
          <p14:tracePt t="34611" x="9090025" y="2430463"/>
          <p14:tracePt t="34627" x="9105900" y="2430463"/>
          <p14:tracePt t="34636" x="9123363" y="2430463"/>
          <p14:tracePt t="34660" x="9131300" y="2430463"/>
          <p14:tracePt t="34716" x="9123363" y="2430463"/>
          <p14:tracePt t="34724" x="9090025" y="2430463"/>
          <p14:tracePt t="34734" x="9007475" y="2430463"/>
          <p14:tracePt t="34740" x="8924925" y="2430463"/>
          <p14:tracePt t="34749" x="8799513" y="2430463"/>
          <p14:tracePt t="34767" x="8459788" y="2454275"/>
          <p14:tracePt t="34773" x="8310563" y="2471738"/>
          <p14:tracePt t="34784" x="8128000" y="2495550"/>
          <p14:tracePt t="34789" x="7929563" y="2495550"/>
          <p14:tracePt t="34801" x="7754938" y="2513013"/>
          <p14:tracePt t="34805" x="7597775" y="2513013"/>
          <p14:tracePt t="34817" x="7439025" y="2528888"/>
          <p14:tracePt t="34821" x="7331075" y="2528888"/>
          <p14:tracePt t="34834" x="7273925" y="2528888"/>
          <p14:tracePt t="34837" x="7173913" y="2546350"/>
          <p14:tracePt t="34850" x="7083425" y="2546350"/>
          <p14:tracePt t="34854" x="7008813" y="2546350"/>
          <p14:tracePt t="34867" x="6916738" y="2546350"/>
          <p14:tracePt t="34870" x="6859588" y="2546350"/>
          <p14:tracePt t="34883" x="6784975" y="2554288"/>
          <p14:tracePt t="34886" x="6734175" y="2554288"/>
          <p14:tracePt t="34900" x="6659563" y="2570163"/>
          <p14:tracePt t="34903" x="6602413" y="2570163"/>
          <p14:tracePt t="34916" x="6577013" y="2570163"/>
          <p14:tracePt t="34919" x="6535738" y="2587625"/>
          <p14:tracePt t="34934" x="6510338" y="2587625"/>
          <p14:tracePt t="34935" x="6477000" y="2587625"/>
          <p14:tracePt t="34942" x="6453188" y="2587625"/>
          <p14:tracePt t="34950" x="6435725" y="2587625"/>
          <p14:tracePt t="34967" x="6427788" y="2587625"/>
          <p14:tracePt t="34975" x="6411913" y="2587625"/>
          <p14:tracePt t="34983" x="6394450" y="2587625"/>
          <p14:tracePt t="34991" x="6353175" y="2587625"/>
          <p14:tracePt t="35201" x="6253163" y="2587625"/>
          <p14:tracePt t="35209" x="6162675" y="2587625"/>
          <p14:tracePt t="35217" x="6062663" y="2587625"/>
          <p14:tracePt t="35225" x="5880100" y="2587625"/>
          <p14:tracePt t="35234" x="5656263" y="2587625"/>
          <p14:tracePt t="35241" x="5473700" y="2587625"/>
          <p14:tracePt t="35250" x="5291138" y="2587625"/>
          <p14:tracePt t="35257" x="5224463" y="2587625"/>
          <p14:tracePt t="35267" x="5100638" y="2587625"/>
          <p14:tracePt t="35273" x="5000625" y="2587625"/>
          <p14:tracePt t="35283" x="4926013" y="2587625"/>
          <p14:tracePt t="35290" x="4876800" y="2587625"/>
          <p14:tracePt t="35298" x="4843463" y="2587625"/>
          <p14:tracePt t="35306" x="4818063" y="2587625"/>
          <p14:tracePt t="35314" x="4794250" y="2587625"/>
          <p14:tracePt t="35330" x="4776788" y="2587625"/>
          <p14:tracePt t="35338" x="4760913" y="2570163"/>
          <p14:tracePt t="35362" x="4752975" y="2570163"/>
          <p14:tracePt t="35419" x="4752975" y="2554288"/>
          <p14:tracePt t="35508" x="4760913" y="2554288"/>
          <p14:tracePt t="35517" x="4776788" y="2546350"/>
          <p14:tracePt t="35524" x="4818063" y="2546350"/>
          <p14:tracePt t="35533" x="4876800" y="2528888"/>
          <p14:tracePt t="35540" x="4943475" y="2513013"/>
          <p14:tracePt t="35549" x="5018088" y="2487613"/>
          <p14:tracePt t="35556" x="5108575" y="2471738"/>
          <p14:tracePt t="35564" x="5208588" y="2454275"/>
          <p14:tracePt t="35572" x="5332413" y="2446338"/>
          <p14:tracePt t="35580" x="5416550" y="2430463"/>
          <p14:tracePt t="35588" x="5573713" y="2413000"/>
          <p14:tracePt t="35596" x="5722938" y="2405063"/>
          <p14:tracePt t="35604" x="5880100" y="2387600"/>
          <p14:tracePt t="35613" x="6029325" y="2387600"/>
          <p14:tracePt t="35621" x="6186488" y="2387600"/>
          <p14:tracePt t="35629" x="6245225" y="2387600"/>
          <p14:tracePt t="35637" x="6353175" y="2387600"/>
          <p14:tracePt t="35645" x="6477000" y="2387600"/>
          <p14:tracePt t="35653" x="6577013" y="2387600"/>
          <p14:tracePt t="35661" x="6677025" y="2387600"/>
          <p14:tracePt t="35669" x="6743700" y="2387600"/>
          <p14:tracePt t="35677" x="6842125" y="2387600"/>
          <p14:tracePt t="35685" x="6967538" y="2387600"/>
          <p14:tracePt t="35693" x="7042150" y="2387600"/>
          <p14:tracePt t="35701" x="7132638" y="2371725"/>
          <p14:tracePt t="35709" x="7165975" y="2371725"/>
          <p14:tracePt t="35717" x="7248525" y="2371725"/>
          <p14:tracePt t="35725" x="7331075" y="2371725"/>
          <p14:tracePt t="35734" x="7389813" y="2371725"/>
          <p14:tracePt t="35741" x="7456488" y="2371725"/>
          <p14:tracePt t="35750" x="7513638" y="2363788"/>
          <p14:tracePt t="35758" x="7556500" y="2363788"/>
          <p14:tracePt t="35767" x="7613650" y="2363788"/>
          <p14:tracePt t="35774" x="7639050" y="2346325"/>
          <p14:tracePt t="35783" x="7680325" y="2346325"/>
          <p14:tracePt t="35790" x="7754938" y="2346325"/>
          <p14:tracePt t="35800" x="7804150" y="2346325"/>
          <p14:tracePt t="35806" x="7878763" y="2346325"/>
          <p14:tracePt t="35816" x="7945438" y="2330450"/>
          <p14:tracePt t="35823" x="8004175" y="2330450"/>
          <p14:tracePt t="35833" x="8128000" y="2322513"/>
          <p14:tracePt t="35838" x="8169275" y="2322513"/>
          <p14:tracePt t="35850" x="8251825" y="2305050"/>
          <p14:tracePt t="35855" x="8410575" y="2305050"/>
          <p14:tracePt t="35867" x="8493125" y="2305050"/>
          <p14:tracePt t="35871" x="8593138" y="2305050"/>
          <p14:tracePt t="35883" x="8683625" y="2305050"/>
          <p14:tracePt t="35887" x="8783638" y="2289175"/>
          <p14:tracePt t="35900" x="8882063" y="2289175"/>
          <p14:tracePt t="35903" x="8924925" y="2289175"/>
          <p14:tracePt t="35916" x="9007475" y="2289175"/>
          <p14:tracePt t="35919" x="9090025" y="2289175"/>
          <p14:tracePt t="35934" x="9164638" y="2289175"/>
          <p14:tracePt t="35936" x="9231313" y="2289175"/>
          <p14:tracePt t="35950" x="9297988" y="2289175"/>
          <p14:tracePt t="35953" x="9355138" y="2289175"/>
          <p14:tracePt t="35967" x="9413875" y="2289175"/>
          <p14:tracePt t="35968" x="9471025" y="2289175"/>
          <p14:tracePt t="35976" x="9496425" y="2289175"/>
          <p14:tracePt t="35984" x="9521825" y="2289175"/>
          <p14:tracePt t="35992" x="9537700" y="2289175"/>
          <p14:tracePt t="36000" x="9563100" y="2289175"/>
          <p14:tracePt t="36008" x="9578975" y="2289175"/>
          <p14:tracePt t="36017" x="9596438" y="2289175"/>
          <p14:tracePt t="36040" x="9604375" y="2289175"/>
          <p14:tracePt t="36380" x="9620250" y="2289175"/>
          <p14:tracePt t="36388" x="9678988" y="2289175"/>
          <p14:tracePt t="36396" x="9737725" y="2289175"/>
          <p14:tracePt t="36404" x="9820275" y="2289175"/>
          <p14:tracePt t="36412" x="9918700" y="2289175"/>
          <p14:tracePt t="36420" x="9969500" y="2289175"/>
          <p14:tracePt t="36428" x="10069513" y="2289175"/>
          <p14:tracePt t="36436" x="10167938" y="2289175"/>
          <p14:tracePt t="36444" x="10234613" y="2289175"/>
          <p14:tracePt t="36452" x="10293350" y="2289175"/>
          <p14:tracePt t="36460" x="10350500" y="2289175"/>
          <p14:tracePt t="36468" x="10375900" y="2289175"/>
          <p14:tracePt t="36476" x="10401300" y="2289175"/>
          <p14:tracePt t="36485" x="10417175" y="2289175"/>
          <p14:tracePt t="36493" x="10433050" y="2289175"/>
          <p14:tracePt t="36500" x="10450513" y="2289175"/>
          <p14:tracePt t="36533" x="10458450" y="2289175"/>
          <p14:tracePt t="36945" x="10450513" y="2289175"/>
          <p14:tracePt t="36969" x="10433050" y="2289175"/>
          <p14:tracePt t="36985" x="10391775" y="2289175"/>
          <p14:tracePt t="36993" x="10350500" y="2289175"/>
          <p14:tracePt t="37001" x="10309225" y="2289175"/>
          <p14:tracePt t="37009" x="10275888" y="2289175"/>
          <p14:tracePt t="37017" x="10226675" y="2289175"/>
          <p14:tracePt t="37025" x="10167938" y="2305050"/>
          <p14:tracePt t="37034" x="10134600" y="2305050"/>
          <p14:tracePt t="37042" x="10093325" y="2305050"/>
          <p14:tracePt t="37050" x="10069513" y="2305050"/>
          <p14:tracePt t="37058" x="10044113" y="2305050"/>
          <p14:tracePt t="37067" x="10010775" y="2305050"/>
          <p14:tracePt t="37083" x="10002838" y="2305050"/>
          <p14:tracePt t="37090" x="9969500" y="2305050"/>
          <p14:tracePt t="37100" x="9961563" y="2305050"/>
          <p14:tracePt t="37106" x="9928225" y="2305050"/>
          <p14:tracePt t="37114" x="9886950" y="2305050"/>
          <p14:tracePt t="37122" x="9861550" y="2305050"/>
          <p14:tracePt t="37131" x="9779000" y="2305050"/>
          <p14:tracePt t="37139" x="9745663" y="2305050"/>
          <p14:tracePt t="37146" x="9678988" y="2305050"/>
          <p14:tracePt t="37155" x="9620250" y="2305050"/>
          <p14:tracePt t="37163" x="9563100" y="2305050"/>
          <p14:tracePt t="37171" x="9521825" y="2305050"/>
          <p14:tracePt t="37179" x="9480550" y="2305050"/>
          <p14:tracePt t="37187" x="9455150" y="2289175"/>
          <p14:tracePt t="37195" x="9413875" y="2289175"/>
          <p14:tracePt t="37203" x="9396413" y="2289175"/>
          <p14:tracePt t="37211" x="9372600" y="2289175"/>
          <p14:tracePt t="37219" x="9355138" y="2289175"/>
          <p14:tracePt t="37227" x="9331325" y="2289175"/>
          <p14:tracePt t="37235" x="9288463" y="2289175"/>
          <p14:tracePt t="37243" x="9247188" y="2289175"/>
          <p14:tracePt t="37252" x="9190038" y="2289175"/>
          <p14:tracePt t="37260" x="9123363" y="2289175"/>
          <p14:tracePt t="37268" x="9031288" y="2289175"/>
          <p14:tracePt t="37276" x="8924925" y="2322513"/>
          <p14:tracePt t="37284" x="8799513" y="2346325"/>
          <p14:tracePt t="37292" x="8675688" y="2363788"/>
          <p14:tracePt t="37300" x="8550275" y="2405063"/>
          <p14:tracePt t="37308" x="8434388" y="2430463"/>
          <p14:tracePt t="37317" x="8310563" y="2446338"/>
          <p14:tracePt t="37324" x="8210550" y="2454275"/>
          <p14:tracePt t="37334" x="8153400" y="2471738"/>
          <p14:tracePt t="37340" x="8061325" y="2487613"/>
          <p14:tracePt t="37350" x="7986713" y="2495550"/>
          <p14:tracePt t="37356" x="7920038" y="2495550"/>
          <p14:tracePt t="37367" x="7862888" y="2495550"/>
          <p14:tracePt t="37373" x="7804150" y="2495550"/>
          <p14:tracePt t="37383" x="7780338" y="2495550"/>
          <p14:tracePt t="37389" x="7754938" y="2495550"/>
          <p14:tracePt t="37400" x="7737475" y="2495550"/>
          <p14:tracePt t="37405" x="7705725" y="2495550"/>
          <p14:tracePt t="37417" x="7696200" y="2495550"/>
          <p14:tracePt t="37421" x="7680325" y="2495550"/>
          <p14:tracePt t="37433" x="7662863" y="2495550"/>
          <p14:tracePt t="37445" x="7654925" y="2495550"/>
          <p14:tracePt t="37453" x="7639050" y="2495550"/>
          <p14:tracePt t="37469" x="7621588" y="2495550"/>
          <p14:tracePt t="37510" x="7613650" y="2495550"/>
          <p14:tracePt t="37526" x="7613650" y="2487613"/>
          <p14:tracePt t="37574" x="7621588" y="2487613"/>
          <p14:tracePt t="37583" x="7621588" y="2471738"/>
          <p14:tracePt t="37600" x="7639050" y="2471738"/>
          <p14:tracePt t="37616" x="7654925" y="2471738"/>
          <p14:tracePt t="37623" x="7705725" y="2471738"/>
          <p14:tracePt t="37631" x="7762875" y="2471738"/>
          <p14:tracePt t="37639" x="7837488" y="2471738"/>
          <p14:tracePt t="37647" x="7904163" y="2471738"/>
          <p14:tracePt t="37655" x="8004175" y="2471738"/>
          <p14:tracePt t="37663" x="8102600" y="2471738"/>
          <p14:tracePt t="37671" x="8194675" y="2471738"/>
          <p14:tracePt t="37679" x="8326438" y="2471738"/>
          <p14:tracePt t="37687" x="8434388" y="2471738"/>
          <p14:tracePt t="37695" x="8559800" y="2454275"/>
          <p14:tracePt t="37704" x="8658225" y="2446338"/>
          <p14:tracePt t="37712" x="8783638" y="2446338"/>
          <p14:tracePt t="37720" x="8907463" y="2430463"/>
          <p14:tracePt t="37728" x="9023350" y="2413000"/>
          <p14:tracePt t="37736" x="9123363" y="2405063"/>
          <p14:tracePt t="37744" x="9272588" y="2387600"/>
          <p14:tracePt t="37752" x="9396413" y="2387600"/>
          <p14:tracePt t="37760" x="9521825" y="2387600"/>
          <p14:tracePt t="37768" x="9563100" y="2387600"/>
          <p14:tracePt t="37776" x="9663113" y="2387600"/>
          <p14:tracePt t="37784" x="9761538" y="2387600"/>
          <p14:tracePt t="37792" x="9820275" y="2387600"/>
          <p14:tracePt t="37800" x="9869488" y="2387600"/>
          <p14:tracePt t="37809" x="9902825" y="2387600"/>
          <p14:tracePt t="37817" x="9928225" y="2387600"/>
          <p14:tracePt t="37825" x="9944100" y="2387600"/>
          <p14:tracePt t="37850" x="9961563" y="2387600"/>
          <p14:tracePt t="38067" x="9944100" y="2387600"/>
          <p14:tracePt t="38075" x="9928225" y="2387600"/>
          <p14:tracePt t="38084" x="9918700" y="2387600"/>
          <p14:tracePt t="38091" x="9902825" y="2387600"/>
          <p14:tracePt t="38101" x="9886950" y="2387600"/>
          <p14:tracePt t="38107" x="9861550" y="2387600"/>
          <p14:tracePt t="38117" x="9844088" y="2387600"/>
          <p14:tracePt t="38123" x="9828213" y="2387600"/>
          <p14:tracePt t="38134" x="9802813" y="2387600"/>
          <p14:tracePt t="38140" x="9786938" y="2387600"/>
          <p14:tracePt t="38150" x="9779000" y="2387600"/>
          <p14:tracePt t="38156" x="9761538" y="2387600"/>
          <p14:tracePt t="38167" x="9745663" y="2387600"/>
          <p14:tracePt t="38180" x="9737725" y="2387600"/>
          <p14:tracePt t="38261" x="9786938" y="2387600"/>
          <p14:tracePt t="38269" x="9820275" y="2387600"/>
          <p14:tracePt t="38277" x="9861550" y="2387600"/>
          <p14:tracePt t="38285" x="9918700" y="2387600"/>
          <p14:tracePt t="38300" x="9961563" y="2387600"/>
          <p14:tracePt t="38301" x="9985375" y="2387600"/>
          <p14:tracePt t="38309" x="10026650" y="2387600"/>
          <p14:tracePt t="38317" x="10044113" y="2387600"/>
          <p14:tracePt t="38325" x="10069513" y="2387600"/>
          <p14:tracePt t="38334" x="10085388" y="2387600"/>
          <p14:tracePt t="38341" x="10093325" y="2387600"/>
          <p14:tracePt t="38422" x="10044113" y="2387600"/>
          <p14:tracePt t="38430" x="9969500" y="2387600"/>
          <p14:tracePt t="38438" x="9869488" y="2387600"/>
          <p14:tracePt t="38446" x="9779000" y="2387600"/>
          <p14:tracePt t="38467" x="9604375" y="2387600"/>
          <p14:tracePt t="38471" x="9537700" y="2371725"/>
          <p14:tracePt t="38483" x="9471025" y="2363788"/>
          <p14:tracePt t="38487" x="9388475" y="2363788"/>
          <p14:tracePt t="38500" x="9355138" y="2346325"/>
          <p14:tracePt t="38503" x="9313863" y="2346325"/>
          <p14:tracePt t="38516" x="9297988" y="2330450"/>
          <p14:tracePt t="38519" x="9272588" y="2330450"/>
          <p14:tracePt t="38534" x="9256713" y="2330450"/>
          <p14:tracePt t="38536" x="9256713" y="2322513"/>
          <p14:tracePt t="38552" x="9247188" y="2322513"/>
          <p14:tracePt t="38640" x="9231313" y="2322513"/>
          <p14:tracePt t="38656" x="9213850" y="2322513"/>
          <p14:tracePt t="38664" x="9190038" y="2330450"/>
          <p14:tracePt t="38672" x="9148763" y="2330450"/>
          <p14:tracePt t="38684" x="9105900" y="2346325"/>
          <p14:tracePt t="38689" x="9048750" y="2363788"/>
          <p14:tracePt t="38700" x="8982075" y="2371725"/>
          <p14:tracePt t="38705" x="8924925" y="2371725"/>
          <p14:tracePt t="38717" x="8858250" y="2387600"/>
          <p14:tracePt t="38721" x="8766175" y="2405063"/>
          <p14:tracePt t="38734" x="8724900" y="2413000"/>
          <p14:tracePt t="38737" x="8675688" y="2413000"/>
          <p14:tracePt t="38750" x="8616950" y="2413000"/>
          <p14:tracePt t="38753" x="8593138" y="2413000"/>
          <p14:tracePt t="38767" x="8559800" y="2413000"/>
          <p14:tracePt t="38769" x="8534400" y="2413000"/>
          <p14:tracePt t="38783" x="8518525" y="2413000"/>
          <p14:tracePt t="38786" x="8501063" y="2413000"/>
          <p14:tracePt t="38800" x="8459788" y="2413000"/>
          <p14:tracePt t="39012" x="8493125" y="2413000"/>
          <p14:tracePt t="39020" x="8593138" y="2413000"/>
          <p14:tracePt t="39028" x="8675688" y="2413000"/>
          <p14:tracePt t="39036" x="8824913" y="2413000"/>
          <p14:tracePt t="39044" x="9048750" y="2413000"/>
          <p14:tracePt t="39052" x="9272588" y="2413000"/>
          <p14:tracePt t="39060" x="9496425" y="2413000"/>
          <p14:tracePt t="39068" x="9704388" y="2413000"/>
          <p14:tracePt t="39076" x="9802813" y="2413000"/>
          <p14:tracePt t="39084" x="9961563" y="2413000"/>
          <p14:tracePt t="39097" x="10052050" y="2413000"/>
          <p14:tracePt t="39101" x="10152063" y="2413000"/>
          <p14:tracePt t="39109" x="10226675" y="2430463"/>
          <p14:tracePt t="39117" x="10250488" y="2430463"/>
          <p14:tracePt t="39125" x="10267950" y="2446338"/>
          <p14:tracePt t="39134" x="10275888" y="2446338"/>
          <p14:tracePt t="39150" x="10293350" y="2446338"/>
          <p14:tracePt t="39157" x="10293350" y="2454275"/>
          <p14:tracePt t="39173" x="10267950" y="2487613"/>
          <p14:tracePt t="39181" x="10110788" y="2554288"/>
          <p14:tracePt t="39189" x="9844088" y="2636838"/>
          <p14:tracePt t="39197" x="9090025" y="2778125"/>
          <p14:tracePt t="39205" x="8251825" y="2894013"/>
          <p14:tracePt t="39213" x="6294438" y="2960688"/>
          <p14:tracePt t="39222" x="5673725" y="2960688"/>
          <p14:tracePt t="39229" x="4429125" y="2960688"/>
          <p14:tracePt t="39569" x="4346575" y="2960688"/>
          <p14:tracePt t="39577" x="4271963" y="2960688"/>
          <p14:tracePt t="39585" x="4122738" y="2960688"/>
          <p14:tracePt t="39593" x="3981450" y="2960688"/>
          <p14:tracePt t="39601" x="3822700" y="2960688"/>
          <p14:tracePt t="39609" x="3740150" y="2960688"/>
          <p14:tracePt t="39617" x="3632200" y="2960688"/>
          <p14:tracePt t="39625" x="3508375" y="2943225"/>
          <p14:tracePt t="39633" x="3408363" y="2935288"/>
          <p14:tracePt t="39641" x="3333750" y="2919413"/>
          <p14:tracePt t="39650" x="3284538" y="2894013"/>
          <p14:tracePt t="39657" x="3225800" y="2878138"/>
          <p14:tracePt t="39667" x="3168650" y="2860675"/>
          <p14:tracePt t="39674" x="3143250" y="2852738"/>
          <p14:tracePt t="39683" x="3109913" y="2836863"/>
          <p14:tracePt t="39690" x="3086100" y="2811463"/>
          <p14:tracePt t="39699" x="3060700" y="2794000"/>
          <p14:tracePt t="39706" x="3027363" y="2778125"/>
          <p14:tracePt t="39714" x="3019425" y="2760663"/>
          <p14:tracePt t="39722" x="3001963" y="2752725"/>
          <p14:tracePt t="39730" x="2986088" y="2752725"/>
          <p14:tracePt t="39738" x="2978150" y="2736850"/>
          <p14:tracePt t="39746" x="2960688" y="2719388"/>
          <p14:tracePt t="39754" x="2960688" y="2711450"/>
          <p14:tracePt t="39762" x="2944813" y="2711450"/>
          <p14:tracePt t="39779" x="2944813" y="2695575"/>
          <p14:tracePt t="39786" x="2935288" y="2678113"/>
          <p14:tracePt t="39932" x="2919413" y="2670175"/>
          <p14:tracePt t="39949" x="2903538" y="2670175"/>
          <p14:tracePt t="39956" x="2894013" y="2670175"/>
          <p14:tracePt t="39964" x="2894013" y="2654300"/>
          <p14:tracePt t="39972" x="2878138" y="2654300"/>
          <p14:tracePt t="39980" x="2860675" y="2636838"/>
          <p14:tracePt t="39989" x="2852738" y="2628900"/>
          <p14:tracePt t="39997" x="2836863" y="2595563"/>
          <p14:tracePt t="40005" x="2819400" y="2587625"/>
          <p14:tracePt t="40013" x="2778125" y="2513013"/>
          <p14:tracePt t="40344" x="2762250" y="2513013"/>
          <p14:tracePt t="40352" x="2754313" y="2495550"/>
          <p14:tracePt t="40360" x="2720975" y="2487613"/>
          <p14:tracePt t="40368" x="2695575" y="2454275"/>
          <p14:tracePt t="40376" x="2679700" y="2446338"/>
          <p14:tracePt t="40384" x="2670175" y="2405063"/>
          <p14:tracePt t="40392" x="2654300" y="2387600"/>
          <p14:tracePt t="40400" x="2636838" y="2363788"/>
          <p14:tracePt t="40408" x="2628900" y="2330450"/>
          <p14:tracePt t="40417" x="2628900" y="2305050"/>
          <p14:tracePt t="40424" x="2595563" y="2206625"/>
          <p14:tracePt t="40433" x="2587625" y="2147888"/>
          <p14:tracePt t="40441" x="2571750" y="2122488"/>
          <p14:tracePt t="40450" x="2554288" y="2055813"/>
          <p14:tracePt t="40456" x="2554288" y="1998663"/>
          <p14:tracePt t="40466" x="2538413" y="1939925"/>
          <p14:tracePt t="40473" x="2538413" y="1898650"/>
          <p14:tracePt t="40481" x="2528888" y="1874838"/>
          <p14:tracePt t="40489" x="2528888" y="1841500"/>
          <p14:tracePt t="40497" x="2528888" y="1831975"/>
          <p14:tracePt t="40505" x="2528888" y="1816100"/>
          <p14:tracePt t="40513" x="2528888" y="1800225"/>
          <p14:tracePt t="40529" x="2528888" y="1790700"/>
          <p14:tracePt t="40570" x="2571750" y="1774825"/>
          <p14:tracePt t="40578" x="2636838" y="1749425"/>
          <p14:tracePt t="40586" x="2736850" y="1716088"/>
          <p14:tracePt t="40594" x="2836863" y="1692275"/>
          <p14:tracePt t="40602" x="2986088" y="1674813"/>
          <p14:tracePt t="40610" x="3109913" y="1651000"/>
          <p14:tracePt t="40618" x="3251200" y="1633538"/>
          <p14:tracePt t="40626" x="3375025" y="1608138"/>
          <p14:tracePt t="40634" x="3533775" y="1608138"/>
          <p14:tracePt t="40643" x="3575050" y="1608138"/>
          <p14:tracePt t="40650" x="3757613" y="1608138"/>
          <p14:tracePt t="40658" x="3856038" y="1608138"/>
          <p14:tracePt t="40667" x="3956050" y="1608138"/>
          <p14:tracePt t="40675" x="4048125" y="1608138"/>
          <p14:tracePt t="40683" x="4130675" y="1608138"/>
          <p14:tracePt t="40691" x="4221163" y="1658938"/>
          <p14:tracePt t="40700" x="4329113" y="1716088"/>
          <p14:tracePt t="40707" x="4395788" y="1790700"/>
          <p14:tracePt t="40717" x="4486275" y="1874838"/>
          <p14:tracePt t="40723" x="4552950" y="1981200"/>
          <p14:tracePt t="40733" x="4611688" y="2098675"/>
          <p14:tracePt t="40739" x="4619625" y="2139950"/>
          <p14:tracePt t="40747" x="4660900" y="2230438"/>
          <p14:tracePt t="40756" x="4694238" y="2322513"/>
          <p14:tracePt t="40763" x="4694238" y="2387600"/>
          <p14:tracePt t="40772" x="4702175" y="2446338"/>
          <p14:tracePt t="40780" x="4719638" y="2471738"/>
          <p14:tracePt t="40788" x="4719638" y="2513013"/>
          <p14:tracePt t="40796" x="4719638" y="2546350"/>
          <p14:tracePt t="40804" x="4719638" y="2595563"/>
          <p14:tracePt t="40812" x="4702175" y="2611438"/>
          <p14:tracePt t="40820" x="4660900" y="2636838"/>
          <p14:tracePt t="40828" x="4611688" y="2695575"/>
          <p14:tracePt t="40836" x="4552950" y="2719388"/>
          <p14:tracePt t="40844" x="4486275" y="2752725"/>
          <p14:tracePt t="40852" x="4411663" y="2778125"/>
          <p14:tracePt t="40860" x="4313238" y="2794000"/>
          <p14:tracePt t="40868" x="4187825" y="2819400"/>
          <p14:tracePt t="40877" x="4038600" y="2852738"/>
          <p14:tracePt t="40885" x="3740150" y="2860675"/>
          <p14:tracePt t="40893" x="3516313" y="2860675"/>
          <p14:tracePt t="40901" x="3367088" y="2860675"/>
          <p14:tracePt t="40909" x="3143250" y="2860675"/>
          <p14:tracePt t="40917" x="2894013" y="2860675"/>
          <p14:tracePt t="40925" x="2803525" y="2860675"/>
          <p14:tracePt t="40933" x="2628900" y="2836863"/>
          <p14:tracePt t="40941" x="2497138" y="2794000"/>
          <p14:tracePt t="40950" x="2389188" y="2760663"/>
          <p14:tracePt t="40957" x="2289175" y="2752725"/>
          <p14:tracePt t="40967" x="2222500" y="2736850"/>
          <p14:tracePt t="40974" x="2139950" y="2695575"/>
          <p14:tracePt t="40983" x="2039938" y="2654300"/>
          <p14:tracePt t="40989" x="1998663" y="2628900"/>
          <p14:tracePt t="41000" x="1924050" y="2570163"/>
          <p14:tracePt t="41006" x="1882775" y="2546350"/>
          <p14:tracePt t="41016" x="1841500" y="2495550"/>
          <p14:tracePt t="41022" x="1800225" y="2446338"/>
          <p14:tracePt t="41033" x="1774825" y="2405063"/>
          <p14:tracePt t="41038" x="1741488" y="2363788"/>
          <p14:tracePt t="41050" x="1733550" y="2305050"/>
          <p14:tracePt t="41054" x="1716088" y="2281238"/>
          <p14:tracePt t="41067" x="1700213" y="2222500"/>
          <p14:tracePt t="41070" x="1700213" y="2163763"/>
          <p14:tracePt t="41083" x="1700213" y="2106613"/>
          <p14:tracePt t="41087" x="1700213" y="2065338"/>
          <p14:tracePt t="41102" x="1700213" y="2014538"/>
          <p14:tracePt t="41106" x="1700213" y="1965325"/>
          <p14:tracePt t="41111" x="1700213" y="1939925"/>
          <p14:tracePt t="41119" x="1733550" y="1898650"/>
          <p14:tracePt t="41127" x="1758950" y="1857375"/>
          <p14:tracePt t="41135" x="1833563" y="1790700"/>
          <p14:tracePt t="41143" x="1882775" y="1757363"/>
          <p14:tracePt t="41151" x="1957388" y="1700213"/>
          <p14:tracePt t="41159" x="2039938" y="1658938"/>
          <p14:tracePt t="41167" x="2147888" y="1617663"/>
          <p14:tracePt t="41175" x="2273300" y="1592263"/>
          <p14:tracePt t="41183" x="2454275" y="1550988"/>
          <p14:tracePt t="41191" x="2679700" y="1533525"/>
          <p14:tracePt t="41200" x="2903538" y="1509713"/>
          <p14:tracePt t="41208" x="3168650" y="1509713"/>
          <p14:tracePt t="41217" x="3351213" y="1509713"/>
          <p14:tracePt t="41224" x="3533775" y="1509713"/>
          <p14:tracePt t="41233" x="3690938" y="1525588"/>
          <p14:tracePt t="41240" x="3840163" y="1576388"/>
          <p14:tracePt t="41250" x="4005263" y="1674813"/>
          <p14:tracePt t="41256" x="4146550" y="1790700"/>
          <p14:tracePt t="41267" x="4287838" y="1874838"/>
          <p14:tracePt t="41272" x="4395788" y="1981200"/>
          <p14:tracePt t="41283" x="4495800" y="2081213"/>
          <p14:tracePt t="41288" x="4537075" y="2122488"/>
          <p14:tracePt t="41300" x="4611688" y="2206625"/>
          <p14:tracePt t="41305" x="4660900" y="2281238"/>
          <p14:tracePt t="41317" x="4694238" y="2330450"/>
          <p14:tracePt t="41321" x="4719638" y="2387600"/>
          <p14:tracePt t="41333" x="4735513" y="2430463"/>
          <p14:tracePt t="41337" x="4752975" y="2471738"/>
          <p14:tracePt t="41350" x="4752975" y="2495550"/>
          <p14:tracePt t="41353" x="4752975" y="2528888"/>
          <p14:tracePt t="41367" x="4752975" y="2546350"/>
          <p14:tracePt t="41370" x="4752975" y="2595563"/>
          <p14:tracePt t="41383" x="4735513" y="2628900"/>
          <p14:tracePt t="41386" x="4678363" y="2670175"/>
          <p14:tracePt t="41400" x="4594225" y="2719388"/>
          <p14:tracePt t="41402" x="4529138" y="2760663"/>
          <p14:tracePt t="41417" x="4470400" y="2778125"/>
          <p14:tracePt t="41417" x="4395788" y="2811463"/>
          <p14:tracePt t="41426" x="4313238" y="2836863"/>
          <p14:tracePt t="41434" x="4229100" y="2852738"/>
          <p14:tracePt t="41442" x="4146550" y="2860675"/>
          <p14:tracePt t="41450" x="4105275" y="2878138"/>
          <p14:tracePt t="41458" x="4022725" y="2894013"/>
          <p14:tracePt t="41467" x="3997325" y="2894013"/>
          <p14:tracePt t="41474" x="3940175" y="2894013"/>
          <p14:tracePt t="41483" x="3906838" y="2894013"/>
          <p14:tracePt t="41490" x="3881438" y="2894013"/>
          <p14:tracePt t="41500" x="3865563" y="2894013"/>
          <p14:tracePt t="41506" x="3856038" y="2894013"/>
          <p14:tracePt t="41516" x="3840163" y="2894013"/>
          <p14:tracePt t="41587" x="3898900" y="2878138"/>
          <p14:tracePt t="41595" x="4079875" y="2852738"/>
          <p14:tracePt t="41603" x="4346575" y="2836863"/>
          <p14:tracePt t="41611" x="4635500" y="2811463"/>
          <p14:tracePt t="41619" x="5041900" y="2811463"/>
          <p14:tracePt t="41634" x="5224463" y="2811463"/>
          <p14:tracePt t="41636" x="5573713" y="2811463"/>
          <p14:tracePt t="41650" x="5921375" y="2811463"/>
          <p14:tracePt t="41653" x="6270625" y="2811463"/>
          <p14:tracePt t="41667" x="6477000" y="2811463"/>
          <p14:tracePt t="41669" x="6561138" y="2819400"/>
          <p14:tracePt t="41683" x="6743700" y="2860675"/>
          <p14:tracePt t="41684" x="6842125" y="2894013"/>
          <p14:tracePt t="41692" x="6942138" y="2919413"/>
          <p14:tracePt t="41700" x="6983413" y="2919413"/>
          <p14:tracePt t="41708" x="7024688" y="2943225"/>
          <p14:tracePt t="41717" x="7042150" y="2943225"/>
          <p14:tracePt t="41724" x="7050088" y="2960688"/>
          <p14:tracePt t="41733" x="7065963" y="2960688"/>
          <p14:tracePt t="41750" x="7065963" y="2976563"/>
          <p14:tracePt t="41764" x="7065963" y="2986088"/>
          <p14:tracePt t="42968" x="7091363" y="2986088"/>
          <p14:tracePt t="42976" x="7315200" y="2986088"/>
          <p14:tracePt t="42984" x="7539038" y="2986088"/>
          <p14:tracePt t="42992" x="7762875" y="2986088"/>
          <p14:tracePt t="43002" x="8020050" y="2960688"/>
          <p14:tracePt t="43008" x="8194675" y="2943225"/>
          <p14:tracePt t="43017" x="8326438" y="2919413"/>
          <p14:tracePt t="43024" x="8451850" y="2901950"/>
          <p14:tracePt t="43033" x="8550275" y="2878138"/>
          <p14:tracePt t="43040" x="8601075" y="2860675"/>
          <p14:tracePt t="43050" x="8642350" y="2852738"/>
          <p14:tracePt t="43056" x="8742363" y="2819400"/>
          <p14:tracePt t="43064" x="8816975" y="2794000"/>
          <p14:tracePt t="43072" x="8866188" y="2778125"/>
          <p14:tracePt t="43081" x="8899525" y="2760663"/>
          <p14:tracePt t="43089" x="8907463" y="2752725"/>
          <p14:tracePt t="43097" x="8924925" y="2736850"/>
          <p14:tracePt t="43105" x="8940800" y="2736850"/>
          <p14:tracePt t="43113" x="8940800" y="2719388"/>
          <p14:tracePt t="43129" x="8940800" y="2711450"/>
          <p14:tracePt t="43137" x="8948738" y="2711450"/>
          <p14:tracePt t="43145" x="8948738" y="2695575"/>
          <p14:tracePt t="43161" x="8948738" y="2678113"/>
          <p14:tracePt t="43169" x="8948738" y="2670175"/>
          <p14:tracePt t="43177" x="8948738" y="2654300"/>
          <p14:tracePt t="43186" x="8948738" y="2628900"/>
          <p14:tracePt t="43202" x="8948738" y="2595563"/>
          <p14:tracePt t="43210" x="8948738" y="2570163"/>
          <p14:tracePt t="43226" x="8966200" y="2554288"/>
          <p14:tracePt t="43234" x="8990013" y="2528888"/>
          <p14:tracePt t="43242" x="9023350" y="2513013"/>
          <p14:tracePt t="43250" x="9082088" y="2495550"/>
          <p14:tracePt t="43258" x="9105900" y="2495550"/>
          <p14:tracePt t="43267" x="9164638" y="2487613"/>
          <p14:tracePt t="43274" x="9213850" y="2471738"/>
          <p14:tracePt t="43283" x="9272588" y="2471738"/>
          <p14:tracePt t="43290" x="9331325" y="2471738"/>
          <p14:tracePt t="43300" x="9355138" y="2471738"/>
          <p14:tracePt t="43307" x="9413875" y="2471738"/>
          <p14:tracePt t="43316" x="9437688" y="2454275"/>
          <p14:tracePt t="43323" x="9480550" y="2454275"/>
          <p14:tracePt t="43331" x="9521825" y="2446338"/>
          <p14:tracePt t="43339" x="9555163" y="2446338"/>
          <p14:tracePt t="43347" x="9596438" y="2430463"/>
          <p14:tracePt t="43355" x="9653588" y="2430463"/>
          <p14:tracePt t="43363" x="9678988" y="2413000"/>
          <p14:tracePt t="43371" x="9720263" y="2413000"/>
          <p14:tracePt t="43379" x="9737725" y="2413000"/>
          <p14:tracePt t="43387" x="9761538" y="2413000"/>
          <p14:tracePt t="43396" x="9779000" y="2413000"/>
          <p14:tracePt t="43404" x="9786938" y="2413000"/>
          <p14:tracePt t="43411" x="9802813" y="2413000"/>
          <p14:tracePt t="43460" x="9802813" y="2430463"/>
          <p14:tracePt t="43468" x="9761538" y="2446338"/>
          <p14:tracePt t="43477" x="9694863" y="2471738"/>
          <p14:tracePt t="43484" x="9620250" y="2495550"/>
          <p14:tracePt t="43492" x="9496425" y="2528888"/>
          <p14:tracePt t="43500" x="9372600" y="2546350"/>
          <p14:tracePt t="43509" x="9190038" y="2554288"/>
          <p14:tracePt t="43517" x="9007475" y="2587625"/>
          <p14:tracePt t="43525" x="8601075" y="2611438"/>
          <p14:tracePt t="43533" x="8451850" y="2611438"/>
          <p14:tracePt t="43541" x="7945438" y="2636838"/>
          <p14:tracePt t="43550" x="7796213" y="2636838"/>
          <p14:tracePt t="43557" x="7173913" y="2636838"/>
          <p14:tracePt t="43566" x="6826250" y="2636838"/>
          <p14:tracePt t="43573" x="6651625" y="2654300"/>
          <p14:tracePt t="43583" x="6294438" y="2678113"/>
          <p14:tracePt t="43589" x="5988050" y="2695575"/>
          <p14:tracePt t="43597" x="5640388" y="2719388"/>
          <p14:tracePt t="43605" x="5332413" y="2778125"/>
          <p14:tracePt t="43613" x="5041900" y="2819400"/>
          <p14:tracePt t="43622" x="4776788" y="2894013"/>
          <p14:tracePt t="43630" x="4552950" y="2919413"/>
          <p14:tracePt t="43638" x="4486275" y="2943225"/>
          <p14:tracePt t="43646" x="4329113" y="2986088"/>
          <p14:tracePt t="43654" x="4229100" y="3017838"/>
          <p14:tracePt t="43662" x="4146550" y="3017838"/>
          <p14:tracePt t="43670" x="4064000" y="3027363"/>
          <p14:tracePt t="43678" x="3997325" y="3043238"/>
          <p14:tracePt t="43686" x="3940175" y="3060700"/>
          <p14:tracePt t="43694" x="3898900" y="3076575"/>
          <p14:tracePt t="43702" x="3856038" y="3076575"/>
          <p14:tracePt t="43710" x="3798888" y="3076575"/>
          <p14:tracePt t="43719" x="3740150" y="3076575"/>
          <p14:tracePt t="43726" x="3698875" y="3076575"/>
          <p14:tracePt t="43734" x="3641725" y="3076575"/>
          <p14:tracePt t="43743" x="3590925" y="3076575"/>
          <p14:tracePt t="43750" x="3549650" y="3076575"/>
          <p14:tracePt t="43759" x="3508375" y="3076575"/>
          <p14:tracePt t="43767" x="3449638" y="3076575"/>
          <p14:tracePt t="43775" x="3408363" y="3076575"/>
          <p14:tracePt t="43783" x="3367088" y="3076575"/>
          <p14:tracePt t="43791" x="3325813" y="3076575"/>
          <p14:tracePt t="43800" x="3267075" y="3076575"/>
          <p14:tracePt t="43807" x="3168650" y="3076575"/>
          <p14:tracePt t="43817" x="3127375" y="3076575"/>
          <p14:tracePt t="43823" x="3027363" y="3076575"/>
          <p14:tracePt t="43833" x="2944813" y="3076575"/>
          <p14:tracePt t="43840" x="2860675" y="3076575"/>
          <p14:tracePt t="43850" x="2762250" y="3076575"/>
          <p14:tracePt t="43856" x="2720975" y="3076575"/>
          <p14:tracePt t="43866" x="2628900" y="3076575"/>
          <p14:tracePt t="43872" x="2554288" y="3076575"/>
          <p14:tracePt t="43883" x="2487613" y="3076575"/>
          <p14:tracePt t="43888" x="2430463" y="3076575"/>
          <p14:tracePt t="43900" x="2371725" y="3076575"/>
          <p14:tracePt t="43904" x="2322513" y="3076575"/>
          <p14:tracePt t="43917" x="2273300" y="3076575"/>
          <p14:tracePt t="43920" x="2222500" y="3076575"/>
          <p14:tracePt t="43933" x="2165350" y="3076575"/>
          <p14:tracePt t="43936" x="2065338" y="3076575"/>
          <p14:tracePt t="43950" x="2039938" y="3076575"/>
          <p14:tracePt t="43953" x="1957388" y="3076575"/>
          <p14:tracePt t="43966" x="1916113" y="3060700"/>
          <p14:tracePt t="43969" x="1833563" y="3060700"/>
          <p14:tracePt t="43983" x="1790700" y="3043238"/>
          <p14:tracePt t="43986" x="1741488" y="3043238"/>
          <p14:tracePt t="44000" x="1700213" y="3027363"/>
          <p14:tracePt t="44002" x="1674813" y="3017838"/>
          <p14:tracePt t="44017" x="1651000" y="3017838"/>
          <p14:tracePt t="44018" x="1633538" y="3017838"/>
          <p14:tracePt t="44033" x="1633538" y="3001963"/>
          <p14:tracePt t="44211" x="1651000" y="3001963"/>
          <p14:tracePt t="44219" x="1716088" y="3001963"/>
          <p14:tracePt t="44227" x="1790700" y="3001963"/>
          <p14:tracePt t="44235" x="1882775" y="3001963"/>
          <p14:tracePt t="44243" x="1982788" y="3001963"/>
          <p14:tracePt t="44251" x="2098675" y="2986088"/>
          <p14:tracePt t="44259" x="2222500" y="2976563"/>
          <p14:tracePt t="44267" x="2405063" y="2935288"/>
          <p14:tracePt t="44275" x="2628900" y="2919413"/>
          <p14:tracePt t="44284" x="2679700" y="2901950"/>
          <p14:tracePt t="44292" x="2836863" y="2894013"/>
          <p14:tracePt t="44300" x="2960688" y="2860675"/>
          <p14:tracePt t="44308" x="3027363" y="2852738"/>
          <p14:tracePt t="44317" x="3101975" y="2836863"/>
          <p14:tracePt t="44324" x="3160713" y="2819400"/>
          <p14:tracePt t="44333" x="3168650" y="2819400"/>
          <p14:tracePt t="44340" x="3201988" y="2811463"/>
          <p14:tracePt t="44349" x="3209925" y="2811463"/>
          <p14:tracePt t="44356" x="3225800" y="2811463"/>
          <p14:tracePt t="44380" x="3243263" y="2811463"/>
          <p14:tracePt t="44429" x="3225800" y="2811463"/>
          <p14:tracePt t="44445" x="3201988" y="2811463"/>
          <p14:tracePt t="44453" x="3168650" y="2811463"/>
          <p14:tracePt t="44461" x="3127375" y="2811463"/>
          <p14:tracePt t="44469" x="3068638" y="2811463"/>
          <p14:tracePt t="44477" x="3019425" y="2819400"/>
          <p14:tracePt t="44486" x="2944813" y="2836863"/>
          <p14:tracePt t="44493" x="2852738" y="2860675"/>
          <p14:tracePt t="44501" x="2803525" y="2878138"/>
          <p14:tracePt t="44510" x="2695575" y="2894013"/>
          <p14:tracePt t="44518" x="2636838" y="2894013"/>
          <p14:tracePt t="44526" x="2571750" y="2901950"/>
          <p14:tracePt t="44534" x="2487613" y="2919413"/>
          <p14:tracePt t="44542" x="2389188" y="2935288"/>
          <p14:tracePt t="44550" x="2322513" y="2943225"/>
          <p14:tracePt t="44558" x="2247900" y="2960688"/>
          <p14:tracePt t="44567" x="2189163" y="2960688"/>
          <p14:tracePt t="44574" x="2122488" y="2960688"/>
          <p14:tracePt t="44583" x="2065338" y="2960688"/>
          <p14:tracePt t="44590" x="2006600" y="2960688"/>
          <p14:tracePt t="44600" x="1982788" y="2960688"/>
          <p14:tracePt t="44607" x="1941513" y="2960688"/>
          <p14:tracePt t="44616" x="1924050" y="2960688"/>
          <p14:tracePt t="44623" x="1916113" y="2960688"/>
          <p14:tracePt t="44639" x="1898650" y="2960688"/>
          <p14:tracePt t="44687" x="1898650" y="2943225"/>
          <p14:tracePt t="44704" x="1924050" y="2943225"/>
          <p14:tracePt t="44712" x="1982788" y="2943225"/>
          <p14:tracePt t="44720" x="2024063" y="2935288"/>
          <p14:tracePt t="44728" x="2122488" y="2901950"/>
          <p14:tracePt t="44736" x="2222500" y="2894013"/>
          <p14:tracePt t="44744" x="2371725" y="2878138"/>
          <p14:tracePt t="44752" x="2528888" y="2860675"/>
          <p14:tracePt t="44760" x="2679700" y="2852738"/>
          <p14:tracePt t="44768" x="2860675" y="2852738"/>
          <p14:tracePt t="44776" x="3019425" y="2819400"/>
          <p14:tracePt t="44784" x="3068638" y="2819400"/>
          <p14:tracePt t="44792" x="3292475" y="2819400"/>
          <p14:tracePt t="44800" x="3333750" y="2819400"/>
          <p14:tracePt t="44808" x="3433763" y="2819400"/>
          <p14:tracePt t="44817" x="3508375" y="2819400"/>
          <p14:tracePt t="44825" x="3590925" y="2819400"/>
          <p14:tracePt t="44833" x="3632200" y="2819400"/>
          <p14:tracePt t="44841" x="3673475" y="2819400"/>
          <p14:tracePt t="44850" x="3716338" y="2819400"/>
          <p14:tracePt t="44857" x="3732213" y="2819400"/>
          <p14:tracePt t="44866" x="3740150" y="2819400"/>
          <p14:tracePt t="44873" x="3757613" y="2819400"/>
          <p14:tracePt t="44897" x="3773488" y="2819400"/>
          <p14:tracePt t="44962" x="3773488" y="2836863"/>
          <p14:tracePt t="44986" x="3773488" y="2852738"/>
          <p14:tracePt t="44994" x="3757613" y="2852738"/>
          <p14:tracePt t="45010" x="3740150" y="2860675"/>
          <p14:tracePt t="45018" x="3732213" y="2860675"/>
          <p14:tracePt t="45026" x="3716338" y="2860675"/>
          <p14:tracePt t="45034" x="3698875" y="2860675"/>
          <p14:tracePt t="45043" x="3690938" y="2878138"/>
          <p14:tracePt t="45051" x="3673475" y="2878138"/>
          <p14:tracePt t="45059" x="3641725" y="2878138"/>
          <p14:tracePt t="45067" x="3632200" y="2878138"/>
          <p14:tracePt t="45075" x="3590925" y="2894013"/>
          <p14:tracePt t="45083" x="3557588" y="2894013"/>
          <p14:tracePt t="45091" x="3533775" y="2894013"/>
          <p14:tracePt t="45100" x="3492500" y="2894013"/>
          <p14:tracePt t="45107" x="3467100" y="2901950"/>
          <p14:tracePt t="45117" x="3425825" y="2901950"/>
          <p14:tracePt t="45123" x="3367088" y="2901950"/>
          <p14:tracePt t="45133" x="3309938" y="2901950"/>
          <p14:tracePt t="45139" x="3284538" y="2901950"/>
          <p14:tracePt t="45150" x="3225800" y="2919413"/>
          <p14:tracePt t="45155" x="3168650" y="2919413"/>
          <p14:tracePt t="45166" x="3127375" y="2919413"/>
          <p14:tracePt t="45172" x="3086100" y="2919413"/>
          <p14:tracePt t="45183" x="3027363" y="2919413"/>
          <p14:tracePt t="45188" x="3019425" y="2919413"/>
          <p14:tracePt t="45200" x="2978150" y="2919413"/>
          <p14:tracePt t="45204" x="2960688" y="2919413"/>
          <p14:tracePt t="45217" x="2944813" y="2919413"/>
          <p14:tracePt t="45220" x="2935288" y="2919413"/>
          <p14:tracePt t="45233" x="2919413" y="2919413"/>
          <p14:tracePt t="45252" x="2903538" y="2919413"/>
          <p14:tracePt t="45325" x="2894013" y="2919413"/>
          <p14:tracePt t="45341" x="2878138" y="2919413"/>
          <p14:tracePt t="45349" x="2852738" y="2919413"/>
          <p14:tracePt t="45357" x="2819400" y="2919413"/>
          <p14:tracePt t="45367" x="2778125" y="2919413"/>
          <p14:tracePt t="45373" x="2720975" y="2919413"/>
          <p14:tracePt t="45384" x="2670175" y="2919413"/>
          <p14:tracePt t="45390" x="2595563" y="2919413"/>
          <p14:tracePt t="45400" x="2538413" y="2919413"/>
          <p14:tracePt t="45406" x="2497138" y="2919413"/>
          <p14:tracePt t="45416" x="2413000" y="2919413"/>
          <p14:tracePt t="45422" x="2371725" y="2919413"/>
          <p14:tracePt t="45433" x="2330450" y="2919413"/>
          <p14:tracePt t="45438" x="2273300" y="2901950"/>
          <p14:tracePt t="45451" x="2247900" y="2894013"/>
          <p14:tracePt t="45454" x="2206625" y="2894013"/>
          <p14:tracePt t="45467" x="2181225" y="2894013"/>
          <p14:tracePt t="45470" x="2165350" y="2878138"/>
          <p14:tracePt t="45483" x="2139950" y="2878138"/>
          <p14:tracePt t="45487" x="2122488" y="2878138"/>
          <p14:tracePt t="45500" x="2122488" y="2860675"/>
          <p14:tracePt t="45503" x="2106613" y="2860675"/>
          <p14:tracePt t="45516" x="2098675" y="2860675"/>
          <p14:tracePt t="45721" x="2122488" y="2860675"/>
          <p14:tracePt t="45729" x="2230438" y="2860675"/>
          <p14:tracePt t="45737" x="2389188" y="2860675"/>
          <p14:tracePt t="45745" x="2695575" y="2860675"/>
          <p14:tracePt t="45753" x="3001963" y="2860675"/>
          <p14:tracePt t="45761" x="3143250" y="2860675"/>
          <p14:tracePt t="45769" x="3492500" y="2860675"/>
          <p14:tracePt t="45777" x="3798888" y="2894013"/>
          <p14:tracePt t="45785" x="4064000" y="2894013"/>
          <p14:tracePt t="45793" x="4146550" y="2894013"/>
          <p14:tracePt t="45801" x="4495800" y="2919413"/>
          <p14:tracePt t="45809" x="4552950" y="2919413"/>
          <p14:tracePt t="45818" x="4678363" y="2919413"/>
          <p14:tracePt t="45826" x="4776788" y="2919413"/>
          <p14:tracePt t="45834" x="4843463" y="2935288"/>
          <p14:tracePt t="45842" x="4884738" y="2935288"/>
          <p14:tracePt t="45850" x="4918075" y="2935288"/>
          <p14:tracePt t="45858" x="4943475" y="2935288"/>
          <p14:tracePt t="45867" x="4959350" y="2935288"/>
          <p14:tracePt t="45883" x="4967288" y="2935288"/>
          <p14:tracePt t="45906" x="4984750" y="2935288"/>
          <p14:tracePt t="46068" x="4959350" y="2935288"/>
          <p14:tracePt t="46076" x="4926013" y="2935288"/>
          <p14:tracePt t="46084" x="4860925" y="2935288"/>
          <p14:tracePt t="46097" x="4802188" y="2935288"/>
          <p14:tracePt t="46101" x="4776788" y="2935288"/>
          <p14:tracePt t="46108" x="4719638" y="2935288"/>
          <p14:tracePt t="46117" x="4652963" y="2935288"/>
          <p14:tracePt t="46124" x="4594225" y="2935288"/>
          <p14:tracePt t="46134" x="4529138" y="2943225"/>
          <p14:tracePt t="46141" x="4454525" y="2943225"/>
          <p14:tracePt t="46150" x="4370388" y="2960688"/>
          <p14:tracePt t="46156" x="4329113" y="2960688"/>
          <p14:tracePt t="46167" x="4271963" y="2960688"/>
          <p14:tracePt t="46173" x="4229100" y="2960688"/>
          <p14:tracePt t="46183" x="4205288" y="2960688"/>
          <p14:tracePt t="46189" x="4171950" y="2960688"/>
          <p14:tracePt t="46200" x="4164013" y="2960688"/>
          <p14:tracePt t="46205" x="4146550" y="2960688"/>
          <p14:tracePt t="46217" x="4130675" y="2960688"/>
          <p14:tracePt t="46221" x="4122738" y="2960688"/>
          <p14:tracePt t="46237" x="4105275" y="2960688"/>
          <p14:tracePt t="46262" x="4089400" y="2960688"/>
          <p14:tracePt t="46270" x="4089400" y="2943225"/>
          <p14:tracePt t="46286" x="4079875" y="2943225"/>
          <p14:tracePt t="46302" x="4079875" y="2935288"/>
          <p14:tracePt t="46318" x="4064000" y="2935288"/>
          <p14:tracePt t="46351" x="4048125" y="2935288"/>
          <p14:tracePt t="46375" x="4038600" y="2935288"/>
          <p14:tracePt t="46383" x="4038600" y="2919413"/>
          <p14:tracePt t="46391" x="4022725" y="2919413"/>
          <p14:tracePt t="46415" x="4005263" y="2919413"/>
          <p14:tracePt t="46423" x="3997325" y="2919413"/>
          <p14:tracePt t="46439" x="3997325" y="2901950"/>
          <p14:tracePt t="46512" x="3997325" y="2894013"/>
          <p14:tracePt t="46577" x="4005263" y="2894013"/>
          <p14:tracePt t="46601" x="4022725" y="2894013"/>
          <p14:tracePt t="46609" x="4038600" y="2894013"/>
          <p14:tracePt t="46625" x="4064000" y="2894013"/>
          <p14:tracePt t="46633" x="4079875" y="2878138"/>
          <p14:tracePt t="46641" x="4105275" y="2878138"/>
          <p14:tracePt t="46650" x="4130675" y="2878138"/>
          <p14:tracePt t="46657" x="4171950" y="2860675"/>
          <p14:tracePt t="46666" x="4187825" y="2860675"/>
          <p14:tracePt t="46673" x="4229100" y="2860675"/>
          <p14:tracePt t="46683" x="4246563" y="2852738"/>
          <p14:tracePt t="46690" x="4287838" y="2852738"/>
          <p14:tracePt t="46698" x="4313238" y="2852738"/>
          <p14:tracePt t="46714" x="4346575" y="2836863"/>
          <p14:tracePt t="46722" x="4354513" y="2836863"/>
          <p14:tracePt t="46730" x="4370388" y="2836863"/>
          <p14:tracePt t="46738" x="4395788" y="2836863"/>
          <p14:tracePt t="46746" x="4429125" y="2836863"/>
          <p14:tracePt t="46754" x="4437063" y="2819400"/>
          <p14:tracePt t="46762" x="4486275" y="2819400"/>
          <p14:tracePt t="46770" x="4511675" y="2819400"/>
          <p14:tracePt t="46778" x="4570413" y="2819400"/>
          <p14:tracePt t="46787" x="4635500" y="2819400"/>
          <p14:tracePt t="46795" x="4678363" y="2819400"/>
          <p14:tracePt t="46803" x="4752975" y="2819400"/>
          <p14:tracePt t="46811" x="4818063" y="2819400"/>
          <p14:tracePt t="46819" x="4902200" y="2819400"/>
          <p14:tracePt t="46827" x="5018088" y="2819400"/>
          <p14:tracePt t="46835" x="5059363" y="2819400"/>
          <p14:tracePt t="46843" x="5126038" y="2819400"/>
          <p14:tracePt t="46851" x="5192713" y="2819400"/>
          <p14:tracePt t="46859" x="5291138" y="2819400"/>
          <p14:tracePt t="46867" x="5365750" y="2819400"/>
          <p14:tracePt t="46875" x="5416550" y="2819400"/>
          <p14:tracePt t="46884" x="5491163" y="2819400"/>
          <p14:tracePt t="46891" x="5573713" y="2819400"/>
          <p14:tracePt t="46900" x="5614988" y="2819400"/>
          <p14:tracePt t="46908" x="5673725" y="2819400"/>
          <p14:tracePt t="46917" x="5738813" y="2819400"/>
          <p14:tracePt t="46924" x="5797550" y="2819400"/>
          <p14:tracePt t="46933" x="5838825" y="2819400"/>
          <p14:tracePt t="46940" x="5897563" y="2819400"/>
          <p14:tracePt t="46950" x="5921375" y="2819400"/>
          <p14:tracePt t="46956" x="5980113" y="2836863"/>
          <p14:tracePt t="46967" x="5988050" y="2836863"/>
          <p14:tracePt t="46972" x="6029325" y="2852738"/>
          <p14:tracePt t="46983" x="6062663" y="2852738"/>
          <p14:tracePt t="46996" x="6088063" y="2852738"/>
          <p14:tracePt t="47005" x="6103938" y="2852738"/>
          <p14:tracePt t="47021" x="6121400" y="2852738"/>
          <p14:tracePt t="47037" x="6129338" y="2852738"/>
          <p14:tracePt t="47061" x="6145213" y="2852738"/>
          <p14:tracePt t="47085" x="6162675" y="2852738"/>
          <p14:tracePt t="47117" x="6170613" y="2852738"/>
          <p14:tracePt t="47214" x="6129338" y="2852738"/>
          <p14:tracePt t="47222" x="6121400" y="2852738"/>
          <p14:tracePt t="47231" x="6070600" y="2852738"/>
          <p14:tracePt t="47239" x="6021388" y="2852738"/>
          <p14:tracePt t="47247" x="5988050" y="2852738"/>
          <p14:tracePt t="47255" x="5938838" y="2852738"/>
          <p14:tracePt t="47263" x="5880100" y="2852738"/>
          <p14:tracePt t="47271" x="5822950" y="2852738"/>
          <p14:tracePt t="47279" x="5797550" y="2852738"/>
          <p14:tracePt t="47287" x="5738813" y="2852738"/>
          <p14:tracePt t="47295" x="5715000" y="2852738"/>
          <p14:tracePt t="47303" x="5681663" y="2852738"/>
          <p14:tracePt t="47311" x="5640388" y="2852738"/>
          <p14:tracePt t="47319" x="5630863" y="2852738"/>
          <p14:tracePt t="47327" x="5599113" y="2852738"/>
          <p14:tracePt t="47335" x="5573713" y="2852738"/>
          <p14:tracePt t="47344" x="5540375" y="2860675"/>
          <p14:tracePt t="47352" x="5514975" y="2860675"/>
          <p14:tracePt t="47360" x="5491163" y="2860675"/>
          <p14:tracePt t="47368" x="5457825" y="2860675"/>
          <p14:tracePt t="47376" x="5432425" y="2860675"/>
          <p14:tracePt t="47384" x="5416550" y="2878138"/>
          <p14:tracePt t="47392" x="5391150" y="2878138"/>
          <p14:tracePt t="47408" x="5373688" y="2878138"/>
          <p14:tracePt t="47513" x="5407025" y="2878138"/>
          <p14:tracePt t="47521" x="5416550" y="2878138"/>
          <p14:tracePt t="47529" x="5491163" y="2878138"/>
          <p14:tracePt t="47537" x="5532438" y="2878138"/>
          <p14:tracePt t="47545" x="5589588" y="2878138"/>
          <p14:tracePt t="47553" x="5656263" y="2878138"/>
          <p14:tracePt t="47561" x="5722938" y="2878138"/>
          <p14:tracePt t="47570" x="5780088" y="2878138"/>
          <p14:tracePt t="47578" x="5838825" y="2878138"/>
          <p14:tracePt t="47586" x="5864225" y="2878138"/>
          <p14:tracePt t="47594" x="5897563" y="2878138"/>
          <p14:tracePt t="47602" x="5905500" y="2878138"/>
          <p14:tracePt t="47610" x="5938838" y="2878138"/>
          <p14:tracePt t="47618" x="5946775" y="2878138"/>
          <p14:tracePt t="47634" x="5962650" y="2878138"/>
          <p14:tracePt t="47869" x="5980113" y="2878138"/>
          <p14:tracePt t="47884" x="5988050" y="2878138"/>
          <p14:tracePt t="47892" x="6005513" y="2878138"/>
          <p14:tracePt t="47901" x="6029325" y="2878138"/>
          <p14:tracePt t="47909" x="6070600" y="2878138"/>
          <p14:tracePt t="47917" x="6103938" y="2878138"/>
          <p14:tracePt t="47925" x="6145213" y="2878138"/>
          <p14:tracePt t="47933" x="6203950" y="2878138"/>
          <p14:tracePt t="47941" x="6253163" y="2878138"/>
          <p14:tracePt t="47950" x="6294438" y="2878138"/>
          <p14:tracePt t="47957" x="6353175" y="2878138"/>
          <p14:tracePt t="47967" x="6411913" y="2878138"/>
          <p14:tracePt t="47973" x="6469063" y="2878138"/>
          <p14:tracePt t="47983" x="6494463" y="2878138"/>
          <p14:tracePt t="47989" x="6535738" y="2878138"/>
          <p14:tracePt t="47998" x="6551613" y="2894013"/>
          <p14:tracePt t="48006" x="6577013" y="2894013"/>
          <p14:tracePt t="48014" x="6592888" y="2894013"/>
          <p14:tracePt t="48038" x="6602413" y="2894013"/>
          <p14:tracePt t="48111" x="6618288" y="2894013"/>
          <p14:tracePt t="48175" x="6635750" y="2894013"/>
          <p14:tracePt t="48184" x="6659563" y="2894013"/>
          <p14:tracePt t="48191" x="6677025" y="2894013"/>
          <p14:tracePt t="48199" x="6692900" y="2894013"/>
          <p14:tracePt t="48217" x="6718300" y="2894013"/>
          <p14:tracePt t="48224" x="6734175" y="2894013"/>
          <p14:tracePt t="48233" x="6743700" y="2894013"/>
          <p14:tracePt t="48256" x="6759575" y="2894013"/>
          <p14:tracePt t="48361" x="6743700" y="2894013"/>
          <p14:tracePt t="48369" x="6734175" y="2894013"/>
          <p14:tracePt t="48377" x="6718300" y="2894013"/>
          <p14:tracePt t="48385" x="6692900" y="2894013"/>
          <p14:tracePt t="48393" x="6677025" y="2894013"/>
          <p14:tracePt t="48401" x="6635750" y="2894013"/>
          <p14:tracePt t="48409" x="6602413" y="2894013"/>
          <p14:tracePt t="48417" x="6592888" y="2894013"/>
          <p14:tracePt t="48425" x="6577013" y="2894013"/>
          <p14:tracePt t="48442" x="6561138" y="2894013"/>
          <p14:tracePt t="48450" x="6551613" y="2894013"/>
          <p14:tracePt t="48611" x="6577013" y="2894013"/>
          <p14:tracePt t="48619" x="6592888" y="2894013"/>
          <p14:tracePt t="48627" x="6618288" y="2894013"/>
          <p14:tracePt t="48635" x="6651625" y="2894013"/>
          <p14:tracePt t="48643" x="6700838" y="2894013"/>
          <p14:tracePt t="48651" x="6743700" y="2894013"/>
          <p14:tracePt t="48660" x="6775450" y="2894013"/>
          <p14:tracePt t="48668" x="6826250" y="2894013"/>
          <p14:tracePt t="48676" x="6883400" y="2878138"/>
          <p14:tracePt t="48684" x="6924675" y="2860675"/>
          <p14:tracePt t="48692" x="6967538" y="2860675"/>
          <p14:tracePt t="48700" x="7024688" y="2852738"/>
          <p14:tracePt t="48708" x="7083425" y="2836863"/>
          <p14:tracePt t="48717" x="7132638" y="2836863"/>
          <p14:tracePt t="48724" x="7173913" y="2819400"/>
          <p14:tracePt t="48734" x="7224713" y="2819400"/>
          <p14:tracePt t="48740" x="7273925" y="2819400"/>
          <p14:tracePt t="48750" x="7307263" y="2819400"/>
          <p14:tracePt t="48757" x="7356475" y="2819400"/>
          <p14:tracePt t="48766" x="7415213" y="2819400"/>
          <p14:tracePt t="48773" x="7439025" y="2819400"/>
          <p14:tracePt t="48781" x="7497763" y="2819400"/>
          <p14:tracePt t="48789" x="7539038" y="2819400"/>
          <p14:tracePt t="48797" x="7572375" y="2819400"/>
          <p14:tracePt t="48805" x="7597775" y="2819400"/>
          <p14:tracePt t="48813" x="7621588" y="2819400"/>
          <p14:tracePt t="48821" x="7639050" y="2819400"/>
          <p14:tracePt t="48829" x="7662863" y="2819400"/>
          <p14:tracePt t="48837" x="7680325" y="2819400"/>
          <p14:tracePt t="49112" x="7696200" y="2819400"/>
          <p14:tracePt t="49120" x="7737475" y="2819400"/>
          <p14:tracePt t="49128" x="7762875" y="2819400"/>
          <p14:tracePt t="49136" x="7804150" y="2819400"/>
          <p14:tracePt t="49144" x="7862888" y="2819400"/>
          <p14:tracePt t="49152" x="7904163" y="2836863"/>
          <p14:tracePt t="49160" x="7962900" y="2836863"/>
          <p14:tracePt t="49168" x="8004175" y="2836863"/>
          <p14:tracePt t="49176" x="8027988" y="2852738"/>
          <p14:tracePt t="49184" x="8069263" y="2852738"/>
          <p14:tracePt t="49193" x="8102600" y="2852738"/>
          <p14:tracePt t="49209" x="8128000" y="2852738"/>
          <p14:tracePt t="49217" x="8143875" y="2852738"/>
          <p14:tracePt t="49233" x="8153400" y="2860675"/>
          <p14:tracePt t="49250" x="8169275" y="2860675"/>
          <p14:tracePt t="49266" x="8186738" y="2860675"/>
          <p14:tracePt t="49289" x="8194675" y="2860675"/>
          <p14:tracePt t="49306" x="8210550" y="2860675"/>
          <p14:tracePt t="49321" x="8228013" y="2860675"/>
          <p14:tracePt t="49330" x="8235950" y="2860675"/>
          <p14:tracePt t="49338" x="8235950" y="2878138"/>
          <p14:tracePt t="49346" x="8251825" y="2878138"/>
          <p14:tracePt t="49354" x="8285163" y="2878138"/>
          <p14:tracePt t="49362" x="8293100" y="2894013"/>
          <p14:tracePt t="49370" x="8351838" y="2894013"/>
          <p14:tracePt t="49378" x="8410575" y="2901950"/>
          <p14:tracePt t="49386" x="8451850" y="2935288"/>
          <p14:tracePt t="49394" x="8534400" y="2976563"/>
          <p14:tracePt t="49402" x="8601075" y="3017838"/>
          <p14:tracePt t="49411" x="8683625" y="3060700"/>
          <p14:tracePt t="49419" x="8783638" y="3125788"/>
          <p14:tracePt t="49427" x="8899525" y="3184525"/>
          <p14:tracePt t="49435" x="9023350" y="3284538"/>
          <p14:tracePt t="49443" x="9148763" y="3382963"/>
          <p14:tracePt t="49451" x="9297988" y="3475038"/>
          <p14:tracePt t="49459" x="9471025" y="3590925"/>
          <p14:tracePt t="49467" x="9678988" y="3740150"/>
          <p14:tracePt t="49475" x="9861550" y="3881438"/>
          <p14:tracePt t="49483" x="10044113" y="4021138"/>
          <p14:tracePt t="49491" x="10193338" y="4162425"/>
          <p14:tracePt t="49500" x="10334625" y="4270375"/>
          <p14:tracePt t="49507" x="10433050" y="4362450"/>
          <p14:tracePt t="49517" x="10475913" y="4403725"/>
          <p14:tracePt t="49524" x="10558463" y="4470400"/>
          <p14:tracePt t="49534" x="10625138" y="4535488"/>
          <p14:tracePt t="49539" x="10666413" y="4576763"/>
          <p14:tracePt t="49550" x="10699750" y="4627563"/>
          <p14:tracePt t="49556" x="10723563" y="4668838"/>
          <p14:tracePt t="49567" x="10741025" y="4694238"/>
          <p14:tracePt t="49572" x="10756900" y="4694238"/>
          <p14:tracePt t="49584" x="10764838" y="4718050"/>
          <p14:tracePt t="49588" x="10764838" y="4735513"/>
          <p14:tracePt t="49612" x="10764838" y="4751388"/>
          <p14:tracePt t="49661" x="10782300" y="4751388"/>
          <p14:tracePt t="49725" x="10782300" y="4735513"/>
          <p14:tracePt t="49734" x="10782300" y="4710113"/>
          <p14:tracePt t="49741" x="10782300" y="4694238"/>
          <p14:tracePt t="49749" x="10782300" y="4651375"/>
          <p14:tracePt t="49767" x="10741025" y="4552950"/>
          <p14:tracePt t="49774" x="10741025" y="4511675"/>
          <p14:tracePt t="49784" x="10699750" y="4411663"/>
          <p14:tracePt t="49790" x="10682288" y="4386263"/>
          <p14:tracePt t="49800" x="10656888" y="4303713"/>
          <p14:tracePt t="49806" x="10641013" y="4229100"/>
          <p14:tracePt t="49816" x="10615613" y="4179888"/>
          <p14:tracePt t="49822" x="10599738" y="4138613"/>
          <p14:tracePt t="49833" x="10582275" y="4046538"/>
          <p14:tracePt t="49838" x="10574338" y="4005263"/>
          <p14:tracePt t="49850" x="10558463" y="3963988"/>
          <p14:tracePt t="49854" x="10541000" y="3914775"/>
          <p14:tracePt t="49867" x="10533063" y="3881438"/>
          <p14:tracePt t="49871" x="10517188" y="3840163"/>
          <p14:tracePt t="49883" x="10499725" y="3814763"/>
          <p14:tracePt t="49887" x="10491788" y="3773488"/>
          <p14:tracePt t="49900" x="10475913" y="3732213"/>
          <p14:tracePt t="49903" x="10458450" y="3714750"/>
          <p14:tracePt t="49916" x="10450513" y="3698875"/>
          <p14:tracePt t="49919" x="10433050" y="3690938"/>
          <p14:tracePt t="49933" x="10417175" y="3673475"/>
          <p14:tracePt t="49950" x="10401300" y="3673475"/>
          <p14:tracePt t="49952" x="10391775" y="3657600"/>
          <p14:tracePt t="49967" x="10375900" y="3657600"/>
          <p14:tracePt t="49968" x="10358438" y="3657600"/>
          <p14:tracePt t="49976" x="10334625" y="3657600"/>
          <p14:tracePt t="49984" x="10317163" y="3648075"/>
          <p14:tracePt t="49992" x="10293350" y="3648075"/>
          <p14:tracePt t="50001" x="10267950" y="3632200"/>
          <p14:tracePt t="50008" x="10185400" y="3632200"/>
          <p14:tracePt t="50017" x="10167938" y="3632200"/>
          <p14:tracePt t="50024" x="10093325" y="3632200"/>
          <p14:tracePt t="50034" x="10044113" y="3616325"/>
          <p14:tracePt t="50040" x="9969500" y="3606800"/>
          <p14:tracePt t="50050" x="9886950" y="3590925"/>
          <p14:tracePt t="50056" x="9844088" y="3573463"/>
          <p14:tracePt t="50067" x="9786938" y="3573463"/>
          <p14:tracePt t="50073" x="9737725" y="3565525"/>
          <p14:tracePt t="50083" x="9678988" y="3549650"/>
          <p14:tracePt t="50089" x="9653588" y="3532188"/>
          <p14:tracePt t="50102" x="9604375" y="3532188"/>
          <p14:tracePt t="50106" x="9563100" y="3516313"/>
          <p14:tracePt t="50121" x="9537700" y="3508375"/>
          <p14:tracePt t="50129" x="9521825" y="3508375"/>
          <p14:tracePt t="50153" x="9521825" y="3490913"/>
          <p14:tracePt t="50250" x="9555163" y="3490913"/>
          <p14:tracePt t="50258" x="9578975" y="3490913"/>
          <p14:tracePt t="50267" x="9604375" y="3490913"/>
          <p14:tracePt t="50274" x="9653588" y="3508375"/>
          <p14:tracePt t="50284" x="9694863" y="3532188"/>
          <p14:tracePt t="50290" x="9745663" y="3549650"/>
          <p14:tracePt t="50300" x="9786938" y="3573463"/>
          <p14:tracePt t="50307" x="9844088" y="3606800"/>
          <p14:tracePt t="50316" x="9902825" y="3616325"/>
          <p14:tracePt t="50323" x="9961563" y="3648075"/>
          <p14:tracePt t="50331" x="9985375" y="3657600"/>
          <p14:tracePt t="50339" x="10010775" y="3673475"/>
          <p14:tracePt t="50347" x="10052050" y="3690938"/>
          <p14:tracePt t="50355" x="10069513" y="3698875"/>
          <p14:tracePt t="50363" x="10085388" y="3714750"/>
          <p14:tracePt t="50371" x="10110788" y="3732213"/>
          <p14:tracePt t="50387" x="10126663" y="3740150"/>
          <p14:tracePt t="50396" x="10134600" y="3740150"/>
          <p14:tracePt t="50403" x="10134600" y="3756025"/>
          <p14:tracePt t="50428" x="10152063" y="3756025"/>
          <p14:tracePt t="50525" x="10152063" y="3773488"/>
          <p14:tracePt t="50605" x="10167938" y="3773488"/>
          <p14:tracePt t="50638" x="10167938" y="3781425"/>
          <p14:tracePt t="50646" x="10185400" y="3781425"/>
          <p14:tracePt t="51857" x="10167938" y="3781425"/>
          <p14:tracePt t="51868" x="10110788" y="3781425"/>
          <p14:tracePt t="51873" x="10052050" y="3781425"/>
          <p14:tracePt t="51881" x="10010775" y="3797300"/>
          <p14:tracePt t="51889" x="9928225" y="3840163"/>
          <p14:tracePt t="51897" x="9844088" y="3871913"/>
          <p14:tracePt t="51905" x="9745663" y="3938588"/>
          <p14:tracePt t="51913" x="9704388" y="3956050"/>
          <p14:tracePt t="51922" x="9637713" y="3997325"/>
          <p14:tracePt t="51929" x="9496425" y="4079875"/>
          <p14:tracePt t="51938" x="9429750" y="4097338"/>
          <p14:tracePt t="51946" x="9331325" y="4105275"/>
          <p14:tracePt t="51954" x="9205913" y="4138613"/>
          <p14:tracePt t="51962" x="9090025" y="4146550"/>
          <p14:tracePt t="51970" x="9031288" y="4146550"/>
          <p14:tracePt t="51978" x="8907463" y="4146550"/>
          <p14:tracePt t="51986" x="8840788" y="4146550"/>
          <p14:tracePt t="51994" x="8766175" y="4146550"/>
          <p14:tracePt t="52002" x="8716963" y="4146550"/>
          <p14:tracePt t="52010" x="8675688" y="4146550"/>
          <p14:tracePt t="52018" x="8658225" y="4146550"/>
          <p14:tracePt t="52026" x="8634413" y="4146550"/>
          <p14:tracePt t="52034" x="8616950" y="4146550"/>
          <p14:tracePt t="52050" x="8601075" y="4146550"/>
          <p14:tracePt t="52067" x="8593138" y="4146550"/>
          <p14:tracePt t="52075" x="8593138" y="4138613"/>
          <p14:tracePt t="52083" x="8575675" y="4138613"/>
          <p14:tracePt t="52091" x="8559800" y="4138613"/>
          <p14:tracePt t="52131" x="8550275" y="4138613"/>
          <p14:tracePt t="52196" x="8550275" y="4121150"/>
          <p14:tracePt t="52204" x="8550275" y="4105275"/>
          <p14:tracePt t="52608" x="8534400" y="4105275"/>
          <p14:tracePt t="52617" x="8451850" y="4105275"/>
          <p14:tracePt t="52624" x="8369300" y="4105275"/>
          <p14:tracePt t="52633" x="8251825" y="4105275"/>
          <p14:tracePt t="52640" x="8102600" y="4105275"/>
          <p14:tracePt t="52649" x="7837488" y="4105275"/>
          <p14:tracePt t="52656" x="7489825" y="4105275"/>
          <p14:tracePt t="52664" x="7331075" y="4079875"/>
          <p14:tracePt t="52672" x="7042150" y="4079875"/>
          <p14:tracePt t="52680" x="6775450" y="4064000"/>
          <p14:tracePt t="52689" x="6677025" y="4064000"/>
          <p14:tracePt t="52696" x="6494463" y="4064000"/>
          <p14:tracePt t="52705" x="6337300" y="4064000"/>
          <p14:tracePt t="52713" x="6245225" y="4046538"/>
          <p14:tracePt t="52721" x="6145213" y="4046538"/>
          <p14:tracePt t="52729" x="6103938" y="4046538"/>
          <p14:tracePt t="52737" x="6062663" y="4046538"/>
          <p14:tracePt t="52745" x="6021388" y="4038600"/>
          <p14:tracePt t="52753" x="5988050" y="4038600"/>
          <p14:tracePt t="52761" x="5962650" y="4038600"/>
          <p14:tracePt t="52769" x="5938838" y="4038600"/>
          <p14:tracePt t="52777" x="5905500" y="4038600"/>
          <p14:tracePt t="52785" x="5880100" y="4038600"/>
          <p14:tracePt t="52801" x="5854700" y="4038600"/>
          <p14:tracePt t="52809" x="5838825" y="4038600"/>
          <p14:tracePt t="52833" x="5822950" y="4038600"/>
          <p14:tracePt t="52971" x="5838825" y="4038600"/>
          <p14:tracePt t="52979" x="5864225" y="4021138"/>
          <p14:tracePt t="52987" x="5897563" y="4021138"/>
          <p14:tracePt t="52995" x="5938838" y="4005263"/>
          <p14:tracePt t="53003" x="5962650" y="3997325"/>
          <p14:tracePt t="53011" x="6021388" y="3997325"/>
          <p14:tracePt t="53019" x="6070600" y="3963988"/>
          <p14:tracePt t="53027" x="6103938" y="3956050"/>
          <p14:tracePt t="53035" x="6162675" y="3922713"/>
          <p14:tracePt t="53359" x="6129338" y="3922713"/>
          <p14:tracePt t="53367" x="6103938" y="3938588"/>
          <p14:tracePt t="53375" x="6070600" y="3956050"/>
          <p14:tracePt t="53384" x="6021388" y="3963988"/>
          <p14:tracePt t="53391" x="5980113" y="3963988"/>
          <p14:tracePt t="53400" x="5921375" y="3979863"/>
          <p14:tracePt t="53407" x="5864225" y="3997325"/>
          <p14:tracePt t="53417" x="5738813" y="4005263"/>
          <p14:tracePt t="53423" x="5715000" y="4005263"/>
          <p14:tracePt t="53431" x="5640388" y="4005263"/>
          <p14:tracePt t="53439" x="5556250" y="4005263"/>
          <p14:tracePt t="53447" x="5407025" y="4005263"/>
          <p14:tracePt t="53455" x="5373688" y="4005263"/>
          <p14:tracePt t="53463" x="5308600" y="4005263"/>
          <p14:tracePt t="53472" x="5224463" y="4005263"/>
          <p14:tracePt t="53479" x="5149850" y="4005263"/>
          <p14:tracePt t="53488" x="5084763" y="4005263"/>
          <p14:tracePt t="53496" x="5026025" y="3997325"/>
          <p14:tracePt t="53504" x="4959350" y="3979863"/>
          <p14:tracePt t="53512" x="4835525" y="3963988"/>
          <p14:tracePt t="53520" x="4760913" y="3938588"/>
          <p14:tracePt t="53528" x="4694238" y="3938588"/>
          <p14:tracePt t="53536" x="4594225" y="3914775"/>
          <p14:tracePt t="53544" x="4495800" y="3881438"/>
          <p14:tracePt t="53552" x="4437063" y="3856038"/>
          <p14:tracePt t="53560" x="4346575" y="3830638"/>
          <p14:tracePt t="53568" x="4271963" y="3797300"/>
          <p14:tracePt t="53576" x="4221163" y="3781425"/>
          <p14:tracePt t="53585" x="4171950" y="3773488"/>
          <p14:tracePt t="53593" x="4122738" y="3756025"/>
          <p14:tracePt t="53601" x="4089400" y="3740150"/>
          <p14:tracePt t="53609" x="4079875" y="3732213"/>
          <p14:tracePt t="53617" x="4048125" y="3714750"/>
          <p14:tracePt t="53625" x="4038600" y="3698875"/>
          <p14:tracePt t="53634" x="4022725" y="3698875"/>
          <p14:tracePt t="53641" x="4005263" y="3690938"/>
          <p14:tracePt t="53657" x="4005263" y="3673475"/>
          <p14:tracePt t="53667" x="4005263" y="3657600"/>
          <p14:tracePt t="53673" x="3997325" y="3657600"/>
          <p14:tracePt t="53683" x="3997325" y="3648075"/>
          <p14:tracePt t="53690" x="3997325" y="3632200"/>
          <p14:tracePt t="53705" x="3997325" y="3590925"/>
          <p14:tracePt t="53717" x="3997325" y="3549650"/>
          <p14:tracePt t="53722" x="3997325" y="3516313"/>
          <p14:tracePt t="53733" x="4038600" y="3475038"/>
          <p14:tracePt t="53738" x="4079875" y="3408363"/>
          <p14:tracePt t="53750" x="4146550" y="3341688"/>
          <p14:tracePt t="53754" x="4221163" y="3284538"/>
          <p14:tracePt t="53766" x="4287838" y="3209925"/>
          <p14:tracePt t="53770" x="4346575" y="3184525"/>
          <p14:tracePt t="53783" x="4437063" y="3117850"/>
          <p14:tracePt t="53787" x="4552950" y="3043238"/>
          <p14:tracePt t="53800" x="4652963" y="3017838"/>
          <p14:tracePt t="53802" x="4752975" y="2986088"/>
          <p14:tracePt t="53816" x="4860925" y="2960688"/>
          <p14:tracePt t="53819" x="4984750" y="2935288"/>
          <p14:tracePt t="53833" x="5108575" y="2919413"/>
          <p14:tracePt t="53836" x="5233988" y="2919413"/>
          <p14:tracePt t="53850" x="5349875" y="2919413"/>
          <p14:tracePt t="53851" x="5499100" y="2919413"/>
          <p14:tracePt t="53859" x="5630863" y="2919413"/>
          <p14:tracePt t="53867" x="5780088" y="2919413"/>
          <p14:tracePt t="53875" x="5938838" y="2919413"/>
          <p14:tracePt t="53883" x="6088063" y="2943225"/>
          <p14:tracePt t="53891" x="6203950" y="3001963"/>
          <p14:tracePt t="53900" x="6327775" y="3043238"/>
          <p14:tracePt t="53907" x="6386513" y="3060700"/>
          <p14:tracePt t="53917" x="6494463" y="3125788"/>
          <p14:tracePt t="53923" x="6577013" y="3167063"/>
          <p14:tracePt t="53933" x="6659563" y="3225800"/>
          <p14:tracePt t="53940" x="6800850" y="3308350"/>
          <p14:tracePt t="53950" x="6859588" y="3349625"/>
          <p14:tracePt t="53956" x="6883400" y="3382963"/>
          <p14:tracePt t="53966" x="6958013" y="3433763"/>
          <p14:tracePt t="53972" x="7008813" y="3475038"/>
          <p14:tracePt t="53983" x="7050088" y="3516313"/>
          <p14:tracePt t="53988" x="7091363" y="3565525"/>
          <p14:tracePt t="54000" x="7124700" y="3606800"/>
          <p14:tracePt t="54004" x="7165975" y="3632200"/>
          <p14:tracePt t="54016" x="7191375" y="3673475"/>
          <p14:tracePt t="54020" x="7207250" y="3698875"/>
          <p14:tracePt t="54037" x="7224713" y="3732213"/>
          <p14:tracePt t="54050" x="7224713" y="3740150"/>
          <p14:tracePt t="54053" x="7232650" y="3756025"/>
          <p14:tracePt t="54069" x="7232650" y="3773488"/>
          <p14:tracePt t="54083" x="7232650" y="3781425"/>
          <p14:tracePt t="54105" x="7232650" y="3797300"/>
          <p14:tracePt t="54214" x="7232650" y="3814763"/>
          <p14:tracePt t="54416" x="7224713" y="3814763"/>
          <p14:tracePt t="54424" x="7224713" y="3830638"/>
          <p14:tracePt t="54434" x="7207250" y="3830638"/>
          <p14:tracePt t="54440" x="7165975" y="3856038"/>
          <p14:tracePt t="54449" x="7132638" y="3856038"/>
          <p14:tracePt t="54457" x="7091363" y="3881438"/>
          <p14:tracePt t="54466" x="7042150" y="3897313"/>
          <p14:tracePt t="54473" x="6942138" y="3914775"/>
          <p14:tracePt t="54481" x="6842125" y="3922713"/>
          <p14:tracePt t="54489" x="6759575" y="3938588"/>
          <p14:tracePt t="54497" x="6635750" y="3956050"/>
          <p14:tracePt t="54505" x="6510338" y="3956050"/>
          <p14:tracePt t="54513" x="6386513" y="3956050"/>
          <p14:tracePt t="54521" x="6270625" y="3956050"/>
          <p14:tracePt t="54529" x="6211888" y="3956050"/>
          <p14:tracePt t="54537" x="6121400" y="3956050"/>
          <p14:tracePt t="54545" x="6021388" y="3956050"/>
          <p14:tracePt t="54553" x="5921375" y="3963988"/>
          <p14:tracePt t="54561" x="5764213" y="3963988"/>
          <p14:tracePt t="54570" x="5673725" y="3963988"/>
          <p14:tracePt t="54577" x="5589588" y="3963988"/>
          <p14:tracePt t="54585" x="5457825" y="3963988"/>
          <p14:tracePt t="54594" x="5365750" y="3963988"/>
          <p14:tracePt t="54602" x="5291138" y="3963988"/>
          <p14:tracePt t="54610" x="5192713" y="3963988"/>
          <p14:tracePt t="54618" x="5126038" y="3963988"/>
          <p14:tracePt t="54626" x="5041900" y="3963988"/>
          <p14:tracePt t="54634" x="4967288" y="3956050"/>
          <p14:tracePt t="54642" x="4918075" y="3956050"/>
          <p14:tracePt t="54650" x="4884738" y="3938588"/>
          <p14:tracePt t="54658" x="4843463" y="3922713"/>
          <p14:tracePt t="54667" x="4818063" y="3922713"/>
          <p14:tracePt t="54674" x="4794250" y="3914775"/>
          <p14:tracePt t="54683" x="4752975" y="3881438"/>
          <p14:tracePt t="54690" x="4719638" y="3871913"/>
          <p14:tracePt t="54700" x="4678363" y="3856038"/>
          <p14:tracePt t="54707" x="4635500" y="3814763"/>
          <p14:tracePt t="54716" x="4594225" y="3781425"/>
          <p14:tracePt t="54723" x="4578350" y="3773488"/>
          <p14:tracePt t="54733" x="4537075" y="3740150"/>
          <p14:tracePt t="54739" x="4529138" y="3732213"/>
          <p14:tracePt t="54750" x="4495800" y="3698875"/>
          <p14:tracePt t="54755" x="4486275" y="3690938"/>
          <p14:tracePt t="54767" x="4470400" y="3673475"/>
          <p14:tracePt t="54771" x="4470400" y="3657600"/>
          <p14:tracePt t="54783" x="4454525" y="3657600"/>
          <p14:tracePt t="54787" x="4454525" y="3632200"/>
          <p14:tracePt t="54800" x="4437063" y="3616325"/>
          <p14:tracePt t="54804" x="4437063" y="3606800"/>
          <p14:tracePt t="54816" x="4437063" y="3590925"/>
          <p14:tracePt t="54820" x="4429125" y="3565525"/>
          <p14:tracePt t="54833" x="4429125" y="3549650"/>
          <p14:tracePt t="54836" x="4429125" y="3516313"/>
          <p14:tracePt t="54850" x="4429125" y="3475038"/>
          <p14:tracePt t="54852" x="4429125" y="3467100"/>
          <p14:tracePt t="54867" x="4429125" y="3433763"/>
          <p14:tracePt t="54869" x="4429125" y="3424238"/>
          <p14:tracePt t="54883" x="4429125" y="3382963"/>
          <p14:tracePt t="54885" x="4454525" y="3341688"/>
          <p14:tracePt t="54900" x="4470400" y="3308350"/>
          <p14:tracePt t="54901" x="4537075" y="3251200"/>
          <p14:tracePt t="54909" x="4611688" y="3200400"/>
          <p14:tracePt t="54917" x="4660900" y="3159125"/>
          <p14:tracePt t="54925" x="4735513" y="3117850"/>
          <p14:tracePt t="54933" x="4835525" y="3084513"/>
          <p14:tracePt t="54941" x="4926013" y="3060700"/>
          <p14:tracePt t="54950" x="5026025" y="3027363"/>
          <p14:tracePt t="54957" x="5149850" y="3027363"/>
          <p14:tracePt t="54967" x="5267325" y="3027363"/>
          <p14:tracePt t="54974" x="5391150" y="3027363"/>
          <p14:tracePt t="54983" x="5514975" y="3027363"/>
          <p14:tracePt t="54989" x="5640388" y="3027363"/>
          <p14:tracePt t="55000" x="5681663" y="3027363"/>
          <p14:tracePt t="55005" x="5780088" y="3027363"/>
          <p14:tracePt t="55016" x="5880100" y="3060700"/>
          <p14:tracePt t="55021" x="5946775" y="3101975"/>
          <p14:tracePt t="55033" x="6029325" y="3125788"/>
          <p14:tracePt t="55038" x="6103938" y="3167063"/>
          <p14:tracePt t="55050" x="6162675" y="3200400"/>
          <p14:tracePt t="55054" x="6211888" y="3251200"/>
          <p14:tracePt t="55067" x="6253163" y="3284538"/>
          <p14:tracePt t="55070" x="6311900" y="3308350"/>
          <p14:tracePt t="55083" x="6337300" y="3349625"/>
          <p14:tracePt t="55087" x="6386513" y="3382963"/>
          <p14:tracePt t="55102" x="6411913" y="3408363"/>
          <p14:tracePt t="55106" x="6435725" y="3433763"/>
          <p14:tracePt t="55110" x="6469063" y="3467100"/>
          <p14:tracePt t="55118" x="6477000" y="3475038"/>
          <p14:tracePt t="55126" x="6494463" y="3490913"/>
          <p14:tracePt t="55135" x="6494463" y="3508375"/>
          <p14:tracePt t="55142" x="6510338" y="3508375"/>
          <p14:tracePt t="55159" x="6510338" y="3516313"/>
          <p14:tracePt t="55167" x="6518275" y="3516313"/>
          <p14:tracePt t="55183" x="6518275" y="3532188"/>
          <p14:tracePt t="55749" x="6518275" y="3549650"/>
          <p14:tracePt t="55934" x="6518275" y="3565525"/>
          <p14:tracePt t="55942" x="6510338" y="3565525"/>
          <p14:tracePt t="55958" x="6494463" y="3573463"/>
          <p14:tracePt t="55967" x="6477000" y="3573463"/>
          <p14:tracePt t="55974" x="6477000" y="3590925"/>
          <p14:tracePt t="55983" x="6453188" y="3606800"/>
          <p14:tracePt t="55990" x="6427788" y="3616325"/>
          <p14:tracePt t="56000" x="6411913" y="3632200"/>
          <p14:tracePt t="56007" x="6327775" y="3690938"/>
          <p14:tracePt t="56016" x="6286500" y="3732213"/>
          <p14:tracePt t="56023" x="6211888" y="3756025"/>
          <p14:tracePt t="56031" x="6129338" y="3797300"/>
          <p14:tracePt t="56039" x="6062663" y="3830638"/>
          <p14:tracePt t="56047" x="5938838" y="3881438"/>
          <p14:tracePt t="56055" x="5854700" y="3922713"/>
          <p14:tracePt t="56063" x="5756275" y="3956050"/>
          <p14:tracePt t="56071" x="5630863" y="3979863"/>
          <p14:tracePt t="56079" x="5499100" y="3997325"/>
          <p14:tracePt t="56087" x="5448300" y="4005263"/>
          <p14:tracePt t="56096" x="5349875" y="4021138"/>
          <p14:tracePt t="56103" x="5267325" y="4021138"/>
          <p14:tracePt t="56111" x="5167313" y="4021138"/>
          <p14:tracePt t="56120" x="5041900" y="4021138"/>
          <p14:tracePt t="56127" x="4943475" y="4021138"/>
          <p14:tracePt t="56136" x="4918075" y="4021138"/>
          <p14:tracePt t="56144" x="4835525" y="4005263"/>
          <p14:tracePt t="56152" x="4794250" y="3979863"/>
          <p14:tracePt t="56160" x="4735513" y="3963988"/>
          <p14:tracePt t="56168" x="4694238" y="3938588"/>
          <p14:tracePt t="56176" x="4660900" y="3922713"/>
          <p14:tracePt t="56184" x="4619625" y="3914775"/>
          <p14:tracePt t="56192" x="4594225" y="3897313"/>
          <p14:tracePt t="56200" x="4570413" y="3881438"/>
          <p14:tracePt t="56209" x="4537075" y="3856038"/>
          <p14:tracePt t="56217" x="4529138" y="3840163"/>
          <p14:tracePt t="56225" x="4495800" y="3830638"/>
          <p14:tracePt t="56233" x="4470400" y="3814763"/>
          <p14:tracePt t="56241" x="4437063" y="3781425"/>
          <p14:tracePt t="56250" x="4411663" y="3773488"/>
          <p14:tracePt t="56257" x="4387850" y="3756025"/>
          <p14:tracePt t="56266" x="4354513" y="3732213"/>
          <p14:tracePt t="56273" x="4346575" y="3714750"/>
          <p14:tracePt t="56283" x="4313238" y="3698875"/>
          <p14:tracePt t="56289" x="4305300" y="3698875"/>
          <p14:tracePt t="56300" x="4287838" y="3690938"/>
          <p14:tracePt t="56305" x="4287838" y="3673475"/>
          <p14:tracePt t="56317" x="4271963" y="3657600"/>
          <p14:tracePt t="56321" x="4262438" y="3657600"/>
          <p14:tracePt t="56333" x="4262438" y="3648075"/>
          <p14:tracePt t="56338" x="4246563" y="3648075"/>
          <p14:tracePt t="56350" x="4229100" y="3632200"/>
          <p14:tracePt t="56354" x="4221163" y="3616325"/>
          <p14:tracePt t="56367" x="4221163" y="3606800"/>
          <p14:tracePt t="56378" x="4205288" y="3590925"/>
          <p14:tracePt t="56394" x="4205288" y="3573463"/>
          <p14:tracePt t="56402" x="4205288" y="3565525"/>
          <p14:tracePt t="56418" x="4205288" y="3549650"/>
          <p14:tracePt t="56426" x="4205288" y="3532188"/>
          <p14:tracePt t="56435" x="4205288" y="3516313"/>
          <p14:tracePt t="56442" x="4205288" y="3490913"/>
          <p14:tracePt t="56451" x="4229100" y="3449638"/>
          <p14:tracePt t="56459" x="4271963" y="3424238"/>
          <p14:tracePt t="56467" x="4313238" y="3382963"/>
          <p14:tracePt t="56475" x="4395788" y="3325813"/>
          <p14:tracePt t="56483" x="4511675" y="3251200"/>
          <p14:tracePt t="56491" x="4611688" y="3209925"/>
          <p14:tracePt t="56500" x="4719638" y="3167063"/>
          <p14:tracePt t="56507" x="4876800" y="3143250"/>
          <p14:tracePt t="56516" x="5026025" y="3101975"/>
          <p14:tracePt t="56523" x="5149850" y="3084513"/>
          <p14:tracePt t="56532" x="5308600" y="3084513"/>
          <p14:tracePt t="56539" x="5416550" y="3084513"/>
          <p14:tracePt t="56548" x="5540375" y="3084513"/>
          <p14:tracePt t="56555" x="5673725" y="3084513"/>
          <p14:tracePt t="56563" x="5822950" y="3084513"/>
          <p14:tracePt t="56572" x="5946775" y="3143250"/>
          <p14:tracePt t="56580" x="6029325" y="3184525"/>
          <p14:tracePt t="56588" x="6088063" y="3225800"/>
          <p14:tracePt t="56596" x="6253163" y="3341688"/>
          <p14:tracePt t="56604" x="6337300" y="3408363"/>
          <p14:tracePt t="56612" x="6369050" y="3424238"/>
          <p14:tracePt t="56620" x="6427788" y="3475038"/>
          <p14:tracePt t="56628" x="6494463" y="3549650"/>
          <p14:tracePt t="56636" x="6561138" y="3616325"/>
          <p14:tracePt t="56644" x="6592888" y="3673475"/>
          <p14:tracePt t="56652" x="6651625" y="3732213"/>
          <p14:tracePt t="56661" x="6677025" y="3781425"/>
          <p14:tracePt t="56669" x="6700838" y="3830638"/>
          <p14:tracePt t="56677" x="6734175" y="3871913"/>
          <p14:tracePt t="56685" x="6734175" y="3897313"/>
          <p14:tracePt t="56693" x="6759575" y="3938588"/>
          <p14:tracePt t="56701" x="6759575" y="3963988"/>
          <p14:tracePt t="56709" x="6775450" y="3997325"/>
          <p14:tracePt t="56717" x="6775450" y="4005263"/>
          <p14:tracePt t="56725" x="6775450" y="4021138"/>
          <p14:tracePt t="56733" x="6784975" y="4046538"/>
          <p14:tracePt t="56741" x="6784975" y="4064000"/>
          <p14:tracePt t="56750" x="6784975" y="4097338"/>
          <p14:tracePt t="56757" x="6784975" y="4105275"/>
          <p14:tracePt t="56767" x="6784975" y="4121150"/>
          <p14:tracePt t="56773" x="6784975" y="4138613"/>
          <p14:tracePt t="56783" x="6784975" y="4146550"/>
          <p14:tracePt t="56790" x="6800850" y="4146550"/>
          <p14:tracePt t="56800" x="6800850" y="4162425"/>
          <p14:tracePt t="56806" x="6800850" y="4179888"/>
          <p14:tracePt t="56817" x="6818313" y="4187825"/>
          <p14:tracePt t="56822" x="6818313" y="4221163"/>
          <p14:tracePt t="56833" x="6826250" y="4229100"/>
          <p14:tracePt t="56838" x="6859588" y="4262438"/>
          <p14:tracePt t="56850" x="6883400" y="4287838"/>
          <p14:tracePt t="56854" x="6916738" y="4311650"/>
          <p14:tracePt t="56866" x="6942138" y="4362450"/>
          <p14:tracePt t="56870" x="6983413" y="4386263"/>
          <p14:tracePt t="56883" x="7008813" y="4411663"/>
          <p14:tracePt t="56887" x="7042150" y="4445000"/>
          <p14:tracePt t="56900" x="7065963" y="4470400"/>
          <p14:tracePt t="56903" x="7091363" y="4494213"/>
          <p14:tracePt t="56916" x="7107238" y="4527550"/>
          <p14:tracePt t="56919" x="7132638" y="4552950"/>
          <p14:tracePt t="56933" x="7150100" y="4568825"/>
          <p14:tracePt t="56936" x="7150100" y="4576763"/>
          <p14:tracePt t="56950" x="7165975" y="4594225"/>
          <p14:tracePt t="56952" x="7173913" y="4610100"/>
          <p14:tracePt t="56968" x="7191375" y="4635500"/>
          <p14:tracePt t="56984" x="7191375" y="4651375"/>
          <p14:tracePt t="56991" x="7191375" y="4668838"/>
          <p14:tracePt t="57000" x="7191375" y="4676775"/>
          <p14:tracePt t="57017" x="7191375" y="4694238"/>
          <p14:tracePt t="57024" x="7173913" y="4710113"/>
          <p14:tracePt t="57033" x="7165975" y="4710113"/>
          <p14:tracePt t="57040" x="7132638" y="4718050"/>
          <p14:tracePt t="57049" x="7091363" y="4735513"/>
          <p14:tracePt t="57056" x="7024688" y="4751388"/>
          <p14:tracePt t="57064" x="6967538" y="4759325"/>
          <p14:tracePt t="57072" x="6900863" y="4776788"/>
          <p14:tracePt t="57080" x="6800850" y="4792663"/>
          <p14:tracePt t="57088" x="6775450" y="4792663"/>
          <p14:tracePt t="57096" x="6700838" y="4792663"/>
          <p14:tracePt t="57105" x="6551613" y="4792663"/>
          <p14:tracePt t="57113" x="6453188" y="4792663"/>
          <p14:tracePt t="57121" x="6353175" y="4792663"/>
          <p14:tracePt t="57129" x="6229350" y="4792663"/>
          <p14:tracePt t="57137" x="6070600" y="4792663"/>
          <p14:tracePt t="57145" x="5921375" y="4776788"/>
          <p14:tracePt t="57153" x="5780088" y="4735513"/>
          <p14:tracePt t="57161" x="5722938" y="4718050"/>
          <p14:tracePt t="57169" x="5599113" y="4676775"/>
          <p14:tracePt t="57177" x="5532438" y="4676775"/>
          <p14:tracePt t="57185" x="5457825" y="4651375"/>
          <p14:tracePt t="57193" x="5416550" y="4635500"/>
          <p14:tracePt t="57201" x="5373688" y="4627563"/>
          <p14:tracePt t="57210" x="5365750" y="4610100"/>
          <p14:tracePt t="57217" x="5349875" y="4610100"/>
          <p14:tracePt t="57226" x="5332413" y="4594225"/>
          <p14:tracePt t="57242" x="5324475" y="4576763"/>
          <p14:tracePt t="57258" x="5324475" y="4568825"/>
          <p14:tracePt t="57267" x="5324475" y="4552950"/>
          <p14:tracePt t="57283" x="5324475" y="4535488"/>
          <p14:tracePt t="57299" x="5324475" y="4527550"/>
          <p14:tracePt t="57306" x="5324475" y="4494213"/>
          <p14:tracePt t="57316" x="5365750" y="4470400"/>
          <p14:tracePt t="57323" x="5416550" y="4445000"/>
          <p14:tracePt t="57331" x="5514975" y="4403725"/>
          <p14:tracePt t="57339" x="5673725" y="4344988"/>
          <p14:tracePt t="57347" x="5822950" y="4303713"/>
          <p14:tracePt t="57355" x="6005513" y="4262438"/>
          <p14:tracePt t="57363" x="6229350" y="4221163"/>
          <p14:tracePt t="57371" x="6411913" y="4221163"/>
          <p14:tracePt t="57379" x="6635750" y="4221163"/>
          <p14:tracePt t="57387" x="6818313" y="4221163"/>
          <p14:tracePt t="57395" x="6999288" y="4221163"/>
          <p14:tracePt t="57403" x="7150100" y="4221163"/>
          <p14:tracePt t="57411" x="7307263" y="4262438"/>
          <p14:tracePt t="57419" x="7431088" y="4303713"/>
          <p14:tracePt t="57427" x="7531100" y="4370388"/>
          <p14:tracePt t="57436" x="7639050" y="4445000"/>
          <p14:tracePt t="57444" x="7680325" y="4470400"/>
          <p14:tracePt t="57452" x="7762875" y="4535488"/>
          <p14:tracePt t="57460" x="7878763" y="4635500"/>
          <p14:tracePt t="57468" x="7945438" y="4710113"/>
          <p14:tracePt t="57476" x="7962900" y="4751388"/>
          <p14:tracePt t="57484" x="8020050" y="4802188"/>
          <p14:tracePt t="57492" x="8045450" y="4859338"/>
          <p14:tracePt t="57501" x="8069263" y="4900613"/>
          <p14:tracePt t="57508" x="8102600" y="4933950"/>
          <p14:tracePt t="57517" x="8102600" y="4959350"/>
          <p14:tracePt t="57525" x="8112125" y="4983163"/>
          <p14:tracePt t="57540" x="8112125" y="5000625"/>
          <p14:tracePt t="57550" x="8112125" y="5016500"/>
          <p14:tracePt t="57573" x="8112125" y="5026025"/>
          <p14:tracePt t="57629" x="8128000" y="5026025"/>
          <p14:tracePt t="57637" x="8143875" y="5026025"/>
          <p14:tracePt t="57646" x="8153400" y="5041900"/>
          <p14:tracePt t="57653" x="8186738" y="5041900"/>
          <p14:tracePt t="57662" x="8194675" y="5041900"/>
          <p14:tracePt t="57684" x="8269288" y="5041900"/>
          <p14:tracePt t="57686" x="8293100" y="5041900"/>
          <p14:tracePt t="57701" x="8326438" y="5057775"/>
          <p14:tracePt t="57703" x="8335963" y="5057775"/>
          <p14:tracePt t="57717" x="8369300" y="5057775"/>
          <p14:tracePt t="57719" x="8393113" y="5067300"/>
          <p14:tracePt t="57734" x="8410575" y="5083175"/>
          <p14:tracePt t="57742" x="8418513" y="5083175"/>
          <p14:tracePt t="57759" x="8434388" y="5100638"/>
          <p14:tracePt t="57774" x="8434388" y="5108575"/>
          <p14:tracePt t="57807" x="8377238" y="5108575"/>
          <p14:tracePt t="57816" x="8326438" y="5108575"/>
          <p14:tracePt t="57823" x="8310563" y="5108575"/>
          <p14:tracePt t="57832" x="8251825" y="5108575"/>
          <p14:tracePt t="57839" x="8153400" y="5067300"/>
          <p14:tracePt t="57847" x="8112125" y="5057775"/>
          <p14:tracePt t="57855" x="8020050" y="5016500"/>
          <p14:tracePt t="57864" x="7929563" y="4983163"/>
          <p14:tracePt t="57872" x="7845425" y="4941888"/>
          <p14:tracePt t="57880" x="7754938" y="4918075"/>
          <p14:tracePt t="57888" x="7662863" y="4876800"/>
          <p14:tracePt t="57896" x="7556500" y="4802188"/>
          <p14:tracePt t="57904" x="7472363" y="4751388"/>
          <p14:tracePt t="57912" x="7356475" y="4694238"/>
          <p14:tracePt t="57920" x="7248525" y="4594225"/>
          <p14:tracePt t="57928" x="7165975" y="4527550"/>
          <p14:tracePt t="57936" x="7124700" y="4486275"/>
          <p14:tracePt t="57944" x="7050088" y="4403725"/>
          <p14:tracePt t="57953" x="7008813" y="4329113"/>
          <p14:tracePt t="57960" x="6958013" y="4270375"/>
          <p14:tracePt t="57968" x="6924675" y="4221163"/>
          <p14:tracePt t="57977" x="6900863" y="4179888"/>
          <p14:tracePt t="57984" x="6867525" y="4138613"/>
          <p14:tracePt t="57993" x="6867525" y="4097338"/>
          <p14:tracePt t="58001" x="6859588" y="4064000"/>
          <p14:tracePt t="58009" x="6842125" y="4021138"/>
          <p14:tracePt t="58017" x="6842125" y="3997325"/>
          <p14:tracePt t="58025" x="6842125" y="3956050"/>
          <p14:tracePt t="58033" x="6842125" y="3914775"/>
          <p14:tracePt t="58041" x="6842125" y="3871913"/>
          <p14:tracePt t="58050" x="6842125" y="3830638"/>
          <p14:tracePt t="58057" x="6842125" y="3797300"/>
          <p14:tracePt t="58067" x="6842125" y="3773488"/>
          <p14:tracePt t="58073" x="6842125" y="3740150"/>
          <p14:tracePt t="58083" x="6859588" y="3732213"/>
          <p14:tracePt t="58098" x="6867525" y="3714750"/>
          <p14:tracePt t="58106" x="6867525" y="3698875"/>
          <p14:tracePt t="58211" x="6867525" y="3690938"/>
          <p14:tracePt t="58235" x="6883400" y="3673475"/>
          <p14:tracePt t="58243" x="6883400" y="3657600"/>
          <p14:tracePt t="58251" x="6916738" y="3648075"/>
          <p14:tracePt t="58259" x="6942138" y="3632200"/>
          <p14:tracePt t="58267" x="7008813" y="3616325"/>
          <p14:tracePt t="58275" x="7065963" y="3590925"/>
          <p14:tracePt t="58283" x="7165975" y="3590925"/>
          <p14:tracePt t="58291" x="7232650" y="3590925"/>
          <p14:tracePt t="58300" x="7331075" y="3590925"/>
          <p14:tracePt t="58308" x="7373938" y="3590925"/>
          <p14:tracePt t="58317" x="7497763" y="3590925"/>
          <p14:tracePt t="58324" x="7597775" y="3590925"/>
          <p14:tracePt t="58333" x="7654925" y="3648075"/>
          <p14:tracePt t="58340" x="7737475" y="3698875"/>
          <p14:tracePt t="58349" x="7804150" y="3773488"/>
          <p14:tracePt t="58356" x="7878763" y="3830638"/>
          <p14:tracePt t="58364" x="7886700" y="3871913"/>
          <p14:tracePt t="58372" x="7929563" y="3922713"/>
          <p14:tracePt t="58380" x="7962900" y="3997325"/>
          <p14:tracePt t="58388" x="8004175" y="4046538"/>
          <p14:tracePt t="58396" x="8020050" y="4079875"/>
          <p14:tracePt t="58405" x="8027988" y="4121150"/>
          <p14:tracePt t="58413" x="8045450" y="4146550"/>
          <p14:tracePt t="58421" x="8045450" y="4162425"/>
          <p14:tracePt t="58429" x="8061325" y="4179888"/>
          <p14:tracePt t="58445" x="8061325" y="4187825"/>
          <p14:tracePt t="58477" x="8061325" y="4179888"/>
          <p14:tracePt t="58485" x="8061325" y="4138613"/>
          <p14:tracePt t="58493" x="8061325" y="4079875"/>
          <p14:tracePt t="58501" x="8061325" y="4046538"/>
          <p14:tracePt t="58509" x="8061325" y="3997325"/>
          <p14:tracePt t="58518" x="8061325" y="3956050"/>
          <p14:tracePt t="58526" x="8061325" y="3922713"/>
          <p14:tracePt t="58534" x="8061325" y="3897313"/>
          <p14:tracePt t="58542" x="8061325" y="3881438"/>
          <p14:tracePt t="58558" x="8061325" y="3871913"/>
          <p14:tracePt t="58567" x="8069263" y="3871913"/>
          <p14:tracePt t="58598" x="8086725" y="3914775"/>
          <p14:tracePt t="58606" x="8102600" y="3979863"/>
          <p14:tracePt t="58616" x="8102600" y="4038600"/>
          <p14:tracePt t="58622" x="8102600" y="4138613"/>
          <p14:tracePt t="58631" x="8102600" y="4162425"/>
          <p14:tracePt t="58639" x="8102600" y="4229100"/>
          <p14:tracePt t="58646" x="8102600" y="4311650"/>
          <p14:tracePt t="58655" x="8102600" y="4362450"/>
          <p14:tracePt t="58663" x="8102600" y="4403725"/>
          <p14:tracePt t="58671" x="8102600" y="4427538"/>
          <p14:tracePt t="58687" x="8102600" y="4445000"/>
          <p14:tracePt t="58695" x="8102600" y="4452938"/>
          <p14:tracePt t="58719" x="8102600" y="4445000"/>
          <p14:tracePt t="58727" x="8102600" y="4411663"/>
          <p14:tracePt t="58735" x="8102600" y="4403725"/>
          <p14:tracePt t="58743" x="8143875" y="4362450"/>
          <p14:tracePt t="58752" x="8153400" y="4329113"/>
          <p14:tracePt t="58760" x="8186738" y="4287838"/>
          <p14:tracePt t="58768" x="8194675" y="4270375"/>
          <p14:tracePt t="58776" x="8210550" y="4262438"/>
          <p14:tracePt t="58784" x="8228013" y="4246563"/>
          <p14:tracePt t="58808" x="8235950" y="4246563"/>
          <p14:tracePt t="58840" x="8228013" y="4246563"/>
          <p14:tracePt t="58850" x="8169275" y="4246563"/>
          <p14:tracePt t="58856" x="8128000" y="4262438"/>
          <p14:tracePt t="58866" x="8027988" y="4270375"/>
          <p14:tracePt t="58873" x="7904163" y="4287838"/>
          <p14:tracePt t="58881" x="7754938" y="4287838"/>
          <p14:tracePt t="58889" x="7696200" y="4287838"/>
          <p14:tracePt t="58897" x="7597775" y="4287838"/>
          <p14:tracePt t="58905" x="7513638" y="4287838"/>
          <p14:tracePt t="58913" x="7415213" y="4287838"/>
          <p14:tracePt t="58921" x="7356475" y="4287838"/>
          <p14:tracePt t="58929" x="7289800" y="4287838"/>
          <p14:tracePt t="58937" x="7248525" y="4287838"/>
          <p14:tracePt t="58945" x="7224713" y="4287838"/>
          <p14:tracePt t="58953" x="7173913" y="4287838"/>
          <p14:tracePt t="58962" x="7132638" y="4287838"/>
          <p14:tracePt t="58969" x="7107238" y="4287838"/>
          <p14:tracePt t="58978" x="7050088" y="4270375"/>
          <p14:tracePt t="58986" x="7008813" y="4262438"/>
          <p14:tracePt t="58994" x="6967538" y="4262438"/>
          <p14:tracePt t="59002" x="6924675" y="4262438"/>
          <p14:tracePt t="59010" x="6900863" y="4262438"/>
          <p14:tracePt t="59018" x="6859588" y="4262438"/>
          <p14:tracePt t="59026" x="6826250" y="4262438"/>
          <p14:tracePt t="59034" x="6800850" y="4262438"/>
          <p14:tracePt t="59042" x="6775450" y="4262438"/>
          <p14:tracePt t="59050" x="6759575" y="4262438"/>
          <p14:tracePt t="59058" x="6734175" y="4262438"/>
          <p14:tracePt t="59067" x="6692900" y="4262438"/>
          <p14:tracePt t="59075" x="6651625" y="4262438"/>
          <p14:tracePt t="59083" x="6592888" y="4262438"/>
          <p14:tracePt t="59093" x="6518275" y="4262438"/>
          <p14:tracePt t="59100" x="6427788" y="4246563"/>
          <p14:tracePt t="59107" x="6327775" y="4229100"/>
          <p14:tracePt t="59116" x="6253163" y="4203700"/>
          <p14:tracePt t="59123" x="6162675" y="4179888"/>
          <p14:tracePt t="59133" x="6088063" y="4146550"/>
          <p14:tracePt t="59139" x="6005513" y="4138613"/>
          <p14:tracePt t="59150" x="5962650" y="4121150"/>
          <p14:tracePt t="59155" x="5905500" y="4105275"/>
          <p14:tracePt t="59167" x="5864225" y="4097338"/>
          <p14:tracePt t="59171" x="5838825" y="4097338"/>
          <p14:tracePt t="59183" x="5797550" y="4079875"/>
          <p14:tracePt t="59188" x="5764213" y="4079875"/>
          <p14:tracePt t="59200" x="5738813" y="4064000"/>
          <p14:tracePt t="59204" x="5673725" y="4046538"/>
          <p14:tracePt t="59217" x="5614988" y="4038600"/>
          <p14:tracePt t="59220" x="5540375" y="4038600"/>
          <p14:tracePt t="59233" x="5448300" y="4021138"/>
          <p14:tracePt t="59236" x="5324475" y="4021138"/>
          <p14:tracePt t="59250" x="5192713" y="4021138"/>
          <p14:tracePt t="59252" x="5141913" y="4021138"/>
          <p14:tracePt t="59266" x="5059363" y="4021138"/>
          <p14:tracePt t="59269" x="4959350" y="4021138"/>
          <p14:tracePt t="59283" x="4876800" y="4021138"/>
          <p14:tracePt t="59285" x="4835525" y="4021138"/>
          <p14:tracePt t="59300" x="4776788" y="4021138"/>
          <p14:tracePt t="59301" x="4719638" y="4021138"/>
          <p14:tracePt t="59309" x="4660900" y="4021138"/>
          <p14:tracePt t="59317" x="4635500" y="4021138"/>
          <p14:tracePt t="59325" x="4594225" y="4005263"/>
          <p14:tracePt t="59334" x="4570413" y="3997325"/>
          <p14:tracePt t="59341" x="4511675" y="3963988"/>
          <p14:tracePt t="59350" x="4470400" y="3963988"/>
          <p14:tracePt t="59357" x="4411663" y="3922713"/>
          <p14:tracePt t="59367" x="4387850" y="3914775"/>
          <p14:tracePt t="59373" x="4346575" y="3897313"/>
          <p14:tracePt t="59383" x="4329113" y="3881438"/>
          <p14:tracePt t="59390" x="4305300" y="3871913"/>
          <p14:tracePt t="59400" x="4287838" y="3856038"/>
          <p14:tracePt t="59406" x="4271963" y="3840163"/>
          <p14:tracePt t="59416" x="4262438" y="3830638"/>
          <p14:tracePt t="59422" x="4246563" y="3814763"/>
          <p14:tracePt t="59433" x="4229100" y="3781425"/>
          <p14:tracePt t="59438" x="4221163" y="3773488"/>
          <p14:tracePt t="59450" x="4205288" y="3740150"/>
          <p14:tracePt t="59454" x="4171950" y="3714750"/>
          <p14:tracePt t="59467" x="4171950" y="3673475"/>
          <p14:tracePt t="59470" x="4164013" y="3648075"/>
          <p14:tracePt t="59483" x="4146550" y="3616325"/>
          <p14:tracePt t="59486" x="4130675" y="3590925"/>
          <p14:tracePt t="59500" x="4130675" y="3565525"/>
          <p14:tracePt t="59503" x="4130675" y="3532188"/>
          <p14:tracePt t="59516" x="4130675" y="3516313"/>
          <p14:tracePt t="59519" x="4130675" y="3508375"/>
          <p14:tracePt t="59533" x="4130675" y="3449638"/>
          <p14:tracePt t="59536" x="4130675" y="3408363"/>
          <p14:tracePt t="59550" x="4187825" y="3367088"/>
          <p14:tracePt t="59551" x="4246563" y="3325813"/>
          <p14:tracePt t="59559" x="4329113" y="3267075"/>
          <p14:tracePt t="59567" x="4429125" y="3200400"/>
          <p14:tracePt t="59575" x="4552950" y="3159125"/>
          <p14:tracePt t="59584" x="4702175" y="3101975"/>
          <p14:tracePt t="59591" x="4860925" y="3076575"/>
          <p14:tracePt t="59600" x="5018088" y="3060700"/>
          <p14:tracePt t="59607" x="5167313" y="3060700"/>
          <p14:tracePt t="59616" x="5349875" y="3060700"/>
          <p14:tracePt t="59624" x="5532438" y="3060700"/>
          <p14:tracePt t="59633" x="5715000" y="3060700"/>
          <p14:tracePt t="59640" x="5905500" y="3117850"/>
          <p14:tracePt t="59650" x="6046788" y="3184525"/>
          <p14:tracePt t="59656" x="6186488" y="3267075"/>
          <p14:tracePt t="59667" x="6327775" y="3349625"/>
          <p14:tracePt t="59672" x="6369050" y="3390900"/>
          <p14:tracePt t="59683" x="6469063" y="3467100"/>
          <p14:tracePt t="59688" x="6535738" y="3549650"/>
          <p14:tracePt t="59700" x="6659563" y="3673475"/>
          <p14:tracePt t="59705" x="6700838" y="3732213"/>
          <p14:tracePt t="59716" x="6759575" y="3814763"/>
          <p14:tracePt t="59721" x="6826250" y="3914775"/>
          <p14:tracePt t="59733" x="6867525" y="4038600"/>
          <p14:tracePt t="59737" x="6916738" y="4187825"/>
          <p14:tracePt t="59750" x="6924675" y="4262438"/>
          <p14:tracePt t="59753" x="6942138" y="4362450"/>
          <p14:tracePt t="59766" x="6958013" y="4427538"/>
          <p14:tracePt t="59769" x="6967538" y="4511675"/>
          <p14:tracePt t="59783" x="6983413" y="4535488"/>
          <p14:tracePt t="59786" x="6983413" y="4576763"/>
          <p14:tracePt t="59800" x="6983413" y="4594225"/>
          <p14:tracePt t="59802" x="6983413" y="4610100"/>
          <p14:tracePt t="59818" x="6983413" y="4627563"/>
          <p14:tracePt t="59841" x="6983413" y="4635500"/>
          <p14:tracePt t="59882" x="6983413" y="4651375"/>
          <p14:tracePt t="59890" x="6999288" y="4668838"/>
          <p14:tracePt t="59899" x="7024688" y="4676775"/>
          <p14:tracePt t="59914" x="7042150" y="4694238"/>
          <p14:tracePt t="59923" x="7050088" y="4710113"/>
          <p14:tracePt t="59946" x="7050088" y="4718050"/>
          <p14:tracePt t="59987" x="6999288" y="4718050"/>
          <p14:tracePt t="59995" x="6924675" y="4718050"/>
          <p14:tracePt t="60003" x="6743700" y="4718050"/>
          <p14:tracePt t="60011" x="6551613" y="4718050"/>
          <p14:tracePt t="60020" x="6253163" y="4676775"/>
          <p14:tracePt t="60027" x="6103938" y="4627563"/>
          <p14:tracePt t="60035" x="5838825" y="4568825"/>
          <p14:tracePt t="60043" x="5630863" y="4494213"/>
          <p14:tracePt t="60052" x="5532438" y="4470400"/>
          <p14:tracePt t="60060" x="5373688" y="4403725"/>
          <p14:tracePt t="60068" x="5249863" y="4362450"/>
          <p14:tracePt t="60076" x="5149850" y="4311650"/>
          <p14:tracePt t="60084" x="5100638" y="4287838"/>
          <p14:tracePt t="60097" x="5059363" y="4262438"/>
          <p14:tracePt t="60100" x="5018088" y="4221163"/>
          <p14:tracePt t="60108" x="4984750" y="4187825"/>
          <p14:tracePt t="60117" x="4959350" y="4162425"/>
          <p14:tracePt t="60124" x="4926013" y="4146550"/>
          <p14:tracePt t="60140" x="4918075" y="4121150"/>
          <p14:tracePt t="60150" x="4902200" y="4105275"/>
          <p14:tracePt t="60157" x="4902200" y="4097338"/>
          <p14:tracePt t="60166" x="4884738" y="4097338"/>
          <p14:tracePt t="60172" x="4884738" y="4079875"/>
          <p14:tracePt t="60189" x="4884738" y="4064000"/>
          <p14:tracePt t="60221" x="4884738" y="4046538"/>
          <p14:tracePt t="60253" x="4902200" y="4046538"/>
          <p14:tracePt t="60261" x="4902200" y="4038600"/>
          <p14:tracePt t="60277" x="4918075" y="4038600"/>
          <p14:tracePt t="60286" x="4918075" y="4021138"/>
          <p14:tracePt t="60302" x="4926013" y="4021138"/>
          <p14:tracePt t="60310" x="4926013" y="4005263"/>
          <p14:tracePt t="60326" x="4943475" y="3997325"/>
          <p14:tracePt t="60334" x="4959350" y="3979863"/>
          <p14:tracePt t="60342" x="4984750" y="3963988"/>
          <p14:tracePt t="60350" x="5026025" y="3938588"/>
          <p14:tracePt t="60359" x="5084763" y="3914775"/>
          <p14:tracePt t="60367" x="5149850" y="3881438"/>
          <p14:tracePt t="60375" x="5233988" y="3840163"/>
          <p14:tracePt t="60384" x="5332413" y="3814763"/>
          <p14:tracePt t="60391" x="5365750" y="3814763"/>
          <p14:tracePt t="60400" x="5457825" y="3781425"/>
          <p14:tracePt t="60407" x="5514975" y="3773488"/>
          <p14:tracePt t="60416" x="5573713" y="3756025"/>
          <p14:tracePt t="60423" x="5614988" y="3756025"/>
          <p14:tracePt t="60431" x="5656263" y="3756025"/>
          <p14:tracePt t="60439" x="5681663" y="3756025"/>
          <p14:tracePt t="60455" x="5697538" y="3756025"/>
          <p14:tracePt t="60463" x="5715000" y="3756025"/>
          <p14:tracePt t="60479" x="5722938" y="3756025"/>
          <p14:tracePt t="60504" x="5738813" y="3756025"/>
          <p14:tracePt t="60528" x="5756275" y="3756025"/>
          <p14:tracePt t="60560" x="5756275" y="3773488"/>
          <p14:tracePt t="60568" x="5764213" y="3773488"/>
          <p14:tracePt t="60584" x="5764213" y="3781425"/>
          <p14:tracePt t="60593" x="5780088" y="3781425"/>
          <p14:tracePt t="60673" x="5756275" y="3781425"/>
          <p14:tracePt t="60683" x="5722938" y="3781425"/>
          <p14:tracePt t="60689" x="5681663" y="3781425"/>
          <p14:tracePt t="60697" x="5614988" y="3781425"/>
          <p14:tracePt t="60705" x="5573713" y="3781425"/>
          <p14:tracePt t="60713" x="5514975" y="3781425"/>
          <p14:tracePt t="60722" x="5448300" y="3781425"/>
          <p14:tracePt t="60730" x="5373688" y="3781425"/>
          <p14:tracePt t="60738" x="5308600" y="3781425"/>
          <p14:tracePt t="60746" x="5249863" y="3781425"/>
          <p14:tracePt t="60754" x="5192713" y="3756025"/>
          <p14:tracePt t="60762" x="5167313" y="3740150"/>
          <p14:tracePt t="60770" x="5126038" y="3698875"/>
          <p14:tracePt t="60778" x="5041900" y="3648075"/>
          <p14:tracePt t="60786" x="5026025" y="3616325"/>
          <p14:tracePt t="60794" x="4984750" y="3565525"/>
          <p14:tracePt t="60803" x="4959350" y="3508375"/>
          <p14:tracePt t="60810" x="4943475" y="3467100"/>
          <p14:tracePt t="60819" x="4918075" y="3408363"/>
          <p14:tracePt t="60827" x="4902200" y="3349625"/>
          <p14:tracePt t="60835" x="4876800" y="3292475"/>
          <p14:tracePt t="60843" x="4860925" y="3267075"/>
          <p14:tracePt t="60851" x="4860925" y="3209925"/>
          <p14:tracePt t="60859" x="4860925" y="3167063"/>
          <p14:tracePt t="60867" x="4860925" y="3125788"/>
          <p14:tracePt t="60875" x="4860925" y="3084513"/>
          <p14:tracePt t="60883" x="4860925" y="3027363"/>
          <p14:tracePt t="60892" x="4860925" y="3001963"/>
          <p14:tracePt t="60900" x="4860925" y="2960688"/>
          <p14:tracePt t="60907" x="4860925" y="2935288"/>
          <p14:tracePt t="60917" x="4860925" y="2901950"/>
          <p14:tracePt t="60924" x="4860925" y="2878138"/>
          <p14:tracePt t="60933" x="4884738" y="2852738"/>
          <p14:tracePt t="60940" x="4902200" y="2819400"/>
          <p14:tracePt t="60950" x="4967288" y="2778125"/>
          <p14:tracePt t="60956" x="5026025" y="2752725"/>
          <p14:tracePt t="60967" x="5100638" y="2736850"/>
          <p14:tracePt t="60972" x="5224463" y="2711450"/>
          <p14:tracePt t="60983" x="5308600" y="2711450"/>
          <p14:tracePt t="60988" x="5457825" y="2711450"/>
          <p14:tracePt t="61000" x="5589588" y="2711450"/>
          <p14:tracePt t="61004" x="5738813" y="2711450"/>
          <p14:tracePt t="61016" x="5864225" y="2711450"/>
          <p14:tracePt t="61020" x="5980113" y="2719388"/>
          <p14:tracePt t="61033" x="6103938" y="2760663"/>
          <p14:tracePt t="61037" x="6229350" y="2819400"/>
          <p14:tracePt t="61050" x="6369050" y="2901950"/>
          <p14:tracePt t="61052" x="6469063" y="2986088"/>
          <p14:tracePt t="61066" x="6592888" y="3084513"/>
          <p14:tracePt t="61069" x="6677025" y="3184525"/>
          <p14:tracePt t="61083" x="6718300" y="3225800"/>
          <p14:tracePt t="61086" x="6859588" y="3367088"/>
          <p14:tracePt t="61102" x="6883400" y="3408363"/>
          <p14:tracePt t="61105" x="6916738" y="3475038"/>
          <p14:tracePt t="61109" x="6967538" y="3565525"/>
          <p14:tracePt t="61117" x="6999288" y="3648075"/>
          <p14:tracePt t="61125" x="7024688" y="3690938"/>
          <p14:tracePt t="61134" x="7042150" y="3773488"/>
          <p14:tracePt t="61141" x="7050088" y="3814763"/>
          <p14:tracePt t="61150" x="7065963" y="3871913"/>
          <p14:tracePt t="61158" x="7083425" y="3922713"/>
          <p14:tracePt t="61167" x="7083425" y="3956050"/>
          <p14:tracePt t="61174" x="7083425" y="3997325"/>
          <p14:tracePt t="61183" x="7083425" y="4021138"/>
          <p14:tracePt t="61190" x="7083425" y="4038600"/>
          <p14:tracePt t="61200" x="7083425" y="4046538"/>
          <p14:tracePt t="61206" x="7050088" y="4079875"/>
          <p14:tracePt t="61216" x="7008813" y="4097338"/>
          <p14:tracePt t="61222" x="6983413" y="4121150"/>
          <p14:tracePt t="61233" x="6924675" y="4138613"/>
          <p14:tracePt t="61238" x="6883400" y="4146550"/>
          <p14:tracePt t="61250" x="6842125" y="4162425"/>
          <p14:tracePt t="61254" x="6784975" y="4179888"/>
          <p14:tracePt t="61266" x="6718300" y="4187825"/>
          <p14:tracePt t="61271" x="6659563" y="4203700"/>
          <p14:tracePt t="61283" x="6592888" y="4203700"/>
          <p14:tracePt t="61287" x="6494463" y="4203700"/>
          <p14:tracePt t="61300" x="6394450" y="4203700"/>
          <p14:tracePt t="61303" x="6327775" y="4203700"/>
          <p14:tracePt t="61316" x="6203950" y="4203700"/>
          <p14:tracePt t="61319" x="6103938" y="4203700"/>
          <p14:tracePt t="61333" x="5980113" y="4146550"/>
          <p14:tracePt t="61336" x="5854700" y="4097338"/>
          <p14:tracePt t="61350" x="5738813" y="4021138"/>
          <p14:tracePt t="61353" x="5630863" y="3963988"/>
          <p14:tracePt t="61366" x="5589588" y="3938588"/>
          <p14:tracePt t="61369" x="5499100" y="3871913"/>
          <p14:tracePt t="61383" x="5448300" y="3814763"/>
          <p14:tracePt t="61384" x="5373688" y="3773488"/>
          <p14:tracePt t="61392" x="5332413" y="3732213"/>
          <p14:tracePt t="61400" x="5308600" y="3690938"/>
          <p14:tracePt t="61408" x="5291138" y="3657600"/>
          <p14:tracePt t="61416" x="5267325" y="3616325"/>
          <p14:tracePt t="61424" x="5233988" y="3590925"/>
          <p14:tracePt t="61433" x="5233988" y="3549650"/>
          <p14:tracePt t="61440" x="5224463" y="3516313"/>
          <p14:tracePt t="61450" x="5208588" y="3475038"/>
          <p14:tracePt t="61456" x="5192713" y="3424238"/>
          <p14:tracePt t="61466" x="5192713" y="3408363"/>
          <p14:tracePt t="61473" x="5183188" y="3367088"/>
          <p14:tracePt t="61483" x="5167313" y="3341688"/>
          <p14:tracePt t="61488" x="5167313" y="3308350"/>
          <p14:tracePt t="61500" x="5167313" y="3292475"/>
          <p14:tracePt t="61505" x="5167313" y="3267075"/>
          <p14:tracePt t="61516" x="5167313" y="3251200"/>
          <p14:tracePt t="61521" x="5167313" y="3241675"/>
          <p14:tracePt t="61533" x="5167313" y="3209925"/>
          <p14:tracePt t="61537" x="5167313" y="3200400"/>
          <p14:tracePt t="61550" x="5167313" y="3159125"/>
          <p14:tracePt t="61553" x="5167313" y="3125788"/>
          <p14:tracePt t="61566" x="5167313" y="3101975"/>
          <p14:tracePt t="61569" x="5167313" y="3060700"/>
          <p14:tracePt t="61583" x="5183188" y="3027363"/>
          <p14:tracePt t="61587" x="5192713" y="3001963"/>
          <p14:tracePt t="61600" x="5192713" y="2986088"/>
          <p14:tracePt t="61601" x="5208588" y="2960688"/>
          <p14:tracePt t="61609" x="5224463" y="2943225"/>
          <p14:tracePt t="61618" x="5224463" y="2935288"/>
          <p14:tracePt t="61626" x="5249863" y="2935288"/>
          <p14:tracePt t="61634" x="5275263" y="2919413"/>
          <p14:tracePt t="61642" x="5324475" y="2901950"/>
          <p14:tracePt t="61650" x="5373688" y="2901950"/>
          <p14:tracePt t="61658" x="5432425" y="2901950"/>
          <p14:tracePt t="61667" x="5499100" y="2901950"/>
          <p14:tracePt t="61674" x="5599113" y="2901950"/>
          <p14:tracePt t="61683" x="5673725" y="2919413"/>
          <p14:tracePt t="61691" x="5756275" y="2943225"/>
          <p14:tracePt t="61700" x="5797550" y="2976563"/>
          <p14:tracePt t="61707" x="5905500" y="3043238"/>
          <p14:tracePt t="61716" x="5988050" y="3101975"/>
          <p14:tracePt t="61723" x="6062663" y="3143250"/>
          <p14:tracePt t="61733" x="6129338" y="3209925"/>
          <p14:tracePt t="61739" x="6186488" y="3267075"/>
          <p14:tracePt t="61750" x="6253163" y="3341688"/>
          <p14:tracePt t="61755" x="6286500" y="3367088"/>
          <p14:tracePt t="61767" x="6337300" y="3449638"/>
          <p14:tracePt t="61771" x="6386513" y="3508375"/>
          <p14:tracePt t="61783" x="6435725" y="3573463"/>
          <p14:tracePt t="61787" x="6469063" y="3632200"/>
          <p14:tracePt t="61800" x="6477000" y="3673475"/>
          <p14:tracePt t="61803" x="6510338" y="3714750"/>
          <p14:tracePt t="61816" x="6518275" y="3740150"/>
          <p14:tracePt t="61820" x="6535738" y="3773488"/>
          <p14:tracePt t="61834" x="6535738" y="3797300"/>
          <p14:tracePt t="61837" x="6535738" y="3814763"/>
          <p14:tracePt t="61850" x="6535738" y="3830638"/>
          <p14:tracePt t="61852" x="6535738" y="3856038"/>
          <p14:tracePt t="61869" x="6535738" y="3871913"/>
          <p14:tracePt t="61883" x="6535738" y="3881438"/>
          <p14:tracePt t="61884" x="6518275" y="3897313"/>
          <p14:tracePt t="61892" x="6494463" y="3914775"/>
          <p14:tracePt t="61901" x="6469063" y="3922713"/>
          <p14:tracePt t="61909" x="6453188" y="3938588"/>
          <p14:tracePt t="61917" x="6411913" y="3963988"/>
          <p14:tracePt t="61925" x="6394450" y="3979863"/>
          <p14:tracePt t="61933" x="6369050" y="3997325"/>
          <p14:tracePt t="61941" x="6327775" y="4005263"/>
          <p14:tracePt t="61950" x="6311900" y="4021138"/>
          <p14:tracePt t="61957" x="6270625" y="4021138"/>
          <p14:tracePt t="61967" x="6229350" y="4038600"/>
          <p14:tracePt t="61973" x="6145213" y="4046538"/>
          <p14:tracePt t="61983" x="6121400" y="4046538"/>
          <p14:tracePt t="61989" x="6021388" y="4046538"/>
          <p14:tracePt t="62000" x="5980113" y="4046538"/>
          <p14:tracePt t="62005" x="5905500" y="4046538"/>
          <p14:tracePt t="62016" x="5838825" y="4046538"/>
          <p14:tracePt t="62022" x="5780088" y="4046538"/>
          <p14:tracePt t="62033" x="5722938" y="4021138"/>
          <p14:tracePt t="62037" x="5673725" y="4005263"/>
          <p14:tracePt t="62050" x="5640388" y="3997325"/>
          <p14:tracePt t="62054" x="5589588" y="3963988"/>
          <p14:tracePt t="62067" x="5556250" y="3956050"/>
          <p14:tracePt t="62070" x="5514975" y="3922713"/>
          <p14:tracePt t="62083" x="5457825" y="3871913"/>
          <p14:tracePt t="62086" x="5416550" y="3830638"/>
          <p14:tracePt t="62102" x="5365750" y="3781425"/>
          <p14:tracePt t="62106" x="5324475" y="3740150"/>
          <p14:tracePt t="62110" x="5291138" y="3714750"/>
          <p14:tracePt t="62118" x="5249863" y="3673475"/>
          <p14:tracePt t="62126" x="5183188" y="3616325"/>
          <p14:tracePt t="62135" x="5149850" y="3573463"/>
          <p14:tracePt t="62143" x="5108575" y="3532188"/>
          <p14:tracePt t="62151" x="5067300" y="3490913"/>
          <p14:tracePt t="62159" x="5026025" y="3449638"/>
          <p14:tracePt t="62167" x="5000625" y="3408363"/>
          <p14:tracePt t="62175" x="4967288" y="3382963"/>
          <p14:tracePt t="62183" x="4959350" y="3349625"/>
          <p14:tracePt t="62191" x="4926013" y="3308350"/>
          <p14:tracePt t="62200" x="4926013" y="3284538"/>
          <p14:tracePt t="62207" x="4902200" y="3251200"/>
          <p14:tracePt t="62217" x="4902200" y="3209925"/>
          <p14:tracePt t="62223" x="4902200" y="3184525"/>
          <p14:tracePt t="62233" x="4884738" y="3143250"/>
          <p14:tracePt t="62239" x="4884738" y="3084513"/>
          <p14:tracePt t="62250" x="4884738" y="3060700"/>
          <p14:tracePt t="62256" x="4884738" y="3001963"/>
          <p14:tracePt t="62267" x="4884738" y="2960688"/>
          <p14:tracePt t="62272" x="4884738" y="2935288"/>
          <p14:tracePt t="62283" x="4884738" y="2894013"/>
          <p14:tracePt t="62288" x="4884738" y="2878138"/>
          <p14:tracePt t="62301" x="4884738" y="2852738"/>
          <p14:tracePt t="62304" x="4884738" y="2836863"/>
          <p14:tracePt t="62316" x="4884738" y="2819400"/>
          <p14:tracePt t="62328" x="4902200" y="2811463"/>
          <p14:tracePt t="62336" x="4959350" y="2794000"/>
          <p14:tracePt t="62344" x="5018088" y="2778125"/>
          <p14:tracePt t="62353" x="5084763" y="2760663"/>
          <p14:tracePt t="62361" x="5208588" y="2760663"/>
          <p14:tracePt t="62369" x="5291138" y="2760663"/>
          <p14:tracePt t="62377" x="5416550" y="2760663"/>
          <p14:tracePt t="62385" x="5540375" y="2760663"/>
          <p14:tracePt t="62393" x="5697538" y="2760663"/>
          <p14:tracePt t="62401" x="5797550" y="2760663"/>
          <p14:tracePt t="62409" x="5946775" y="2760663"/>
          <p14:tracePt t="62417" x="6029325" y="2811463"/>
          <p14:tracePt t="62425" x="6129338" y="2836863"/>
          <p14:tracePt t="62434" x="6229350" y="2878138"/>
          <p14:tracePt t="62441" x="6337300" y="2935288"/>
          <p14:tracePt t="62450" x="6369050" y="2960688"/>
          <p14:tracePt t="62457" x="6453188" y="3017838"/>
          <p14:tracePt t="62467" x="6494463" y="3060700"/>
          <p14:tracePt t="62474" x="6551613" y="3117850"/>
          <p14:tracePt t="62483" x="6577013" y="3159125"/>
          <p14:tracePt t="62490" x="6618288" y="3200400"/>
          <p14:tracePt t="62500" x="6651625" y="3241675"/>
          <p14:tracePt t="62506" x="6651625" y="3267075"/>
          <p14:tracePt t="62516" x="6677025" y="3308350"/>
          <p14:tracePt t="62522" x="6677025" y="3325813"/>
          <p14:tracePt t="62534" x="6692900" y="3367088"/>
          <p14:tracePt t="62538" x="6700838" y="3408363"/>
          <p14:tracePt t="62550" x="6700838" y="3424238"/>
          <p14:tracePt t="62554" x="6700838" y="3467100"/>
          <p14:tracePt t="62567" x="6700838" y="3490913"/>
          <p14:tracePt t="62571" x="6700838" y="3532188"/>
          <p14:tracePt t="62583" x="6700838" y="3565525"/>
          <p14:tracePt t="62587" x="6700838" y="3606800"/>
          <p14:tracePt t="62600" x="6700838" y="3657600"/>
          <p14:tracePt t="62603" x="6700838" y="3690938"/>
          <p14:tracePt t="62617" x="6700838" y="3732213"/>
          <p14:tracePt t="62619" x="6677025" y="3781425"/>
          <p14:tracePt t="62633" x="6635750" y="3881438"/>
          <p14:tracePt t="62636" x="6618288" y="3897313"/>
          <p14:tracePt t="62650" x="6561138" y="4005263"/>
          <p14:tracePt t="62652" x="6518275" y="4079875"/>
          <p14:tracePt t="62666" x="6477000" y="4138613"/>
          <p14:tracePt t="62667" x="6453188" y="4162425"/>
          <p14:tracePt t="62676" x="6386513" y="4229100"/>
          <p14:tracePt t="62683" x="6337300" y="4270375"/>
          <p14:tracePt t="62692" x="6286500" y="4311650"/>
          <p14:tracePt t="62700" x="6229350" y="4344988"/>
          <p14:tracePt t="62708" x="6162675" y="4370388"/>
          <p14:tracePt t="62716" x="6103938" y="4386263"/>
          <p14:tracePt t="62724" x="6046788" y="4403725"/>
          <p14:tracePt t="62733" x="6005513" y="4403725"/>
          <p14:tracePt t="62740" x="5921375" y="4403725"/>
          <p14:tracePt t="62750" x="5880100" y="4403725"/>
          <p14:tracePt t="62756" x="5822950" y="4403725"/>
          <p14:tracePt t="62767" x="5722938" y="4403725"/>
          <p14:tracePt t="62772" x="5681663" y="4386263"/>
          <p14:tracePt t="62783" x="5630863" y="4370388"/>
          <p14:tracePt t="62789" x="5514975" y="4311650"/>
          <p14:tracePt t="62800" x="5473700" y="4303713"/>
          <p14:tracePt t="62805" x="5365750" y="4246563"/>
          <p14:tracePt t="62816" x="5332413" y="4221163"/>
          <p14:tracePt t="62821" x="5275263" y="4179888"/>
          <p14:tracePt t="62833" x="5233988" y="4146550"/>
          <p14:tracePt t="62837" x="5167313" y="4097338"/>
          <p14:tracePt t="62850" x="5141913" y="4064000"/>
          <p14:tracePt t="62853" x="5108575" y="4021138"/>
          <p14:tracePt t="62866" x="5084763" y="3963988"/>
          <p14:tracePt t="62870" x="5059363" y="3938588"/>
          <p14:tracePt t="62883" x="5041900" y="3881438"/>
          <p14:tracePt t="62886" x="5018088" y="3814763"/>
          <p14:tracePt t="62900" x="5000625" y="3756025"/>
          <p14:tracePt t="62903" x="5000625" y="3698875"/>
          <p14:tracePt t="62916" x="5000625" y="3648075"/>
          <p14:tracePt t="62919" x="5000625" y="3606800"/>
          <p14:tracePt t="62933" x="5000625" y="3565525"/>
          <p14:tracePt t="62934" x="5000625" y="3532188"/>
          <p14:tracePt t="62942" x="5000625" y="3490913"/>
          <p14:tracePt t="62950" x="5000625" y="3449638"/>
          <p14:tracePt t="62958" x="5000625" y="3424238"/>
          <p14:tracePt t="62967" x="5000625" y="3382963"/>
          <p14:tracePt t="62974" x="5000625" y="3349625"/>
          <p14:tracePt t="62983" x="5018088" y="3325813"/>
          <p14:tracePt t="62990" x="5041900" y="3284538"/>
          <p14:tracePt t="63001" x="5059363" y="3241675"/>
          <p14:tracePt t="63006" x="5067300" y="3225800"/>
          <p14:tracePt t="63016" x="5084763" y="3209925"/>
          <p14:tracePt t="63023" x="5100638" y="3184525"/>
          <p14:tracePt t="63033" x="5108575" y="3184525"/>
          <p14:tracePt t="63039" x="5126038" y="3167063"/>
          <p14:tracePt t="63055" x="5126038" y="3159125"/>
          <p14:tracePt t="63067" x="5141913" y="3159125"/>
          <p14:tracePt t="63079" x="5149850" y="3159125"/>
          <p14:tracePt t="63087" x="5183188" y="3159125"/>
          <p14:tracePt t="63096" x="5192713" y="3159125"/>
          <p14:tracePt t="63104" x="5249863" y="3143250"/>
          <p14:tracePt t="63111" x="5275263" y="3143250"/>
          <p14:tracePt t="63120" x="5324475" y="3143250"/>
          <p14:tracePt t="63128" x="5407025" y="3125788"/>
          <p14:tracePt t="63136" x="5448300" y="3125788"/>
          <p14:tracePt t="63144" x="5499100" y="3125788"/>
          <p14:tracePt t="63152" x="5630863" y="3125788"/>
          <p14:tracePt t="63160" x="5697538" y="3125788"/>
          <p14:tracePt t="63168" x="5764213" y="3125788"/>
          <p14:tracePt t="63176" x="5838825" y="3159125"/>
          <p14:tracePt t="63184" x="5921375" y="3209925"/>
          <p14:tracePt t="63192" x="6005513" y="3251200"/>
          <p14:tracePt t="63200" x="6103938" y="3308350"/>
          <p14:tracePt t="63208" x="6129338" y="3341688"/>
          <p14:tracePt t="63217" x="6270625" y="3424238"/>
          <p14:tracePt t="63225" x="6294438" y="3467100"/>
          <p14:tracePt t="63234" x="6353175" y="3516313"/>
          <p14:tracePt t="63241" x="6427788" y="3573463"/>
          <p14:tracePt t="63250" x="6510338" y="3690938"/>
          <p14:tracePt t="63257" x="6561138" y="3773488"/>
          <p14:tracePt t="63267" x="6592888" y="3840163"/>
          <p14:tracePt t="63273" x="6602413" y="3881438"/>
          <p14:tracePt t="63283" x="6635750" y="3979863"/>
          <p14:tracePt t="63289" x="6659563" y="4046538"/>
          <p14:tracePt t="63300" x="6659563" y="4105275"/>
          <p14:tracePt t="63305" x="6677025" y="4146550"/>
          <p14:tracePt t="63316" x="6677025" y="4203700"/>
          <p14:tracePt t="63321" x="6677025" y="4246563"/>
          <p14:tracePt t="63333" x="6677025" y="4262438"/>
          <p14:tracePt t="63338" x="6659563" y="4303713"/>
          <p14:tracePt t="63350" x="6602413" y="4311650"/>
          <p14:tracePt t="63354" x="6535738" y="4329113"/>
          <p14:tracePt t="63367" x="6435725" y="4344988"/>
          <p14:tracePt t="63370" x="6386513" y="4344988"/>
          <p14:tracePt t="63383" x="6311900" y="4344988"/>
          <p14:tracePt t="63386" x="6245225" y="4344988"/>
          <p14:tracePt t="63400" x="6170613" y="4344988"/>
          <p14:tracePt t="63403" x="6121400" y="4344988"/>
          <p14:tracePt t="63416" x="6088063" y="4344988"/>
          <p14:tracePt t="63419" x="6062663" y="4344988"/>
          <p14:tracePt t="63433" x="6046788" y="4329113"/>
          <p14:tracePt t="63435" x="6029325" y="4329113"/>
          <p14:tracePt t="63451" x="6021388" y="4311650"/>
          <p14:tracePt t="63499" x="6021388" y="4303713"/>
          <p14:tracePt t="63620" x="6029325" y="4303713"/>
          <p14:tracePt t="63628" x="6062663" y="4287838"/>
          <p14:tracePt t="63636" x="6103938" y="4287838"/>
          <p14:tracePt t="63644" x="6162675" y="4262438"/>
          <p14:tracePt t="63652" x="6229350" y="4229100"/>
          <p14:tracePt t="63661" x="6327775" y="4203700"/>
          <p14:tracePt t="63669" x="6427788" y="4179888"/>
          <p14:tracePt t="63677" x="6577013" y="4146550"/>
          <p14:tracePt t="63685" x="6718300" y="4097338"/>
          <p14:tracePt t="63693" x="6916738" y="4038600"/>
          <p14:tracePt t="63701" x="7124700" y="3963988"/>
          <p14:tracePt t="63709" x="7348538" y="3897313"/>
          <p14:tracePt t="63717" x="7572375" y="3840163"/>
          <p14:tracePt t="63725" x="7754938" y="3797300"/>
          <p14:tracePt t="63733" x="7970838" y="3773488"/>
          <p14:tracePt t="63741" x="8194675" y="3698875"/>
          <p14:tracePt t="63750" x="8418513" y="3657600"/>
          <p14:tracePt t="63757" x="8601075" y="3606800"/>
          <p14:tracePt t="63766" x="8783638" y="3573463"/>
          <p14:tracePt t="63774" x="8858250" y="3549650"/>
          <p14:tracePt t="63783" x="8982075" y="3532188"/>
          <p14:tracePt t="63790" x="9105900" y="3508375"/>
          <p14:tracePt t="63798" x="9205913" y="3475038"/>
          <p14:tracePt t="63806" x="9247188" y="3467100"/>
          <p14:tracePt t="63814" x="9297988" y="3449638"/>
          <p14:tracePt t="63822" x="9339263" y="3433763"/>
          <p14:tracePt t="63830" x="9372600" y="3424238"/>
          <p14:tracePt t="63838" x="9388475" y="3424238"/>
          <p14:tracePt t="63846" x="9413875" y="3408363"/>
          <p14:tracePt t="63854" x="9413875" y="3390900"/>
          <p14:tracePt t="63862" x="9429750" y="3390900"/>
          <p14:tracePt t="63870" x="9429750" y="3382963"/>
          <p14:tracePt t="63878" x="9437688" y="3349625"/>
          <p14:tracePt t="63886" x="9437688" y="3341688"/>
          <p14:tracePt t="63895" x="9437688" y="3325813"/>
          <p14:tracePt t="63903" x="9455150" y="3292475"/>
          <p14:tracePt t="63911" x="9455150" y="3267075"/>
          <p14:tracePt t="63927" x="9455150" y="3241675"/>
          <p14:tracePt t="63935" x="9455150" y="3225800"/>
          <p14:tracePt t="63943" x="9455150" y="3209925"/>
          <p14:tracePt t="63959" x="9437688" y="3200400"/>
          <p14:tracePt t="63967" x="9429750" y="3184525"/>
          <p14:tracePt t="63975" x="9372600" y="3159125"/>
          <p14:tracePt t="63983" x="9331325" y="3143250"/>
          <p14:tracePt t="63992" x="9297988" y="3125788"/>
          <p14:tracePt t="64000" x="9247188" y="3117850"/>
          <p14:tracePt t="64008" x="9190038" y="3101975"/>
          <p14:tracePt t="64017" x="9148763" y="3084513"/>
          <p14:tracePt t="64024" x="9105900" y="3084513"/>
          <p14:tracePt t="64033" x="9048750" y="3076575"/>
          <p14:tracePt t="64040" x="8990013" y="3076575"/>
          <p14:tracePt t="64049" x="8948738" y="3076575"/>
          <p14:tracePt t="64056" x="8907463" y="3076575"/>
          <p14:tracePt t="64064" x="8866188" y="3076575"/>
          <p14:tracePt t="64072" x="8840788" y="3076575"/>
          <p14:tracePt t="64080" x="8799513" y="3076575"/>
          <p14:tracePt t="64088" x="8766175" y="3076575"/>
          <p14:tracePt t="64097" x="8758238" y="3060700"/>
          <p14:tracePt t="64105" x="8724900" y="3060700"/>
          <p14:tracePt t="64113" x="8716963" y="3060700"/>
          <p14:tracePt t="64121" x="8699500" y="3060700"/>
          <p14:tracePt t="64137" x="8683625" y="3060700"/>
          <p14:tracePt t="64145" x="8683625" y="3043238"/>
          <p14:tracePt t="64161" x="8675688" y="3043238"/>
          <p14:tracePt t="64185" x="8658225" y="3027363"/>
          <p14:tracePt t="64201" x="8642350" y="3027363"/>
          <p14:tracePt t="64217" x="8642350" y="3017838"/>
          <p14:tracePt t="64234" x="8634413" y="3017838"/>
          <p14:tracePt t="64242" x="8616950" y="3001963"/>
          <p14:tracePt t="64258" x="8601075" y="3001963"/>
          <p14:tracePt t="64267" x="8593138" y="2986088"/>
          <p14:tracePt t="64274" x="8575675" y="2986088"/>
          <p14:tracePt t="64283" x="8550275" y="2976563"/>
          <p14:tracePt t="64290" x="8534400" y="2976563"/>
          <p14:tracePt t="64300" x="8518525" y="2976563"/>
          <p14:tracePt t="64307" x="8501063" y="2960688"/>
          <p14:tracePt t="64316" x="8475663" y="2960688"/>
          <p14:tracePt t="64331" x="8459788" y="2960688"/>
          <p14:tracePt t="64339" x="8451850" y="2960688"/>
          <p14:tracePt t="64347" x="8434388" y="2960688"/>
          <p14:tracePt t="64355" x="8410575" y="2960688"/>
          <p14:tracePt t="64371" x="8377238" y="2960688"/>
          <p14:tracePt t="64379" x="8369300" y="2960688"/>
          <p14:tracePt t="64387" x="8351838" y="2960688"/>
          <p14:tracePt t="64395" x="8335963" y="2960688"/>
          <p14:tracePt t="64403" x="8310563" y="2960688"/>
          <p14:tracePt t="64411" x="8293100" y="2960688"/>
          <p14:tracePt t="64427" x="8285163" y="2960688"/>
          <p14:tracePt t="64516" x="8335963" y="2960688"/>
          <p14:tracePt t="64524" x="8393113" y="2960688"/>
          <p14:tracePt t="64534" x="8434388" y="2960688"/>
          <p14:tracePt t="64541" x="8493125" y="2960688"/>
          <p14:tracePt t="64550" x="8559800" y="2960688"/>
          <p14:tracePt t="64557" x="8616950" y="2960688"/>
          <p14:tracePt t="64566" x="8683625" y="2960688"/>
          <p14:tracePt t="64573" x="8742363" y="2960688"/>
          <p14:tracePt t="64581" x="8816975" y="2976563"/>
          <p14:tracePt t="64589" x="8866188" y="2986088"/>
          <p14:tracePt t="64597" x="8940800" y="3017838"/>
          <p14:tracePt t="64605" x="8990013" y="3027363"/>
          <p14:tracePt t="64613" x="9048750" y="3060700"/>
          <p14:tracePt t="64621" x="9105900" y="3084513"/>
          <p14:tracePt t="64629" x="9148763" y="3117850"/>
          <p14:tracePt t="64637" x="9231313" y="3167063"/>
          <p14:tracePt t="64645" x="9297988" y="3225800"/>
          <p14:tracePt t="64653" x="9339263" y="3284538"/>
          <p14:tracePt t="64662" x="9396413" y="3341688"/>
          <p14:tracePt t="64670" x="9455150" y="3424238"/>
          <p14:tracePt t="64678" x="9496425" y="3516313"/>
          <p14:tracePt t="64686" x="9521825" y="3616325"/>
          <p14:tracePt t="64694" x="9578975" y="3740150"/>
          <p14:tracePt t="64702" x="9596438" y="3856038"/>
          <p14:tracePt t="64710" x="9604375" y="3979863"/>
          <p14:tracePt t="64718" x="9620250" y="4105275"/>
          <p14:tracePt t="64726" x="9620250" y="4262438"/>
          <p14:tracePt t="64734" x="9620250" y="4386263"/>
          <p14:tracePt t="64742" x="9620250" y="4494213"/>
          <p14:tracePt t="64750" x="9620250" y="4594225"/>
          <p14:tracePt t="64758" x="9578975" y="4718050"/>
          <p14:tracePt t="64767" x="9555163" y="4759325"/>
          <p14:tracePt t="64775" x="9480550" y="4941888"/>
          <p14:tracePt t="64784" x="9455150" y="5016500"/>
          <p14:tracePt t="64791" x="9429750" y="5108575"/>
          <p14:tracePt t="64800" x="9388475" y="5207000"/>
          <p14:tracePt t="64807" x="9339263" y="5332413"/>
          <p14:tracePt t="64817" x="9313863" y="5422900"/>
          <p14:tracePt t="64823" x="9272588" y="5548313"/>
          <p14:tracePt t="64834" x="9272588" y="5589588"/>
          <p14:tracePt t="64839" x="9205913" y="5738813"/>
          <p14:tracePt t="64850" x="9190038" y="5780088"/>
          <p14:tracePt t="64855" x="9148763" y="5862638"/>
          <p14:tracePt t="64867" x="9123363" y="5903913"/>
          <p14:tracePt t="64871" x="9090025" y="5962650"/>
          <p14:tracePt t="64883" x="9031288" y="6019800"/>
          <p14:tracePt t="64888" x="8990013" y="6078538"/>
          <p14:tracePt t="64900" x="8924925" y="6119813"/>
          <p14:tracePt t="64904" x="8899525" y="6127750"/>
          <p14:tracePt t="64917" x="8840788" y="6161088"/>
          <p14:tracePt t="64920" x="8766175" y="6186488"/>
          <p14:tracePt t="64933" x="8716963" y="6186488"/>
          <p14:tracePt t="64936" x="8642350" y="6202363"/>
          <p14:tracePt t="64950" x="8575675" y="6219825"/>
          <p14:tracePt t="64953" x="8518525" y="6227763"/>
          <p14:tracePt t="64966" x="8451850" y="6243638"/>
          <p14:tracePt t="64969" x="8410575" y="6243638"/>
          <p14:tracePt t="64984" x="8351838" y="6243638"/>
          <p14:tracePt t="64984" x="8326438" y="6243638"/>
          <p14:tracePt t="64993" x="8293100" y="6243638"/>
          <p14:tracePt t="65001" x="8285163" y="6243638"/>
          <p14:tracePt t="65009" x="8269288" y="6243638"/>
          <p14:tracePt t="65017" x="8251825" y="6243638"/>
          <p14:tracePt t="65041" x="8235950" y="6243638"/>
          <p14:tracePt t="65073" x="8235950" y="6227763"/>
          <p14:tracePt t="65083" x="8235950" y="6169025"/>
          <p14:tracePt t="65089" x="8235950" y="6119813"/>
          <p14:tracePt t="65098" x="8235950" y="6019800"/>
          <p14:tracePt t="65106" x="8235950" y="5862638"/>
          <p14:tracePt t="65114" x="8269288" y="5713413"/>
          <p14:tracePt t="65122" x="8335963" y="5530850"/>
          <p14:tracePt t="65130" x="8451850" y="5083175"/>
          <p14:tracePt t="65138" x="8559800" y="4776788"/>
          <p14:tracePt t="65146" x="8658225" y="4486275"/>
          <p14:tracePt t="65154" x="8716963" y="4329113"/>
          <p14:tracePt t="65162" x="8824913" y="3979863"/>
          <p14:tracePt t="65170" x="8924925" y="3714750"/>
          <p14:tracePt t="65178" x="9031288" y="3433763"/>
          <p14:tracePt t="65186" x="9064625" y="3367088"/>
          <p14:tracePt t="65195" x="9105900" y="3209925"/>
          <p14:tracePt t="65203" x="9172575" y="3084513"/>
          <p14:tracePt t="65211" x="9213850" y="3001963"/>
          <p14:tracePt t="65219" x="9231313" y="2943225"/>
          <p14:tracePt t="65227" x="9256713" y="2894013"/>
          <p14:tracePt t="65235" x="9288463" y="2860675"/>
          <p14:tracePt t="65243" x="9297988" y="2836863"/>
          <p14:tracePt t="65251" x="9313863" y="2819400"/>
          <p14:tracePt t="65259" x="9339263" y="2794000"/>
          <p14:tracePt t="65267" x="9355138" y="2778125"/>
          <p14:tracePt t="65275" x="9355138" y="2760663"/>
          <p14:tracePt t="65283" x="9372600" y="2752725"/>
          <p14:tracePt t="65291" x="9388475" y="2752725"/>
          <p14:tracePt t="65300" x="9388475" y="2736850"/>
          <p14:tracePt t="65308" x="9396413" y="2719388"/>
          <p14:tracePt t="65317" x="9413875" y="2719388"/>
          <p14:tracePt t="65324" x="9413875" y="2711450"/>
          <p14:tracePt t="65333" x="9429750" y="2695575"/>
          <p14:tracePt t="65340" x="9437688" y="2695575"/>
          <p14:tracePt t="65350" x="9455150" y="2678113"/>
          <p14:tracePt t="65356" x="9455150" y="2670175"/>
          <p14:tracePt t="65367" x="9471025" y="2670175"/>
          <p14:tracePt t="65380" x="9471025" y="2654300"/>
          <p14:tracePt t="65388" x="9480550" y="2654300"/>
          <p14:tracePt t="65412" x="9496425" y="2654300"/>
          <p14:tracePt t="65429" x="9496425" y="2636838"/>
          <p14:tracePt t="65437" x="9521825" y="2636838"/>
          <p14:tracePt t="65445" x="9537700" y="2628900"/>
          <p14:tracePt t="65453" x="9578975" y="2628900"/>
          <p14:tracePt t="65461" x="9620250" y="2628900"/>
          <p14:tracePt t="65469" x="9663113" y="2611438"/>
          <p14:tracePt t="65477" x="9761538" y="2611438"/>
          <p14:tracePt t="65485" x="9828213" y="2611438"/>
          <p14:tracePt t="65493" x="9886950" y="2611438"/>
          <p14:tracePt t="65502" x="10010775" y="2611438"/>
          <p14:tracePt t="65509" x="10085388" y="2611438"/>
          <p14:tracePt t="65517" x="10185400" y="2611438"/>
          <p14:tracePt t="65525" x="10275888" y="2636838"/>
          <p14:tracePt t="65534" x="10375900" y="2670175"/>
          <p14:tracePt t="65542" x="10401300" y="2678113"/>
          <p14:tracePt t="65550" x="10558463" y="2736850"/>
          <p14:tracePt t="65558" x="10656888" y="2760663"/>
          <p14:tracePt t="65567" x="10699750" y="2778125"/>
          <p14:tracePt t="65574" x="10764838" y="2811463"/>
          <p14:tracePt t="65583" x="10823575" y="2852738"/>
          <p14:tracePt t="65590" x="10890250" y="2878138"/>
          <p14:tracePt t="65600" x="10947400" y="2919413"/>
          <p14:tracePt t="65606" x="10980738" y="2935288"/>
          <p14:tracePt t="65614" x="11022013" y="2943225"/>
          <p14:tracePt t="65622" x="11031538" y="2960688"/>
          <p14:tracePt t="65631" x="11063288" y="2960688"/>
          <p14:tracePt t="65639" x="11072813" y="2976563"/>
          <p14:tracePt t="65655" x="11088688" y="2976563"/>
          <p14:tracePt t="65671" x="11106150" y="2976563"/>
          <p14:tracePt t="65719" x="11088688" y="2976563"/>
          <p14:tracePt t="65727" x="11031538" y="2976563"/>
          <p14:tracePt t="65735" x="10988675" y="2976563"/>
          <p14:tracePt t="65743" x="10931525" y="2976563"/>
          <p14:tracePt t="65752" x="10864850" y="2986088"/>
          <p14:tracePt t="65760" x="10764838" y="3001963"/>
          <p14:tracePt t="65768" x="10641013" y="3027363"/>
          <p14:tracePt t="65776" x="10533063" y="3084513"/>
          <p14:tracePt t="65784" x="10401300" y="3143250"/>
          <p14:tracePt t="65792" x="10309225" y="3200400"/>
          <p14:tracePt t="65800" x="10193338" y="3251200"/>
          <p14:tracePt t="65808" x="10085388" y="3325813"/>
          <p14:tracePt t="65817" x="10010775" y="3390900"/>
          <p14:tracePt t="65824" x="9902825" y="3467100"/>
          <p14:tracePt t="65833" x="9802813" y="3590925"/>
          <p14:tracePt t="65840" x="9694863" y="3732213"/>
          <p14:tracePt t="65850" x="9604375" y="3871913"/>
          <p14:tracePt t="65857" x="9512300" y="4064000"/>
          <p14:tracePt t="65866" x="9429750" y="4246563"/>
          <p14:tracePt t="65873" x="9372600" y="4445000"/>
          <p14:tracePt t="65881" x="9313863" y="4627563"/>
          <p14:tracePt t="65889" x="9288463" y="4802188"/>
          <p14:tracePt t="65897" x="9247188" y="4959350"/>
          <p14:tracePt t="65905" x="9231313" y="5108575"/>
          <p14:tracePt t="65913" x="9205913" y="5265738"/>
          <p14:tracePt t="65921" x="9205913" y="5291138"/>
          <p14:tracePt t="65929" x="9164638" y="5422900"/>
          <p14:tracePt t="65937" x="9164638" y="5489575"/>
          <p14:tracePt t="65945" x="9131300" y="5589588"/>
          <p14:tracePt t="65953" x="9105900" y="5638800"/>
          <p14:tracePt t="65961" x="9082088" y="5713413"/>
          <p14:tracePt t="65970" x="9064625" y="5754688"/>
          <p14:tracePt t="65978" x="9048750" y="5795963"/>
          <p14:tracePt t="65986" x="9007475" y="5837238"/>
          <p14:tracePt t="65994" x="8982075" y="5880100"/>
          <p14:tracePt t="66002" x="8948738" y="5921375"/>
          <p14:tracePt t="66010" x="8907463" y="5962650"/>
          <p14:tracePt t="66018" x="8840788" y="6037263"/>
          <p14:tracePt t="66026" x="8816975" y="6045200"/>
          <p14:tracePt t="66034" x="8758238" y="6103938"/>
          <p14:tracePt t="66042" x="8699500" y="6127750"/>
          <p14:tracePt t="66050" x="8642350" y="6161088"/>
          <p14:tracePt t="66058" x="8593138" y="6186488"/>
          <p14:tracePt t="66067" x="8475663" y="6219825"/>
          <p14:tracePt t="66075" x="8393113" y="6243638"/>
          <p14:tracePt t="66084" x="8326438" y="6261100"/>
          <p14:tracePt t="66091" x="8293100" y="6261100"/>
          <p14:tracePt t="66100" x="8210550" y="6269038"/>
          <p14:tracePt t="66107" x="8143875" y="6286500"/>
          <p14:tracePt t="66117" x="8069263" y="6302375"/>
          <p14:tracePt t="66123" x="8020050" y="6310313"/>
          <p14:tracePt t="66133" x="7962900" y="6310313"/>
          <p14:tracePt t="66139" x="7920038" y="6327775"/>
          <p14:tracePt t="66150" x="7862888" y="6343650"/>
          <p14:tracePt t="66155" x="7821613" y="6351588"/>
          <p14:tracePt t="66166" x="7796213" y="6351588"/>
          <p14:tracePt t="66171" x="7754938" y="6351588"/>
          <p14:tracePt t="66183" x="7737475" y="6369050"/>
          <p14:tracePt t="66187" x="7705725" y="6369050"/>
          <p14:tracePt t="66200" x="7662863" y="6369050"/>
          <p14:tracePt t="66204" x="7654925" y="6384925"/>
          <p14:tracePt t="66217" x="7613650" y="6392863"/>
          <p14:tracePt t="66220" x="7580313" y="6392863"/>
          <p14:tracePt t="66233" x="7556500" y="6410325"/>
          <p14:tracePt t="66236" x="7513638" y="6410325"/>
          <p14:tracePt t="66250" x="7489825" y="6426200"/>
          <p14:tracePt t="66253" x="7439025" y="6435725"/>
          <p14:tracePt t="66266" x="7431088" y="6435725"/>
          <p14:tracePt t="66269" x="7389813" y="6467475"/>
          <p14:tracePt t="66283" x="7348538" y="6467475"/>
          <p14:tracePt t="66286" x="7315200" y="6484938"/>
          <p14:tracePt t="66300" x="7265988" y="6492875"/>
          <p14:tracePt t="66301" x="7232650" y="6510338"/>
          <p14:tracePt t="66309" x="7173913" y="6526213"/>
          <p14:tracePt t="66317" x="7132638" y="6526213"/>
          <p14:tracePt t="66325" x="7107238" y="6534150"/>
          <p14:tracePt t="66333" x="7050088" y="6551613"/>
          <p14:tracePt t="66341" x="7024688" y="6551613"/>
          <p14:tracePt t="66350" x="6999288" y="6551613"/>
          <p14:tracePt t="66357" x="6958013" y="6567488"/>
          <p14:tracePt t="66367" x="6924675" y="6567488"/>
          <p14:tracePt t="66373" x="6916738" y="6567488"/>
          <p14:tracePt t="66383" x="6883400" y="6567488"/>
          <p14:tracePt t="66390" x="6867525" y="6567488"/>
          <p14:tracePt t="66400" x="6859588" y="6567488"/>
          <p14:tracePt t="66405" x="6826250" y="6567488"/>
          <p14:tracePt t="66417" x="6818313" y="6567488"/>
          <p14:tracePt t="66422" x="6800850" y="6567488"/>
          <p14:tracePt t="66438" x="6784975" y="6567488"/>
          <p14:tracePt t="66446" x="6775450" y="6567488"/>
          <p14:tracePt t="66454" x="6759575" y="6551613"/>
          <p14:tracePt t="66462" x="6743700" y="6551613"/>
          <p14:tracePt t="66470" x="6734175" y="6551613"/>
          <p14:tracePt t="66478" x="6718300" y="6534150"/>
          <p14:tracePt t="66486" x="6692900" y="6534150"/>
          <p14:tracePt t="66494" x="6677025" y="6526213"/>
          <p14:tracePt t="66502" x="6659563" y="6526213"/>
          <p14:tracePt t="66511" x="6635750" y="6510338"/>
          <p14:tracePt t="66518" x="6618288" y="6510338"/>
          <p14:tracePt t="66526" x="6592888" y="6492875"/>
          <p14:tracePt t="66535" x="6561138" y="6492875"/>
          <p14:tracePt t="66543" x="6535738" y="6484938"/>
          <p14:tracePt t="66551" x="6494463" y="6467475"/>
          <p14:tracePt t="66559" x="6469063" y="6451600"/>
          <p14:tracePt t="66567" x="6435725" y="6435725"/>
          <p14:tracePt t="66575" x="6394450" y="6410325"/>
          <p14:tracePt t="66584" x="6386513" y="6392863"/>
          <p14:tracePt t="66591" x="6353175" y="6384925"/>
          <p14:tracePt t="66600" x="6327775" y="6369050"/>
          <p14:tracePt t="66608" x="6327775" y="6351588"/>
          <p14:tracePt t="66617" x="6294438" y="6343650"/>
          <p14:tracePt t="66623" x="6286500" y="6327775"/>
          <p14:tracePt t="66633" x="6253163" y="6286500"/>
          <p14:tracePt t="66640" x="6245225" y="6261100"/>
          <p14:tracePt t="66650" x="6245225" y="6243638"/>
          <p14:tracePt t="66656" x="6229350" y="6202363"/>
          <p14:tracePt t="66667" x="6229350" y="6186488"/>
          <p14:tracePt t="66672" x="6211888" y="6145213"/>
          <p14:tracePt t="66683" x="6211888" y="6127750"/>
          <p14:tracePt t="66688" x="6211888" y="6103938"/>
          <p14:tracePt t="66700" x="6211888" y="6078538"/>
          <p14:tracePt t="66704" x="6211888" y="6062663"/>
          <p14:tracePt t="66717" x="6211888" y="6045200"/>
          <p14:tracePt t="66720" x="6211888" y="6037263"/>
          <p14:tracePt t="66733" x="6211888" y="6003925"/>
          <p14:tracePt t="66745" x="6211888" y="5978525"/>
          <p14:tracePt t="66753" x="6245225" y="5937250"/>
          <p14:tracePt t="66761" x="6294438" y="5903913"/>
          <p14:tracePt t="66769" x="6394450" y="5837238"/>
          <p14:tracePt t="66777" x="6510338" y="5772150"/>
          <p14:tracePt t="66785" x="6618288" y="5697538"/>
          <p14:tracePt t="66793" x="6734175" y="5656263"/>
          <p14:tracePt t="66801" x="6784975" y="5638800"/>
          <p14:tracePt t="66809" x="6883400" y="5597525"/>
          <p14:tracePt t="66818" x="6983413" y="5556250"/>
          <p14:tracePt t="66826" x="7050088" y="5548313"/>
          <p14:tracePt t="66834" x="7207250" y="5507038"/>
          <p14:tracePt t="66842" x="7307263" y="5507038"/>
          <p14:tracePt t="66850" x="7373938" y="5507038"/>
          <p14:tracePt t="66858" x="7439025" y="5507038"/>
          <p14:tracePt t="66867" x="7539038" y="5507038"/>
          <p14:tracePt t="66874" x="7613650" y="5507038"/>
          <p14:tracePt t="66884" x="7705725" y="5548313"/>
          <p14:tracePt t="66890" x="7780338" y="5589588"/>
          <p14:tracePt t="66900" x="7821613" y="5613400"/>
          <p14:tracePt t="66906" x="7878763" y="5656263"/>
          <p14:tracePt t="66917" x="7945438" y="5697538"/>
          <p14:tracePt t="66922" x="7986713" y="5730875"/>
          <p14:tracePt t="66933" x="8027988" y="5772150"/>
          <p14:tracePt t="66938" x="8061325" y="5795963"/>
          <p14:tracePt t="66950" x="8086725" y="5821363"/>
          <p14:tracePt t="66955" x="8102600" y="5854700"/>
          <p14:tracePt t="66966" x="8112125" y="5862638"/>
          <p14:tracePt t="66971" x="8128000" y="5880100"/>
          <p14:tracePt t="66983" x="8143875" y="5895975"/>
          <p14:tracePt t="66987" x="8143875" y="5921375"/>
          <p14:tracePt t="67000" x="8153400" y="5921375"/>
          <p14:tracePt t="67003" x="8153400" y="5954713"/>
          <p14:tracePt t="67017" x="8153400" y="5978525"/>
          <p14:tracePt t="67019" x="8153400" y="5995988"/>
          <p14:tracePt t="67033" x="8169275" y="6037263"/>
          <p14:tracePt t="67036" x="8169275" y="6045200"/>
          <p14:tracePt t="67050" x="8169275" y="6086475"/>
          <p14:tracePt t="67052" x="8169275" y="6119813"/>
          <p14:tracePt t="67066" x="8169275" y="6127750"/>
          <p14:tracePt t="67069" x="8169275" y="6161088"/>
          <p14:tracePt t="67084" x="8169275" y="6169025"/>
          <p14:tracePt t="67085" x="8169275" y="6186488"/>
          <p14:tracePt t="67097" x="8169275" y="6219825"/>
          <p14:tracePt t="67101" x="8169275" y="6227763"/>
          <p14:tracePt t="67108" x="8169275" y="6243638"/>
          <p14:tracePt t="67117" x="8169275" y="6269038"/>
          <p14:tracePt t="67124" x="8153400" y="6286500"/>
          <p14:tracePt t="67134" x="8143875" y="6302375"/>
          <p14:tracePt t="67140" x="8128000" y="6310313"/>
          <p14:tracePt t="67150" x="8112125" y="6343650"/>
          <p14:tracePt t="67157" x="8102600" y="6351588"/>
          <p14:tracePt t="67167" x="8086725" y="6369050"/>
          <p14:tracePt t="67173" x="8061325" y="6392863"/>
          <p14:tracePt t="67183" x="8027988" y="6426200"/>
          <p14:tracePt t="67189" x="8004175" y="6435725"/>
          <p14:tracePt t="67200" x="7945438" y="6467475"/>
          <p14:tracePt t="67205" x="7904163" y="6492875"/>
          <p14:tracePt t="67217" x="7845425" y="6534150"/>
          <p14:tracePt t="67221" x="7804150" y="6567488"/>
          <p14:tracePt t="67233" x="7696200" y="6618288"/>
          <p14:tracePt t="67237" x="7662863" y="6634163"/>
          <p14:tracePt t="67250" x="7580313" y="6659563"/>
          <p14:tracePt t="67253" x="7539038" y="6692900"/>
          <p14:tracePt t="67266" x="7456488" y="6700838"/>
          <p14:tracePt t="67270" x="7389813" y="6734175"/>
          <p14:tracePt t="67283" x="7315200" y="6750050"/>
          <p14:tracePt t="67286" x="7248525" y="6775450"/>
          <p14:tracePt t="67300" x="7173913" y="6791325"/>
          <p14:tracePt t="67302" x="7124700" y="6799263"/>
          <p14:tracePt t="67317" x="7050088" y="6816725"/>
          <p14:tracePt t="67319" x="6967538" y="6816725"/>
          <p14:tracePt t="67333" x="6900863" y="6816725"/>
          <p14:tracePt t="67335" x="6842125" y="6816725"/>
          <p14:tracePt t="67350" x="6775450" y="6816725"/>
          <p14:tracePt t="67351" x="6700838" y="6816725"/>
          <p14:tracePt t="67358" x="6651625" y="6816725"/>
          <p14:tracePt t="67367" x="6592888" y="6816725"/>
          <p14:tracePt t="67374" x="6518275" y="6799263"/>
          <p14:tracePt t="67383" x="6494463" y="6791325"/>
          <p14:tracePt t="67390" x="6453188" y="6791325"/>
          <p14:tracePt t="67400" x="6411913" y="6757988"/>
          <p14:tracePt t="67407" x="6386513" y="6757988"/>
          <p14:tracePt t="67416" x="6353175" y="6750050"/>
          <p14:tracePt t="67423" x="6337300" y="6716713"/>
          <p14:tracePt t="67433" x="6311900" y="6716713"/>
          <p14:tracePt t="67439" x="6286500" y="6700838"/>
          <p14:tracePt t="67450" x="6270625" y="6692900"/>
          <p14:tracePt t="67455" x="6245225" y="6675438"/>
          <p14:tracePt t="67466" x="6211888" y="6650038"/>
          <p14:tracePt t="67471" x="6203950" y="6634163"/>
          <p14:tracePt t="67483" x="6170613" y="6618288"/>
          <p14:tracePt t="67487" x="6145213" y="6592888"/>
          <p14:tracePt t="67500" x="6121400" y="6567488"/>
          <p14:tracePt t="67504" x="6103938" y="6551613"/>
          <p14:tracePt t="67517" x="6070600" y="6526213"/>
          <p14:tracePt t="67520" x="6062663" y="6492875"/>
          <p14:tracePt t="67533" x="6046788" y="6484938"/>
          <p14:tracePt t="67536" x="6029325" y="6435725"/>
          <p14:tracePt t="67550" x="6021388" y="6426200"/>
          <p14:tracePt t="67552" x="6005513" y="6384925"/>
          <p14:tracePt t="67566" x="5988050" y="6343650"/>
          <p14:tracePt t="67569" x="5980113" y="6310313"/>
          <p14:tracePt t="67583" x="5962650" y="6269038"/>
          <p14:tracePt t="67584" x="5962650" y="6227763"/>
          <p14:tracePt t="67592" x="5946775" y="6186488"/>
          <p14:tracePt t="67600" x="5946775" y="6145213"/>
          <p14:tracePt t="67608" x="5946775" y="6127750"/>
          <p14:tracePt t="67617" x="5946775" y="6103938"/>
          <p14:tracePt t="67625" x="5946775" y="6086475"/>
          <p14:tracePt t="67633" x="5946775" y="6062663"/>
          <p14:tracePt t="67641" x="5946775" y="6045200"/>
          <p14:tracePt t="67650" x="5946775" y="6037263"/>
          <p14:tracePt t="67657" x="5946775" y="6003925"/>
          <p14:tracePt t="67666" x="5946775" y="5978525"/>
          <p14:tracePt t="67673" x="5962650" y="5962650"/>
          <p14:tracePt t="67683" x="5988050" y="5937250"/>
          <p14:tracePt t="67689" x="6021388" y="5903913"/>
          <p14:tracePt t="67700" x="6062663" y="5862638"/>
          <p14:tracePt t="67705" x="6103938" y="5837238"/>
          <p14:tracePt t="67717" x="6145213" y="5795963"/>
          <p14:tracePt t="67722" x="6211888" y="5754688"/>
          <p14:tracePt t="67733" x="6253163" y="5713413"/>
          <p14:tracePt t="67738" x="6369050" y="5656263"/>
          <p14:tracePt t="67750" x="6435725" y="5630863"/>
          <p14:tracePt t="67754" x="6518275" y="5597525"/>
          <p14:tracePt t="67766" x="6602413" y="5572125"/>
          <p14:tracePt t="67770" x="6700838" y="5548313"/>
          <p14:tracePt t="67783" x="6784975" y="5530850"/>
          <p14:tracePt t="67786" x="6867525" y="5514975"/>
          <p14:tracePt t="67799" x="6924675" y="5514975"/>
          <p14:tracePt t="67802" x="7024688" y="5514975"/>
          <p14:tracePt t="67817" x="7091363" y="5514975"/>
          <p14:tracePt t="67820" x="7191375" y="5514975"/>
          <p14:tracePt t="67833" x="7265988" y="5514975"/>
          <p14:tracePt t="67835" x="7389813" y="5514975"/>
          <p14:tracePt t="67850" x="7431088" y="5514975"/>
          <p14:tracePt t="67851" x="7497763" y="5530850"/>
          <p14:tracePt t="67859" x="7556500" y="5548313"/>
          <p14:tracePt t="67867" x="7597775" y="5572125"/>
          <p14:tracePt t="67875" x="7639050" y="5597525"/>
          <p14:tracePt t="67883" x="7680325" y="5613400"/>
          <p14:tracePt t="67891" x="7721600" y="5656263"/>
          <p14:tracePt t="67900" x="7737475" y="5672138"/>
          <p14:tracePt t="67907" x="7762875" y="5688013"/>
          <p14:tracePt t="67923" x="7780338" y="5697538"/>
          <p14:tracePt t="67933" x="7780338" y="5713413"/>
          <p14:tracePt t="67940" x="7796213" y="5730875"/>
          <p14:tracePt t="67950" x="7796213" y="5738813"/>
          <p14:tracePt t="67956" x="7804150" y="5754688"/>
          <p14:tracePt t="67966" x="7821613" y="5780088"/>
          <p14:tracePt t="67972" x="7837488" y="5813425"/>
          <p14:tracePt t="67983" x="7845425" y="5837238"/>
          <p14:tracePt t="67988" x="7862888" y="5862638"/>
          <p14:tracePt t="68000" x="7862888" y="5880100"/>
          <p14:tracePt t="68004" x="7878763" y="5895975"/>
          <p14:tracePt t="68017" x="7878763" y="5921375"/>
          <p14:tracePt t="68020" x="7886700" y="5937250"/>
          <p14:tracePt t="68036" x="7904163" y="5954713"/>
          <p14:tracePt t="68050" x="7904163" y="5962650"/>
          <p14:tracePt t="68066" x="7904163" y="5978525"/>
          <p14:tracePt t="68069" x="7904163" y="5995988"/>
          <p14:tracePt t="68084" x="7904163" y="6019800"/>
          <p14:tracePt t="68085" x="7904163" y="6037263"/>
          <p14:tracePt t="68096" x="7904163" y="6045200"/>
          <p14:tracePt t="68101" x="7904163" y="6078538"/>
          <p14:tracePt t="68109" x="7904163" y="6086475"/>
          <p14:tracePt t="68117" x="7904163" y="6119813"/>
          <p14:tracePt t="68125" x="7904163" y="6127750"/>
          <p14:tracePt t="68134" x="7904163" y="6145213"/>
          <p14:tracePt t="68141" x="7886700" y="6161088"/>
          <p14:tracePt t="68150" x="7862888" y="6186488"/>
          <p14:tracePt t="68158" x="7845425" y="6202363"/>
          <p14:tracePt t="68167" x="7804150" y="6243638"/>
          <p14:tracePt t="68174" x="7780338" y="6261100"/>
          <p14:tracePt t="68183" x="7721600" y="6286500"/>
          <p14:tracePt t="68190" x="7680325" y="6310313"/>
          <p14:tracePt t="68200" x="7621588" y="6343650"/>
          <p14:tracePt t="68206" x="7572375" y="6351588"/>
          <p14:tracePt t="68217" x="7497763" y="6384925"/>
          <p14:tracePt t="68222" x="7431088" y="6426200"/>
          <p14:tracePt t="68233" x="7307263" y="6451600"/>
          <p14:tracePt t="68238" x="7207250" y="6484938"/>
          <p14:tracePt t="68250" x="7107238" y="6510338"/>
          <p14:tracePt t="68254" x="6983413" y="6526213"/>
          <p14:tracePt t="68266" x="6867525" y="6534150"/>
          <p14:tracePt t="68271" x="6743700" y="6534150"/>
          <p14:tracePt t="68284" x="6692900" y="6534150"/>
          <p14:tracePt t="68287" x="6592888" y="6534150"/>
          <p14:tracePt t="68300" x="6494463" y="6534150"/>
          <p14:tracePt t="68303" x="6427788" y="6534150"/>
          <p14:tracePt t="68317" x="6369050" y="6534150"/>
          <p14:tracePt t="68319" x="6337300" y="6534150"/>
          <p14:tracePt t="68333" x="6294438" y="6526213"/>
          <p14:tracePt t="68336" x="6253163" y="6484938"/>
          <p14:tracePt t="68350" x="6245225" y="6467475"/>
          <p14:tracePt t="68352" x="6211888" y="6435725"/>
          <p14:tracePt t="68366" x="6203950" y="6426200"/>
          <p14:tracePt t="68369" x="6170613" y="6392863"/>
          <p14:tracePt t="68383" x="6162675" y="6369050"/>
          <p14:tracePt t="68384" x="6129338" y="6351588"/>
          <p14:tracePt t="68392" x="6129338" y="6327775"/>
          <p14:tracePt t="68400" x="6121400" y="6302375"/>
          <p14:tracePt t="68408" x="6103938" y="6261100"/>
          <p14:tracePt t="68417" x="6103938" y="6219825"/>
          <p14:tracePt t="68424" x="6088063" y="6169025"/>
          <p14:tracePt t="68433" x="6088063" y="6127750"/>
          <p14:tracePt t="68440" x="6088063" y="6086475"/>
          <p14:tracePt t="68450" x="6088063" y="6062663"/>
          <p14:tracePt t="68456" x="6088063" y="6037263"/>
          <p14:tracePt t="68466" x="6088063" y="6019800"/>
          <p14:tracePt t="68473" x="6088063" y="5995988"/>
          <p14:tracePt t="68483" x="6088063" y="5978525"/>
          <p14:tracePt t="68489" x="6088063" y="5962650"/>
          <p14:tracePt t="68500" x="6088063" y="5954713"/>
          <p14:tracePt t="68513" x="6103938" y="5937250"/>
          <p14:tracePt t="68521" x="6121400" y="5921375"/>
          <p14:tracePt t="68529" x="6162675" y="5880100"/>
          <p14:tracePt t="68537" x="6203950" y="5862638"/>
          <p14:tracePt t="68545" x="6245225" y="5837238"/>
          <p14:tracePt t="68553" x="6294438" y="5813425"/>
          <p14:tracePt t="68561" x="6337300" y="5780088"/>
          <p14:tracePt t="68569" x="6435725" y="5738813"/>
          <p14:tracePt t="68577" x="6510338" y="5713413"/>
          <p14:tracePt t="68585" x="6577013" y="5697538"/>
          <p14:tracePt t="68593" x="6618288" y="5688013"/>
          <p14:tracePt t="68601" x="6692900" y="5672138"/>
          <p14:tracePt t="68610" x="6842125" y="5638800"/>
          <p14:tracePt t="68618" x="6916738" y="5638800"/>
          <p14:tracePt t="68626" x="7008813" y="5638800"/>
          <p14:tracePt t="68634" x="7042150" y="5638800"/>
          <p14:tracePt t="68642" x="7191375" y="5638800"/>
          <p14:tracePt t="68650" x="7265988" y="5638800"/>
          <p14:tracePt t="68658" x="7315200" y="5638800"/>
          <p14:tracePt t="68667" x="7472363" y="5638800"/>
          <p14:tracePt t="68674" x="7513638" y="5638800"/>
          <p14:tracePt t="68683" x="7580313" y="5656263"/>
          <p14:tracePt t="68690" x="7654925" y="5672138"/>
          <p14:tracePt t="68700" x="7780338" y="5730875"/>
          <p14:tracePt t="68706" x="7845425" y="5754688"/>
          <p14:tracePt t="68717" x="7920038" y="5795963"/>
          <p14:tracePt t="68723" x="8004175" y="5854700"/>
          <p14:tracePt t="68733" x="8069263" y="5921375"/>
          <p14:tracePt t="68739" x="8102600" y="5954713"/>
          <p14:tracePt t="68750" x="8169275" y="6003925"/>
          <p14:tracePt t="68755" x="8194675" y="6062663"/>
          <p14:tracePt t="68766" x="8228013" y="6103938"/>
          <p14:tracePt t="68771" x="8251825" y="6119813"/>
          <p14:tracePt t="68783" x="8285163" y="6161088"/>
          <p14:tracePt t="68787" x="8285163" y="6169025"/>
          <p14:tracePt t="68800" x="8293100" y="6186488"/>
          <p14:tracePt t="68804" x="8293100" y="6202363"/>
          <p14:tracePt t="68816" x="8293100" y="6219825"/>
          <p14:tracePt t="68828" x="8293100" y="6227763"/>
          <p14:tracePt t="68836" x="8293100" y="6243638"/>
          <p14:tracePt t="68852" x="8293100" y="6261100"/>
          <p14:tracePt t="68860" x="8293100" y="6286500"/>
          <p14:tracePt t="68868" x="8293100" y="6302375"/>
          <p14:tracePt t="68876" x="8293100" y="6310313"/>
          <p14:tracePt t="68884" x="8285163" y="6343650"/>
          <p14:tracePt t="68892" x="8269288" y="6369050"/>
          <p14:tracePt t="68901" x="8228013" y="6410325"/>
          <p14:tracePt t="68909" x="8186738" y="6451600"/>
          <p14:tracePt t="68917" x="8102600" y="6510338"/>
          <p14:tracePt t="68925" x="8045450" y="6551613"/>
          <p14:tracePt t="68933" x="7970838" y="6592888"/>
          <p14:tracePt t="68941" x="7862888" y="6650038"/>
          <p14:tracePt t="68950" x="7762875" y="6692900"/>
          <p14:tracePt t="68957" x="7737475" y="6716713"/>
          <p14:tracePt t="68966" x="7639050" y="6750050"/>
          <p14:tracePt t="68973" x="7489825" y="6799263"/>
          <p14:tracePt t="68983" x="7415213" y="6816725"/>
          <p14:tracePt t="68989" x="7315200" y="6832600"/>
          <p14:tracePt t="68997" x="7224713" y="6842125"/>
          <p14:tracePt t="69005" x="7091363" y="6842125"/>
          <p14:tracePt t="69013" x="6999288" y="6842125"/>
          <p14:tracePt t="69022" x="6883400" y="6842125"/>
          <p14:tracePt t="69030" x="6759575" y="6842125"/>
          <p14:tracePt t="69038" x="6635750" y="6832600"/>
          <p14:tracePt t="69046" x="6510338" y="6791325"/>
          <p14:tracePt t="69054" x="6477000" y="6757988"/>
          <p14:tracePt t="69062" x="6386513" y="6716713"/>
          <p14:tracePt t="69070" x="6311900" y="6692900"/>
          <p14:tracePt t="69078" x="6253163" y="6650038"/>
          <p14:tracePt t="69086" x="6203950" y="6618288"/>
          <p14:tracePt t="69097" x="6145213" y="6592888"/>
          <p14:tracePt t="69102" x="6103938" y="6567488"/>
          <p14:tracePt t="69110" x="6088063" y="6551613"/>
          <p14:tracePt t="69118" x="6046788" y="6510338"/>
          <p14:tracePt t="69126" x="6021388" y="6492875"/>
          <p14:tracePt t="69135" x="6005513" y="6484938"/>
          <p14:tracePt t="69143" x="5988050" y="6484938"/>
          <p14:tracePt t="69151" x="5988050" y="6467475"/>
          <p14:tracePt t="69159" x="5988050" y="6451600"/>
          <p14:tracePt t="69264" x="6005513" y="6451600"/>
          <p14:tracePt t="69328" x="6005513" y="6435725"/>
          <p14:tracePt t="69336" x="6005513" y="6426200"/>
          <p14:tracePt t="69345" x="6005513" y="6410325"/>
          <p14:tracePt t="69353" x="5980113" y="6351588"/>
          <p14:tracePt t="69361" x="5962650" y="6286500"/>
          <p14:tracePt t="69369" x="5938838" y="6186488"/>
          <p14:tracePt t="69377" x="5897563" y="6062663"/>
          <p14:tracePt t="69385" x="5854700" y="5937250"/>
          <p14:tracePt t="69393" x="5822950" y="5821363"/>
          <p14:tracePt t="69401" x="5797550" y="5672138"/>
          <p14:tracePt t="69409" x="5756275" y="5489575"/>
          <p14:tracePt t="69417" x="5715000" y="5291138"/>
          <p14:tracePt t="69425" x="5697538" y="5141913"/>
          <p14:tracePt t="69433" x="5681663" y="4959350"/>
          <p14:tracePt t="69441" x="5673725" y="4802188"/>
          <p14:tracePt t="69450" x="5673725" y="4627563"/>
          <p14:tracePt t="69457" x="5673725" y="4470400"/>
          <p14:tracePt t="69467" x="5673725" y="4362450"/>
          <p14:tracePt t="69474" x="5673725" y="4203700"/>
          <p14:tracePt t="69483" x="5673725" y="4079875"/>
          <p14:tracePt t="69490" x="5715000" y="3922713"/>
          <p14:tracePt t="69499" x="5780088" y="3797300"/>
          <p14:tracePt t="69506" x="5880100" y="3657600"/>
          <p14:tracePt t="69514" x="5988050" y="3508375"/>
          <p14:tracePt t="69522" x="6103938" y="3390900"/>
          <p14:tracePt t="69530" x="6186488" y="3292475"/>
          <p14:tracePt t="69538" x="6311900" y="3200400"/>
          <p14:tracePt t="69546" x="6427788" y="3101975"/>
          <p14:tracePt t="69554" x="6469063" y="3076575"/>
          <p14:tracePt t="69562" x="6551613" y="3017838"/>
          <p14:tracePt t="69570" x="6700838" y="2935288"/>
          <p14:tracePt t="69578" x="6743700" y="2901950"/>
          <p14:tracePt t="69586" x="6900863" y="2860675"/>
          <p14:tracePt t="69594" x="6942138" y="2860675"/>
          <p14:tracePt t="69603" x="7024688" y="2852738"/>
          <p14:tracePt t="69611" x="7107238" y="2836863"/>
          <p14:tracePt t="69619" x="7150100" y="2836863"/>
          <p14:tracePt t="69627" x="7232650" y="2836863"/>
          <p14:tracePt t="69635" x="7273925" y="2836863"/>
          <p14:tracePt t="69643" x="7315200" y="2836863"/>
          <p14:tracePt t="69651" x="7415213" y="2852738"/>
          <p14:tracePt t="69659" x="7456488" y="2901950"/>
          <p14:tracePt t="69667" x="7531100" y="2986088"/>
          <p14:tracePt t="69675" x="7696200" y="3241675"/>
          <p14:tracePt t="69683" x="7804150" y="3490913"/>
          <p14:tracePt t="69692" x="7862888" y="3632200"/>
          <p14:tracePt t="69700" x="7945438" y="3856038"/>
          <p14:tracePt t="69708" x="7986713" y="3956050"/>
          <p14:tracePt t="69716" x="8061325" y="4138613"/>
          <p14:tracePt t="69724" x="8128000" y="4287838"/>
          <p14:tracePt t="69733" x="8186738" y="4411663"/>
          <p14:tracePt t="69740" x="8210550" y="4511675"/>
          <p14:tracePt t="69750" x="8235950" y="4576763"/>
          <p14:tracePt t="69756" x="8269288" y="4627563"/>
          <p14:tracePt t="69766" x="8285163" y="4668838"/>
          <p14:tracePt t="69772" x="8293100" y="4676775"/>
          <p14:tracePt t="69783" x="8310563" y="4694238"/>
          <p14:tracePt t="69789" x="8310563" y="4710113"/>
          <p14:tracePt t="69805" x="8326438" y="4710113"/>
          <p14:tracePt t="69816" x="8326438" y="4718050"/>
          <p14:tracePt t="69829" x="8335963" y="4718050"/>
          <p14:tracePt t="69845" x="8351838" y="4718050"/>
          <p14:tracePt t="69869" x="8369300" y="4718050"/>
          <p14:tracePt t="69934" x="8369300" y="4694238"/>
          <p14:tracePt t="69942" x="8351838" y="4651375"/>
          <p14:tracePt t="69951" x="8310563" y="4576763"/>
          <p14:tracePt t="69958" x="8293100" y="4535488"/>
          <p14:tracePt t="69966" x="8269288" y="4470400"/>
          <p14:tracePt t="69984" x="8251825" y="4344988"/>
          <p14:tracePt t="69991" x="8228013" y="4221163"/>
          <p14:tracePt t="70000" x="8228013" y="4146550"/>
          <p14:tracePt t="70007" x="8228013" y="4079875"/>
          <p14:tracePt t="70017" x="8293100" y="4005263"/>
          <p14:tracePt t="70023" x="8369300" y="3922713"/>
          <p14:tracePt t="70033" x="8475663" y="3856038"/>
          <p14:tracePt t="70039" x="8601075" y="3781425"/>
          <p14:tracePt t="70050" x="8716963" y="3732213"/>
          <p14:tracePt t="70055" x="8866188" y="3673475"/>
          <p14:tracePt t="70066" x="9023350" y="3632200"/>
          <p14:tracePt t="70071" x="9090025" y="3616325"/>
          <p14:tracePt t="70084" x="9190038" y="3606800"/>
          <p14:tracePt t="70087" x="9288463" y="3590925"/>
          <p14:tracePt t="70100" x="9355138" y="3590925"/>
          <p14:tracePt t="70107" x="9413875" y="3590925"/>
          <p14:tracePt t="70117" x="9437688" y="3590925"/>
          <p14:tracePt t="70120" x="9455150" y="3590925"/>
          <p14:tracePt t="70133" x="9471025" y="3590925"/>
          <p14:tracePt t="70150" x="9480550" y="3590925"/>
          <p14:tracePt t="70166" x="9480550" y="3616325"/>
          <p14:tracePt t="70169" x="9480550" y="3698875"/>
          <p14:tracePt t="70183" x="9480550" y="3830638"/>
          <p14:tracePt t="70184" x="9480550" y="4046538"/>
          <p14:tracePt t="70192" x="9480550" y="4179888"/>
          <p14:tracePt t="70200" x="9480550" y="4403725"/>
          <p14:tracePt t="70208" x="9480550" y="4651375"/>
          <p14:tracePt t="70217" x="9480550" y="4833938"/>
          <p14:tracePt t="70225" x="9480550" y="4933950"/>
          <p14:tracePt t="70233" x="9471025" y="5083175"/>
          <p14:tracePt t="70241" x="9455150" y="5207000"/>
          <p14:tracePt t="70250" x="9455150" y="5307013"/>
          <p14:tracePt t="70257" x="9437688" y="5373688"/>
          <p14:tracePt t="70267" x="9437688" y="5432425"/>
          <p14:tracePt t="70273" x="9437688" y="5464175"/>
          <p14:tracePt t="70283" x="9437688" y="5489575"/>
          <p14:tracePt t="70289" x="9437688" y="5507038"/>
          <p14:tracePt t="70300" x="9437688" y="5514975"/>
          <p14:tracePt t="70354" x="9429750" y="5514975"/>
          <p14:tracePt t="70370" x="9396413" y="5507038"/>
          <p14:tracePt t="70378" x="9388475" y="5464175"/>
          <p14:tracePt t="70386" x="9339263" y="5389563"/>
          <p14:tracePt t="70394" x="9297988" y="5291138"/>
          <p14:tracePt t="70402" x="9256713" y="5199063"/>
          <p14:tracePt t="70410" x="9213850" y="5067300"/>
          <p14:tracePt t="70418" x="9190038" y="4918075"/>
          <p14:tracePt t="70426" x="9164638" y="4802188"/>
          <p14:tracePt t="70434" x="9164638" y="4751388"/>
          <p14:tracePt t="70442" x="9148763" y="4651375"/>
          <p14:tracePt t="70450" x="9148763" y="4552950"/>
          <p14:tracePt t="70459" x="9148763" y="4486275"/>
          <p14:tracePt t="70467" x="9148763" y="4411663"/>
          <p14:tracePt t="70475" x="9148763" y="4362450"/>
          <p14:tracePt t="70483" x="9164638" y="4311650"/>
          <p14:tracePt t="70491" x="9190038" y="4270375"/>
          <p14:tracePt t="70500" x="9231313" y="4229100"/>
          <p14:tracePt t="70507" x="9256713" y="4203700"/>
          <p14:tracePt t="70516" x="9331325" y="4179888"/>
          <p14:tracePt t="70523" x="9388475" y="4146550"/>
          <p14:tracePt t="70532" x="9455150" y="4138613"/>
          <p14:tracePt t="70539" x="9521825" y="4121150"/>
          <p14:tracePt t="70548" x="9620250" y="4121150"/>
          <p14:tracePt t="70555" x="9745663" y="4121150"/>
          <p14:tracePt t="70564" x="9844088" y="4121150"/>
          <p14:tracePt t="70572" x="9961563" y="4121150"/>
          <p14:tracePt t="70580" x="10052050" y="4121150"/>
          <p14:tracePt t="70588" x="10152063" y="4146550"/>
          <p14:tracePt t="70596" x="10267950" y="4221163"/>
          <p14:tracePt t="70604" x="10350500" y="4287838"/>
          <p14:tracePt t="70612" x="10401300" y="4370388"/>
          <p14:tracePt t="70620" x="10491788" y="4470400"/>
          <p14:tracePt t="70628" x="10574338" y="4610100"/>
          <p14:tracePt t="70636" x="10615613" y="4735513"/>
          <p14:tracePt t="70644" x="10666413" y="4918075"/>
          <p14:tracePt t="70652" x="10682288" y="5067300"/>
          <p14:tracePt t="70661" x="10715625" y="5224463"/>
          <p14:tracePt t="70669" x="10715625" y="5365750"/>
          <p14:tracePt t="70677" x="10715625" y="5489575"/>
          <p14:tracePt t="70685" x="10641013" y="5597525"/>
          <p14:tracePt t="70693" x="10558463" y="5672138"/>
          <p14:tracePt t="70701" x="10433050" y="5754688"/>
          <p14:tracePt t="70709" x="10234613" y="5813425"/>
          <p14:tracePt t="70717" x="10052050" y="5821363"/>
          <p14:tracePt t="70725" x="9869488" y="5837238"/>
          <p14:tracePt t="70734" x="9802813" y="5837238"/>
          <p14:tracePt t="70741" x="9678988" y="5837238"/>
          <p14:tracePt t="70750" x="9555163" y="5837238"/>
          <p14:tracePt t="70757" x="9512300" y="5837238"/>
          <p14:tracePt t="70767" x="9455150" y="5795963"/>
          <p14:tracePt t="70774" x="9355138" y="5713413"/>
          <p14:tracePt t="70784" x="9331325" y="5638800"/>
          <p14:tracePt t="70790" x="9297988" y="5548313"/>
          <p14:tracePt t="70800" x="9288463" y="5422900"/>
          <p14:tracePt t="70806" x="9272588" y="5240338"/>
          <p14:tracePt t="70817" x="9256713" y="5057775"/>
          <p14:tracePt t="70822" x="9256713" y="4833938"/>
          <p14:tracePt t="70833" x="9256713" y="4651375"/>
          <p14:tracePt t="70838" x="9256713" y="4568825"/>
          <p14:tracePt t="70850" x="9256713" y="4411663"/>
          <p14:tracePt t="70854" x="9256713" y="4329113"/>
          <p14:tracePt t="70866" x="9256713" y="4229100"/>
          <p14:tracePt t="70870" x="9256713" y="4179888"/>
          <p14:tracePt t="70884" x="9256713" y="4138613"/>
          <p14:tracePt t="70886" x="9256713" y="4121150"/>
          <p14:tracePt t="70900" x="9256713" y="4097338"/>
          <p14:tracePt t="70911" x="9256713" y="4079875"/>
          <p14:tracePt t="70935" x="9247188" y="4079875"/>
          <p14:tracePt t="70967" x="9231313" y="4079875"/>
          <p14:tracePt t="70975" x="9213850" y="4079875"/>
          <p14:tracePt t="70983" x="9190038" y="4079875"/>
          <p14:tracePt t="70991" x="9148763" y="4079875"/>
          <p14:tracePt t="71000" x="9123363" y="4079875"/>
          <p14:tracePt t="71008" x="9082088" y="4097338"/>
          <p14:tracePt t="71017" x="9023350" y="4097338"/>
          <p14:tracePt t="71024" x="8982075" y="4097338"/>
          <p14:tracePt t="71034" x="8924925" y="4097338"/>
          <p14:tracePt t="71040" x="8882063" y="4097338"/>
          <p14:tracePt t="71049" x="8858250" y="4097338"/>
          <p14:tracePt t="71056" x="8816975" y="4097338"/>
          <p14:tracePt t="71064" x="8783638" y="4097338"/>
          <p14:tracePt t="71072" x="8742363" y="4097338"/>
          <p14:tracePt t="71080" x="8716963" y="4079875"/>
          <p14:tracePt t="71089" x="8699500" y="4064000"/>
          <p14:tracePt t="71097" x="8675688" y="4046538"/>
          <p14:tracePt t="71105" x="8658225" y="4038600"/>
          <p14:tracePt t="71113" x="8642350" y="4021138"/>
          <p14:tracePt t="71129" x="8634413" y="3997325"/>
          <p14:tracePt t="71137" x="8634413" y="3979863"/>
          <p14:tracePt t="71145" x="8634413" y="3963988"/>
          <p14:tracePt t="71153" x="8634413" y="3956050"/>
          <p14:tracePt t="71161" x="8634413" y="3938588"/>
          <p14:tracePt t="71169" x="8634413" y="3922713"/>
          <p14:tracePt t="71185" x="8634413" y="3914775"/>
          <p14:tracePt t="71210" x="8634413" y="3897313"/>
          <p14:tracePt t="71217" x="8642350" y="3897313"/>
          <p14:tracePt t="71225" x="8658225" y="3897313"/>
          <p14:tracePt t="71234" x="8675688" y="3897313"/>
          <p14:tracePt t="71242" x="8683625" y="3897313"/>
          <p14:tracePt t="71250" x="8699500" y="3897313"/>
          <p14:tracePt t="71267" x="8716963" y="3897313"/>
          <p14:tracePt t="71283" x="8724900" y="3897313"/>
          <p14:tracePt t="71290" x="8724900" y="3914775"/>
          <p14:tracePt t="71300" x="8724900" y="3922713"/>
          <p14:tracePt t="71306" x="8742363" y="3963988"/>
          <p14:tracePt t="71314" x="8758238" y="3979863"/>
          <p14:tracePt t="71322" x="8758238" y="4021138"/>
          <p14:tracePt t="71330" x="8766175" y="4064000"/>
          <p14:tracePt t="71339" x="8799513" y="4138613"/>
          <p14:tracePt t="71347" x="8816975" y="4187825"/>
          <p14:tracePt t="71355" x="8840788" y="4270375"/>
          <p14:tracePt t="71363" x="8866188" y="4362450"/>
          <p14:tracePt t="71371" x="8882063" y="4403725"/>
          <p14:tracePt t="71379" x="8907463" y="4486275"/>
          <p14:tracePt t="71387" x="8948738" y="4568825"/>
          <p14:tracePt t="71395" x="9007475" y="4694238"/>
          <p14:tracePt t="71403" x="9082088" y="4802188"/>
          <p14:tracePt t="71411" x="9148763" y="4892675"/>
          <p14:tracePt t="71420" x="9213850" y="4983163"/>
          <p14:tracePt t="71427" x="9313863" y="5083175"/>
          <p14:tracePt t="71436" x="9396413" y="5183188"/>
          <p14:tracePt t="71444" x="9480550" y="5240338"/>
          <p14:tracePt t="71452" x="9596438" y="5291138"/>
          <p14:tracePt t="71460" x="9694863" y="5324475"/>
          <p14:tracePt t="71468" x="9786938" y="5332413"/>
          <p14:tracePt t="71476" x="9869488" y="5348288"/>
          <p14:tracePt t="71484" x="9969500" y="5348288"/>
          <p14:tracePt t="71492" x="10052050" y="5332413"/>
          <p14:tracePt t="71500" x="10110788" y="5249863"/>
          <p14:tracePt t="71508" x="10167938" y="5165725"/>
          <p14:tracePt t="71517" x="10234613" y="5041900"/>
          <p14:tracePt t="71524" x="10267950" y="4959350"/>
          <p14:tracePt t="71534" x="10275888" y="4802188"/>
          <p14:tracePt t="71541" x="10275888" y="4676775"/>
          <p14:tracePt t="71550" x="10275888" y="4527550"/>
          <p14:tracePt t="71556" x="10267950" y="4370388"/>
          <p14:tracePt t="71567" x="10193338" y="4246563"/>
          <p14:tracePt t="71573" x="10093325" y="4138613"/>
          <p14:tracePt t="71583" x="10052050" y="4097338"/>
          <p14:tracePt t="71589" x="9985375" y="4005263"/>
          <p14:tracePt t="71600" x="9918700" y="3938588"/>
          <p14:tracePt t="71605" x="9869488" y="3897313"/>
          <p14:tracePt t="71616" x="9820275" y="3871913"/>
          <p14:tracePt t="71621" x="9802813" y="3856038"/>
          <p14:tracePt t="71633" x="9779000" y="3840163"/>
          <p14:tracePt t="71637" x="9761538" y="3840163"/>
          <p14:tracePt t="71654" x="9745663" y="3840163"/>
          <p14:tracePt t="71666" x="9737725" y="3840163"/>
          <p14:tracePt t="71670" x="9720263" y="3856038"/>
          <p14:tracePt t="71683" x="9694863" y="3979863"/>
          <p14:tracePt t="71686" x="9637713" y="4138613"/>
          <p14:tracePt t="71701" x="9596438" y="4386263"/>
          <p14:tracePt t="71703" x="9563100" y="4694238"/>
          <p14:tracePt t="71716" x="9521825" y="5041900"/>
          <p14:tracePt t="71719" x="9496425" y="5224463"/>
          <p14:tracePt t="71733" x="9480550" y="5572125"/>
          <p14:tracePt t="71734" x="9455150" y="5880100"/>
          <p14:tracePt t="71742" x="9437688" y="5978525"/>
          <p14:tracePt t="71750" x="9429750" y="6161088"/>
          <p14:tracePt t="71758" x="9429750" y="6286500"/>
          <p14:tracePt t="71767" x="9413875" y="6351588"/>
          <p14:tracePt t="71775" x="9413875" y="6384925"/>
          <p14:tracePt t="71783" x="9413875" y="6410325"/>
          <p14:tracePt t="71791" x="9413875" y="6426200"/>
          <p14:tracePt t="71839" x="9413875" y="6369050"/>
          <p14:tracePt t="71847" x="9413875" y="6327775"/>
          <p14:tracePt t="71855" x="9413875" y="6227763"/>
          <p14:tracePt t="71863" x="9429750" y="6127750"/>
          <p14:tracePt t="71872" x="9455150" y="6037263"/>
          <p14:tracePt t="71880" x="9480550" y="5937250"/>
          <p14:tracePt t="71888" x="9480550" y="5880100"/>
          <p14:tracePt t="71896" x="9512300" y="5780088"/>
          <p14:tracePt t="71904" x="9537700" y="5697538"/>
          <p14:tracePt t="71912" x="9555163" y="5613400"/>
          <p14:tracePt t="71920" x="9578975" y="5548313"/>
          <p14:tracePt t="71928" x="9596438" y="5489575"/>
          <p14:tracePt t="71936" x="9596438" y="5464175"/>
          <p14:tracePt t="71944" x="9604375" y="5432425"/>
          <p14:tracePt t="71952" x="9604375" y="5422900"/>
          <p14:tracePt t="71960" x="9620250" y="5407025"/>
          <p14:tracePt t="71968" x="9620250" y="5389563"/>
          <p14:tracePt t="72114" x="9637713" y="5389563"/>
          <p14:tracePt t="72122" x="9663113" y="5389563"/>
          <p14:tracePt t="72130" x="9694863" y="5389563"/>
          <p14:tracePt t="72138" x="9745663" y="5422900"/>
          <p14:tracePt t="72146" x="9802813" y="5464175"/>
          <p14:tracePt t="72154" x="9828213" y="5489575"/>
          <p14:tracePt t="72162" x="9869488" y="5530850"/>
          <p14:tracePt t="72170" x="9918700" y="5589588"/>
          <p14:tracePt t="72178" x="9985375" y="5672138"/>
          <p14:tracePt t="72186" x="9985375" y="5713413"/>
          <p14:tracePt t="72194" x="10002838" y="5754688"/>
          <p14:tracePt t="72202" x="10010775" y="5813425"/>
          <p14:tracePt t="72211" x="10010775" y="5854700"/>
          <p14:tracePt t="72219" x="10010775" y="5862638"/>
          <p14:tracePt t="72227" x="10010775" y="5895975"/>
          <p14:tracePt t="72235" x="10010775" y="5903913"/>
          <p14:tracePt t="72251" x="9969500" y="5903913"/>
          <p14:tracePt t="72259" x="9944100" y="5903913"/>
          <p14:tracePt t="72267" x="9918700" y="5903913"/>
          <p14:tracePt t="72275" x="9886950" y="5880100"/>
          <p14:tracePt t="72283" x="9869488" y="5837238"/>
          <p14:tracePt t="72291" x="9844088" y="5795963"/>
          <p14:tracePt t="72300" x="9828213" y="5738813"/>
          <p14:tracePt t="72308" x="9820275" y="5688013"/>
          <p14:tracePt t="72317" x="9802813" y="5630863"/>
          <p14:tracePt t="72324" x="9802813" y="5589588"/>
          <p14:tracePt t="72333" x="9802813" y="5530850"/>
          <p14:tracePt t="72340" x="9802813" y="5489575"/>
          <p14:tracePt t="72348" x="9802813" y="5464175"/>
          <p14:tracePt t="72356" x="9802813" y="5432425"/>
          <p14:tracePt t="72364" x="9802813" y="5422900"/>
          <p14:tracePt t="72372" x="9802813" y="5407025"/>
          <p14:tracePt t="72380" x="9802813" y="5389563"/>
          <p14:tracePt t="72412" x="9820275" y="5389563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ECBD9-7252-F392-0B53-77A9B5B1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with Replacement Estimator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455C64-FAEC-FB38-3764-FD7B8CDD23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the policy gradient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following</a:t>
                </a:r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property: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b="0" i="0" smtClean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180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⋅(</m:t>
                        </m:r>
                        <m:f>
                          <m:f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US" altLang="zh-TW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455C64-FAEC-FB38-3764-FD7B8CDD23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音訊 9">
            <a:extLst>
              <a:ext uri="{FF2B5EF4-FFF2-40B4-BE49-F238E27FC236}">
                <a16:creationId xmlns:a16="http://schemas.microsoft.com/office/drawing/2014/main" id="{B767B007-8535-4BBA-DD76-B52B1E058F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4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40"/>
    </mc:Choice>
    <mc:Fallback xmlns="">
      <p:transition spd="slow" advTm="219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79" x="9745663" y="5373688"/>
          <p14:tracePt t="388" x="9388475" y="5199063"/>
          <p14:tracePt t="395" x="8990013" y="4941888"/>
          <p14:tracePt t="403" x="8434388" y="4527550"/>
          <p14:tracePt t="411" x="7970838" y="4221163"/>
          <p14:tracePt t="419" x="7556500" y="3914775"/>
          <p14:tracePt t="427" x="7232650" y="3673475"/>
          <p14:tracePt t="435" x="7024688" y="3516313"/>
          <p14:tracePt t="443" x="6867525" y="3390900"/>
          <p14:tracePt t="451" x="6759575" y="3325813"/>
          <p14:tracePt t="459" x="6677025" y="3251200"/>
          <p14:tracePt t="467" x="6477000" y="3076575"/>
          <p14:tracePt t="476" x="6311900" y="2935288"/>
          <p14:tracePt t="483" x="6229350" y="2860675"/>
          <p14:tracePt t="491" x="6162675" y="2819400"/>
          <p14:tracePt t="500" x="6121400" y="2778125"/>
          <p14:tracePt t="508" x="6103938" y="2760663"/>
          <p14:tracePt t="516" x="6070600" y="2752725"/>
          <p14:tracePt t="524" x="6062663" y="2736850"/>
          <p14:tracePt t="532" x="6046788" y="2736850"/>
          <p14:tracePt t="540" x="6029325" y="2719388"/>
          <p14:tracePt t="548" x="6021388" y="2719388"/>
          <p14:tracePt t="556" x="6005513" y="2719388"/>
          <p14:tracePt t="564" x="5988050" y="2719388"/>
          <p14:tracePt t="581" x="5980113" y="2719388"/>
          <p14:tracePt t="589" x="5962650" y="2719388"/>
          <p14:tracePt t="596" x="5946775" y="2719388"/>
          <p14:tracePt t="622" x="5938838" y="2719388"/>
          <p14:tracePt t="638" x="5921375" y="2736850"/>
          <p14:tracePt t="645" x="5905500" y="2736850"/>
          <p14:tracePt t="653" x="5880100" y="2752725"/>
          <p14:tracePt t="661" x="5854700" y="2752725"/>
          <p14:tracePt t="669" x="5797550" y="2760663"/>
          <p14:tracePt t="677" x="5697538" y="2760663"/>
          <p14:tracePt t="685" x="5473700" y="2760663"/>
          <p14:tracePt t="693" x="5224463" y="2760663"/>
          <p14:tracePt t="701" x="4818063" y="2736850"/>
          <p14:tracePt t="709" x="4313238" y="2595563"/>
          <p14:tracePt t="718" x="3840163" y="2413000"/>
          <p14:tracePt t="726" x="3367088" y="2206625"/>
          <p14:tracePt t="734" x="3201988" y="2106613"/>
          <p14:tracePt t="742" x="2836863" y="1924050"/>
          <p14:tracePt t="750" x="2487613" y="1716088"/>
          <p14:tracePt t="758" x="2230438" y="1550988"/>
          <p14:tracePt t="766" x="2006600" y="1384300"/>
          <p14:tracePt t="774" x="1957388" y="1327150"/>
          <p14:tracePt t="782" x="1716088" y="1119188"/>
          <p14:tracePt t="790" x="1674813" y="1077913"/>
          <p14:tracePt t="798" x="1609725" y="995363"/>
          <p14:tracePt t="807" x="1566863" y="936625"/>
          <p14:tracePt t="815" x="1535113" y="879475"/>
          <p14:tracePt t="823" x="1509713" y="854075"/>
          <p14:tracePt t="831" x="1492250" y="820738"/>
          <p14:tracePt t="840" x="1492250" y="812800"/>
          <p14:tracePt t="847" x="1476375" y="779463"/>
          <p14:tracePt t="863" x="1476375" y="754063"/>
          <p14:tracePt t="879" x="1535113" y="696913"/>
          <p14:tracePt t="889" x="1658938" y="655638"/>
          <p14:tracePt t="895" x="1841500" y="588963"/>
          <p14:tracePt t="905" x="1965325" y="530225"/>
          <p14:tracePt t="912" x="2413000" y="422275"/>
          <p14:tracePt t="919" x="2762250" y="347663"/>
          <p14:tracePt t="928" x="3168650" y="323850"/>
          <p14:tracePt t="935" x="3309938" y="323850"/>
          <p14:tracePt t="944" x="3657600" y="323850"/>
          <p14:tracePt t="952" x="4005263" y="323850"/>
          <p14:tracePt t="960" x="4354513" y="323850"/>
          <p14:tracePt t="968" x="4926013" y="422275"/>
          <p14:tracePt t="976" x="5067300" y="465138"/>
          <p14:tracePt t="984" x="5349875" y="588963"/>
          <p14:tracePt t="992" x="5630863" y="696913"/>
          <p14:tracePt t="1000" x="5905500" y="812800"/>
          <p14:tracePt t="1008" x="6186488" y="954088"/>
          <p14:tracePt t="1016" x="6469063" y="1077913"/>
          <p14:tracePt t="1024" x="6700838" y="1201738"/>
          <p14:tracePt t="1032" x="6916738" y="1309688"/>
          <p14:tracePt t="1040" x="7083425" y="1409700"/>
          <p14:tracePt t="1049" x="7150100" y="1450975"/>
          <p14:tracePt t="1057" x="7248525" y="1509713"/>
          <p14:tracePt t="1065" x="7356475" y="1566863"/>
          <p14:tracePt t="1073" x="7415213" y="1617663"/>
          <p14:tracePt t="1081" x="7472363" y="1651000"/>
          <p14:tracePt t="1089" x="7497763" y="1658938"/>
          <p14:tracePt t="1097" x="7513638" y="1674813"/>
          <p14:tracePt t="1106" x="7531100" y="1692275"/>
          <p14:tracePt t="1113" x="7539038" y="1692275"/>
          <p14:tracePt t="1122" x="7539038" y="1700213"/>
          <p14:tracePt t="1145" x="7539038" y="1716088"/>
          <p14:tracePt t="1170" x="7539038" y="1733550"/>
          <p14:tracePt t="1186" x="7539038" y="1749425"/>
          <p14:tracePt t="1202" x="7531100" y="1757363"/>
          <p14:tracePt t="1210" x="7497763" y="1774825"/>
          <p14:tracePt t="1218" x="7489825" y="1790700"/>
          <p14:tracePt t="1226" x="7456488" y="1800225"/>
          <p14:tracePt t="1234" x="7431088" y="1816100"/>
          <p14:tracePt t="1242" x="7389813" y="1841500"/>
          <p14:tracePt t="1250" x="7307263" y="1898650"/>
          <p14:tracePt t="1258" x="7232650" y="1916113"/>
          <p14:tracePt t="1267" x="7132638" y="1957388"/>
          <p14:tracePt t="1275" x="7042150" y="1998663"/>
          <p14:tracePt t="1283" x="6916738" y="2055813"/>
          <p14:tracePt t="1291" x="6800850" y="2106613"/>
          <p14:tracePt t="1299" x="6677025" y="2147888"/>
          <p14:tracePt t="1307" x="6551613" y="2189163"/>
          <p14:tracePt t="1315" x="6518275" y="2222500"/>
          <p14:tracePt t="1323" x="6427788" y="2263775"/>
          <p14:tracePt t="1331" x="6337300" y="2289175"/>
          <p14:tracePt t="1339" x="6294438" y="2322513"/>
          <p14:tracePt t="1347" x="6245225" y="2330450"/>
          <p14:tracePt t="1356" x="6211888" y="2346325"/>
          <p14:tracePt t="1363" x="6186488" y="2371725"/>
          <p14:tracePt t="1372" x="6162675" y="2387600"/>
          <p14:tracePt t="1380" x="6145213" y="2405063"/>
          <p14:tracePt t="1389" x="6121400" y="2413000"/>
          <p14:tracePt t="1396" x="6103938" y="2446338"/>
          <p14:tracePt t="1406" x="6103938" y="2471738"/>
          <p14:tracePt t="1412" x="6088063" y="2495550"/>
          <p14:tracePt t="1422" x="6070600" y="2528888"/>
          <p14:tracePt t="1428" x="6029325" y="2628900"/>
          <p14:tracePt t="1439" x="5980113" y="2811463"/>
          <p14:tracePt t="1444" x="5905500" y="3060700"/>
          <p14:tracePt t="4810" x="5854700" y="3060700"/>
          <p14:tracePt t="4824" x="5797550" y="3060700"/>
          <p14:tracePt t="4827" x="5722938" y="3043238"/>
          <p14:tracePt t="4841" x="5630863" y="3027363"/>
          <p14:tracePt t="4842" x="5556250" y="3001963"/>
          <p14:tracePt t="4849" x="5491163" y="2986088"/>
          <p14:tracePt t="4858" x="5365750" y="2960688"/>
          <p14:tracePt t="4866" x="5183188" y="2919413"/>
          <p14:tracePt t="4873" x="5026025" y="2878138"/>
          <p14:tracePt t="4881" x="4876800" y="2819400"/>
          <p14:tracePt t="4890" x="4719638" y="2778125"/>
          <p14:tracePt t="4898" x="4611688" y="2711450"/>
          <p14:tracePt t="4906" x="4552950" y="2695575"/>
          <p14:tracePt t="4914" x="4454525" y="2654300"/>
          <p14:tracePt t="4923" x="4387850" y="2611438"/>
          <p14:tracePt t="4930" x="4313238" y="2570163"/>
          <p14:tracePt t="4939" x="4262438" y="2546350"/>
          <p14:tracePt t="4946" x="4229100" y="2528888"/>
          <p14:tracePt t="4956" x="4205288" y="2513013"/>
          <p14:tracePt t="4962" x="4187825" y="2495550"/>
          <p14:tracePt t="4972" x="4164013" y="2487613"/>
          <p14:tracePt t="4978" x="4146550" y="2487613"/>
          <p14:tracePt t="4989" x="4130675" y="2471738"/>
          <p14:tracePt t="4995" x="4105275" y="2471738"/>
          <p14:tracePt t="5006" x="4079875" y="2471738"/>
          <p14:tracePt t="5011" x="4048125" y="2471738"/>
          <p14:tracePt t="5022" x="4005263" y="2471738"/>
          <p14:tracePt t="5027" x="3981450" y="2471738"/>
          <p14:tracePt t="5039" x="3922713" y="2471738"/>
          <p14:tracePt t="5043" x="3865563" y="2471738"/>
          <p14:tracePt t="5056" x="3814763" y="2471738"/>
          <p14:tracePt t="5059" x="3716338" y="2471738"/>
          <p14:tracePt t="5072" x="3641725" y="2487613"/>
          <p14:tracePt t="5075" x="3549650" y="2495550"/>
          <p14:tracePt t="5089" x="3467100" y="2513013"/>
          <p14:tracePt t="5091" x="3367088" y="2546350"/>
          <p14:tracePt t="5105" x="3267075" y="2554288"/>
          <p14:tracePt t="5108" x="3143250" y="2570163"/>
          <p14:tracePt t="5122" x="3019425" y="2587625"/>
          <p14:tracePt t="5125" x="2894013" y="2595563"/>
          <p14:tracePt t="5138" x="2778125" y="2611438"/>
          <p14:tracePt t="5140" x="2654300" y="2611438"/>
          <p14:tracePt t="5148" x="2595563" y="2628900"/>
          <p14:tracePt t="5156" x="2497138" y="2628900"/>
          <p14:tracePt t="5164" x="2405063" y="2636838"/>
          <p14:tracePt t="5172" x="2330450" y="2636838"/>
          <p14:tracePt t="5180" x="2263775" y="2654300"/>
          <p14:tracePt t="5189" x="2206625" y="2654300"/>
          <p14:tracePt t="5196" x="2139950" y="2654300"/>
          <p14:tracePt t="5205" x="2098675" y="2670175"/>
          <p14:tracePt t="5212" x="2065338" y="2670175"/>
          <p14:tracePt t="5222" x="2024063" y="2670175"/>
          <p14:tracePt t="5228" x="2006600" y="2678113"/>
          <p14:tracePt t="5239" x="1982788" y="2678113"/>
          <p14:tracePt t="5245" x="1965325" y="2678113"/>
          <p14:tracePt t="5255" x="1965325" y="2695575"/>
          <p14:tracePt t="5261" x="1957388" y="2695575"/>
          <p14:tracePt t="5272" x="1941513" y="2711450"/>
          <p14:tracePt t="5277" x="1924050" y="2711450"/>
          <p14:tracePt t="5289" x="1916113" y="2711450"/>
          <p14:tracePt t="5293" x="1882775" y="2719388"/>
          <p14:tracePt t="5305" x="1874838" y="2736850"/>
          <p14:tracePt t="5309" x="1841500" y="2736850"/>
          <p14:tracePt t="5322" x="1816100" y="2752725"/>
          <p14:tracePt t="5325" x="1800225" y="2752725"/>
          <p14:tracePt t="5338" x="1790700" y="2760663"/>
          <p14:tracePt t="5341" x="1774825" y="2760663"/>
          <p14:tracePt t="5355" x="1758950" y="2760663"/>
          <p14:tracePt t="5358" x="1741488" y="2778125"/>
          <p14:tracePt t="5374" x="1733550" y="2794000"/>
          <p14:tracePt t="5388" x="1716088" y="2794000"/>
          <p14:tracePt t="5391" x="1716088" y="2811463"/>
          <p14:tracePt t="5405" x="1700213" y="2811463"/>
          <p14:tracePt t="5407" x="1700213" y="2819400"/>
          <p14:tracePt t="5422" x="1692275" y="2819400"/>
          <p14:tracePt t="5423" x="1692275" y="2836863"/>
          <p14:tracePt t="5430" x="1674813" y="2836863"/>
          <p14:tracePt t="5446" x="1674813" y="2852738"/>
          <p14:tracePt t="5471" x="1674813" y="2860675"/>
          <p14:tracePt t="5503" x="1658938" y="2878138"/>
          <p14:tracePt t="5527" x="1658938" y="2894013"/>
          <p14:tracePt t="5551" x="1651000" y="2901950"/>
          <p14:tracePt t="5794" x="1658938" y="2901950"/>
          <p14:tracePt t="5834" x="1674813" y="2901950"/>
          <p14:tracePt t="5890" x="1692275" y="2901950"/>
          <p14:tracePt t="5939" x="1700213" y="2901950"/>
          <p14:tracePt t="6011" x="1716088" y="2901950"/>
          <p14:tracePt t="6084" x="1733550" y="2901950"/>
          <p14:tracePt t="6197" x="1741488" y="2901950"/>
          <p14:tracePt t="6310" x="1758950" y="2901950"/>
          <p14:tracePt t="6391" x="1774825" y="2901950"/>
          <p14:tracePt t="6423" x="1790700" y="2901950"/>
          <p14:tracePt t="6463" x="1800225" y="2901950"/>
          <p14:tracePt t="6488" x="1816100" y="2901950"/>
          <p14:tracePt t="6512" x="1833563" y="2901950"/>
          <p14:tracePt t="6552" x="1841500" y="2919413"/>
          <p14:tracePt t="6601" x="1857375" y="2919413"/>
          <p14:tracePt t="6666" x="1874838" y="2919413"/>
          <p14:tracePt t="6706" x="1882775" y="2919413"/>
          <p14:tracePt t="6738" x="1898650" y="2919413"/>
          <p14:tracePt t="6779" x="1916113" y="2919413"/>
          <p14:tracePt t="6811" x="1924050" y="2919413"/>
          <p14:tracePt t="6835" x="1941513" y="2919413"/>
          <p14:tracePt t="6875" x="1957388" y="2919413"/>
          <p14:tracePt t="6899" x="1965325" y="2919413"/>
          <p14:tracePt t="6932" x="1982788" y="2919413"/>
          <p14:tracePt t="7207" x="1998663" y="2919413"/>
          <p14:tracePt t="7239" x="2006600" y="2919413"/>
          <p14:tracePt t="7263" x="2024063" y="2919413"/>
          <p14:tracePt t="7287" x="2039938" y="2919413"/>
          <p14:tracePt t="7335" x="2057400" y="2919413"/>
          <p14:tracePt t="7505" x="2039938" y="2919413"/>
          <p14:tracePt t="7538" x="2024063" y="2919413"/>
          <p14:tracePt t="7578" x="2006600" y="2919413"/>
          <p14:tracePt t="7732" x="2024063" y="2919413"/>
          <p14:tracePt t="7772" x="2039938" y="2919413"/>
          <p14:tracePt t="7779" x="2057400" y="2919413"/>
          <p14:tracePt t="7796" x="2081213" y="2919413"/>
          <p14:tracePt t="7805" x="2122488" y="2919413"/>
          <p14:tracePt t="7812" x="2147888" y="2901950"/>
          <p14:tracePt t="7821" x="2189163" y="2901950"/>
          <p14:tracePt t="7828" x="2222500" y="2901950"/>
          <p14:tracePt t="7836" x="2273300" y="2894013"/>
          <p14:tracePt t="7844" x="2322513" y="2894013"/>
          <p14:tracePt t="7852" x="2363788" y="2894013"/>
          <p14:tracePt t="7860" x="2405063" y="2894013"/>
          <p14:tracePt t="7868" x="2446338" y="2894013"/>
          <p14:tracePt t="7877" x="2487613" y="2894013"/>
          <p14:tracePt t="7884" x="2528888" y="2894013"/>
          <p14:tracePt t="7893" x="2571750" y="2894013"/>
          <p14:tracePt t="7901" x="2595563" y="2894013"/>
          <p14:tracePt t="7909" x="2636838" y="2894013"/>
          <p14:tracePt t="7917" x="2670175" y="2894013"/>
          <p14:tracePt t="7925" x="2695575" y="2894013"/>
          <p14:tracePt t="7933" x="2720975" y="2894013"/>
          <p14:tracePt t="7941" x="2754313" y="2894013"/>
          <p14:tracePt t="7952" x="2778125" y="2894013"/>
          <p14:tracePt t="7957" x="2803525" y="2894013"/>
          <p14:tracePt t="7965" x="2852738" y="2894013"/>
          <p14:tracePt t="7973" x="2860675" y="2894013"/>
          <p14:tracePt t="7981" x="2903538" y="2894013"/>
          <p14:tracePt t="7990" x="2944813" y="2894013"/>
          <p14:tracePt t="7998" x="2978150" y="2894013"/>
          <p14:tracePt t="8006" x="3001963" y="2894013"/>
          <p14:tracePt t="8014" x="3027363" y="2894013"/>
          <p14:tracePt t="8022" x="3060700" y="2894013"/>
          <p14:tracePt t="8030" x="3086100" y="2894013"/>
          <p14:tracePt t="8039" x="3101975" y="2894013"/>
          <p14:tracePt t="8046" x="3109913" y="2894013"/>
          <p14:tracePt t="8055" x="3143250" y="2901950"/>
          <p14:tracePt t="8072" x="3160713" y="2901950"/>
          <p14:tracePt t="8159" x="3143250" y="2901950"/>
          <p14:tracePt t="8167" x="3127375" y="2901950"/>
          <p14:tracePt t="8175" x="3086100" y="2901950"/>
          <p14:tracePt t="8183" x="3060700" y="2901950"/>
          <p14:tracePt t="8191" x="3019425" y="2901950"/>
          <p14:tracePt t="8199" x="2919413" y="2901950"/>
          <p14:tracePt t="8207" x="2852738" y="2901950"/>
          <p14:tracePt t="8216" x="2778125" y="2901950"/>
          <p14:tracePt t="8224" x="2736850" y="2901950"/>
          <p14:tracePt t="8232" x="2636838" y="2901950"/>
          <p14:tracePt t="8240" x="2571750" y="2894013"/>
          <p14:tracePt t="8248" x="2497138" y="2894013"/>
          <p14:tracePt t="8256" x="2430463" y="2878138"/>
          <p14:tracePt t="8264" x="2371725" y="2860675"/>
          <p14:tracePt t="8272" x="2305050" y="2860675"/>
          <p14:tracePt t="8280" x="2247900" y="2852738"/>
          <p14:tracePt t="8289" x="2189163" y="2836863"/>
          <p14:tracePt t="8296" x="2147888" y="2819400"/>
          <p14:tracePt t="8306" x="2106613" y="2811463"/>
          <p14:tracePt t="8312" x="2065338" y="2794000"/>
          <p14:tracePt t="8322" x="2024063" y="2778125"/>
          <p14:tracePt t="8329" x="1998663" y="2760663"/>
          <p14:tracePt t="8338" x="1965325" y="2752725"/>
          <p14:tracePt t="8345" x="1957388" y="2736850"/>
          <p14:tracePt t="8353" x="1924050" y="2736850"/>
          <p14:tracePt t="8361" x="1924050" y="2719388"/>
          <p14:tracePt t="8369" x="1916113" y="2711450"/>
          <p14:tracePt t="8377" x="1898650" y="2711450"/>
          <p14:tracePt t="8385" x="1898650" y="2695575"/>
          <p14:tracePt t="8393" x="1898650" y="2678113"/>
          <p14:tracePt t="8409" x="1898650" y="2670175"/>
          <p14:tracePt t="8417" x="1898650" y="2654300"/>
          <p14:tracePt t="8425" x="1898650" y="2628900"/>
          <p14:tracePt t="8434" x="1898650" y="2611438"/>
          <p14:tracePt t="8441" x="1916113" y="2611438"/>
          <p14:tracePt t="8450" x="1924050" y="2587625"/>
          <p14:tracePt t="8458" x="1941513" y="2570163"/>
          <p14:tracePt t="8466" x="1965325" y="2554288"/>
          <p14:tracePt t="8474" x="1982788" y="2546350"/>
          <p14:tracePt t="8482" x="1998663" y="2546350"/>
          <p14:tracePt t="8490" x="2006600" y="2528888"/>
          <p14:tracePt t="8498" x="2039938" y="2528888"/>
          <p14:tracePt t="8506" x="2081213" y="2495550"/>
          <p14:tracePt t="8514" x="2139950" y="2487613"/>
          <p14:tracePt t="8523" x="2189163" y="2487613"/>
          <p14:tracePt t="8530" x="2263775" y="2487613"/>
          <p14:tracePt t="8539" x="2363788" y="2487613"/>
          <p14:tracePt t="8547" x="2454275" y="2487613"/>
          <p14:tracePt t="8556" x="2513013" y="2487613"/>
          <p14:tracePt t="8563" x="2587625" y="2487613"/>
          <p14:tracePt t="8572" x="2679700" y="2487613"/>
          <p14:tracePt t="8579" x="2720975" y="2487613"/>
          <p14:tracePt t="8588" x="2803525" y="2487613"/>
          <p14:tracePt t="8595" x="2836863" y="2495550"/>
          <p14:tracePt t="8604" x="2878138" y="2513013"/>
          <p14:tracePt t="8611" x="2894013" y="2528888"/>
          <p14:tracePt t="8619" x="2919413" y="2554288"/>
          <p14:tracePt t="8627" x="2944813" y="2570163"/>
          <p14:tracePt t="8635" x="2960688" y="2595563"/>
          <p14:tracePt t="8644" x="2978150" y="2611438"/>
          <p14:tracePt t="8651" x="2986088" y="2611438"/>
          <p14:tracePt t="8660" x="2986088" y="2628900"/>
          <p14:tracePt t="8668" x="3001963" y="2636838"/>
          <p14:tracePt t="8676" x="3001963" y="2654300"/>
          <p14:tracePt t="8684" x="3001963" y="2670175"/>
          <p14:tracePt t="8692" x="3019425" y="2678113"/>
          <p14:tracePt t="8700" x="3019425" y="2695575"/>
          <p14:tracePt t="8716" x="3019425" y="2711450"/>
          <p14:tracePt t="8740" x="3019425" y="2719388"/>
          <p14:tracePt t="8756" x="3019425" y="2736850"/>
          <p14:tracePt t="8781" x="3019425" y="2752725"/>
          <p14:tracePt t="8870" x="3027363" y="2752725"/>
          <p14:tracePt t="8878" x="3060700" y="2760663"/>
          <p14:tracePt t="8885" x="3109913" y="2778125"/>
          <p14:tracePt t="8894" x="3184525" y="2811463"/>
          <p14:tracePt t="8902" x="3251200" y="2836863"/>
          <p14:tracePt t="8910" x="3351213" y="2878138"/>
          <p14:tracePt t="8918" x="3475038" y="2901950"/>
          <p14:tracePt t="8926" x="3598863" y="2943225"/>
          <p14:tracePt t="8934" x="3757613" y="2986088"/>
          <p14:tracePt t="8942" x="3898900" y="3027363"/>
          <p14:tracePt t="8952" x="4089400" y="3076575"/>
          <p14:tracePt t="8958" x="4246563" y="3125788"/>
          <p14:tracePt t="8967" x="4387850" y="3167063"/>
          <p14:tracePt t="8974" x="4437063" y="3184525"/>
          <p14:tracePt t="8982" x="4570413" y="3209925"/>
          <p14:tracePt t="8991" x="4660900" y="3241675"/>
          <p14:tracePt t="8999" x="4735513" y="3267075"/>
          <p14:tracePt t="9007" x="4794250" y="3284538"/>
          <p14:tracePt t="9015" x="4860925" y="3308350"/>
          <p14:tracePt t="9023" x="4902200" y="3325813"/>
          <p14:tracePt t="9031" x="4926013" y="3341688"/>
          <p14:tracePt t="9039" x="4967288" y="3349625"/>
          <p14:tracePt t="9047" x="5000625" y="3382963"/>
          <p14:tracePt t="9056" x="5026025" y="3382963"/>
          <p14:tracePt t="9063" x="5059363" y="3390900"/>
          <p14:tracePt t="9072" x="5067300" y="3408363"/>
          <p14:tracePt t="9079" x="5100638" y="3424238"/>
          <p14:tracePt t="9089" x="5108575" y="3433763"/>
          <p14:tracePt t="9105" x="5126038" y="3449638"/>
          <p14:tracePt t="9112" x="5141913" y="3449638"/>
          <p14:tracePt t="9120" x="5141913" y="3467100"/>
          <p14:tracePt t="9136" x="5149850" y="3490913"/>
          <p14:tracePt t="9144" x="5149850" y="3508375"/>
          <p14:tracePt t="9152" x="5167313" y="3516313"/>
          <p14:tracePt t="9160" x="5167313" y="3549650"/>
          <p14:tracePt t="9168" x="5167313" y="3573463"/>
          <p14:tracePt t="9176" x="5167313" y="3616325"/>
          <p14:tracePt t="9184" x="5167313" y="3673475"/>
          <p14:tracePt t="9192" x="5167313" y="3698875"/>
          <p14:tracePt t="9200" x="5167313" y="3732213"/>
          <p14:tracePt t="9209" x="5167313" y="3756025"/>
          <p14:tracePt t="9217" x="5167313" y="3773488"/>
          <p14:tracePt t="9225" x="5167313" y="3781425"/>
          <p14:tracePt t="9241" x="5167313" y="3797300"/>
          <p14:tracePt t="9257" x="5149850" y="3797300"/>
          <p14:tracePt t="9338" x="5141913" y="3781425"/>
          <p14:tracePt t="9355" x="5141913" y="3773488"/>
          <p14:tracePt t="9362" x="5141913" y="3756025"/>
          <p14:tracePt t="9378" x="5141913" y="3740150"/>
          <p14:tracePt t="9394" x="5126038" y="3740150"/>
          <p14:tracePt t="9402" x="5126038" y="3732213"/>
          <p14:tracePt t="9435" x="5126038" y="3714750"/>
          <p14:tracePt t="9483" x="5126038" y="3698875"/>
          <p14:tracePt t="9507" x="5126038" y="3690938"/>
          <p14:tracePt t="9523" x="5141913" y="3690938"/>
          <p14:tracePt t="9532" x="5149850" y="3673475"/>
          <p14:tracePt t="9540" x="5167313" y="3673475"/>
          <p14:tracePt t="9548" x="5183188" y="3673475"/>
          <p14:tracePt t="9556" x="5192713" y="3657600"/>
          <p14:tracePt t="9564" x="5208588" y="3657600"/>
          <p14:tracePt t="9573" x="5233988" y="3657600"/>
          <p14:tracePt t="9580" x="5249863" y="3648075"/>
          <p14:tracePt t="9596" x="5267325" y="3648075"/>
          <p14:tracePt t="9605" x="5275263" y="3632200"/>
          <p14:tracePt t="9612" x="5308600" y="3632200"/>
          <p14:tracePt t="9628" x="5324475" y="3632200"/>
          <p14:tracePt t="9638" x="5332413" y="3616325"/>
          <p14:tracePt t="9645" x="5349875" y="3616325"/>
          <p14:tracePt t="9652" x="5365750" y="3616325"/>
          <p14:tracePt t="9661" x="5373688" y="3606800"/>
          <p14:tracePt t="9669" x="5391150" y="3606800"/>
          <p14:tracePt t="9677" x="5407025" y="3606800"/>
          <p14:tracePt t="9693" x="5416550" y="3590925"/>
          <p14:tracePt t="9717" x="5432425" y="3590925"/>
          <p14:tracePt t="9790" x="5416550" y="3590925"/>
          <p14:tracePt t="9806" x="5407025" y="3590925"/>
          <p14:tracePt t="9814" x="5373688" y="3573463"/>
          <p14:tracePt t="9822" x="5365750" y="3573463"/>
          <p14:tracePt t="9830" x="5349875" y="3573463"/>
          <p14:tracePt t="9839" x="5324475" y="3565525"/>
          <p14:tracePt t="9846" x="5291138" y="3565525"/>
          <p14:tracePt t="9856" x="5275263" y="3549650"/>
          <p14:tracePt t="9862" x="5267325" y="3532188"/>
          <p14:tracePt t="9872" x="5249863" y="3516313"/>
          <p14:tracePt t="9879" x="5233988" y="3508375"/>
          <p14:tracePt t="9888" x="5224463" y="3490913"/>
          <p14:tracePt t="9895" x="5208588" y="3475038"/>
          <p14:tracePt t="9903" x="5192713" y="3467100"/>
          <p14:tracePt t="9911" x="5192713" y="3449638"/>
          <p14:tracePt t="9919" x="5183188" y="3433763"/>
          <p14:tracePt t="9927" x="5183188" y="3424238"/>
          <p14:tracePt t="9935" x="5183188" y="3408363"/>
          <p14:tracePt t="9943" x="5183188" y="3382963"/>
          <p14:tracePt t="9952" x="5167313" y="3367088"/>
          <p14:tracePt t="9959" x="5167313" y="3349625"/>
          <p14:tracePt t="9967" x="5167313" y="3325813"/>
          <p14:tracePt t="9975" x="5167313" y="3308350"/>
          <p14:tracePt t="9984" x="5167313" y="3284538"/>
          <p14:tracePt t="9992" x="5167313" y="3251200"/>
          <p14:tracePt t="10008" x="5167313" y="3225800"/>
          <p14:tracePt t="10016" x="5167313" y="3200400"/>
          <p14:tracePt t="10024" x="5183188" y="3184525"/>
          <p14:tracePt t="10032" x="5183188" y="3167063"/>
          <p14:tracePt t="10040" x="5192713" y="3159125"/>
          <p14:tracePt t="10048" x="5208588" y="3125788"/>
          <p14:tracePt t="10056" x="5224463" y="3125788"/>
          <p14:tracePt t="10064" x="5249863" y="3117850"/>
          <p14:tracePt t="10072" x="5267325" y="3101975"/>
          <p14:tracePt t="10089" x="5275263" y="3084513"/>
          <p14:tracePt t="10096" x="5308600" y="3084513"/>
          <p14:tracePt t="10105" x="5324475" y="3084513"/>
          <p14:tracePt t="10122" x="5332413" y="3084513"/>
          <p14:tracePt t="10129" x="5349875" y="3084513"/>
          <p14:tracePt t="10138" x="5373688" y="3084513"/>
          <p14:tracePt t="10145" x="5391150" y="3084513"/>
          <p14:tracePt t="10155" x="5407025" y="3084513"/>
          <p14:tracePt t="10161" x="5432425" y="3084513"/>
          <p14:tracePt t="10169" x="5448300" y="3084513"/>
          <p14:tracePt t="10177" x="5473700" y="3101975"/>
          <p14:tracePt t="10185" x="5499100" y="3125788"/>
          <p14:tracePt t="10194" x="5532438" y="3143250"/>
          <p14:tracePt t="10201" x="5540375" y="3167063"/>
          <p14:tracePt t="10210" x="5573713" y="3200400"/>
          <p14:tracePt t="10218" x="5589588" y="3241675"/>
          <p14:tracePt t="10226" x="5614988" y="3292475"/>
          <p14:tracePt t="10234" x="5630863" y="3325813"/>
          <p14:tracePt t="10242" x="5656263" y="3424238"/>
          <p14:tracePt t="10250" x="5673725" y="3490913"/>
          <p14:tracePt t="10258" x="5673725" y="3573463"/>
          <p14:tracePt t="10266" x="5673725" y="3606800"/>
          <p14:tracePt t="10274" x="5673725" y="3657600"/>
          <p14:tracePt t="10282" x="5673725" y="3714750"/>
          <p14:tracePt t="10290" x="5673725" y="3740150"/>
          <p14:tracePt t="10298" x="5640388" y="3781425"/>
          <p14:tracePt t="10306" x="5630863" y="3814763"/>
          <p14:tracePt t="10323" x="5599113" y="3830638"/>
          <p14:tracePt t="10331" x="5589588" y="3840163"/>
          <p14:tracePt t="10347" x="5573713" y="3840163"/>
          <p14:tracePt t="10356" x="5540375" y="3840163"/>
          <p14:tracePt t="10363" x="5532438" y="3840163"/>
          <p14:tracePt t="10372" x="5491163" y="3840163"/>
          <p14:tracePt t="10379" x="5448300" y="3840163"/>
          <p14:tracePt t="10389" x="5407025" y="3814763"/>
          <p14:tracePt t="10395" x="5324475" y="3773488"/>
          <p14:tracePt t="10405" x="5291138" y="3740150"/>
          <p14:tracePt t="10412" x="5249863" y="3714750"/>
          <p14:tracePt t="10420" x="5208588" y="3690938"/>
          <p14:tracePt t="10428" x="5167313" y="3648075"/>
          <p14:tracePt t="10436" x="5126038" y="3606800"/>
          <p14:tracePt t="10444" x="5100638" y="3573463"/>
          <p14:tracePt t="10452" x="5084763" y="3532188"/>
          <p14:tracePt t="10460" x="5084763" y="3516313"/>
          <p14:tracePt t="10468" x="5067300" y="3475038"/>
          <p14:tracePt t="10476" x="5067300" y="3467100"/>
          <p14:tracePt t="10484" x="5067300" y="3424238"/>
          <p14:tracePt t="10492" x="5067300" y="3390900"/>
          <p14:tracePt t="10500" x="5067300" y="3382963"/>
          <p14:tracePt t="10508" x="5067300" y="3341688"/>
          <p14:tracePt t="10516" x="5100638" y="3308350"/>
          <p14:tracePt t="10524" x="5126038" y="3284538"/>
          <p14:tracePt t="10532" x="5149850" y="3251200"/>
          <p14:tracePt t="10541" x="5192713" y="3241675"/>
          <p14:tracePt t="10549" x="5233988" y="3225800"/>
          <p14:tracePt t="10557" x="5291138" y="3200400"/>
          <p14:tracePt t="10565" x="5349875" y="3184525"/>
          <p14:tracePt t="10573" x="5391150" y="3184525"/>
          <p14:tracePt t="10581" x="5473700" y="3184525"/>
          <p14:tracePt t="10589" x="5514975" y="3184525"/>
          <p14:tracePt t="10597" x="5614988" y="3184525"/>
          <p14:tracePt t="10605" x="5656263" y="3184525"/>
          <p14:tracePt t="10613" x="5756275" y="3184525"/>
          <p14:tracePt t="10623" x="5780088" y="3200400"/>
          <p14:tracePt t="10629" x="5822950" y="3241675"/>
          <p14:tracePt t="10639" x="5864225" y="3284538"/>
          <p14:tracePt t="10646" x="5905500" y="3341688"/>
          <p14:tracePt t="10656" x="5938838" y="3382963"/>
          <p14:tracePt t="10662" x="5962650" y="3424238"/>
          <p14:tracePt t="10672" x="5980113" y="3516313"/>
          <p14:tracePt t="10678" x="5980113" y="3590925"/>
          <p14:tracePt t="10689" x="5980113" y="3690938"/>
          <p14:tracePt t="10694" x="5980113" y="3781425"/>
          <p14:tracePt t="10706" x="5980113" y="3881438"/>
          <p14:tracePt t="10710" x="5962650" y="3922713"/>
          <p14:tracePt t="10722" x="5921375" y="3997325"/>
          <p14:tracePt t="10726" x="5897563" y="4064000"/>
          <p14:tracePt t="10739" x="5864225" y="4105275"/>
          <p14:tracePt t="10742" x="5822950" y="4146550"/>
          <p14:tracePt t="10756" x="5805488" y="4162425"/>
          <p14:tracePt t="10758" x="5805488" y="4179888"/>
          <p14:tracePt t="10772" x="5780088" y="4179888"/>
          <p14:tracePt t="10775" x="5764213" y="4187825"/>
          <p14:tracePt t="10791" x="5756275" y="4187825"/>
          <p14:tracePt t="10805" x="5738813" y="4187825"/>
          <p14:tracePt t="10824" x="5722938" y="4187825"/>
          <p14:tracePt t="10840" x="5715000" y="4179888"/>
          <p14:tracePt t="10856" x="5715000" y="4162425"/>
          <p14:tracePt t="10880" x="5715000" y="4146550"/>
          <p14:tracePt t="10896" x="5715000" y="4138613"/>
          <p14:tracePt t="10912" x="5722938" y="4138613"/>
          <p14:tracePt t="10921" x="5722938" y="4121150"/>
          <p14:tracePt t="10928" x="5738813" y="4105275"/>
          <p14:tracePt t="10936" x="5756275" y="4105275"/>
          <p14:tracePt t="10944" x="5764213" y="4097338"/>
          <p14:tracePt t="10953" x="5780088" y="4097338"/>
          <p14:tracePt t="10960" x="5797550" y="4097338"/>
          <p14:tracePt t="10976" x="5805488" y="4079875"/>
          <p14:tracePt t="11074" x="5805488" y="4064000"/>
          <p14:tracePt t="11122" x="5797550" y="4046538"/>
          <p14:tracePt t="11139" x="5780088" y="4038600"/>
          <p14:tracePt t="11156" x="5764213" y="4038600"/>
          <p14:tracePt t="11162" x="5738813" y="4038600"/>
          <p14:tracePt t="11172" x="5722938" y="4021138"/>
          <p14:tracePt t="11178" x="5697538" y="4021138"/>
          <p14:tracePt t="11186" x="5656263" y="4005263"/>
          <p14:tracePt t="11194" x="5599113" y="3979863"/>
          <p14:tracePt t="11203" x="5532438" y="3963988"/>
          <p14:tracePt t="11211" x="5491163" y="3938588"/>
          <p14:tracePt t="11219" x="5448300" y="3922713"/>
          <p14:tracePt t="11227" x="5391150" y="3897313"/>
          <p14:tracePt t="11235" x="5349875" y="3871913"/>
          <p14:tracePt t="11243" x="5308600" y="3840163"/>
          <p14:tracePt t="11251" x="5275263" y="3814763"/>
          <p14:tracePt t="11259" x="5275263" y="3797300"/>
          <p14:tracePt t="11267" x="5267325" y="3781425"/>
          <p14:tracePt t="11275" x="5267325" y="3773488"/>
          <p14:tracePt t="11283" x="5267325" y="3756025"/>
          <p14:tracePt t="11291" x="5267325" y="3740150"/>
          <p14:tracePt t="11308" x="5267325" y="3732213"/>
          <p14:tracePt t="11316" x="5267325" y="3714750"/>
          <p14:tracePt t="11324" x="5291138" y="3698875"/>
          <p14:tracePt t="11332" x="5324475" y="3690938"/>
          <p14:tracePt t="11340" x="5332413" y="3673475"/>
          <p14:tracePt t="11348" x="5365750" y="3657600"/>
          <p14:tracePt t="11356" x="5373688" y="3648075"/>
          <p14:tracePt t="11364" x="5407025" y="3632200"/>
          <p14:tracePt t="11373" x="5432425" y="3616325"/>
          <p14:tracePt t="11380" x="5448300" y="3606800"/>
          <p14:tracePt t="11389" x="5457825" y="3606800"/>
          <p14:tracePt t="11396" x="5457825" y="3590925"/>
          <p14:tracePt t="11406" x="5473700" y="3590925"/>
          <p14:tracePt t="11422" x="5473700" y="3573463"/>
          <p14:tracePt t="11438" x="5432425" y="3565525"/>
          <p14:tracePt t="11445" x="5365750" y="3549650"/>
          <p14:tracePt t="11453" x="5141913" y="3516313"/>
          <p14:tracePt t="11461" x="5041900" y="3508375"/>
          <p14:tracePt t="11469" x="4818063" y="3475038"/>
          <p14:tracePt t="11477" x="4570413" y="3467100"/>
          <p14:tracePt t="11485" x="4305300" y="3433763"/>
          <p14:tracePt t="11493" x="4048125" y="3408363"/>
          <p14:tracePt t="11501" x="3781425" y="3390900"/>
          <p14:tracePt t="11509" x="3716338" y="3382963"/>
          <p14:tracePt t="11517" x="3533775" y="3367088"/>
          <p14:tracePt t="11526" x="3375025" y="3341688"/>
          <p14:tracePt t="11533" x="3251200" y="3325813"/>
          <p14:tracePt t="11542" x="3127375" y="3292475"/>
          <p14:tracePt t="11550" x="3027363" y="3267075"/>
          <p14:tracePt t="11558" x="2960688" y="3241675"/>
          <p14:tracePt t="11566" x="2903538" y="3225800"/>
          <p14:tracePt t="11574" x="2836863" y="3200400"/>
          <p14:tracePt t="11582" x="2778125" y="3184525"/>
          <p14:tracePt t="11590" x="2754313" y="3159125"/>
          <p14:tracePt t="11598" x="2695575" y="3125788"/>
          <p14:tracePt t="11606" x="2670175" y="3117850"/>
          <p14:tracePt t="11614" x="2636838" y="3101975"/>
          <p14:tracePt t="11623" x="2613025" y="3084513"/>
          <p14:tracePt t="11630" x="2595563" y="3084513"/>
          <p14:tracePt t="11639" x="2587625" y="3076575"/>
          <p14:tracePt t="11647" x="2571750" y="3076575"/>
          <p14:tracePt t="11663" x="2554288" y="3076575"/>
          <p14:tracePt t="11672" x="2538413" y="3076575"/>
          <p14:tracePt t="11703" x="2528888" y="3076575"/>
          <p14:tracePt t="11743" x="2513013" y="3076575"/>
          <p14:tracePt t="11833" x="2528888" y="3076575"/>
          <p14:tracePt t="11840" x="2528888" y="3060700"/>
          <p14:tracePt t="11873" x="2538413" y="3060700"/>
          <p14:tracePt t="11913" x="2554288" y="3060700"/>
          <p14:tracePt t="11929" x="2571750" y="3043238"/>
          <p14:tracePt t="11939" x="2595563" y="3043238"/>
          <p14:tracePt t="11945" x="2628900" y="3043238"/>
          <p14:tracePt t="11955" x="2670175" y="3043238"/>
          <p14:tracePt t="11962" x="2736850" y="3043238"/>
          <p14:tracePt t="11970" x="2836863" y="3043238"/>
          <p14:tracePt t="11978" x="2960688" y="3027363"/>
          <p14:tracePt t="11986" x="3068638" y="3027363"/>
          <p14:tracePt t="11994" x="3267075" y="3001963"/>
          <p14:tracePt t="12002" x="3475038" y="3001963"/>
          <p14:tracePt t="12010" x="3698875" y="2986088"/>
          <p14:tracePt t="12018" x="3922713" y="2976563"/>
          <p14:tracePt t="12026" x="4105275" y="2943225"/>
          <p14:tracePt t="12034" x="4287838" y="2935288"/>
          <p14:tracePt t="12042" x="4437063" y="2919413"/>
          <p14:tracePt t="12050" x="4594225" y="2919413"/>
          <p14:tracePt t="12058" x="4719638" y="2901950"/>
          <p14:tracePt t="12067" x="4776788" y="2901950"/>
          <p14:tracePt t="12074" x="4884738" y="2878138"/>
          <p14:tracePt t="12083" x="4984750" y="2878138"/>
          <p14:tracePt t="12091" x="5059363" y="2878138"/>
          <p14:tracePt t="12099" x="5108575" y="2878138"/>
          <p14:tracePt t="12107" x="5167313" y="2878138"/>
          <p14:tracePt t="12115" x="5224463" y="2878138"/>
          <p14:tracePt t="12123" x="5233988" y="2878138"/>
          <p14:tracePt t="12131" x="5267325" y="2878138"/>
          <p14:tracePt t="12139" x="5275263" y="2878138"/>
          <p14:tracePt t="12163" x="5291138" y="2878138"/>
          <p14:tracePt t="12212" x="5275263" y="2878138"/>
          <p14:tracePt t="12221" x="5249863" y="2878138"/>
          <p14:tracePt t="12228" x="5192713" y="2878138"/>
          <p14:tracePt t="12236" x="5067300" y="2878138"/>
          <p14:tracePt t="12244" x="4943475" y="2878138"/>
          <p14:tracePt t="12252" x="4794250" y="2878138"/>
          <p14:tracePt t="12260" x="4611688" y="2878138"/>
          <p14:tracePt t="12268" x="4454525" y="2878138"/>
          <p14:tracePt t="12277" x="4271963" y="2878138"/>
          <p14:tracePt t="12284" x="4089400" y="2878138"/>
          <p14:tracePt t="12292" x="3906838" y="2878138"/>
          <p14:tracePt t="12301" x="3757613" y="2901950"/>
          <p14:tracePt t="12309" x="3690938" y="2901950"/>
          <p14:tracePt t="12317" x="3557588" y="2901950"/>
          <p14:tracePt t="12325" x="3467100" y="2901950"/>
          <p14:tracePt t="12333" x="3392488" y="2901950"/>
          <p14:tracePt t="12341" x="3333750" y="2901950"/>
          <p14:tracePt t="12349" x="3292475" y="2901950"/>
          <p14:tracePt t="12357" x="3284538" y="2901950"/>
          <p14:tracePt t="12365" x="3251200" y="2901950"/>
          <p14:tracePt t="12438" x="3267075" y="2901950"/>
          <p14:tracePt t="12446" x="3292475" y="2894013"/>
          <p14:tracePt t="12457" x="3351213" y="2894013"/>
          <p14:tracePt t="12462" x="3425825" y="2894013"/>
          <p14:tracePt t="12470" x="3549650" y="2894013"/>
          <p14:tracePt t="12489" x="3856038" y="2878138"/>
          <p14:tracePt t="12494" x="4079875" y="2878138"/>
          <p14:tracePt t="12506" x="4287838" y="2878138"/>
          <p14:tracePt t="12511" x="4511675" y="2878138"/>
          <p14:tracePt t="12523" x="4818063" y="2878138"/>
          <p14:tracePt t="12527" x="5067300" y="2878138"/>
          <p14:tracePt t="12538" x="5291138" y="2878138"/>
          <p14:tracePt t="12543" x="5514975" y="2878138"/>
          <p14:tracePt t="12556" x="5673725" y="2878138"/>
          <p14:tracePt t="12559" x="5738813" y="2878138"/>
          <p14:tracePt t="12572" x="5864225" y="2894013"/>
          <p14:tracePt t="12575" x="5980113" y="2901950"/>
          <p14:tracePt t="12589" x="6062663" y="2919413"/>
          <p14:tracePt t="12592" x="6129338" y="2935288"/>
          <p14:tracePt t="12605" x="6186488" y="2935288"/>
          <p14:tracePt t="12608" x="6203950" y="2943225"/>
          <p14:tracePt t="12622" x="6229350" y="2943225"/>
          <p14:tracePt t="12624" x="6253163" y="2960688"/>
          <p14:tracePt t="12640" x="6270625" y="2960688"/>
          <p14:tracePt t="12720" x="6245225" y="2960688"/>
          <p14:tracePt t="12728" x="6145213" y="2976563"/>
          <p14:tracePt t="13003" x="6270625" y="2976563"/>
          <p14:tracePt t="13011" x="6394450" y="2976563"/>
          <p14:tracePt t="13019" x="6551613" y="2976563"/>
          <p14:tracePt t="13027" x="6700838" y="2976563"/>
          <p14:tracePt t="13035" x="6859588" y="2976563"/>
          <p14:tracePt t="13056" x="7232650" y="2976563"/>
          <p14:tracePt t="13060" x="7497763" y="2976563"/>
          <p14:tracePt t="13072" x="7572375" y="2976563"/>
          <p14:tracePt t="13076" x="7721600" y="2976563"/>
          <p14:tracePt t="13089" x="7837488" y="2976563"/>
          <p14:tracePt t="13092" x="7920038" y="2976563"/>
          <p14:tracePt t="13105" x="7986713" y="2976563"/>
          <p14:tracePt t="13108" x="8020050" y="2976563"/>
          <p14:tracePt t="13123" x="8045450" y="2976563"/>
          <p14:tracePt t="13125" x="8061325" y="2976563"/>
          <p14:tracePt t="13138" x="8069263" y="2976563"/>
          <p14:tracePt t="13157" x="8086725" y="2976563"/>
          <p14:tracePt t="13213" x="8069263" y="2976563"/>
          <p14:tracePt t="13222" x="8061325" y="2976563"/>
          <p14:tracePt t="13229" x="8020050" y="2976563"/>
          <p14:tracePt t="13238" x="7962900" y="2976563"/>
          <p14:tracePt t="13245" x="7886700" y="2976563"/>
          <p14:tracePt t="13254" x="7796213" y="2976563"/>
          <p14:tracePt t="13261" x="7662863" y="2976563"/>
          <p14:tracePt t="13269" x="7513638" y="2976563"/>
          <p14:tracePt t="13278" x="7373938" y="2976563"/>
          <p14:tracePt t="13285" x="7224713" y="2976563"/>
          <p14:tracePt t="13293" x="7065963" y="2976563"/>
          <p14:tracePt t="13302" x="6916738" y="2976563"/>
          <p14:tracePt t="13310" x="6784975" y="2976563"/>
          <p14:tracePt t="13318" x="6734175" y="2976563"/>
          <p14:tracePt t="13326" x="6651625" y="2976563"/>
          <p14:tracePt t="13334" x="6551613" y="2976563"/>
          <p14:tracePt t="13342" x="6494463" y="2976563"/>
          <p14:tracePt t="13350" x="6435725" y="2976563"/>
          <p14:tracePt t="13358" x="6394450" y="2976563"/>
          <p14:tracePt t="13366" x="6386513" y="2976563"/>
          <p14:tracePt t="13374" x="6369050" y="2976563"/>
          <p14:tracePt t="13447" x="6386513" y="2976563"/>
          <p14:tracePt t="13456" x="6394450" y="2976563"/>
          <p14:tracePt t="13463" x="6411913" y="2960688"/>
          <p14:tracePt t="13479" x="6427788" y="2960688"/>
          <p14:tracePt t="13489" x="6435725" y="2960688"/>
          <p14:tracePt t="13495" x="6435725" y="2943225"/>
          <p14:tracePt t="13505" x="6453188" y="2943225"/>
          <p14:tracePt t="13528" x="6469063" y="2943225"/>
          <p14:tracePt t="13608" x="6453188" y="2943225"/>
          <p14:tracePt t="13625" x="6435725" y="2943225"/>
          <p14:tracePt t="13633" x="6427788" y="2943225"/>
          <p14:tracePt t="13641" x="6411913" y="2943225"/>
          <p14:tracePt t="13649" x="6386513" y="2943225"/>
          <p14:tracePt t="13657" x="6369050" y="2943225"/>
          <p14:tracePt t="13665" x="6327775" y="2943225"/>
          <p14:tracePt t="13673" x="6294438" y="2943225"/>
          <p14:tracePt t="13681" x="6253163" y="2943225"/>
          <p14:tracePt t="13689" x="6203950" y="2943225"/>
          <p14:tracePt t="13697" x="6170613" y="2943225"/>
          <p14:tracePt t="13706" x="6121400" y="2943225"/>
          <p14:tracePt t="13713" x="6070600" y="2943225"/>
          <p14:tracePt t="13722" x="6046788" y="2943225"/>
          <p14:tracePt t="13729" x="6005513" y="2943225"/>
          <p14:tracePt t="13739" x="5988050" y="2943225"/>
          <p14:tracePt t="13746" x="5962650" y="2943225"/>
          <p14:tracePt t="13755" x="5946775" y="2943225"/>
          <p14:tracePt t="13762" x="5938838" y="2960688"/>
          <p14:tracePt t="13834" x="5946775" y="2960688"/>
          <p14:tracePt t="13843" x="5980113" y="2960688"/>
          <p14:tracePt t="13851" x="5988050" y="2960688"/>
          <p14:tracePt t="13859" x="6046788" y="2960688"/>
          <p14:tracePt t="13867" x="6103938" y="2960688"/>
          <p14:tracePt t="13875" x="6162675" y="2960688"/>
          <p14:tracePt t="13883" x="6253163" y="2960688"/>
          <p14:tracePt t="13891" x="6369050" y="2960688"/>
          <p14:tracePt t="13899" x="6518275" y="2960688"/>
          <p14:tracePt t="13907" x="6677025" y="2960688"/>
          <p14:tracePt t="13915" x="6826250" y="2960688"/>
          <p14:tracePt t="13923" x="6983413" y="2976563"/>
          <p14:tracePt t="13931" x="7132638" y="2986088"/>
          <p14:tracePt t="13940" x="7289800" y="3017838"/>
          <p14:tracePt t="13953" x="7397750" y="3017838"/>
          <p14:tracePt t="13956" x="7456488" y="3017838"/>
          <p14:tracePt t="13964" x="7556500" y="3017838"/>
          <p14:tracePt t="13972" x="7621588" y="3017838"/>
          <p14:tracePt t="13980" x="7705725" y="3017838"/>
          <p14:tracePt t="13989" x="7754938" y="3017838"/>
          <p14:tracePt t="13996" x="7796213" y="3017838"/>
          <p14:tracePt t="14006" x="7821613" y="3017838"/>
          <p14:tracePt t="14012" x="7845425" y="3017838"/>
          <p14:tracePt t="14022" x="7862888" y="3017838"/>
          <p14:tracePt t="14028" x="7878763" y="3017838"/>
          <p14:tracePt t="14052" x="7886700" y="3017838"/>
          <p14:tracePt t="14085" x="7878763" y="3017838"/>
          <p14:tracePt t="14093" x="7862888" y="3017838"/>
          <p14:tracePt t="14101" x="7837488" y="3017838"/>
          <p14:tracePt t="14109" x="7804150" y="3017838"/>
          <p14:tracePt t="14117" x="7762875" y="3017838"/>
          <p14:tracePt t="14125" x="7705725" y="3017838"/>
          <p14:tracePt t="14133" x="7680325" y="3017838"/>
          <p14:tracePt t="14141" x="7639050" y="3017838"/>
          <p14:tracePt t="14149" x="7613650" y="3017838"/>
          <p14:tracePt t="14157" x="7580313" y="3017838"/>
          <p14:tracePt t="14166" x="7539038" y="3017838"/>
          <p14:tracePt t="14173" x="7531100" y="3017838"/>
          <p14:tracePt t="14182" x="7497763" y="3017838"/>
          <p14:tracePt t="14190" x="7489825" y="3017838"/>
          <p14:tracePt t="14198" x="7472363" y="3017838"/>
          <p14:tracePt t="14206" x="7456488" y="3017838"/>
          <p14:tracePt t="14214" x="7439025" y="3027363"/>
          <p14:tracePt t="14230" x="7431088" y="3027363"/>
          <p14:tracePt t="14303" x="7439025" y="3027363"/>
          <p14:tracePt t="14319" x="7456488" y="3027363"/>
          <p14:tracePt t="14327" x="7472363" y="3027363"/>
          <p14:tracePt t="14335" x="7497763" y="3027363"/>
          <p14:tracePt t="14356" x="7621588" y="3027363"/>
          <p14:tracePt t="14359" x="7721600" y="3027363"/>
          <p14:tracePt t="14372" x="7804150" y="3027363"/>
          <p14:tracePt t="14375" x="7845425" y="3027363"/>
          <p14:tracePt t="14389" x="7945438" y="3027363"/>
          <p14:tracePt t="14391" x="8020050" y="3043238"/>
          <p14:tracePt t="14405" x="8086725" y="3060700"/>
          <p14:tracePt t="14408" x="8169275" y="3060700"/>
          <p14:tracePt t="14422" x="8210550" y="3060700"/>
          <p14:tracePt t="14425" x="8251825" y="3076575"/>
          <p14:tracePt t="14439" x="8285163" y="3084513"/>
          <p14:tracePt t="14440" x="8310563" y="3084513"/>
          <p14:tracePt t="14448" x="8326438" y="3084513"/>
          <p14:tracePt t="14456" x="8335963" y="3084513"/>
          <p14:tracePt t="14480" x="8351838" y="3084513"/>
          <p14:tracePt t="14545" x="8293100" y="3084513"/>
          <p14:tracePt t="14553" x="8235950" y="3084513"/>
          <p14:tracePt t="14561" x="8143875" y="3084513"/>
          <p14:tracePt t="14569" x="8027988" y="3084513"/>
          <p14:tracePt t="14589" x="7654925" y="3084513"/>
          <p14:tracePt t="14593" x="7472363" y="3084513"/>
          <p14:tracePt t="14606" x="7289800" y="3084513"/>
          <p14:tracePt t="14609" x="7065963" y="3084513"/>
          <p14:tracePt t="14622" x="6842125" y="3117850"/>
          <p14:tracePt t="14625" x="6618288" y="3125788"/>
          <p14:tracePt t="14638" x="6551613" y="3125788"/>
          <p14:tracePt t="14642" x="6427788" y="3143250"/>
          <p14:tracePt t="14656" x="6327775" y="3143250"/>
          <p14:tracePt t="14659" x="6253163" y="3143250"/>
          <p14:tracePt t="14672" x="6203950" y="3143250"/>
          <p14:tracePt t="14675" x="6186488" y="3143250"/>
          <p14:tracePt t="14689" x="6170613" y="3143250"/>
          <p14:tracePt t="14739" x="6203950" y="3143250"/>
          <p14:tracePt t="14747" x="6253163" y="3143250"/>
          <p14:tracePt t="14756" x="6327775" y="3125788"/>
          <p14:tracePt t="14763" x="6427788" y="3117850"/>
          <p14:tracePt t="14772" x="6577013" y="3101975"/>
          <p14:tracePt t="14779" x="6883400" y="3076575"/>
          <p14:tracePt t="14788" x="7132638" y="3060700"/>
          <p14:tracePt t="14795" x="7289800" y="3060700"/>
          <p14:tracePt t="14805" x="7597775" y="3060700"/>
          <p14:tracePt t="14811" x="7862888" y="3060700"/>
          <p14:tracePt t="14819" x="8069263" y="3060700"/>
          <p14:tracePt t="14827" x="8293100" y="3060700"/>
          <p14:tracePt t="14835" x="8451850" y="3060700"/>
          <p14:tracePt t="14844" x="8518525" y="3060700"/>
          <p14:tracePt t="14851" x="8642350" y="3060700"/>
          <p14:tracePt t="14860" x="8716963" y="3060700"/>
          <p14:tracePt t="14868" x="8783638" y="3060700"/>
          <p14:tracePt t="14876" x="8824913" y="3076575"/>
          <p14:tracePt t="14884" x="8866188" y="3076575"/>
          <p14:tracePt t="14892" x="8882063" y="3084513"/>
          <p14:tracePt t="14900" x="8899525" y="3084513"/>
          <p14:tracePt t="14916" x="8907463" y="3084513"/>
          <p14:tracePt t="14965" x="8899525" y="3084513"/>
          <p14:tracePt t="14973" x="8866188" y="3084513"/>
          <p14:tracePt t="14981" x="8816975" y="3084513"/>
          <p14:tracePt t="14989" x="8716963" y="3084513"/>
          <p14:tracePt t="14997" x="8593138" y="3084513"/>
          <p14:tracePt t="15005" x="8434388" y="3084513"/>
          <p14:tracePt t="15013" x="8210550" y="3084513"/>
          <p14:tracePt t="15022" x="8004175" y="3084513"/>
          <p14:tracePt t="15029" x="7737475" y="3084513"/>
          <p14:tracePt t="15039" x="7472363" y="3084513"/>
          <p14:tracePt t="15045" x="7224713" y="3084513"/>
          <p14:tracePt t="15055" x="6958013" y="3084513"/>
          <p14:tracePt t="15062" x="6659563" y="3084513"/>
          <p14:tracePt t="15070" x="6435725" y="3101975"/>
          <p14:tracePt t="15078" x="6253163" y="3117850"/>
          <p14:tracePt t="15086" x="6170613" y="3117850"/>
          <p14:tracePt t="15094" x="6029325" y="3117850"/>
          <p14:tracePt t="15102" x="5938838" y="3117850"/>
          <p14:tracePt t="15110" x="5838825" y="3117850"/>
          <p14:tracePt t="15118" x="5780088" y="3117850"/>
          <p14:tracePt t="15126" x="5738813" y="3117850"/>
          <p14:tracePt t="15134" x="5722938" y="3117850"/>
          <p14:tracePt t="15142" x="5715000" y="3117850"/>
          <p14:tracePt t="15207" x="5722938" y="3117850"/>
          <p14:tracePt t="15215" x="5764213" y="3117850"/>
          <p14:tracePt t="15224" x="5822950" y="3117850"/>
          <p14:tracePt t="15231" x="5921375" y="3117850"/>
          <p14:tracePt t="15239" x="6046788" y="3117850"/>
          <p14:tracePt t="15256" x="6353175" y="3117850"/>
          <p14:tracePt t="15263" x="6535738" y="3117850"/>
          <p14:tracePt t="15273" x="6692900" y="3117850"/>
          <p14:tracePt t="15280" x="6867525" y="3117850"/>
          <p14:tracePt t="15289" x="7050088" y="3117850"/>
          <p14:tracePt t="15296" x="7207250" y="3117850"/>
          <p14:tracePt t="15305" x="7265988" y="3117850"/>
          <p14:tracePt t="15312" x="7356475" y="3125788"/>
          <p14:tracePt t="15322" x="7456488" y="3143250"/>
          <p14:tracePt t="15328" x="7497763" y="3143250"/>
          <p14:tracePt t="15339" x="7539038" y="3159125"/>
          <p14:tracePt t="15344" x="7556500" y="3159125"/>
          <p14:tracePt t="15355" x="7580313" y="3167063"/>
          <p14:tracePt t="15368" x="7597775" y="3167063"/>
          <p14:tracePt t="15409" x="7572375" y="3167063"/>
          <p14:tracePt t="15417" x="7513638" y="3184525"/>
          <p14:tracePt t="15425" x="7415213" y="3184525"/>
          <p14:tracePt t="15433" x="7265988" y="3200400"/>
          <p14:tracePt t="15441" x="7107238" y="3209925"/>
          <p14:tracePt t="15449" x="6718300" y="3241675"/>
          <p14:tracePt t="15457" x="6311900" y="3267075"/>
          <p14:tracePt t="15465" x="5921375" y="3292475"/>
          <p14:tracePt t="15473" x="5416550" y="3349625"/>
          <p14:tracePt t="15481" x="4918075" y="3382963"/>
          <p14:tracePt t="15489" x="4411663" y="3408363"/>
          <p14:tracePt t="15497" x="4187825" y="3408363"/>
          <p14:tracePt t="15506" x="3740150" y="3433763"/>
          <p14:tracePt t="15514" x="3392488" y="3433763"/>
          <p14:tracePt t="15522" x="3127375" y="3433763"/>
          <p14:tracePt t="15530" x="3060700" y="3433763"/>
          <p14:tracePt t="15539" x="2878138" y="3433763"/>
          <p14:tracePt t="15546" x="2754313" y="3433763"/>
          <p14:tracePt t="15556" x="2628900" y="3433763"/>
          <p14:tracePt t="15562" x="2554288" y="3433763"/>
          <p14:tracePt t="15571" x="2487613" y="3433763"/>
          <p14:tracePt t="15578" x="2430463" y="3433763"/>
          <p14:tracePt t="15586" x="2389188" y="3449638"/>
          <p14:tracePt t="15594" x="2363788" y="3449638"/>
          <p14:tracePt t="15602" x="2330450" y="3449638"/>
          <p14:tracePt t="15611" x="2322513" y="3449638"/>
          <p14:tracePt t="15619" x="2289175" y="3449638"/>
          <p14:tracePt t="15627" x="2273300" y="3449638"/>
          <p14:tracePt t="15635" x="2263775" y="3467100"/>
          <p14:tracePt t="15732" x="2273300" y="3467100"/>
          <p14:tracePt t="15740" x="2289175" y="3467100"/>
          <p14:tracePt t="15748" x="2347913" y="3467100"/>
          <p14:tracePt t="15756" x="2413000" y="3467100"/>
          <p14:tracePt t="15764" x="2513013" y="3467100"/>
          <p14:tracePt t="15772" x="2636838" y="3467100"/>
          <p14:tracePt t="15780" x="2762250" y="3467100"/>
          <p14:tracePt t="15789" x="2944813" y="3467100"/>
          <p14:tracePt t="15796" x="3127375" y="3467100"/>
          <p14:tracePt t="15805" x="3309938" y="3475038"/>
          <p14:tracePt t="15812" x="3467100" y="3490913"/>
          <p14:tracePt t="15822" x="3533775" y="3508375"/>
          <p14:tracePt t="15828" x="3690938" y="3516313"/>
          <p14:tracePt t="15838" x="3781425" y="3549650"/>
          <p14:tracePt t="15845" x="3856038" y="3565525"/>
          <p14:tracePt t="15853" x="3906838" y="3573463"/>
          <p14:tracePt t="15861" x="3963988" y="3573463"/>
          <p14:tracePt t="15869" x="3997325" y="3590925"/>
          <p14:tracePt t="15877" x="4005263" y="3590925"/>
          <p14:tracePt t="15885" x="4022725" y="3590925"/>
          <p14:tracePt t="15893" x="4038600" y="3590925"/>
          <p14:tracePt t="15909" x="4048125" y="3590925"/>
          <p14:tracePt t="15958" x="4038600" y="3590925"/>
          <p14:tracePt t="15974" x="4005263" y="3606800"/>
          <p14:tracePt t="15982" x="3963988" y="3606800"/>
          <p14:tracePt t="15990" x="3940175" y="3616325"/>
          <p14:tracePt t="15998" x="3865563" y="3616325"/>
          <p14:tracePt t="16006" x="3814763" y="3616325"/>
          <p14:tracePt t="16014" x="3716338" y="3632200"/>
          <p14:tracePt t="16022" x="3616325" y="3648075"/>
          <p14:tracePt t="16030" x="3549650" y="3657600"/>
          <p14:tracePt t="16039" x="3492500" y="3673475"/>
          <p14:tracePt t="16047" x="3392488" y="3690938"/>
          <p14:tracePt t="16056" x="3325813" y="3690938"/>
          <p14:tracePt t="16063" x="3251200" y="3698875"/>
          <p14:tracePt t="16072" x="3201988" y="3698875"/>
          <p14:tracePt t="16079" x="3143250" y="3698875"/>
          <p14:tracePt t="16088" x="3086100" y="3714750"/>
          <p14:tracePt t="16095" x="3068638" y="3714750"/>
          <p14:tracePt t="16103" x="3027363" y="3714750"/>
          <p14:tracePt t="16111" x="3019425" y="3714750"/>
          <p14:tracePt t="16135" x="3001963" y="3714750"/>
          <p14:tracePt t="16192" x="3019425" y="3714750"/>
          <p14:tracePt t="16200" x="3027363" y="3714750"/>
          <p14:tracePt t="16208" x="3060700" y="3714750"/>
          <p14:tracePt t="16216" x="3109913" y="3698875"/>
          <p14:tracePt t="16224" x="3143250" y="3690938"/>
          <p14:tracePt t="16232" x="3209925" y="3690938"/>
          <p14:tracePt t="16240" x="3309938" y="3673475"/>
          <p14:tracePt t="16248" x="3467100" y="3657600"/>
          <p14:tracePt t="16256" x="3616325" y="3657600"/>
          <p14:tracePt t="16264" x="3798888" y="3648075"/>
          <p14:tracePt t="16273" x="3981450" y="3648075"/>
          <p14:tracePt t="16281" x="4205288" y="3616325"/>
          <p14:tracePt t="16289" x="4429125" y="3616325"/>
          <p14:tracePt t="16297" x="4652963" y="3616325"/>
          <p14:tracePt t="16306" x="4902200" y="3616325"/>
          <p14:tracePt t="16313" x="5167313" y="3606800"/>
          <p14:tracePt t="16322" x="5391150" y="3606800"/>
          <p14:tracePt t="16329" x="5599113" y="3606800"/>
          <p14:tracePt t="16339" x="5822950" y="3573463"/>
          <p14:tracePt t="16345" x="6046788" y="3565525"/>
          <p14:tracePt t="16354" x="6229350" y="3565525"/>
          <p14:tracePt t="16361" x="6427788" y="3549650"/>
          <p14:tracePt t="16369" x="6494463" y="3549650"/>
          <p14:tracePt t="16377" x="6743700" y="3516313"/>
          <p14:tracePt t="16385" x="6867525" y="3516313"/>
          <p14:tracePt t="16394" x="7024688" y="3516313"/>
          <p14:tracePt t="16402" x="7150100" y="3516313"/>
          <p14:tracePt t="16410" x="7265988" y="3516313"/>
          <p14:tracePt t="16418" x="7415213" y="3516313"/>
          <p14:tracePt t="16426" x="7539038" y="3516313"/>
          <p14:tracePt t="16434" x="7696200" y="3516313"/>
          <p14:tracePt t="16442" x="7754938" y="3516313"/>
          <p14:tracePt t="16450" x="7845425" y="3516313"/>
          <p14:tracePt t="16458" x="7929563" y="3516313"/>
          <p14:tracePt t="16466" x="8020050" y="3516313"/>
          <p14:tracePt t="16474" x="8061325" y="3516313"/>
          <p14:tracePt t="16482" x="8112125" y="3516313"/>
          <p14:tracePt t="16491" x="8169275" y="3516313"/>
          <p14:tracePt t="16498" x="8210550" y="3516313"/>
          <p14:tracePt t="16507" x="8235950" y="3516313"/>
          <p14:tracePt t="16515" x="8293100" y="3516313"/>
          <p14:tracePt t="16523" x="8335963" y="3516313"/>
          <p14:tracePt t="16531" x="8377238" y="3516313"/>
          <p14:tracePt t="16539" x="8434388" y="3516313"/>
          <p14:tracePt t="16547" x="8493125" y="3516313"/>
          <p14:tracePt t="16556" x="8518525" y="3516313"/>
          <p14:tracePt t="16563" x="8575675" y="3516313"/>
          <p14:tracePt t="16573" x="8616950" y="3516313"/>
          <p14:tracePt t="16579" x="8642350" y="3516313"/>
          <p14:tracePt t="16589" x="8683625" y="3516313"/>
          <p14:tracePt t="16595" x="8724900" y="3516313"/>
          <p14:tracePt t="16605" x="8758238" y="3516313"/>
          <p14:tracePt t="16612" x="8799513" y="3516313"/>
          <p14:tracePt t="16622" x="8824913" y="3516313"/>
          <p14:tracePt t="16628" x="8866188" y="3516313"/>
          <p14:tracePt t="16639" x="8899525" y="3508375"/>
          <p14:tracePt t="16644" x="8924925" y="3508375"/>
          <p14:tracePt t="16655" x="8966200" y="3490913"/>
          <p14:tracePt t="16668" x="8982075" y="3490913"/>
          <p14:tracePt t="16676" x="8990013" y="3475038"/>
          <p14:tracePt t="16692" x="9007475" y="3475038"/>
          <p14:tracePt t="16716" x="9007475" y="3467100"/>
          <p14:tracePt t="16733" x="8966200" y="3449638"/>
          <p14:tracePt t="16741" x="8858250" y="3433763"/>
          <p14:tracePt t="16749" x="8699500" y="3408363"/>
          <p14:tracePt t="16757" x="8434388" y="3382963"/>
          <p14:tracePt t="16765" x="8143875" y="3367088"/>
          <p14:tracePt t="16773" x="7737475" y="3367088"/>
          <p14:tracePt t="16781" x="7232650" y="3367088"/>
          <p14:tracePt t="16789" x="6677025" y="3367088"/>
          <p14:tracePt t="16797" x="6046788" y="3367088"/>
          <p14:tracePt t="16806" x="5416550" y="3367088"/>
          <p14:tracePt t="16813" x="4794250" y="3367088"/>
          <p14:tracePt t="16822" x="4171950" y="3390900"/>
          <p14:tracePt t="16830" x="3906838" y="3433763"/>
          <p14:tracePt t="16839" x="3467100" y="3490913"/>
          <p14:tracePt t="16846" x="3019425" y="3549650"/>
          <p14:tracePt t="16855" x="2613025" y="3606800"/>
          <p14:tracePt t="16862" x="2263775" y="3632200"/>
          <p14:tracePt t="16870" x="1965325" y="3673475"/>
          <p14:tracePt t="16878" x="1700213" y="3698875"/>
          <p14:tracePt t="16886" x="1476375" y="3714750"/>
          <p14:tracePt t="16894" x="1435100" y="3714750"/>
          <p14:tracePt t="16902" x="1285875" y="3732213"/>
          <p14:tracePt t="16910" x="1128713" y="3732213"/>
          <p14:tracePt t="16918" x="1036638" y="3732213"/>
          <p14:tracePt t="16927" x="936625" y="3732213"/>
          <p14:tracePt t="16935" x="862013" y="3732213"/>
          <p14:tracePt t="16943" x="812800" y="3732213"/>
          <p14:tracePt t="16952" x="771525" y="3732213"/>
          <p14:tracePt t="16959" x="730250" y="3732213"/>
          <p14:tracePt t="16967" x="696913" y="3732213"/>
          <p14:tracePt t="16975" x="671513" y="3732213"/>
          <p14:tracePt t="16983" x="655638" y="3732213"/>
          <p14:tracePt t="16991" x="638175" y="3732213"/>
          <p14:tracePt t="16999" x="630238" y="3732213"/>
          <p14:tracePt t="17039" x="630238" y="3714750"/>
          <p14:tracePt t="17064" x="638175" y="3698875"/>
          <p14:tracePt t="17072" x="655638" y="3690938"/>
          <p14:tracePt t="17080" x="671513" y="3690938"/>
          <p14:tracePt t="17089" x="688975" y="3690938"/>
          <p14:tracePt t="17096" x="712788" y="3690938"/>
          <p14:tracePt t="17105" x="730250" y="3690938"/>
          <p14:tracePt t="17112" x="779463" y="3673475"/>
          <p14:tracePt t="17122" x="838200" y="3673475"/>
          <p14:tracePt t="17128" x="936625" y="3673475"/>
          <p14:tracePt t="17136" x="1036638" y="3673475"/>
          <p14:tracePt t="17144" x="1169988" y="3673475"/>
          <p14:tracePt t="17152" x="1476375" y="3673475"/>
          <p14:tracePt t="17160" x="1609725" y="3673475"/>
          <p14:tracePt t="17169" x="1857375" y="3673475"/>
          <p14:tracePt t="17177" x="2122488" y="3673475"/>
          <p14:tracePt t="17185" x="2347913" y="3673475"/>
          <p14:tracePt t="17193" x="2571750" y="3673475"/>
          <p14:tracePt t="17201" x="2778125" y="3673475"/>
          <p14:tracePt t="17209" x="2860675" y="3673475"/>
          <p14:tracePt t="17217" x="2978150" y="3673475"/>
          <p14:tracePt t="17225" x="3101975" y="3673475"/>
          <p14:tracePt t="17233" x="3168650" y="3673475"/>
          <p14:tracePt t="17241" x="3209925" y="3673475"/>
          <p14:tracePt t="17249" x="3243263" y="3673475"/>
          <p14:tracePt t="17257" x="3267075" y="3673475"/>
          <p14:tracePt t="17265" x="3292475" y="3673475"/>
          <p14:tracePt t="17290" x="3309938" y="3673475"/>
          <p14:tracePt t="17346" x="3284538" y="3673475"/>
          <p14:tracePt t="17355" x="3267075" y="3673475"/>
          <p14:tracePt t="17362" x="3225800" y="3673475"/>
          <p14:tracePt t="17372" x="3160713" y="3673475"/>
          <p14:tracePt t="17379" x="3101975" y="3673475"/>
          <p14:tracePt t="17388" x="3001963" y="3673475"/>
          <p14:tracePt t="17395" x="2903538" y="3673475"/>
          <p14:tracePt t="17403" x="2795588" y="3673475"/>
          <p14:tracePt t="17411" x="2636838" y="3673475"/>
          <p14:tracePt t="17419" x="2446338" y="3673475"/>
          <p14:tracePt t="17427" x="2305050" y="3673475"/>
          <p14:tracePt t="17435" x="2147888" y="3690938"/>
          <p14:tracePt t="17443" x="2081213" y="3698875"/>
          <p14:tracePt t="17451" x="1957388" y="3714750"/>
          <p14:tracePt t="17459" x="1833563" y="3732213"/>
          <p14:tracePt t="17467" x="1733550" y="3740150"/>
          <p14:tracePt t="17476" x="1674813" y="3740150"/>
          <p14:tracePt t="17483" x="1633538" y="3756025"/>
          <p14:tracePt t="17492" x="1592263" y="3756025"/>
          <p14:tracePt t="17500" x="1576388" y="3756025"/>
          <p14:tracePt t="17508" x="1566863" y="3756025"/>
          <p14:tracePt t="17564" x="1576388" y="3756025"/>
          <p14:tracePt t="17572" x="1592263" y="3756025"/>
          <p14:tracePt t="17580" x="1651000" y="3732213"/>
          <p14:tracePt t="17589" x="1716088" y="3714750"/>
          <p14:tracePt t="17597" x="1816100" y="3698875"/>
          <p14:tracePt t="17605" x="1916113" y="3690938"/>
          <p14:tracePt t="17612" x="2039938" y="3673475"/>
          <p14:tracePt t="17622" x="2189163" y="3648075"/>
          <p14:tracePt t="17629" x="2230438" y="3648075"/>
          <p14:tracePt t="17638" x="2363788" y="3648075"/>
          <p14:tracePt t="17645" x="2454275" y="3632200"/>
          <p14:tracePt t="17653" x="2554288" y="3632200"/>
          <p14:tracePt t="17661" x="2654300" y="3616325"/>
          <p14:tracePt t="17669" x="2711450" y="3616325"/>
          <p14:tracePt t="17677" x="2754313" y="3606800"/>
          <p14:tracePt t="17685" x="2778125" y="3606800"/>
          <p14:tracePt t="17694" x="2803525" y="3590925"/>
          <p14:tracePt t="17701" x="2819400" y="3590925"/>
          <p14:tracePt t="17710" x="2836863" y="3590925"/>
          <p14:tracePt t="17726" x="2852738" y="3590925"/>
          <p14:tracePt t="17758" x="2852738" y="3573463"/>
          <p14:tracePt t="17806" x="2819400" y="3573463"/>
          <p14:tracePt t="17814" x="2803525" y="3573463"/>
          <p14:tracePt t="17822" x="2795588" y="3573463"/>
          <p14:tracePt t="17831" x="2778125" y="3573463"/>
          <p14:tracePt t="17839" x="2754313" y="3590925"/>
          <p14:tracePt t="17847" x="2736850" y="3590925"/>
          <p14:tracePt t="17856" x="2720975" y="3606800"/>
          <p14:tracePt t="17863" x="2711450" y="3616325"/>
          <p14:tracePt t="17872" x="2695575" y="3632200"/>
          <p14:tracePt t="17879" x="2679700" y="3632200"/>
          <p14:tracePt t="17888" x="2670175" y="3648075"/>
          <p14:tracePt t="17905" x="2654300" y="3657600"/>
          <p14:tracePt t="17912" x="2636838" y="3673475"/>
          <p14:tracePt t="17927" x="2628900" y="3673475"/>
          <p14:tracePt t="17935" x="2613025" y="3690938"/>
          <p14:tracePt t="17953" x="2595563" y="3690938"/>
          <p14:tracePt t="17960" x="2595563" y="3698875"/>
          <p14:tracePt t="17984" x="2587625" y="3698875"/>
          <p14:tracePt t="18145" x="2595563" y="3698875"/>
          <p14:tracePt t="18170" x="2613025" y="3698875"/>
          <p14:tracePt t="18186" x="2628900" y="3698875"/>
          <p14:tracePt t="18194" x="2654300" y="3698875"/>
          <p14:tracePt t="18202" x="2679700" y="3698875"/>
          <p14:tracePt t="18210" x="2762250" y="3698875"/>
          <p14:tracePt t="18218" x="2803525" y="3698875"/>
          <p14:tracePt t="18226" x="2903538" y="3698875"/>
          <p14:tracePt t="18234" x="3001963" y="3698875"/>
          <p14:tracePt t="18243" x="3127375" y="3698875"/>
          <p14:tracePt t="18250" x="3225800" y="3698875"/>
          <p14:tracePt t="18259" x="3284538" y="3698875"/>
          <p14:tracePt t="18266" x="3367088" y="3714750"/>
          <p14:tracePt t="18274" x="3467100" y="3732213"/>
          <p14:tracePt t="18283" x="3533775" y="3732213"/>
          <p14:tracePt t="18291" x="3616325" y="3740150"/>
          <p14:tracePt t="18299" x="3690938" y="3740150"/>
          <p14:tracePt t="18307" x="3740150" y="3756025"/>
          <p14:tracePt t="18315" x="3773488" y="3773488"/>
          <p14:tracePt t="18323" x="3822700" y="3781425"/>
          <p14:tracePt t="18331" x="3865563" y="3781425"/>
          <p14:tracePt t="18339" x="3881438" y="3781425"/>
          <p14:tracePt t="18347" x="3922713" y="3797300"/>
          <p14:tracePt t="18355" x="3940175" y="3797300"/>
          <p14:tracePt t="18364" x="3963988" y="3797300"/>
          <p14:tracePt t="18372" x="3997325" y="3797300"/>
          <p14:tracePt t="18379" x="3997325" y="3814763"/>
          <p14:tracePt t="18389" x="4005263" y="3814763"/>
          <p14:tracePt t="18396" x="4022725" y="3814763"/>
          <p14:tracePt t="18406" x="4038600" y="3814763"/>
          <p14:tracePt t="18412" x="4048125" y="3814763"/>
          <p14:tracePt t="18436" x="4064000" y="3814763"/>
          <p14:tracePt t="18460" x="4079875" y="3814763"/>
          <p14:tracePt t="18549" x="4064000" y="3814763"/>
          <p14:tracePt t="18557" x="4048125" y="3814763"/>
          <p14:tracePt t="18565" x="3956050" y="3830638"/>
          <p14:tracePt t="18759" x="3963988" y="3830638"/>
          <p14:tracePt t="18767" x="4038600" y="3830638"/>
          <p14:tracePt t="18775" x="4130675" y="3830638"/>
          <p14:tracePt t="18783" x="4262438" y="3830638"/>
          <p14:tracePt t="18791" x="4437063" y="3814763"/>
          <p14:tracePt t="18799" x="4594225" y="3814763"/>
          <p14:tracePt t="18807" x="4660900" y="3814763"/>
          <p14:tracePt t="18815" x="4794250" y="3814763"/>
          <p14:tracePt t="18824" x="4884738" y="3797300"/>
          <p14:tracePt t="18832" x="4984750" y="3797300"/>
          <p14:tracePt t="18840" x="5059363" y="3781425"/>
          <p14:tracePt t="18848" x="5100638" y="3781425"/>
          <p14:tracePt t="18856" x="5126038" y="3781425"/>
          <p14:tracePt t="18864" x="5141913" y="3781425"/>
          <p14:tracePt t="18872" x="5149850" y="3773488"/>
          <p14:tracePt t="18896" x="5167313" y="3773488"/>
          <p14:tracePt t="18937" x="5149850" y="3773488"/>
          <p14:tracePt t="18945" x="5126038" y="3773488"/>
          <p14:tracePt t="18953" x="5100638" y="3773488"/>
          <p14:tracePt t="18961" x="5026025" y="3773488"/>
          <p14:tracePt t="18969" x="4943475" y="3773488"/>
          <p14:tracePt t="18977" x="4835525" y="3773488"/>
          <p14:tracePt t="18985" x="4678363" y="3773488"/>
          <p14:tracePt t="18993" x="4529138" y="3773488"/>
          <p14:tracePt t="19001" x="4395788" y="3773488"/>
          <p14:tracePt t="19009" x="4329113" y="3773488"/>
          <p14:tracePt t="19017" x="4064000" y="3773488"/>
          <p14:tracePt t="19026" x="4038600" y="3773488"/>
          <p14:tracePt t="19034" x="3906838" y="3773488"/>
          <p14:tracePt t="19041" x="3814763" y="3773488"/>
          <p14:tracePt t="19050" x="3716338" y="3773488"/>
          <p14:tracePt t="19058" x="3657600" y="3773488"/>
          <p14:tracePt t="19066" x="3616325" y="3773488"/>
          <p14:tracePt t="19074" x="3575050" y="3773488"/>
          <p14:tracePt t="19082" x="3533775" y="3773488"/>
          <p14:tracePt t="19098" x="3516313" y="3773488"/>
          <p14:tracePt t="19146" x="3516313" y="3756025"/>
          <p14:tracePt t="19155" x="3533775" y="3756025"/>
          <p14:tracePt t="19163" x="3557588" y="3756025"/>
          <p14:tracePt t="19172" x="3616325" y="3740150"/>
          <p14:tracePt t="19179" x="3690938" y="3740150"/>
          <p14:tracePt t="19188" x="3757613" y="3732213"/>
          <p14:tracePt t="19195" x="3881438" y="3732213"/>
          <p14:tracePt t="19203" x="4187825" y="3714750"/>
          <p14:tracePt t="19211" x="4305300" y="3714750"/>
          <p14:tracePt t="19219" x="4529138" y="3714750"/>
          <p14:tracePt t="19227" x="4752975" y="3714750"/>
          <p14:tracePt t="19235" x="4967288" y="3714750"/>
          <p14:tracePt t="19244" x="5183188" y="3714750"/>
          <p14:tracePt t="19251" x="5407025" y="3714750"/>
          <p14:tracePt t="19260" x="5589588" y="3714750"/>
          <p14:tracePt t="19268" x="5738813" y="3714750"/>
          <p14:tracePt t="19276" x="5797550" y="3714750"/>
          <p14:tracePt t="19284" x="5897563" y="3714750"/>
          <p14:tracePt t="19292" x="5988050" y="3732213"/>
          <p14:tracePt t="19300" x="6046788" y="3740150"/>
          <p14:tracePt t="19308" x="6088063" y="3756025"/>
          <p14:tracePt t="19316" x="6121400" y="3773488"/>
          <p14:tracePt t="19324" x="6145213" y="3773488"/>
          <p14:tracePt t="19340" x="6162675" y="3773488"/>
          <p14:tracePt t="19348" x="6170613" y="3773488"/>
          <p14:tracePt t="19405" x="6170613" y="3781425"/>
          <p14:tracePt t="20334" x="6145213" y="3781425"/>
          <p14:tracePt t="20341" x="6103938" y="3781425"/>
          <p14:tracePt t="20349" x="6046788" y="3781425"/>
          <p14:tracePt t="20357" x="5988050" y="3781425"/>
          <p14:tracePt t="20365" x="5938838" y="3781425"/>
          <p14:tracePt t="20374" x="5864225" y="3773488"/>
          <p14:tracePt t="20382" x="5805488" y="3756025"/>
          <p14:tracePt t="20390" x="5756275" y="3740150"/>
          <p14:tracePt t="20398" x="5722938" y="3732213"/>
          <p14:tracePt t="20406" x="5673725" y="3714750"/>
          <p14:tracePt t="20414" x="5614988" y="3698875"/>
          <p14:tracePt t="20423" x="5589588" y="3690938"/>
          <p14:tracePt t="20430" x="5540375" y="3673475"/>
          <p14:tracePt t="20439" x="5448300" y="3648075"/>
          <p14:tracePt t="20447" x="5391150" y="3632200"/>
          <p14:tracePt t="20456" x="5324475" y="3606800"/>
          <p14:tracePt t="20462" x="5249863" y="3606800"/>
          <p14:tracePt t="20472" x="5208588" y="3590925"/>
          <p14:tracePt t="20479" x="5141913" y="3565525"/>
          <p14:tracePt t="20488" x="5084763" y="3549650"/>
          <p14:tracePt t="20495" x="5041900" y="3532188"/>
          <p14:tracePt t="20503" x="5000625" y="3516313"/>
          <p14:tracePt t="20511" x="4967288" y="3508375"/>
          <p14:tracePt t="20519" x="4959350" y="3490913"/>
          <p14:tracePt t="20527" x="4943475" y="3490913"/>
          <p14:tracePt t="20535" x="4926013" y="3475038"/>
          <p14:tracePt t="20543" x="4926013" y="3467100"/>
          <p14:tracePt t="20559" x="4926013" y="3449638"/>
          <p14:tracePt t="20567" x="4926013" y="3433763"/>
          <p14:tracePt t="20583" x="4926013" y="3424238"/>
          <p14:tracePt t="20608" x="4943475" y="3408363"/>
          <p14:tracePt t="20616" x="4959350" y="3408363"/>
          <p14:tracePt t="20624" x="4967288" y="3408363"/>
          <p14:tracePt t="20632" x="5000625" y="3390900"/>
          <p14:tracePt t="20640" x="5026025" y="3390900"/>
          <p14:tracePt t="20648" x="5100638" y="3367088"/>
          <p14:tracePt t="20656" x="5126038" y="3367088"/>
          <p14:tracePt t="20664" x="5183188" y="3349625"/>
          <p14:tracePt t="20672" x="5249863" y="3349625"/>
          <p14:tracePt t="20681" x="5308600" y="3341688"/>
          <p14:tracePt t="20689" x="5373688" y="3341688"/>
          <p14:tracePt t="20697" x="5448300" y="3341688"/>
          <p14:tracePt t="20706" x="5499100" y="3341688"/>
          <p14:tracePt t="20713" x="5573713" y="3341688"/>
          <p14:tracePt t="20722" x="5630863" y="3341688"/>
          <p14:tracePt t="20729" x="5673725" y="3341688"/>
          <p14:tracePt t="20738" x="5697538" y="3341688"/>
          <p14:tracePt t="20745" x="5738813" y="3349625"/>
          <p14:tracePt t="20753" x="5756275" y="3367088"/>
          <p14:tracePt t="20761" x="5764213" y="3367088"/>
          <p14:tracePt t="20769" x="5780088" y="3382963"/>
          <p14:tracePt t="20777" x="5780088" y="3390900"/>
          <p14:tracePt t="20785" x="5797550" y="3424238"/>
          <p14:tracePt t="20801" x="5805488" y="3433763"/>
          <p14:tracePt t="20810" x="5805488" y="3449638"/>
          <p14:tracePt t="20818" x="5805488" y="3467100"/>
          <p14:tracePt t="20826" x="5805488" y="3475038"/>
          <p14:tracePt t="20842" x="5805488" y="3490913"/>
          <p14:tracePt t="20850" x="5805488" y="3508375"/>
          <p14:tracePt t="20858" x="5805488" y="3565525"/>
          <p14:tracePt t="20866" x="5797550" y="363220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8F4E-7C8A-218B-E15E-7E8ACFA5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54BFB-51A5-C0BF-96D3-71DEDF37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Proof of Unbiasedness of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 with Replacement Estimator</a:t>
            </a:r>
            <a:endParaRPr 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90502F-79FF-CC77-720F-3E0ECFC09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unbiasedness follows:</a:t>
            </a:r>
          </a:p>
        </p:txBody>
      </p:sp>
      <p:pic>
        <p:nvPicPr>
          <p:cNvPr id="5" name="圖片 4" descr="一張含有 文字, 字型, 筆跡, 收據 的圖片&#10;&#10;AI 產生的內容可能不正確。">
            <a:extLst>
              <a:ext uri="{FF2B5EF4-FFF2-40B4-BE49-F238E27FC236}">
                <a16:creationId xmlns:a16="http://schemas.microsoft.com/office/drawing/2014/main" id="{0B0D7347-D46C-FEA3-4F42-D5BB1199E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760" y="1223493"/>
            <a:ext cx="7326418" cy="5402687"/>
          </a:xfrm>
          <a:prstGeom prst="rect">
            <a:avLst/>
          </a:prstGeom>
        </p:spPr>
      </p:pic>
      <p:pic>
        <p:nvPicPr>
          <p:cNvPr id="11" name="音訊 10">
            <a:extLst>
              <a:ext uri="{FF2B5EF4-FFF2-40B4-BE49-F238E27FC236}">
                <a16:creationId xmlns:a16="http://schemas.microsoft.com/office/drawing/2014/main" id="{CD0D1EC8-D8D5-390A-1478-260B55B5DD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6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960"/>
    </mc:Choice>
    <mc:Fallback xmlns="">
      <p:transition spd="slow" advTm="167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0" x="5805488" y="3632200"/>
          <p14:tracePt t="667" x="5854700" y="3632200"/>
          <p14:tracePt t="676" x="5880100" y="3632200"/>
          <p14:tracePt t="684" x="5921375" y="3657600"/>
          <p14:tracePt t="691" x="5988050" y="3690938"/>
          <p14:tracePt t="700" x="6021388" y="3698875"/>
          <p14:tracePt t="708" x="6062663" y="3740150"/>
          <p14:tracePt t="716" x="6129338" y="3781425"/>
          <p14:tracePt t="724" x="6162675" y="3797300"/>
          <p14:tracePt t="732" x="6186488" y="3830638"/>
          <p14:tracePt t="740" x="6203950" y="3840163"/>
          <p14:tracePt t="748" x="6211888" y="3856038"/>
          <p14:tracePt t="764" x="6211888" y="3871913"/>
          <p14:tracePt t="788" x="6211888" y="3881438"/>
          <p14:tracePt t="805" x="6170613" y="3897313"/>
          <p14:tracePt t="813" x="6103938" y="3897313"/>
          <p14:tracePt t="822" x="6046788" y="3897313"/>
          <p14:tracePt t="829" x="5980113" y="3897313"/>
          <p14:tracePt t="838" x="5905500" y="3897313"/>
          <p14:tracePt t="845" x="5780088" y="3897313"/>
          <p14:tracePt t="855" x="5681663" y="3897313"/>
          <p14:tracePt t="861" x="5556250" y="3897313"/>
          <p14:tracePt t="869" x="5432425" y="3897313"/>
          <p14:tracePt t="877" x="5349875" y="3881438"/>
          <p14:tracePt t="885" x="5224463" y="3871913"/>
          <p14:tracePt t="893" x="5100638" y="3830638"/>
          <p14:tracePt t="901" x="4943475" y="3797300"/>
          <p14:tracePt t="910" x="4552950" y="3690938"/>
          <p14:tracePt t="918" x="3898900" y="3449638"/>
          <p14:tracePt t="1507" x="3881438" y="3449638"/>
          <p14:tracePt t="1515" x="3732213" y="3449638"/>
          <p14:tracePt t="1523" x="3575050" y="3390900"/>
          <p14:tracePt t="1531" x="3467100" y="3349625"/>
          <p14:tracePt t="1539" x="3351213" y="3292475"/>
          <p14:tracePt t="1547" x="3267075" y="3241675"/>
          <p14:tracePt t="1555" x="3168650" y="3143250"/>
          <p14:tracePt t="1563" x="3101975" y="3043238"/>
          <p14:tracePt t="1572" x="3019425" y="2901950"/>
          <p14:tracePt t="1579" x="2852738" y="2628900"/>
          <p14:tracePt t="1588" x="2736850" y="2322513"/>
          <p14:tracePt t="1596" x="2679700" y="2139950"/>
          <p14:tracePt t="1605" x="2587625" y="1831975"/>
          <p14:tracePt t="1612" x="2513013" y="1492250"/>
          <p14:tracePt t="1621" x="2471738" y="1185863"/>
          <p14:tracePt t="1628" x="2471738" y="879475"/>
          <p14:tracePt t="1637" x="2471738" y="671513"/>
          <p14:tracePt t="1644" x="2471738" y="588963"/>
          <p14:tracePt t="1652" x="2471738" y="290513"/>
          <p14:tracePt t="1660" x="2487613" y="249238"/>
          <p14:tracePt t="1668" x="2587625" y="82550"/>
          <p14:tracePt t="1677" x="2613025" y="66675"/>
          <p14:tracePt t="1773" x="4079875" y="107950"/>
          <p14:tracePt t="1781" x="4221163" y="198438"/>
          <p14:tracePt t="1789" x="4346575" y="282575"/>
          <p14:tracePt t="1797" x="4387850" y="306388"/>
          <p14:tracePt t="1806" x="4470400" y="373063"/>
          <p14:tracePt t="1814" x="4511675" y="422275"/>
          <p14:tracePt t="1822" x="4578350" y="473075"/>
          <p14:tracePt t="1830" x="4611688" y="506413"/>
          <p14:tracePt t="1838" x="4619625" y="514350"/>
          <p14:tracePt t="1846" x="4652963" y="547688"/>
          <p14:tracePt t="1855" x="4652963" y="588963"/>
          <p14:tracePt t="1862" x="4660900" y="614363"/>
          <p14:tracePt t="1871" x="4678363" y="655638"/>
          <p14:tracePt t="1878" x="4702175" y="712788"/>
          <p14:tracePt t="1887" x="4702175" y="738188"/>
          <p14:tracePt t="1894" x="4719638" y="795338"/>
          <p14:tracePt t="1904" x="4735513" y="838200"/>
          <p14:tracePt t="1911" x="4735513" y="895350"/>
          <p14:tracePt t="1919" x="4735513" y="936625"/>
          <p14:tracePt t="1927" x="4735513" y="1036638"/>
          <p14:tracePt t="1935" x="4735513" y="1077913"/>
          <p14:tracePt t="1943" x="4660900" y="1169988"/>
          <p14:tracePt t="1951" x="4635500" y="1227138"/>
          <p14:tracePt t="1959" x="4570413" y="1301750"/>
          <p14:tracePt t="1967" x="4511675" y="1350963"/>
          <p14:tracePt t="1975" x="4429125" y="1425575"/>
          <p14:tracePt t="1983" x="4313238" y="1484313"/>
          <p14:tracePt t="1991" x="4221163" y="1525588"/>
          <p14:tracePt t="2001" x="4122738" y="1550988"/>
          <p14:tracePt t="2007" x="4005263" y="1576388"/>
          <p14:tracePt t="2015" x="3906838" y="1592263"/>
          <p14:tracePt t="2024" x="3856038" y="1608138"/>
          <p14:tracePt t="2032" x="3757613" y="1617663"/>
          <p14:tracePt t="2040" x="3657600" y="1617663"/>
          <p14:tracePt t="2048" x="3590925" y="1617663"/>
          <p14:tracePt t="2056" x="3533775" y="1617663"/>
          <p14:tracePt t="2064" x="3475038" y="1617663"/>
          <p14:tracePt t="2072" x="3449638" y="1617663"/>
          <p14:tracePt t="2080" x="3433763" y="1617663"/>
          <p14:tracePt t="2088" x="3408363" y="1617663"/>
          <p14:tracePt t="2137" x="3408363" y="1608138"/>
          <p14:tracePt t="2217" x="3425825" y="1608138"/>
          <p14:tracePt t="2233" x="3449638" y="1608138"/>
          <p14:tracePt t="2241" x="3475038" y="1608138"/>
          <p14:tracePt t="2258" x="3492500" y="1608138"/>
          <p14:tracePt t="2266" x="3508375" y="1608138"/>
          <p14:tracePt t="2282" x="3516313" y="1608138"/>
          <p14:tracePt t="2306" x="3533775" y="1608138"/>
          <p14:tracePt t="2330" x="3533775" y="1592263"/>
          <p14:tracePt t="2710" x="3516313" y="1592263"/>
          <p14:tracePt t="2718" x="3492500" y="1592263"/>
          <p14:tracePt t="2726" x="3467100" y="1592263"/>
          <p14:tracePt t="2734" x="3449638" y="1592263"/>
          <p14:tracePt t="2742" x="3425825" y="1592263"/>
          <p14:tracePt t="2750" x="3408363" y="1592263"/>
          <p14:tracePt t="2758" x="3392488" y="1592263"/>
          <p14:tracePt t="2766" x="3392488" y="1576388"/>
          <p14:tracePt t="2774" x="3375025" y="1576388"/>
          <p14:tracePt t="2806" x="3367088" y="1576388"/>
          <p14:tracePt t="3025" x="3375025" y="1576388"/>
          <p14:tracePt t="3033" x="3425825" y="1576388"/>
          <p14:tracePt t="3041" x="3449638" y="1566863"/>
          <p14:tracePt t="3049" x="3508375" y="1566863"/>
          <p14:tracePt t="3057" x="3598863" y="1550988"/>
          <p14:tracePt t="3065" x="3698875" y="1533525"/>
          <p14:tracePt t="3073" x="3798888" y="1525588"/>
          <p14:tracePt t="3081" x="3840163" y="1525588"/>
          <p14:tracePt t="3089" x="3963988" y="1509713"/>
          <p14:tracePt t="3097" x="4064000" y="1509713"/>
          <p14:tracePt t="3105" x="4130675" y="1492250"/>
          <p14:tracePt t="3113" x="4205288" y="1484313"/>
          <p14:tracePt t="3122" x="4287838" y="1484313"/>
          <p14:tracePt t="3130" x="4354513" y="1468438"/>
          <p14:tracePt t="3138" x="4411663" y="1468438"/>
          <p14:tracePt t="3146" x="4454525" y="1450975"/>
          <p14:tracePt t="3155" x="4495800" y="1450975"/>
          <p14:tracePt t="3162" x="4537075" y="1450975"/>
          <p14:tracePt t="3171" x="4578350" y="1450975"/>
          <p14:tracePt t="3178" x="4619625" y="1450975"/>
          <p14:tracePt t="3187" x="4652963" y="1450975"/>
          <p14:tracePt t="3194" x="4678363" y="1450975"/>
          <p14:tracePt t="3202" x="4719638" y="1450975"/>
          <p14:tracePt t="3210" x="4735513" y="1450975"/>
          <p14:tracePt t="3218" x="4776788" y="1450975"/>
          <p14:tracePt t="3226" x="4794250" y="1450975"/>
          <p14:tracePt t="3234" x="4818063" y="1450975"/>
          <p14:tracePt t="3243" x="4843463" y="1450975"/>
          <p14:tracePt t="3251" x="4860925" y="1450975"/>
          <p14:tracePt t="3259" x="4884738" y="1450975"/>
          <p14:tracePt t="3267" x="4902200" y="1450975"/>
          <p14:tracePt t="3275" x="4926013" y="1450975"/>
          <p14:tracePt t="3283" x="4943475" y="1450975"/>
          <p14:tracePt t="3291" x="4959350" y="1450975"/>
          <p14:tracePt t="3299" x="4967288" y="1450975"/>
          <p14:tracePt t="3315" x="4984750" y="1450975"/>
          <p14:tracePt t="3323" x="5000625" y="1450975"/>
          <p14:tracePt t="3355" x="5018088" y="1450975"/>
          <p14:tracePt t="3380" x="5026025" y="1450975"/>
          <p14:tracePt t="3493" x="5018088" y="1450975"/>
          <p14:tracePt t="3501" x="5000625" y="1468438"/>
          <p14:tracePt t="3509" x="4984750" y="1468438"/>
          <p14:tracePt t="3517" x="4959350" y="1468438"/>
          <p14:tracePt t="3525" x="4926013" y="1468438"/>
          <p14:tracePt t="3533" x="4902200" y="1468438"/>
          <p14:tracePt t="3541" x="4843463" y="1484313"/>
          <p14:tracePt t="3549" x="4818063" y="1484313"/>
          <p14:tracePt t="3557" x="4776788" y="1484313"/>
          <p14:tracePt t="3565" x="4719638" y="1484313"/>
          <p14:tracePt t="3574" x="4660900" y="1484313"/>
          <p14:tracePt t="3582" x="4635500" y="1484313"/>
          <p14:tracePt t="3590" x="4578350" y="1484313"/>
          <p14:tracePt t="3598" x="4529138" y="1484313"/>
          <p14:tracePt t="3606" x="4495800" y="1484313"/>
          <p14:tracePt t="3614" x="4437063" y="1450975"/>
          <p14:tracePt t="3622" x="4411663" y="1435100"/>
          <p14:tracePt t="3630" x="4387850" y="1435100"/>
          <p14:tracePt t="3638" x="4354513" y="1425575"/>
          <p14:tracePt t="3646" x="4329113" y="1425575"/>
          <p14:tracePt t="3655" x="4329113" y="1409700"/>
          <p14:tracePt t="3662" x="4313238" y="1409700"/>
          <p14:tracePt t="3671" x="4305300" y="1409700"/>
          <p14:tracePt t="3678" x="4287838" y="1409700"/>
          <p14:tracePt t="3689" x="4262438" y="1393825"/>
          <p14:tracePt t="3704" x="4246563" y="1393825"/>
          <p14:tracePt t="3711" x="4221163" y="1384300"/>
          <p14:tracePt t="3719" x="4205288" y="1368425"/>
          <p14:tracePt t="3727" x="4171950" y="1368425"/>
          <p14:tracePt t="3735" x="4146550" y="1350963"/>
          <p14:tracePt t="3743" x="4122738" y="1350963"/>
          <p14:tracePt t="3751" x="4089400" y="1343025"/>
          <p14:tracePt t="3759" x="4079875" y="1343025"/>
          <p14:tracePt t="3767" x="4048125" y="1343025"/>
          <p14:tracePt t="3775" x="4022725" y="1327150"/>
          <p14:tracePt t="3783" x="4005263" y="1327150"/>
          <p14:tracePt t="3792" x="3981450" y="1327150"/>
          <p14:tracePt t="3800" x="3963988" y="1327150"/>
          <p14:tracePt t="3808" x="3940175" y="1327150"/>
          <p14:tracePt t="3816" x="3906838" y="1309688"/>
          <p14:tracePt t="3824" x="3881438" y="1309688"/>
          <p14:tracePt t="3832" x="3840163" y="1301750"/>
          <p14:tracePt t="3840" x="3822700" y="1301750"/>
          <p14:tracePt t="3848" x="3781425" y="1301750"/>
          <p14:tracePt t="3856" x="3740150" y="1285875"/>
          <p14:tracePt t="3864" x="3716338" y="1285875"/>
          <p14:tracePt t="3872" x="3657600" y="1260475"/>
          <p14:tracePt t="3880" x="3632200" y="1244600"/>
          <p14:tracePt t="3888" x="3575050" y="1244600"/>
          <p14:tracePt t="3897" x="3533775" y="1227138"/>
          <p14:tracePt t="3905" x="3475038" y="1219200"/>
          <p14:tracePt t="3913" x="3433763" y="1201738"/>
          <p14:tracePt t="3922" x="3375025" y="1185863"/>
          <p14:tracePt t="3929" x="3325813" y="1160463"/>
          <p14:tracePt t="3938" x="3267075" y="1144588"/>
          <p14:tracePt t="3945" x="3209925" y="1127125"/>
          <p14:tracePt t="3955" x="3184525" y="1127125"/>
          <p14:tracePt t="3961" x="3143250" y="1119188"/>
          <p14:tracePt t="3971" x="3127375" y="1103313"/>
          <p14:tracePt t="3977" x="3101975" y="1103313"/>
          <p14:tracePt t="3988" x="3086100" y="1085850"/>
          <p14:tracePt t="3993" x="3068638" y="1085850"/>
          <p14:tracePt t="4017" x="3060700" y="1085850"/>
          <p14:tracePt t="4139" x="3068638" y="1085850"/>
          <p14:tracePt t="4147" x="3086100" y="1085850"/>
          <p14:tracePt t="4156" x="3143250" y="1085850"/>
          <p14:tracePt t="4163" x="3209925" y="1085850"/>
          <p14:tracePt t="4172" x="3284538" y="1085850"/>
          <p14:tracePt t="4179" x="3375025" y="1085850"/>
          <p14:tracePt t="4188" x="3475038" y="1085850"/>
          <p14:tracePt t="4195" x="3533775" y="1085850"/>
          <p14:tracePt t="4205" x="3598863" y="1085850"/>
          <p14:tracePt t="4211" x="3698875" y="1085850"/>
          <p14:tracePt t="4221" x="3757613" y="1103313"/>
          <p14:tracePt t="4227" x="3822700" y="1103313"/>
          <p14:tracePt t="4238" x="3865563" y="1119188"/>
          <p14:tracePt t="4244" x="3898900" y="1119188"/>
          <p14:tracePt t="4255" x="3922713" y="1119188"/>
          <p14:tracePt t="4260" x="3940175" y="1119188"/>
          <p14:tracePt t="4272" x="3963988" y="1119188"/>
          <p14:tracePt t="4276" x="3981450" y="1119188"/>
          <p14:tracePt t="4292" x="3997325" y="1119188"/>
          <p14:tracePt t="4308" x="4005263" y="1119188"/>
          <p14:tracePt t="4324" x="4022725" y="1119188"/>
          <p14:tracePt t="4338" x="4038600" y="1119188"/>
          <p14:tracePt t="4341" x="4048125" y="1119188"/>
          <p14:tracePt t="4354" x="4089400" y="1119188"/>
          <p14:tracePt t="4357" x="4146550" y="1119188"/>
          <p14:tracePt t="4371" x="4221163" y="1119188"/>
          <p14:tracePt t="4373" x="4313238" y="1119188"/>
          <p14:tracePt t="4381" x="4470400" y="1127125"/>
          <p14:tracePt t="4389" x="4611688" y="1144588"/>
          <p14:tracePt t="4397" x="4760913" y="1160463"/>
          <p14:tracePt t="4405" x="4918075" y="1169988"/>
          <p14:tracePt t="4413" x="5100638" y="1219200"/>
          <p14:tracePt t="4422" x="5291138" y="1227138"/>
          <p14:tracePt t="4429" x="5432425" y="1260475"/>
          <p14:tracePt t="4439" x="5589588" y="1268413"/>
          <p14:tracePt t="4445" x="5738813" y="1268413"/>
          <p14:tracePt t="4455" x="5897563" y="1268413"/>
          <p14:tracePt t="4462" x="6046788" y="1285875"/>
          <p14:tracePt t="4472" x="6203950" y="1301750"/>
          <p14:tracePt t="4478" x="6427788" y="1327150"/>
          <p14:tracePt t="4488" x="6602413" y="1350963"/>
          <p14:tracePt t="4494" x="6784975" y="1409700"/>
          <p14:tracePt t="4505" x="6967538" y="1450975"/>
          <p14:tracePt t="4510" x="7150100" y="1509713"/>
          <p14:tracePt t="4522" x="7307263" y="1533525"/>
          <p14:tracePt t="4526" x="7456488" y="1576388"/>
          <p14:tracePt t="4538" x="7613650" y="1592263"/>
          <p14:tracePt t="4543" x="7654925" y="1592263"/>
          <p14:tracePt t="4555" x="7762875" y="1617663"/>
          <p14:tracePt t="4558" x="7845425" y="1617663"/>
          <p14:tracePt t="4571" x="7920038" y="1633538"/>
          <p14:tracePt t="4575" x="7986713" y="1633538"/>
          <p14:tracePt t="4588" x="8061325" y="1633538"/>
          <p14:tracePt t="4591" x="8112125" y="1633538"/>
          <p14:tracePt t="4605" x="8235950" y="1633538"/>
          <p14:tracePt t="4608" x="8310563" y="1633538"/>
          <p14:tracePt t="4621" x="8377238" y="1633538"/>
          <p14:tracePt t="4623" x="8451850" y="1633538"/>
          <p14:tracePt t="4638" x="8550275" y="1617663"/>
          <p14:tracePt t="4640" x="8642350" y="1617663"/>
          <p14:tracePt t="4654" x="8742363" y="1617663"/>
          <p14:tracePt t="4655" x="8840788" y="1617663"/>
          <p14:tracePt t="4663" x="8940800" y="1617663"/>
          <p14:tracePt t="4672" x="9064625" y="1617663"/>
          <p14:tracePt t="4679" x="9148763" y="1633538"/>
          <p14:tracePt t="4688" x="9272588" y="1658938"/>
          <p14:tracePt t="4696" x="9429750" y="1716088"/>
          <p14:tracePt t="4705" x="9596438" y="1816100"/>
          <p14:tracePt t="4712" x="9745663" y="1882775"/>
          <p14:tracePt t="4722" x="9869488" y="1965325"/>
          <p14:tracePt t="4728" x="10044113" y="2065338"/>
          <p14:tracePt t="4738" x="10167938" y="2181225"/>
          <p14:tracePt t="4744" x="10293350" y="2263775"/>
          <p14:tracePt t="4755" x="10334625" y="2305050"/>
          <p14:tracePt t="4760" x="10533063" y="2471738"/>
          <p14:tracePt t="4771" x="10558463" y="2495550"/>
          <p14:tracePt t="4776" x="10641013" y="2570163"/>
          <p14:tracePt t="4788" x="10682288" y="2611438"/>
          <p14:tracePt t="4793" x="10723563" y="2654300"/>
          <p14:tracePt t="4805" x="10756900" y="2695575"/>
          <p14:tracePt t="4809" x="10798175" y="2752725"/>
          <p14:tracePt t="4821" x="10823575" y="2794000"/>
          <p14:tracePt t="4825" x="10848975" y="2836863"/>
          <p14:tracePt t="4838" x="10864850" y="2878138"/>
          <p14:tracePt t="4841" x="10882313" y="2919413"/>
          <p14:tracePt t="4855" x="10890250" y="3017838"/>
          <p14:tracePt t="4858" x="10906125" y="3060700"/>
          <p14:tracePt t="4872" x="10906125" y="3117850"/>
          <p14:tracePt t="4874" x="10906125" y="3159125"/>
          <p14:tracePt t="4888" x="10906125" y="3200400"/>
          <p14:tracePt t="4891" x="10906125" y="3241675"/>
          <p14:tracePt t="4905" x="10906125" y="3284538"/>
          <p14:tracePt t="4906" x="10890250" y="3341688"/>
          <p14:tracePt t="4914" x="10864850" y="3382963"/>
          <p14:tracePt t="4922" x="10807700" y="3408363"/>
          <p14:tracePt t="4930" x="10741025" y="3449638"/>
          <p14:tracePt t="4939" x="10656888" y="3475038"/>
          <p14:tracePt t="4946" x="10541000" y="3508375"/>
          <p14:tracePt t="4955" x="10417175" y="3532188"/>
          <p14:tracePt t="4963" x="10234613" y="3573463"/>
          <p14:tracePt t="4972" x="10085388" y="3606800"/>
          <p14:tracePt t="4978" x="9886950" y="3648075"/>
          <p14:tracePt t="4989" x="9745663" y="3673475"/>
          <p14:tracePt t="4994" x="9596438" y="3714750"/>
          <p14:tracePt t="5007" x="9396413" y="3732213"/>
          <p14:tracePt t="5013" x="9064625" y="3756025"/>
          <p14:tracePt t="5022" x="8840788" y="3756025"/>
          <p14:tracePt t="5026" x="8683625" y="3756025"/>
          <p14:tracePt t="5038" x="8186738" y="3756025"/>
          <p14:tracePt t="5043" x="8027988" y="3740150"/>
          <p14:tracePt t="5055" x="7762875" y="3673475"/>
          <p14:tracePt t="5059" x="7513638" y="3606800"/>
          <p14:tracePt t="5071" x="7289800" y="3549650"/>
          <p14:tracePt t="5075" x="7107238" y="3475038"/>
          <p14:tracePt t="5088" x="6958013" y="3408363"/>
          <p14:tracePt t="5092" x="6818313" y="3325813"/>
          <p14:tracePt t="5105" x="6651625" y="3209925"/>
          <p14:tracePt t="5108" x="6510338" y="3084513"/>
          <p14:tracePt t="5121" x="6386513" y="2960688"/>
          <p14:tracePt t="5124" x="6253163" y="2819400"/>
          <p14:tracePt t="5138" x="6088063" y="2654300"/>
          <p14:tracePt t="5141" x="5988050" y="2495550"/>
          <p14:tracePt t="5155" x="5938838" y="2430463"/>
          <p14:tracePt t="5156" x="5854700" y="2322513"/>
          <p14:tracePt t="5164" x="5797550" y="2230438"/>
          <p14:tracePt t="5172" x="5764213" y="2181225"/>
          <p14:tracePt t="5180" x="5738813" y="2139950"/>
          <p14:tracePt t="5189" x="5715000" y="2106613"/>
          <p14:tracePt t="5196" x="5715000" y="2098675"/>
          <p14:tracePt t="5206" x="5715000" y="2081213"/>
          <p14:tracePt t="5212" x="5697538" y="2081213"/>
          <p14:tracePt t="5222" x="5697538" y="2065338"/>
          <p14:tracePt t="5245" x="5681663" y="2055813"/>
          <p14:tracePt t="5254" x="5656263" y="2024063"/>
          <p14:tracePt t="5261" x="5630863" y="2014538"/>
          <p14:tracePt t="5269" x="5573713" y="1998663"/>
          <p14:tracePt t="5277" x="5556250" y="1981200"/>
          <p14:tracePt t="5285" x="5499100" y="1939925"/>
          <p14:tracePt t="5293" x="5448300" y="1924050"/>
          <p14:tracePt t="5301" x="5391150" y="1898650"/>
          <p14:tracePt t="5309" x="5349875" y="1882775"/>
          <p14:tracePt t="5317" x="5291138" y="1857375"/>
          <p14:tracePt t="5326" x="5167313" y="1800225"/>
          <p14:tracePt t="5333" x="5108575" y="1774825"/>
          <p14:tracePt t="5342" x="5018088" y="1733550"/>
          <p14:tracePt t="5350" x="4943475" y="1692275"/>
          <p14:tracePt t="5358" x="4835525" y="1617663"/>
          <p14:tracePt t="5366" x="4719638" y="1566863"/>
          <p14:tracePt t="5374" x="4660900" y="1533525"/>
          <p14:tracePt t="5382" x="4594225" y="1484313"/>
          <p14:tracePt t="5390" x="4511675" y="1435100"/>
          <p14:tracePt t="5398" x="4454525" y="1384300"/>
          <p14:tracePt t="5406" x="4395788" y="1350963"/>
          <p14:tracePt t="5414" x="4370388" y="1343025"/>
          <p14:tracePt t="5422" x="4329113" y="1327150"/>
          <p14:tracePt t="5431" x="4305300" y="1309688"/>
          <p14:tracePt t="5439" x="4262438" y="1285875"/>
          <p14:tracePt t="5446" x="4221163" y="1260475"/>
          <p14:tracePt t="5455" x="4164013" y="1227138"/>
          <p14:tracePt t="5463" x="4089400" y="1185863"/>
          <p14:tracePt t="5472" x="4005263" y="1144588"/>
          <p14:tracePt t="5479" x="3963988" y="1119188"/>
          <p14:tracePt t="5489" x="3898900" y="1077913"/>
          <p14:tracePt t="5495" x="3840163" y="1044575"/>
          <p14:tracePt t="5505" x="3798888" y="1036638"/>
          <p14:tracePt t="5511" x="3740150" y="1003300"/>
          <p14:tracePt t="5522" x="3716338" y="995363"/>
          <p14:tracePt t="5527" x="3698875" y="995363"/>
          <p14:tracePt t="5538" x="3673475" y="977900"/>
          <p14:tracePt t="5551" x="3657600" y="977900"/>
          <p14:tracePt t="5576" x="3641725" y="977900"/>
          <p14:tracePt t="5705" x="3632200" y="977900"/>
          <p14:tracePt t="5722" x="3632200" y="995363"/>
          <p14:tracePt t="5729" x="3616325" y="995363"/>
          <p14:tracePt t="5739" x="3598863" y="995363"/>
          <p14:tracePt t="5745" x="3590925" y="995363"/>
          <p14:tracePt t="5755" x="3557588" y="1003300"/>
          <p14:tracePt t="5761" x="3533775" y="1020763"/>
          <p14:tracePt t="5771" x="3492500" y="1020763"/>
          <p14:tracePt t="5778" x="3433763" y="1020763"/>
          <p14:tracePt t="5786" x="3408363" y="1036638"/>
          <p14:tracePt t="5794" x="3351213" y="1044575"/>
          <p14:tracePt t="5802" x="3292475" y="1044575"/>
          <p14:tracePt t="5810" x="3243263" y="1044575"/>
          <p14:tracePt t="5818" x="3201988" y="1062038"/>
          <p14:tracePt t="5826" x="3143250" y="1062038"/>
          <p14:tracePt t="5834" x="3086100" y="1062038"/>
          <p14:tracePt t="5842" x="3027363" y="1062038"/>
          <p14:tracePt t="5850" x="2978150" y="1062038"/>
          <p14:tracePt t="5858" x="2935288" y="1062038"/>
          <p14:tracePt t="5866" x="2894013" y="1062038"/>
          <p14:tracePt t="5875" x="2852738" y="1062038"/>
          <p14:tracePt t="5882" x="2819400" y="1062038"/>
          <p14:tracePt t="5891" x="2795588" y="1044575"/>
          <p14:tracePt t="5899" x="2778125" y="1044575"/>
          <p14:tracePt t="5907" x="2778125" y="1036638"/>
          <p14:tracePt t="5915" x="2762250" y="1036638"/>
          <p14:tracePt t="5923" x="2754313" y="1036638"/>
          <p14:tracePt t="6238" x="2736850" y="1036638"/>
          <p14:tracePt t="6286" x="2720975" y="1036638"/>
          <p14:tracePt t="6318" x="2711450" y="1036638"/>
          <p14:tracePt t="6327" x="2695575" y="1020763"/>
          <p14:tracePt t="6334" x="2679700" y="1003300"/>
          <p14:tracePt t="6343" x="2670175" y="1003300"/>
          <p14:tracePt t="6351" x="2654300" y="995363"/>
          <p14:tracePt t="6359" x="2628900" y="995363"/>
          <p14:tracePt t="6367" x="2595563" y="977900"/>
          <p14:tracePt t="6375" x="2587625" y="977900"/>
          <p14:tracePt t="6383" x="2571750" y="962025"/>
          <p14:tracePt t="6391" x="2554288" y="962025"/>
          <p14:tracePt t="6415" x="2538413" y="962025"/>
          <p14:tracePt t="6528" x="2538413" y="977900"/>
          <p14:tracePt t="6553" x="2554288" y="977900"/>
          <p14:tracePt t="6585" x="2571750" y="977900"/>
          <p14:tracePt t="6593" x="2587625" y="995363"/>
          <p14:tracePt t="6601" x="2613025" y="995363"/>
          <p14:tracePt t="6609" x="2636838" y="995363"/>
          <p14:tracePt t="6617" x="2679700" y="1003300"/>
          <p14:tracePt t="6625" x="2762250" y="1003300"/>
          <p14:tracePt t="6633" x="2852738" y="1003300"/>
          <p14:tracePt t="6641" x="2978150" y="1003300"/>
          <p14:tracePt t="6649" x="3101975" y="1003300"/>
          <p14:tracePt t="6658" x="3284538" y="1003300"/>
          <p14:tracePt t="6665" x="3433763" y="1003300"/>
          <p14:tracePt t="6674" x="3590925" y="1003300"/>
          <p14:tracePt t="6682" x="3657600" y="1003300"/>
          <p14:tracePt t="6690" x="3757613" y="1003300"/>
          <p14:tracePt t="6698" x="3856038" y="1003300"/>
          <p14:tracePt t="6706" x="3956050" y="1003300"/>
          <p14:tracePt t="6714" x="4022725" y="1003300"/>
          <p14:tracePt t="6722" x="4079875" y="1020763"/>
          <p14:tracePt t="6730" x="4105275" y="1020763"/>
          <p14:tracePt t="6739" x="4164013" y="1020763"/>
          <p14:tracePt t="6746" x="4205288" y="1020763"/>
          <p14:tracePt t="6755" x="4246563" y="1020763"/>
          <p14:tracePt t="6762" x="4287838" y="1020763"/>
          <p14:tracePt t="6772" x="4346575" y="1020763"/>
          <p14:tracePt t="6779" x="4395788" y="1020763"/>
          <p14:tracePt t="6788" x="4437063" y="1020763"/>
          <p14:tracePt t="6795" x="4529138" y="1020763"/>
          <p14:tracePt t="6805" x="4570413" y="1020763"/>
          <p14:tracePt t="6811" x="4652963" y="1020763"/>
          <p14:tracePt t="6821" x="4694238" y="1036638"/>
          <p14:tracePt t="6827" x="4776788" y="1044575"/>
          <p14:tracePt t="6838" x="4818063" y="1062038"/>
          <p14:tracePt t="6843" x="4876800" y="1062038"/>
          <p14:tracePt t="6855" x="4926013" y="1062038"/>
          <p14:tracePt t="6859" x="4984750" y="1077913"/>
          <p14:tracePt t="6871" x="5026025" y="1077913"/>
          <p14:tracePt t="6875" x="5067300" y="1085850"/>
          <p14:tracePt t="6889" x="5108575" y="1085850"/>
          <p14:tracePt t="6892" x="5126038" y="1085850"/>
          <p14:tracePt t="6905" x="5149850" y="1085850"/>
          <p14:tracePt t="6908" x="5167313" y="1103313"/>
          <p14:tracePt t="6921" x="5183188" y="1103313"/>
          <p14:tracePt t="6924" x="5208588" y="1103313"/>
          <p14:tracePt t="6940" x="5224463" y="1103313"/>
          <p14:tracePt t="6955" x="5233988" y="1103313"/>
          <p14:tracePt t="6971" x="5249863" y="1103313"/>
          <p14:tracePt t="6973" x="5267325" y="1103313"/>
          <p14:tracePt t="6980" x="5275263" y="1103313"/>
          <p14:tracePt t="6999" x="5291138" y="1103313"/>
          <p14:tracePt t="7005" x="5308600" y="1103313"/>
          <p14:tracePt t="7013" x="5332413" y="1103313"/>
          <p14:tracePt t="7022" x="5349875" y="1103313"/>
          <p14:tracePt t="7038" x="5373688" y="1103313"/>
          <p14:tracePt t="7045" x="5391150" y="1103313"/>
          <p14:tracePt t="7055" x="5407025" y="1103313"/>
          <p14:tracePt t="7061" x="5416550" y="1119188"/>
          <p14:tracePt t="7077" x="5432425" y="1119188"/>
          <p14:tracePt t="7086" x="5457825" y="1119188"/>
          <p14:tracePt t="7094" x="5473700" y="1119188"/>
          <p14:tracePt t="7101" x="5491163" y="1119188"/>
          <p14:tracePt t="7109" x="5499100" y="1119188"/>
          <p14:tracePt t="7118" x="5532438" y="1119188"/>
          <p14:tracePt t="7126" x="5540375" y="1119188"/>
          <p14:tracePt t="7134" x="5589588" y="1119188"/>
          <p14:tracePt t="7142" x="5614988" y="1119188"/>
          <p14:tracePt t="7150" x="5656263" y="1119188"/>
          <p14:tracePt t="7158" x="5715000" y="1103313"/>
          <p14:tracePt t="7166" x="5764213" y="1085850"/>
          <p14:tracePt t="7174" x="5805488" y="1077913"/>
          <p14:tracePt t="7182" x="5864225" y="1062038"/>
          <p14:tracePt t="7190" x="5921375" y="1044575"/>
          <p14:tracePt t="7198" x="5988050" y="1044575"/>
          <p14:tracePt t="7207" x="6046788" y="1036638"/>
          <p14:tracePt t="7214" x="6121400" y="1020763"/>
          <p14:tracePt t="7223" x="6170613" y="1020763"/>
          <p14:tracePt t="7231" x="6245225" y="1020763"/>
          <p14:tracePt t="7239" x="6294438" y="1020763"/>
          <p14:tracePt t="7247" x="6369050" y="1020763"/>
          <p14:tracePt t="7256" x="6427788" y="1020763"/>
          <p14:tracePt t="7263" x="6494463" y="1020763"/>
          <p14:tracePt t="7272" x="6535738" y="1020763"/>
          <p14:tracePt t="7279" x="6592888" y="1020763"/>
          <p14:tracePt t="7288" x="6618288" y="1020763"/>
          <p14:tracePt t="7295" x="6651625" y="1020763"/>
          <p14:tracePt t="7521" x="6718300" y="1020763"/>
          <p14:tracePt t="7530" x="6818313" y="1020763"/>
          <p14:tracePt t="7538" x="6999288" y="1020763"/>
          <p14:tracePt t="7546" x="7224713" y="1020763"/>
          <p14:tracePt t="7555" x="7489825" y="1020763"/>
          <p14:tracePt t="7562" x="7737475" y="1020763"/>
          <p14:tracePt t="7572" x="8045450" y="1020763"/>
          <p14:tracePt t="7578" x="8310563" y="1036638"/>
          <p14:tracePt t="7587" x="8559800" y="1062038"/>
          <p14:tracePt t="7594" x="8783638" y="1077913"/>
          <p14:tracePt t="7602" x="8966200" y="1085850"/>
          <p14:tracePt t="7610" x="9023350" y="1085850"/>
          <p14:tracePt t="7618" x="9172575" y="1119188"/>
          <p14:tracePt t="7626" x="9297988" y="1119188"/>
          <p14:tracePt t="7634" x="9372600" y="1119188"/>
          <p14:tracePt t="7642" x="9471025" y="1127125"/>
          <p14:tracePt t="7650" x="9512300" y="1127125"/>
          <p14:tracePt t="7659" x="9563100" y="1127125"/>
          <p14:tracePt t="7667" x="9604375" y="1127125"/>
          <p14:tracePt t="7675" x="9637713" y="1127125"/>
          <p14:tracePt t="7683" x="9663113" y="1127125"/>
          <p14:tracePt t="7691" x="9694863" y="1127125"/>
          <p14:tracePt t="7699" x="9704388" y="1127125"/>
          <p14:tracePt t="7707" x="9720263" y="1127125"/>
          <p14:tracePt t="7715" x="9745663" y="1127125"/>
          <p14:tracePt t="7731" x="9761538" y="1127125"/>
          <p14:tracePt t="7739" x="9779000" y="1127125"/>
          <p14:tracePt t="7747" x="9786938" y="1127125"/>
          <p14:tracePt t="7755" x="9802813" y="1127125"/>
          <p14:tracePt t="7779" x="9820275" y="1127125"/>
          <p14:tracePt t="7788" x="9828213" y="1127125"/>
          <p14:tracePt t="7909" x="9802813" y="1144588"/>
          <p14:tracePt t="7917" x="9761538" y="1144588"/>
          <p14:tracePt t="7925" x="9678988" y="1160463"/>
          <p14:tracePt t="7933" x="9596438" y="1201738"/>
          <p14:tracePt t="7941" x="9471025" y="1227138"/>
          <p14:tracePt t="7949" x="9313863" y="1268413"/>
          <p14:tracePt t="7957" x="9131300" y="1327150"/>
          <p14:tracePt t="7965" x="8907463" y="1384300"/>
          <p14:tracePt t="7973" x="8642350" y="1425575"/>
          <p14:tracePt t="7981" x="8393113" y="1492250"/>
          <p14:tracePt t="7990" x="8086725" y="1566863"/>
          <p14:tracePt t="8002" x="7821613" y="1633538"/>
          <p14:tracePt t="8006" x="7572375" y="1692275"/>
          <p14:tracePt t="8014" x="7265988" y="1757363"/>
          <p14:tracePt t="8022" x="7008813" y="1841500"/>
          <p14:tracePt t="8030" x="6700838" y="1898650"/>
          <p14:tracePt t="8038" x="6394450" y="1939925"/>
          <p14:tracePt t="8046" x="6103938" y="1981200"/>
          <p14:tracePt t="8055" x="5532438" y="2024063"/>
          <p14:tracePt t="8062" x="5183188" y="2039938"/>
          <p14:tracePt t="8072" x="4794250" y="2039938"/>
          <p14:tracePt t="8078" x="4611688" y="2039938"/>
          <p14:tracePt t="8088" x="4305300" y="2039938"/>
          <p14:tracePt t="8095" x="3956050" y="2039938"/>
          <p14:tracePt t="8105" x="3698875" y="2039938"/>
          <p14:tracePt t="8111" x="3433763" y="2039938"/>
          <p14:tracePt t="8121" x="3209925" y="2039938"/>
          <p14:tracePt t="8127" x="3027363" y="2039938"/>
          <p14:tracePt t="8138" x="2878138" y="2039938"/>
          <p14:tracePt t="8143" x="2819400" y="2039938"/>
          <p14:tracePt t="8155" x="2711450" y="2039938"/>
          <p14:tracePt t="8159" x="2513013" y="2039938"/>
          <p14:tracePt t="8172" x="2405063" y="2039938"/>
          <p14:tracePt t="8175" x="2305050" y="2039938"/>
          <p14:tracePt t="8188" x="2181225" y="2039938"/>
          <p14:tracePt t="8191" x="2057400" y="2039938"/>
          <p14:tracePt t="8205" x="1898650" y="2039938"/>
          <p14:tracePt t="8207" x="1758950" y="2039938"/>
          <p14:tracePt t="8221" x="1609725" y="2039938"/>
          <p14:tracePt t="8224" x="1476375" y="2024063"/>
          <p14:tracePt t="8238" x="1409700" y="2024063"/>
          <p14:tracePt t="8241" x="1309688" y="2024063"/>
          <p14:tracePt t="8255" x="1211263" y="2024063"/>
          <p14:tracePt t="8257" x="1119188" y="2014538"/>
          <p14:tracePt t="8272" x="1062038" y="2014538"/>
          <p14:tracePt t="8272" x="1003300" y="2014538"/>
          <p14:tracePt t="8280" x="977900" y="2014538"/>
          <p14:tracePt t="8288" x="954088" y="2014538"/>
          <p14:tracePt t="8296" x="936625" y="1998663"/>
          <p14:tracePt t="8312" x="920750" y="1998663"/>
          <p14:tracePt t="8442" x="936625" y="1998663"/>
          <p14:tracePt t="8474" x="954088" y="1998663"/>
          <p14:tracePt t="8490" x="962025" y="1998663"/>
          <p14:tracePt t="8499" x="977900" y="1998663"/>
          <p14:tracePt t="8506" x="995363" y="1998663"/>
          <p14:tracePt t="8514" x="1020763" y="1998663"/>
          <p14:tracePt t="8522" x="1077913" y="1998663"/>
          <p14:tracePt t="8530" x="1119188" y="1998663"/>
          <p14:tracePt t="8538" x="1169988" y="1998663"/>
          <p14:tracePt t="8547" x="1268413" y="1957388"/>
          <p14:tracePt t="8555" x="1393825" y="1924050"/>
          <p14:tracePt t="8563" x="1525588" y="1874838"/>
          <p14:tracePt t="8572" x="1633538" y="1831975"/>
          <p14:tracePt t="8579" x="1790700" y="1774825"/>
          <p14:tracePt t="8588" x="1916113" y="1749425"/>
          <p14:tracePt t="8595" x="2039938" y="1700213"/>
          <p14:tracePt t="8605" x="2147888" y="1658938"/>
          <p14:tracePt t="8611" x="2273300" y="1617663"/>
          <p14:tracePt t="8621" x="2405063" y="1576388"/>
          <p14:tracePt t="8627" x="2528888" y="1550988"/>
          <p14:tracePt t="8635" x="2654300" y="1525588"/>
          <p14:tracePt t="8643" x="2736850" y="1492250"/>
          <p14:tracePt t="8651" x="2795588" y="1484313"/>
          <p14:tracePt t="8660" x="2894013" y="1450975"/>
          <p14:tracePt t="8668" x="2986088" y="1425575"/>
          <p14:tracePt t="8676" x="3060700" y="1409700"/>
          <p14:tracePt t="8684" x="3160713" y="1384300"/>
          <p14:tracePt t="8692" x="3225800" y="1368425"/>
          <p14:tracePt t="8700" x="3351213" y="1343025"/>
          <p14:tracePt t="8708" x="3425825" y="1309688"/>
          <p14:tracePt t="8716" x="3516313" y="1309688"/>
          <p14:tracePt t="8724" x="3641725" y="1268413"/>
          <p14:tracePt t="8732" x="3773488" y="1244600"/>
          <p14:tracePt t="8740" x="3906838" y="1219200"/>
          <p14:tracePt t="8749" x="4064000" y="1169988"/>
          <p14:tracePt t="8756" x="4221163" y="1144588"/>
          <p14:tracePt t="8765" x="4395788" y="1085850"/>
          <p14:tracePt t="8773" x="4594225" y="1044575"/>
          <p14:tracePt t="8781" x="4776788" y="1020763"/>
          <p14:tracePt t="8789" x="4959350" y="977900"/>
          <p14:tracePt t="8797" x="5141913" y="936625"/>
          <p14:tracePt t="8805" x="5291138" y="903288"/>
          <p14:tracePt t="8813" x="5448300" y="895350"/>
          <p14:tracePt t="8822" x="5630863" y="854075"/>
          <p14:tracePt t="8829" x="5780088" y="838200"/>
          <p14:tracePt t="8838" x="5938838" y="820738"/>
          <p14:tracePt t="8845" x="6062663" y="812800"/>
          <p14:tracePt t="8855" x="6211888" y="812800"/>
          <p14:tracePt t="8861" x="6253163" y="812800"/>
          <p14:tracePt t="8872" x="6386513" y="812800"/>
          <p14:tracePt t="8878" x="6477000" y="812800"/>
          <p14:tracePt t="8888" x="6577013" y="812800"/>
          <p14:tracePt t="8894" x="6677025" y="812800"/>
          <p14:tracePt t="8905" x="6734175" y="812800"/>
          <p14:tracePt t="9128" x="6818313" y="812800"/>
          <p14:tracePt t="9137" x="6883400" y="812800"/>
          <p14:tracePt t="9144" x="7008813" y="812800"/>
          <p14:tracePt t="9152" x="7050088" y="812800"/>
          <p14:tracePt t="9160" x="7150100" y="812800"/>
          <p14:tracePt t="9168" x="7224713" y="812800"/>
          <p14:tracePt t="9176" x="7307263" y="812800"/>
          <p14:tracePt t="9184" x="7331075" y="812800"/>
          <p14:tracePt t="9193" x="7373938" y="820738"/>
          <p14:tracePt t="9201" x="7389813" y="820738"/>
          <p14:tracePt t="9209" x="7389813" y="838200"/>
          <p14:tracePt t="9217" x="7397750" y="838200"/>
          <p14:tracePt t="9257" x="7397750" y="854075"/>
          <p14:tracePt t="9354" x="7415213" y="854075"/>
          <p14:tracePt t="9443" x="7431088" y="854075"/>
          <p14:tracePt t="9467" x="7439025" y="854075"/>
          <p14:tracePt t="9475" x="7472363" y="854075"/>
          <p14:tracePt t="9483" x="7489825" y="854075"/>
          <p14:tracePt t="9491" x="7497763" y="854075"/>
          <p14:tracePt t="9499" x="7513638" y="854075"/>
          <p14:tracePt t="9507" x="7531100" y="854075"/>
          <p14:tracePt t="9515" x="7539038" y="854075"/>
          <p14:tracePt t="9531" x="7556500" y="854075"/>
          <p14:tracePt t="9555" x="7572375" y="854075"/>
          <p14:tracePt t="9742" x="7580313" y="854075"/>
          <p14:tracePt t="9749" x="7613650" y="854075"/>
          <p14:tracePt t="9757" x="7654925" y="854075"/>
          <p14:tracePt t="9766" x="7721600" y="854075"/>
          <p14:tracePt t="9774" x="7796213" y="854075"/>
          <p14:tracePt t="9782" x="7862888" y="854075"/>
          <p14:tracePt t="9790" x="7986713" y="854075"/>
          <p14:tracePt t="9798" x="8112125" y="854075"/>
          <p14:tracePt t="9806" x="8235950" y="854075"/>
          <p14:tracePt t="9814" x="8377238" y="854075"/>
          <p14:tracePt t="9822" x="8534400" y="854075"/>
          <p14:tracePt t="9830" x="8683625" y="854075"/>
          <p14:tracePt t="9838" x="8816975" y="854075"/>
          <p14:tracePt t="9846" x="8940800" y="854075"/>
          <p14:tracePt t="9855" x="8990013" y="854075"/>
          <p14:tracePt t="9862" x="9082088" y="854075"/>
          <p14:tracePt t="9872" x="9172575" y="854075"/>
          <p14:tracePt t="9879" x="9272588" y="854075"/>
          <p14:tracePt t="9888" x="9339263" y="838200"/>
          <p14:tracePt t="9895" x="9429750" y="838200"/>
          <p14:tracePt t="9904" x="9471025" y="838200"/>
          <p14:tracePt t="9911" x="9521825" y="838200"/>
          <p14:tracePt t="9920" x="9578975" y="838200"/>
          <p14:tracePt t="9927" x="9604375" y="838200"/>
          <p14:tracePt t="9935" x="9637713" y="838200"/>
          <p14:tracePt t="9943" x="9663113" y="838200"/>
          <p14:tracePt t="9951" x="9678988" y="838200"/>
          <p14:tracePt t="9959" x="9694863" y="838200"/>
          <p14:tracePt t="9976" x="9704388" y="838200"/>
          <p14:tracePt t="10056" x="9694863" y="838200"/>
          <p14:tracePt t="10064" x="9663113" y="854075"/>
          <p14:tracePt t="10073" x="9604375" y="862013"/>
          <p14:tracePt t="10081" x="9512300" y="895350"/>
          <p14:tracePt t="10089" x="9388475" y="920750"/>
          <p14:tracePt t="10105" x="8899525" y="1044575"/>
          <p14:tracePt t="10113" x="8634413" y="1077913"/>
          <p14:tracePt t="10122" x="8475663" y="1085850"/>
          <p14:tracePt t="10129" x="8210550" y="1119188"/>
          <p14:tracePt t="10139" x="7920038" y="1160463"/>
          <p14:tracePt t="10145" x="7654925" y="1169988"/>
          <p14:tracePt t="10155" x="7397750" y="1219200"/>
          <p14:tracePt t="10161" x="7132638" y="1244600"/>
          <p14:tracePt t="10171" x="6916738" y="1260475"/>
          <p14:tracePt t="10177" x="6692900" y="1285875"/>
          <p14:tracePt t="10188" x="6651625" y="1301750"/>
          <p14:tracePt t="10194" x="6494463" y="1327150"/>
          <p14:tracePt t="10205" x="6369050" y="1343025"/>
          <p14:tracePt t="10210" x="6294438" y="1350963"/>
          <p14:tracePt t="10222" x="6229350" y="1384300"/>
          <p14:tracePt t="10226" x="6170613" y="1393825"/>
          <p14:tracePt t="10238" x="6121400" y="1409700"/>
          <p14:tracePt t="10242" x="6070600" y="1425575"/>
          <p14:tracePt t="10255" x="6062663" y="1425575"/>
          <p14:tracePt t="10258" x="6029325" y="1435100"/>
          <p14:tracePt t="10271" x="6021388" y="1450975"/>
          <p14:tracePt t="10274" x="6005513" y="1450975"/>
          <p14:tracePt t="10288" x="5980113" y="1468438"/>
          <p14:tracePt t="10291" x="5980113" y="1484313"/>
          <p14:tracePt t="10305" x="5962650" y="1484313"/>
          <p14:tracePt t="10307" x="5946775" y="1492250"/>
          <p14:tracePt t="10323" x="5938838" y="1509713"/>
          <p14:tracePt t="10339" x="5921375" y="1525588"/>
          <p14:tracePt t="10347" x="5905500" y="1533525"/>
          <p14:tracePt t="10355" x="5897563" y="1550988"/>
          <p14:tracePt t="10363" x="5880100" y="1550988"/>
          <p14:tracePt t="10372" x="5864225" y="1566863"/>
          <p14:tracePt t="10379" x="5854700" y="1576388"/>
          <p14:tracePt t="10388" x="5822950" y="1592263"/>
          <p14:tracePt t="10395" x="5805488" y="1608138"/>
          <p14:tracePt t="10405" x="5797550" y="1617663"/>
          <p14:tracePt t="10411" x="5780088" y="1633538"/>
          <p14:tracePt t="10421" x="5764213" y="1651000"/>
          <p14:tracePt t="10428" x="5738813" y="1651000"/>
          <p14:tracePt t="10438" x="5722938" y="1658938"/>
          <p14:tracePt t="10444" x="5715000" y="1658938"/>
          <p14:tracePt t="10455" x="5681663" y="1692275"/>
          <p14:tracePt t="10460" x="5630863" y="1700213"/>
          <p14:tracePt t="10471" x="5589588" y="1733550"/>
          <p14:tracePt t="10476" x="5556250" y="1749425"/>
          <p14:tracePt t="10488" x="5499100" y="1774825"/>
          <p14:tracePt t="10492" x="5448300" y="1790700"/>
          <p14:tracePt t="10505" x="5407025" y="1831975"/>
          <p14:tracePt t="10508" x="5349875" y="1841500"/>
          <p14:tracePt t="10521" x="5291138" y="1874838"/>
          <p14:tracePt t="10525" x="5267325" y="1882775"/>
          <p14:tracePt t="10539" x="5224463" y="1898650"/>
          <p14:tracePt t="10542" x="5183188" y="1916113"/>
          <p14:tracePt t="10554" x="5167313" y="1916113"/>
          <p14:tracePt t="10557" x="5141913" y="1924050"/>
          <p14:tracePt t="10571" x="5126038" y="1939925"/>
          <p14:tracePt t="10574" x="5100638" y="1957388"/>
          <p14:tracePt t="10588" x="5067300" y="1957388"/>
          <p14:tracePt t="10590" x="5059363" y="1965325"/>
          <p14:tracePt t="10605" x="5026025" y="1965325"/>
          <p14:tracePt t="10606" x="5018088" y="1981200"/>
          <p14:tracePt t="10613" x="5000625" y="1981200"/>
          <p14:tracePt t="10622" x="4967288" y="1998663"/>
          <p14:tracePt t="10629" x="4943475" y="1998663"/>
          <p14:tracePt t="10639" x="4943475" y="2014538"/>
          <p14:tracePt t="10646" x="4926013" y="2014538"/>
          <p14:tracePt t="10655" x="4902200" y="2024063"/>
          <p14:tracePt t="10662" x="4884738" y="2024063"/>
          <p14:tracePt t="10678" x="4876800" y="2024063"/>
          <p14:tracePt t="10688" x="4860925" y="2039938"/>
          <p14:tracePt t="10702" x="4843463" y="2039938"/>
          <p14:tracePt t="10710" x="4835525" y="2039938"/>
          <p14:tracePt t="10734" x="4818063" y="2055813"/>
          <p14:tracePt t="10750" x="4802188" y="2055813"/>
          <p14:tracePt t="10775" x="4794250" y="2065338"/>
          <p14:tracePt t="10807" x="4776788" y="2065338"/>
          <p14:tracePt t="10831" x="4776788" y="2081213"/>
          <p14:tracePt t="10912" x="4794250" y="2081213"/>
          <p14:tracePt t="10937" x="4802188" y="2081213"/>
          <p14:tracePt t="10952" x="4843463" y="2081213"/>
          <p14:tracePt t="10960" x="4902200" y="2081213"/>
          <p14:tracePt t="10969" x="5000625" y="2081213"/>
          <p14:tracePt t="10977" x="5108575" y="2081213"/>
          <p14:tracePt t="10985" x="5373688" y="2039938"/>
          <p14:tracePt t="10993" x="5640388" y="1998663"/>
          <p14:tracePt t="11001" x="5938838" y="1939925"/>
          <p14:tracePt t="11009" x="6088063" y="1916113"/>
          <p14:tracePt t="11017" x="6394450" y="1874838"/>
          <p14:tracePt t="11025" x="6692900" y="1816100"/>
          <p14:tracePt t="11033" x="6958013" y="1800225"/>
          <p14:tracePt t="11041" x="7224713" y="1757363"/>
          <p14:tracePt t="11049" x="7431088" y="1733550"/>
          <p14:tracePt t="11057" x="7621588" y="1733550"/>
          <p14:tracePt t="11065" x="7662863" y="1716088"/>
          <p14:tracePt t="11074" x="7821613" y="1716088"/>
          <p14:tracePt t="11082" x="7920038" y="1700213"/>
          <p14:tracePt t="11090" x="8020050" y="1700213"/>
          <p14:tracePt t="11098" x="8086725" y="1700213"/>
          <p14:tracePt t="11106" x="8153400" y="1700213"/>
          <p14:tracePt t="11114" x="8210550" y="1700213"/>
          <p14:tracePt t="11122" x="8269288" y="1700213"/>
          <p14:tracePt t="11130" x="8326438" y="1700213"/>
          <p14:tracePt t="11138" x="8351838" y="1700213"/>
          <p14:tracePt t="11146" x="8393113" y="1700213"/>
          <p14:tracePt t="11155" x="8418513" y="1700213"/>
          <p14:tracePt t="11162" x="8459788" y="1700213"/>
          <p14:tracePt t="11172" x="8501063" y="1700213"/>
          <p14:tracePt t="11178" x="8534400" y="1700213"/>
          <p14:tracePt t="11188" x="8559800" y="1700213"/>
          <p14:tracePt t="11195" x="8593138" y="1700213"/>
          <p14:tracePt t="11205" x="8634413" y="1700213"/>
          <p14:tracePt t="11211" x="8675688" y="1700213"/>
          <p14:tracePt t="11221" x="8699500" y="1700213"/>
          <p14:tracePt t="11227" x="8742363" y="1700213"/>
          <p14:tracePt t="11238" x="8766175" y="1700213"/>
          <p14:tracePt t="11243" x="8816975" y="1700213"/>
          <p14:tracePt t="11254" x="8840788" y="1716088"/>
          <p14:tracePt t="11259" x="8866188" y="1716088"/>
          <p14:tracePt t="11271" x="8899525" y="1733550"/>
          <p14:tracePt t="11283" x="8924925" y="1733550"/>
          <p14:tracePt t="11291" x="8948738" y="1749425"/>
          <p14:tracePt t="11300" x="8966200" y="1749425"/>
          <p14:tracePt t="11308" x="9007475" y="1757363"/>
          <p14:tracePt t="11316" x="9031288" y="1774825"/>
          <p14:tracePt t="11324" x="9082088" y="1774825"/>
          <p14:tracePt t="11332" x="9123363" y="1790700"/>
          <p14:tracePt t="11340" x="9148763" y="1800225"/>
          <p14:tracePt t="11348" x="9172575" y="1816100"/>
          <p14:tracePt t="11356" x="9190038" y="1816100"/>
          <p14:tracePt t="11364" x="9213850" y="1831975"/>
          <p14:tracePt t="11373" x="9231313" y="1831975"/>
          <p14:tracePt t="11380" x="9231313" y="1841500"/>
          <p14:tracePt t="11397" x="9247188" y="1841500"/>
          <p14:tracePt t="11534" x="9247188" y="1857375"/>
          <p14:tracePt t="11542" x="9247188" y="1874838"/>
          <p14:tracePt t="11558" x="9247188" y="1882775"/>
          <p14:tracePt t="11566" x="9247188" y="1916113"/>
          <p14:tracePt t="11574" x="9247188" y="1924050"/>
          <p14:tracePt t="11582" x="9231313" y="1957388"/>
          <p14:tracePt t="11590" x="9213850" y="1965325"/>
          <p14:tracePt t="11598" x="9205913" y="1981200"/>
          <p14:tracePt t="11606" x="9190038" y="2014538"/>
          <p14:tracePt t="11614" x="9164638" y="2024063"/>
          <p14:tracePt t="11623" x="9105900" y="2055813"/>
          <p14:tracePt t="11630" x="9048750" y="2065338"/>
          <p14:tracePt t="11639" x="8982075" y="2081213"/>
          <p14:tracePt t="11647" x="8948738" y="2081213"/>
          <p14:tracePt t="11655" x="8882063" y="2081213"/>
          <p14:tracePt t="11663" x="8824913" y="2081213"/>
          <p14:tracePt t="11672" x="8783638" y="2081213"/>
          <p14:tracePt t="11679" x="8699500" y="2081213"/>
          <p14:tracePt t="11688" x="8675688" y="2081213"/>
          <p14:tracePt t="11695" x="8616950" y="2081213"/>
          <p14:tracePt t="11705" x="8575675" y="2065338"/>
          <p14:tracePt t="11711" x="8559800" y="2065338"/>
          <p14:tracePt t="11721" x="8518525" y="2039938"/>
          <p14:tracePt t="11728" x="8475663" y="2014538"/>
          <p14:tracePt t="11735" x="8459788" y="1998663"/>
          <p14:tracePt t="11744" x="8393113" y="1939925"/>
          <p14:tracePt t="11752" x="8335963" y="1898650"/>
          <p14:tracePt t="11760" x="8285163" y="1841500"/>
          <p14:tracePt t="11768" x="8228013" y="1774825"/>
          <p14:tracePt t="11776" x="8186738" y="1733550"/>
          <p14:tracePt t="11784" x="8143875" y="1658938"/>
          <p14:tracePt t="11792" x="8102600" y="1617663"/>
          <p14:tracePt t="11800" x="8069263" y="1566863"/>
          <p14:tracePt t="11808" x="8045450" y="1525588"/>
          <p14:tracePt t="11816" x="8027988" y="1492250"/>
          <p14:tracePt t="11825" x="8020050" y="1468438"/>
          <p14:tracePt t="11840" x="8004175" y="1450975"/>
          <p14:tracePt t="11848" x="8004175" y="1435100"/>
          <p14:tracePt t="11857" x="8004175" y="1425575"/>
          <p14:tracePt t="11865" x="8004175" y="1409700"/>
          <p14:tracePt t="11873" x="8004175" y="1393825"/>
          <p14:tracePt t="11889" x="8004175" y="1384300"/>
          <p14:tracePt t="11897" x="8004175" y="1368425"/>
          <p14:tracePt t="11905" x="8027988" y="1350963"/>
          <p14:tracePt t="11913" x="8069263" y="1327150"/>
          <p14:tracePt t="11921" x="8102600" y="1327150"/>
          <p14:tracePt t="11929" x="8128000" y="1301750"/>
          <p14:tracePt t="11938" x="8186738" y="1285875"/>
          <p14:tracePt t="11945" x="8235950" y="1260475"/>
          <p14:tracePt t="11954" x="8293100" y="1244600"/>
          <p14:tracePt t="11962" x="8335963" y="1244600"/>
          <p14:tracePt t="11971" x="8393113" y="1227138"/>
          <p14:tracePt t="11978" x="8434388" y="1219200"/>
          <p14:tracePt t="11986" x="8493125" y="1219200"/>
          <p14:tracePt t="11994" x="8518525" y="1219200"/>
          <p14:tracePt t="12002" x="8559800" y="1219200"/>
          <p14:tracePt t="12010" x="8634413" y="1219200"/>
          <p14:tracePt t="12018" x="8683625" y="1219200"/>
          <p14:tracePt t="12026" x="8724900" y="1219200"/>
          <p14:tracePt t="12034" x="8816975" y="1219200"/>
          <p14:tracePt t="12042" x="8882063" y="1219200"/>
          <p14:tracePt t="12050" x="8982075" y="1244600"/>
          <p14:tracePt t="12059" x="9007475" y="1260475"/>
          <p14:tracePt t="12066" x="9090025" y="1301750"/>
          <p14:tracePt t="12075" x="9164638" y="1309688"/>
          <p14:tracePt t="12083" x="9213850" y="1343025"/>
          <p14:tracePt t="12091" x="9256713" y="1368425"/>
          <p14:tracePt t="12099" x="9297988" y="1384300"/>
          <p14:tracePt t="12107" x="9331325" y="1393825"/>
          <p14:tracePt t="12115" x="9339263" y="1409700"/>
          <p14:tracePt t="12123" x="9355138" y="1425575"/>
          <p14:tracePt t="12131" x="9355138" y="1435100"/>
          <p14:tracePt t="12139" x="9372600" y="1450975"/>
          <p14:tracePt t="12147" x="9372600" y="1468438"/>
          <p14:tracePt t="12155" x="9388475" y="1484313"/>
          <p14:tracePt t="12163" x="9388475" y="1509713"/>
          <p14:tracePt t="12172" x="9396413" y="1550988"/>
          <p14:tracePt t="12180" x="9413875" y="1576388"/>
          <p14:tracePt t="12188" x="9413875" y="1617663"/>
          <p14:tracePt t="12196" x="9413875" y="1651000"/>
          <p14:tracePt t="12205" x="9429750" y="1692275"/>
          <p14:tracePt t="12212" x="9437688" y="1749425"/>
          <p14:tracePt t="12221" x="9437688" y="1774825"/>
          <p14:tracePt t="12228" x="9437688" y="1816100"/>
          <p14:tracePt t="12238" x="9437688" y="1831975"/>
          <p14:tracePt t="12244" x="9437688" y="1874838"/>
          <p14:tracePt t="12255" x="9437688" y="1898650"/>
          <p14:tracePt t="12260" x="9437688" y="1916113"/>
          <p14:tracePt t="12271" x="9437688" y="1939925"/>
          <p14:tracePt t="12276" x="9437688" y="1957388"/>
          <p14:tracePt t="12288" x="9429750" y="1981200"/>
          <p14:tracePt t="12293" x="9413875" y="1998663"/>
          <p14:tracePt t="12305" x="9396413" y="2014538"/>
          <p14:tracePt t="12309" x="9372600" y="2039938"/>
          <p14:tracePt t="12321" x="9355138" y="2055813"/>
          <p14:tracePt t="12325" x="9331325" y="2065338"/>
          <p14:tracePt t="12338" x="9288463" y="2098675"/>
          <p14:tracePt t="12341" x="9256713" y="2098675"/>
          <p14:tracePt t="12355" x="9213850" y="2106613"/>
          <p14:tracePt t="12357" x="9172575" y="2122488"/>
          <p14:tracePt t="12371" x="9131300" y="2139950"/>
          <p14:tracePt t="12374" x="9090025" y="2147888"/>
          <p14:tracePt t="12388" x="9031288" y="2147888"/>
          <p14:tracePt t="12390" x="8990013" y="2147888"/>
          <p14:tracePt t="12405" x="8948738" y="2147888"/>
          <p14:tracePt t="12406" x="8899525" y="2147888"/>
          <p14:tracePt t="12413" x="8799513" y="2147888"/>
          <p14:tracePt t="12422" x="8758238" y="2147888"/>
          <p14:tracePt t="12430" x="8675688" y="2139950"/>
          <p14:tracePt t="12438" x="8601075" y="2098675"/>
          <p14:tracePt t="12446" x="8518525" y="2039938"/>
          <p14:tracePt t="12455" x="8418513" y="1981200"/>
          <p14:tracePt t="12462" x="8377238" y="1965325"/>
          <p14:tracePt t="12472" x="8326438" y="1916113"/>
          <p14:tracePt t="12478" x="8269288" y="1882775"/>
          <p14:tracePt t="12488" x="8228013" y="1857375"/>
          <p14:tracePt t="12494" x="8194675" y="1841500"/>
          <p14:tracePt t="12505" x="8169275" y="1816100"/>
          <p14:tracePt t="12510" x="8153400" y="1800225"/>
          <p14:tracePt t="12521" x="8143875" y="1790700"/>
          <p14:tracePt t="12527" x="8143875" y="1774825"/>
          <p14:tracePt t="12538" x="8128000" y="1774825"/>
          <p14:tracePt t="12543" x="8128000" y="1757363"/>
          <p14:tracePt t="12555" x="8128000" y="1749425"/>
          <p14:tracePt t="12559" x="8128000" y="1733550"/>
          <p14:tracePt t="12571" x="8128000" y="1700213"/>
          <p14:tracePt t="12575" x="8128000" y="1674813"/>
          <p14:tracePt t="12588" x="8128000" y="1633538"/>
          <p14:tracePt t="12591" x="8128000" y="1592263"/>
          <p14:tracePt t="12605" x="8128000" y="1566863"/>
          <p14:tracePt t="12608" x="8128000" y="1525588"/>
          <p14:tracePt t="12621" x="8153400" y="1492250"/>
          <p14:tracePt t="12624" x="8186738" y="1450975"/>
          <p14:tracePt t="12638" x="8210550" y="1425575"/>
          <p14:tracePt t="12640" x="8251825" y="1393825"/>
          <p14:tracePt t="12648" x="8293100" y="1384300"/>
          <p14:tracePt t="12656" x="8393113" y="1343025"/>
          <p14:tracePt t="12664" x="8459788" y="1343025"/>
          <p14:tracePt t="12672" x="8534400" y="1327150"/>
          <p14:tracePt t="12680" x="8634413" y="1327150"/>
          <p14:tracePt t="12688" x="8724900" y="1327150"/>
          <p14:tracePt t="12696" x="8858250" y="1327150"/>
          <p14:tracePt t="12705" x="8966200" y="1327150"/>
          <p14:tracePt t="12712" x="9090025" y="1343025"/>
          <p14:tracePt t="12721" x="9148763" y="1368425"/>
          <p14:tracePt t="12728" x="9247188" y="1409700"/>
          <p14:tracePt t="12739" x="9313863" y="1435100"/>
          <p14:tracePt t="12745" x="9372600" y="1468438"/>
          <p14:tracePt t="12755" x="9429750" y="1484313"/>
          <p14:tracePt t="12761" x="9455150" y="1492250"/>
          <p14:tracePt t="12772" x="9480550" y="1525588"/>
          <p14:tracePt t="12777" x="9496425" y="1525588"/>
          <p14:tracePt t="12788" x="9512300" y="1533525"/>
          <p14:tracePt t="12793" x="9512300" y="1550988"/>
          <p14:tracePt t="12805" x="9521825" y="1566863"/>
          <p14:tracePt t="12809" x="9521825" y="1576388"/>
          <p14:tracePt t="12821" x="9537700" y="1608138"/>
          <p14:tracePt t="12825" x="9555163" y="1617663"/>
          <p14:tracePt t="12838" x="9555163" y="1651000"/>
          <p14:tracePt t="12841" x="9563100" y="1658938"/>
          <p14:tracePt t="12855" x="9563100" y="1692275"/>
          <p14:tracePt t="12858" x="9578975" y="1716088"/>
          <p14:tracePt t="12871" x="9596438" y="1733550"/>
          <p14:tracePt t="12875" x="9596438" y="1774825"/>
          <p14:tracePt t="12888" x="9596438" y="1790700"/>
          <p14:tracePt t="12890" x="9596438" y="1816100"/>
          <p14:tracePt t="12905" x="9596438" y="1857375"/>
          <p14:tracePt t="12907" x="9596438" y="1874838"/>
          <p14:tracePt t="12921" x="9578975" y="1898650"/>
          <p14:tracePt t="12923" x="9555163" y="1924050"/>
          <p14:tracePt t="12938" x="9521825" y="1957388"/>
          <p14:tracePt t="12939" x="9496425" y="1965325"/>
          <p14:tracePt t="12946" x="9455150" y="1981200"/>
          <p14:tracePt t="12955" x="9396413" y="1998663"/>
          <p14:tracePt t="12963" x="9372600" y="2014538"/>
          <p14:tracePt t="12972" x="9339263" y="2014538"/>
          <p14:tracePt t="12979" x="9297988" y="2024063"/>
          <p14:tracePt t="12989" x="9288463" y="2024063"/>
          <p14:tracePt t="12995" x="9272588" y="2039938"/>
          <p14:tracePt t="13007" x="9247188" y="2039938"/>
          <p14:tracePt t="13022" x="9231313" y="2039938"/>
          <p14:tracePt t="13027" x="9205913" y="2039938"/>
          <p14:tracePt t="13038" x="9164638" y="2039938"/>
          <p14:tracePt t="13043" x="9148763" y="2039938"/>
          <p14:tracePt t="13055" x="9090025" y="2024063"/>
          <p14:tracePt t="13059" x="9064625" y="2014538"/>
          <p14:tracePt t="13072" x="9023350" y="1998663"/>
          <p14:tracePt t="13076" x="8966200" y="1965325"/>
          <p14:tracePt t="13088" x="8940800" y="1957388"/>
          <p14:tracePt t="13092" x="8899525" y="1957388"/>
          <p14:tracePt t="13105" x="8866188" y="1939925"/>
          <p14:tracePt t="13108" x="8858250" y="1924050"/>
          <p14:tracePt t="13121" x="8824913" y="1916113"/>
          <p14:tracePt t="13124" x="8816975" y="1898650"/>
          <p14:tracePt t="13138" x="8799513" y="1898650"/>
          <p14:tracePt t="13141" x="8766175" y="1882775"/>
          <p14:tracePt t="13155" x="8758238" y="1874838"/>
          <p14:tracePt t="13158" x="8742363" y="1857375"/>
          <p14:tracePt t="13171" x="8716963" y="1831975"/>
          <p14:tracePt t="13174" x="8683625" y="1800225"/>
          <p14:tracePt t="13188" x="8675688" y="1774825"/>
          <p14:tracePt t="13189" x="8642350" y="1757363"/>
          <p14:tracePt t="13197" x="8634413" y="1733550"/>
          <p14:tracePt t="13205" x="8616950" y="1700213"/>
          <p14:tracePt t="13213" x="8601075" y="1692275"/>
          <p14:tracePt t="13222" x="8593138" y="1658938"/>
          <p14:tracePt t="13229" x="8593138" y="1651000"/>
          <p14:tracePt t="13238" x="8575675" y="1633538"/>
          <p14:tracePt t="13245" x="8575675" y="1617663"/>
          <p14:tracePt t="13255" x="8575675" y="1608138"/>
          <p14:tracePt t="13261" x="8575675" y="1576388"/>
          <p14:tracePt t="13278" x="8575675" y="1550988"/>
          <p14:tracePt t="13288" x="8575675" y="1525588"/>
          <p14:tracePt t="13294" x="8575675" y="1509713"/>
          <p14:tracePt t="13305" x="8575675" y="1484313"/>
          <p14:tracePt t="13310" x="8601075" y="1468438"/>
          <p14:tracePt t="13321" x="8616950" y="1435100"/>
          <p14:tracePt t="13326" x="8634413" y="1425575"/>
          <p14:tracePt t="13338" x="8675688" y="1393825"/>
          <p14:tracePt t="13342" x="8699500" y="1393825"/>
          <p14:tracePt t="13355" x="8724900" y="1384300"/>
          <p14:tracePt t="13358" x="8758238" y="1350963"/>
          <p14:tracePt t="13372" x="8783638" y="1350963"/>
          <p14:tracePt t="13375" x="8816975" y="1343025"/>
          <p14:tracePt t="13388" x="8858250" y="1343025"/>
          <p14:tracePt t="13391" x="8899525" y="1343025"/>
          <p14:tracePt t="13405" x="8924925" y="1343025"/>
          <p14:tracePt t="13407" x="8982075" y="1343025"/>
          <p14:tracePt t="13421" x="9031288" y="1343025"/>
          <p14:tracePt t="13424" x="9082088" y="1343025"/>
          <p14:tracePt t="13438" x="9131300" y="1343025"/>
          <p14:tracePt t="13439" x="9172575" y="1350963"/>
          <p14:tracePt t="13447" x="9205913" y="1368425"/>
          <p14:tracePt t="13455" x="9247188" y="1384300"/>
          <p14:tracePt t="13463" x="9272588" y="1393825"/>
          <p14:tracePt t="13472" x="9288463" y="1409700"/>
          <p14:tracePt t="13479" x="9313863" y="1425575"/>
          <p14:tracePt t="13488" x="9331325" y="1450975"/>
          <p14:tracePt t="13495" x="9331325" y="1468438"/>
          <p14:tracePt t="13505" x="9339263" y="1484313"/>
          <p14:tracePt t="13512" x="9339263" y="1492250"/>
          <p14:tracePt t="13521" x="9355138" y="1509713"/>
          <p14:tracePt t="13528" x="9372600" y="1533525"/>
          <p14:tracePt t="13538" x="9372600" y="1566863"/>
          <p14:tracePt t="13544" x="9372600" y="1592263"/>
          <p14:tracePt t="13554" x="9388475" y="1633538"/>
          <p14:tracePt t="13560" x="9388475" y="1674813"/>
          <p14:tracePt t="13571" x="9388475" y="1716088"/>
          <p14:tracePt t="13576" x="9388475" y="1749425"/>
          <p14:tracePt t="13588" x="9388475" y="1800225"/>
          <p14:tracePt t="13592" x="9388475" y="1841500"/>
          <p14:tracePt t="13605" x="9388475" y="1874838"/>
          <p14:tracePt t="13608" x="9388475" y="1924050"/>
          <p14:tracePt t="13621" x="9388475" y="1957388"/>
          <p14:tracePt t="13625" x="9388475" y="1981200"/>
          <p14:tracePt t="13638" x="9388475" y="2014538"/>
          <p14:tracePt t="13641" x="9372600" y="2039938"/>
          <p14:tracePt t="13655" x="9372600" y="2055813"/>
          <p14:tracePt t="13658" x="9355138" y="2081213"/>
          <p14:tracePt t="13671" x="9339263" y="2098675"/>
          <p14:tracePt t="13688" x="9331325" y="2106613"/>
          <p14:tracePt t="13690" x="9313863" y="2122488"/>
          <p14:tracePt t="13705" x="9297988" y="2139950"/>
          <p14:tracePt t="13706" x="9288463" y="2139950"/>
          <p14:tracePt t="13713" x="9272588" y="2147888"/>
          <p14:tracePt t="13722" x="9256713" y="2163763"/>
          <p14:tracePt t="13730" x="9231313" y="2163763"/>
          <p14:tracePt t="13739" x="9213850" y="2181225"/>
          <p14:tracePt t="13746" x="9190038" y="2189163"/>
          <p14:tracePt t="13755" x="9164638" y="2189163"/>
          <p14:tracePt t="13762" x="9131300" y="2189163"/>
          <p14:tracePt t="13772" x="9105900" y="2189163"/>
          <p14:tracePt t="13778" x="9048750" y="2189163"/>
          <p14:tracePt t="13788" x="9023350" y="2189163"/>
          <p14:tracePt t="13794" x="8966200" y="2189163"/>
          <p14:tracePt t="13805" x="8924925" y="2189163"/>
          <p14:tracePt t="13810" x="8866188" y="2189163"/>
          <p14:tracePt t="13821" x="8840788" y="2189163"/>
          <p14:tracePt t="13826" x="8783638" y="2189163"/>
          <p14:tracePt t="13838" x="8716963" y="2163763"/>
          <p14:tracePt t="13843" x="8658225" y="2139950"/>
          <p14:tracePt t="13855" x="8616950" y="2106613"/>
          <p14:tracePt t="13859" x="8575675" y="2098675"/>
          <p14:tracePt t="13872" x="8534400" y="2055813"/>
          <p14:tracePt t="13875" x="8501063" y="2024063"/>
          <p14:tracePt t="13889" x="8459788" y="1998663"/>
          <p14:tracePt t="13892" x="8418513" y="1965325"/>
          <p14:tracePt t="13905" x="8393113" y="1957388"/>
          <p14:tracePt t="13908" x="8377238" y="1924050"/>
          <p14:tracePt t="13921" x="8351838" y="1916113"/>
          <p14:tracePt t="13924" x="8351838" y="1898650"/>
          <p14:tracePt t="13938" x="8335963" y="1882775"/>
          <p14:tracePt t="13955" x="8326438" y="1874838"/>
          <p14:tracePt t="13956" x="8326438" y="1857375"/>
          <p14:tracePt t="13964" x="8310563" y="1841500"/>
          <p14:tracePt t="13972" x="8310563" y="1831975"/>
          <p14:tracePt t="13980" x="8310563" y="1800225"/>
          <p14:tracePt t="13989" x="8310563" y="1790700"/>
          <p14:tracePt t="13998" x="8310563" y="1757363"/>
          <p14:tracePt t="14005" x="8310563" y="1733550"/>
          <p14:tracePt t="14012" x="8310563" y="1700213"/>
          <p14:tracePt t="14022" x="8310563" y="1674813"/>
          <p14:tracePt t="14028" x="8310563" y="1658938"/>
          <p14:tracePt t="14038" x="8310563" y="1633538"/>
          <p14:tracePt t="14045" x="8310563" y="1617663"/>
          <p14:tracePt t="14055" x="8335963" y="1592263"/>
          <p14:tracePt t="14061" x="8377238" y="1550988"/>
          <p14:tracePt t="14072" x="8434388" y="1525588"/>
          <p14:tracePt t="14077" x="8493125" y="1509713"/>
          <p14:tracePt t="14088" x="8559800" y="1492250"/>
          <p14:tracePt t="14093" x="8658225" y="1484313"/>
          <p14:tracePt t="14105" x="8716963" y="1484313"/>
          <p14:tracePt t="14109" x="8816975" y="1468438"/>
          <p14:tracePt t="14122" x="8882063" y="1468438"/>
          <p14:tracePt t="14125" x="8948738" y="1468438"/>
          <p14:tracePt t="14138" x="9007475" y="1468438"/>
          <p14:tracePt t="14141" x="9064625" y="1468438"/>
          <p14:tracePt t="14154" x="9105900" y="1468438"/>
          <p14:tracePt t="14158" x="9131300" y="1468438"/>
          <p14:tracePt t="14171" x="9172575" y="1468438"/>
          <p14:tracePt t="14174" x="9190038" y="1468438"/>
          <p14:tracePt t="14188" x="9213850" y="1468438"/>
          <p14:tracePt t="14191" x="9231313" y="1468438"/>
          <p14:tracePt t="14205" x="9272588" y="1468438"/>
          <p14:tracePt t="14207" x="9297988" y="1484313"/>
          <p14:tracePt t="14221" x="9331325" y="1509713"/>
          <p14:tracePt t="14223" x="9339263" y="1525588"/>
          <p14:tracePt t="14230" x="9372600" y="1550988"/>
          <p14:tracePt t="14239" x="9396413" y="1576388"/>
          <p14:tracePt t="14246" x="9413875" y="1592263"/>
          <p14:tracePt t="14255" x="9429750" y="1617663"/>
          <p14:tracePt t="14262" x="9437688" y="1633538"/>
          <p14:tracePt t="14271" x="9437688" y="1658938"/>
          <p14:tracePt t="14278" x="9455150" y="1692275"/>
          <p14:tracePt t="14288" x="9471025" y="1716088"/>
          <p14:tracePt t="14295" x="9471025" y="1749425"/>
          <p14:tracePt t="14305" x="9471025" y="1774825"/>
          <p14:tracePt t="14311" x="9471025" y="1816100"/>
          <p14:tracePt t="14321" x="9471025" y="1841500"/>
          <p14:tracePt t="14327" x="9471025" y="1882775"/>
          <p14:tracePt t="14338" x="9471025" y="1916113"/>
          <p14:tracePt t="14343" x="9471025" y="1939925"/>
          <p14:tracePt t="14355" x="9471025" y="1965325"/>
          <p14:tracePt t="14359" x="9471025" y="1998663"/>
          <p14:tracePt t="14371" x="9471025" y="2014538"/>
          <p14:tracePt t="14375" x="9455150" y="2039938"/>
          <p14:tracePt t="14388" x="9455150" y="2055813"/>
          <p14:tracePt t="14392" x="9437688" y="2055813"/>
          <p14:tracePt t="14405" x="9429750" y="2065338"/>
          <p14:tracePt t="14408" x="9413875" y="2081213"/>
          <p14:tracePt t="14421" x="9396413" y="2098675"/>
          <p14:tracePt t="14424" x="9355138" y="2106613"/>
          <p14:tracePt t="14438" x="9331325" y="2106613"/>
          <p14:tracePt t="14441" x="9288463" y="2122488"/>
          <p14:tracePt t="14455" x="9231313" y="2139950"/>
          <p14:tracePt t="14458" x="9172575" y="2147888"/>
          <p14:tracePt t="14472" x="9105900" y="2163763"/>
          <p14:tracePt t="14473" x="9048750" y="2163763"/>
          <p14:tracePt t="14480" x="8982075" y="2163763"/>
          <p14:tracePt t="14488" x="8907463" y="2163763"/>
          <p14:tracePt t="14496" x="8858250" y="2163763"/>
          <p14:tracePt t="14505" x="8783638" y="2163763"/>
          <p14:tracePt t="14512" x="8658225" y="2122488"/>
          <p14:tracePt t="14521" x="8601075" y="2081213"/>
          <p14:tracePt t="14528" x="8518525" y="2024063"/>
          <p14:tracePt t="14538" x="8434388" y="1957388"/>
          <p14:tracePt t="14545" x="8369300" y="1874838"/>
          <p14:tracePt t="14555" x="8335963" y="1831975"/>
          <p14:tracePt t="14561" x="8285163" y="1774825"/>
          <p14:tracePt t="14572" x="8235950" y="1700213"/>
          <p14:tracePt t="14577" x="8186738" y="1651000"/>
          <p14:tracePt t="14588" x="8169275" y="1592263"/>
          <p14:tracePt t="14593" x="8128000" y="1533525"/>
          <p14:tracePt t="14605" x="8112125" y="1492250"/>
          <p14:tracePt t="14609" x="8102600" y="1435100"/>
          <p14:tracePt t="14621" x="8086725" y="1393825"/>
          <p14:tracePt t="14626" x="8069263" y="1350963"/>
          <p14:tracePt t="14638" x="8061325" y="1301750"/>
          <p14:tracePt t="14642" x="8061325" y="1227138"/>
          <p14:tracePt t="14655" x="8061325" y="1169988"/>
          <p14:tracePt t="14658" x="8061325" y="1119188"/>
          <p14:tracePt t="14671" x="8061325" y="1062038"/>
          <p14:tracePt t="14674" x="8061325" y="1036638"/>
          <p14:tracePt t="14688" x="8061325" y="995363"/>
          <p14:tracePt t="14690" x="8061325" y="962025"/>
          <p14:tracePt t="14704" x="8069263" y="954088"/>
          <p14:tracePt t="14708" x="8086725" y="920750"/>
          <p14:tracePt t="14721" x="8102600" y="903288"/>
          <p14:tracePt t="14723" x="8128000" y="903288"/>
          <p14:tracePt t="14738" x="8169275" y="879475"/>
          <p14:tracePt t="14739" x="8235950" y="862013"/>
          <p14:tracePt t="14747" x="8310563" y="862013"/>
          <p14:tracePt t="14755" x="8410575" y="862013"/>
          <p14:tracePt t="14763" x="8534400" y="862013"/>
          <p14:tracePt t="14771" x="8683625" y="862013"/>
          <p14:tracePt t="14779" x="8824913" y="862013"/>
          <p14:tracePt t="14788" x="8948738" y="920750"/>
          <p14:tracePt t="14795" x="9007475" y="954088"/>
          <p14:tracePt t="14805" x="9131300" y="995363"/>
          <p14:tracePt t="14811" x="9231313" y="1062038"/>
          <p14:tracePt t="14822" x="9313863" y="1119188"/>
          <p14:tracePt t="14827" x="9372600" y="1144588"/>
          <p14:tracePt t="14838" x="9429750" y="1185863"/>
          <p14:tracePt t="14843" x="9471025" y="1227138"/>
          <p14:tracePt t="14855" x="9512300" y="1268413"/>
          <p14:tracePt t="14860" x="9555163" y="1309688"/>
          <p14:tracePt t="14871" x="9578975" y="1343025"/>
          <p14:tracePt t="14876" x="9596438" y="1368425"/>
          <p14:tracePt t="14888" x="9620250" y="1409700"/>
          <p14:tracePt t="14892" x="9653588" y="1450975"/>
          <p14:tracePt t="14905" x="9653588" y="1484313"/>
          <p14:tracePt t="14908" x="9663113" y="1509713"/>
          <p14:tracePt t="14921" x="9663113" y="1550988"/>
          <p14:tracePt t="14924" x="9678988" y="1576388"/>
          <p14:tracePt t="14938" x="9694863" y="1617663"/>
          <p14:tracePt t="14942" x="9694863" y="1651000"/>
          <p14:tracePt t="14955" x="9694863" y="1692275"/>
          <p14:tracePt t="14957" x="9694863" y="1716088"/>
          <p14:tracePt t="14971" x="9694863" y="1749425"/>
          <p14:tracePt t="14974" x="9694863" y="1790700"/>
          <p14:tracePt t="14988" x="9678988" y="1800225"/>
          <p14:tracePt t="14989" x="9637713" y="1841500"/>
          <p14:tracePt t="15002" x="9604375" y="1874838"/>
          <p14:tracePt t="15006" x="9578975" y="1898650"/>
          <p14:tracePt t="15013" x="9537700" y="1924050"/>
          <p14:tracePt t="15021" x="9496425" y="1939925"/>
          <p14:tracePt t="15029" x="9437688" y="1957388"/>
          <p14:tracePt t="15038" x="9388475" y="1965325"/>
          <p14:tracePt t="15046" x="9339263" y="1981200"/>
          <p14:tracePt t="15055" x="9256713" y="1998663"/>
          <p14:tracePt t="15062" x="9190038" y="2014538"/>
          <p14:tracePt t="15071" x="9131300" y="2014538"/>
          <p14:tracePt t="15078" x="9064625" y="2014538"/>
          <p14:tracePt t="15088" x="9007475" y="2014538"/>
          <p14:tracePt t="15094" x="8966200" y="2014538"/>
          <p14:tracePt t="15105" x="8924925" y="2014538"/>
          <p14:tracePt t="15110" x="8866188" y="2014538"/>
          <p14:tracePt t="15121" x="8840788" y="1981200"/>
          <p14:tracePt t="15126" x="8799513" y="1981200"/>
          <p14:tracePt t="15138" x="8766175" y="1957388"/>
          <p14:tracePt t="15142" x="8742363" y="1924050"/>
          <p14:tracePt t="15155" x="8699500" y="1882775"/>
          <p14:tracePt t="15159" x="8675688" y="1857375"/>
          <p14:tracePt t="15172" x="8634413" y="1816100"/>
          <p14:tracePt t="15175" x="8601075" y="1774825"/>
          <p14:tracePt t="15188" x="8593138" y="1749425"/>
          <p14:tracePt t="15191" x="8575675" y="1700213"/>
          <p14:tracePt t="15205" x="8550275" y="1692275"/>
          <p14:tracePt t="15208" x="8550275" y="1651000"/>
          <p14:tracePt t="15221" x="8534400" y="1608138"/>
          <p14:tracePt t="15224" x="8534400" y="1592263"/>
          <p14:tracePt t="15238" x="8534400" y="1566863"/>
          <p14:tracePt t="15239" x="8534400" y="1550988"/>
          <p14:tracePt t="15247" x="8534400" y="1509713"/>
          <p14:tracePt t="15255" x="8534400" y="1492250"/>
          <p14:tracePt t="15263" x="8534400" y="1468438"/>
          <p14:tracePt t="15272" x="8550275" y="1435100"/>
          <p14:tracePt t="15280" x="8575675" y="1425575"/>
          <p14:tracePt t="15288" x="8601075" y="1393825"/>
          <p14:tracePt t="15296" x="8642350" y="1384300"/>
          <p14:tracePt t="15305" x="8699500" y="1368425"/>
          <p14:tracePt t="15312" x="8742363" y="1350963"/>
          <p14:tracePt t="15321" x="8799513" y="1350963"/>
          <p14:tracePt t="15328" x="8858250" y="1350963"/>
          <p14:tracePt t="15339" x="8907463" y="1350963"/>
          <p14:tracePt t="15344" x="8940800" y="1350963"/>
          <p14:tracePt t="15355" x="8990013" y="1350963"/>
          <p14:tracePt t="15360" x="9031288" y="1350963"/>
          <p14:tracePt t="15372" x="9064625" y="1350963"/>
          <p14:tracePt t="15377" x="9105900" y="1350963"/>
          <p14:tracePt t="15388" x="9131300" y="1368425"/>
          <p14:tracePt t="15393" x="9172575" y="1393825"/>
          <p14:tracePt t="15405" x="9205913" y="1425575"/>
          <p14:tracePt t="15409" x="9247188" y="1468438"/>
          <p14:tracePt t="15421" x="9272588" y="1492250"/>
          <p14:tracePt t="15425" x="9313863" y="1533525"/>
          <p14:tracePt t="15438" x="9339263" y="1576388"/>
          <p14:tracePt t="15441" x="9372600" y="1617663"/>
          <p14:tracePt t="15455" x="9396413" y="1674813"/>
          <p14:tracePt t="15458" x="9429750" y="1700213"/>
          <p14:tracePt t="15471" x="9437688" y="1757363"/>
          <p14:tracePt t="15474" x="9471025" y="1816100"/>
          <p14:tracePt t="15488" x="9471025" y="1874838"/>
          <p14:tracePt t="15490" x="9480550" y="1924050"/>
          <p14:tracePt t="15505" x="9496425" y="1957388"/>
          <p14:tracePt t="15506" x="9496425" y="1998663"/>
          <p14:tracePt t="15514" x="9496425" y="2024063"/>
          <p14:tracePt t="15522" x="9496425" y="2055813"/>
          <p14:tracePt t="15530" x="9496425" y="2065338"/>
          <p14:tracePt t="15538" x="9496425" y="2081213"/>
          <p14:tracePt t="15546" x="9480550" y="2106613"/>
          <p14:tracePt t="15554" x="9471025" y="2122488"/>
          <p14:tracePt t="15571" x="9437688" y="2139950"/>
          <p14:tracePt t="15578" x="9413875" y="2147888"/>
          <p14:tracePt t="15587" x="9396413" y="2147888"/>
          <p14:tracePt t="15594" x="9372600" y="2163763"/>
          <p14:tracePt t="15604" x="9355138" y="2163763"/>
          <p14:tracePt t="15610" x="9331325" y="2181225"/>
          <p14:tracePt t="15619" x="9297988" y="2181225"/>
          <p14:tracePt t="15627" x="9288463" y="2189163"/>
          <p14:tracePt t="15635" x="9256713" y="2189163"/>
          <p14:tracePt t="15643" x="9247188" y="2189163"/>
          <p14:tracePt t="15651" x="9213850" y="2189163"/>
          <p14:tracePt t="15659" x="9172575" y="2189163"/>
          <p14:tracePt t="15667" x="9164638" y="2189163"/>
          <p14:tracePt t="15675" x="9090025" y="2189163"/>
          <p14:tracePt t="15683" x="9031288" y="2189163"/>
          <p14:tracePt t="15691" x="8966200" y="2189163"/>
          <p14:tracePt t="15699" x="8882063" y="2163763"/>
          <p14:tracePt t="15707" x="8840788" y="2139950"/>
          <p14:tracePt t="15716" x="8799513" y="2098675"/>
          <p14:tracePt t="15724" x="8742363" y="2081213"/>
          <p14:tracePt t="15732" x="8699500" y="2055813"/>
          <p14:tracePt t="15740" x="8658225" y="2024063"/>
          <p14:tracePt t="15748" x="8642350" y="2014538"/>
          <p14:tracePt t="15756" x="8634413" y="1998663"/>
          <p14:tracePt t="15764" x="8616950" y="1981200"/>
          <p14:tracePt t="15780" x="8601075" y="1981200"/>
          <p14:tracePt t="15788" x="8601075" y="1965325"/>
          <p14:tracePt t="15805" x="8593138" y="1957388"/>
          <p14:tracePt t="15812" x="8593138" y="1939925"/>
          <p14:tracePt t="15821" x="8575675" y="1924050"/>
          <p14:tracePt t="15829" x="8575675" y="1916113"/>
          <p14:tracePt t="15845" x="8559800" y="1898650"/>
          <p14:tracePt t="15869" x="8559800" y="1882775"/>
          <p14:tracePt t="15901" x="8559800" y="1874838"/>
          <p14:tracePt t="15909" x="8559800" y="1857375"/>
          <p14:tracePt t="15925" x="8559800" y="1831975"/>
          <p14:tracePt t="16233" x="8575675" y="1831975"/>
          <p14:tracePt t="16240" x="8601075" y="1831975"/>
          <p14:tracePt t="16249" x="8658225" y="1816100"/>
          <p14:tracePt t="16256" x="8716963" y="1816100"/>
          <p14:tracePt t="16265" x="8766175" y="1800225"/>
          <p14:tracePt t="16273" x="8840788" y="1790700"/>
          <p14:tracePt t="16281" x="8899525" y="1790700"/>
          <p14:tracePt t="16289" x="8948738" y="1790700"/>
          <p14:tracePt t="16297" x="8982075" y="1790700"/>
          <p14:tracePt t="16305" x="9023350" y="1790700"/>
          <p14:tracePt t="16313" x="9048750" y="1790700"/>
          <p14:tracePt t="16322" x="9090025" y="1790700"/>
          <p14:tracePt t="16329" x="9105900" y="1790700"/>
          <p14:tracePt t="16338" x="9148763" y="1790700"/>
          <p14:tracePt t="16345" x="9190038" y="1800225"/>
          <p14:tracePt t="16355" x="9213850" y="1816100"/>
          <p14:tracePt t="16361" x="9247188" y="1841500"/>
          <p14:tracePt t="16371" x="9288463" y="1874838"/>
          <p14:tracePt t="16378" x="9297988" y="1882775"/>
          <p14:tracePt t="16385" x="9331325" y="1898650"/>
          <p14:tracePt t="16394" x="9339263" y="1916113"/>
          <p14:tracePt t="16402" x="9355138" y="1924050"/>
          <p14:tracePt t="16410" x="9372600" y="1939925"/>
          <p14:tracePt t="16418" x="9388475" y="1957388"/>
          <p14:tracePt t="16426" x="9388475" y="1965325"/>
          <p14:tracePt t="16434" x="9396413" y="1981200"/>
          <p14:tracePt t="16442" x="9396413" y="2014538"/>
          <p14:tracePt t="16450" x="9396413" y="2024063"/>
          <p14:tracePt t="16458" x="9396413" y="2039938"/>
          <p14:tracePt t="16466" x="9396413" y="2065338"/>
          <p14:tracePt t="16474" x="9396413" y="2081213"/>
          <p14:tracePt t="16483" x="9372600" y="2122488"/>
          <p14:tracePt t="16491" x="9372600" y="2139950"/>
          <p14:tracePt t="16499" x="9339263" y="2147888"/>
          <p14:tracePt t="16507" x="9331325" y="2181225"/>
          <p14:tracePt t="16515" x="9297988" y="2206625"/>
          <p14:tracePt t="16523" x="9256713" y="2222500"/>
          <p14:tracePt t="16531" x="9231313" y="2230438"/>
          <p14:tracePt t="16539" x="9205913" y="2247900"/>
          <p14:tracePt t="16547" x="9164638" y="2263775"/>
          <p14:tracePt t="16556" x="9105900" y="2281238"/>
          <p14:tracePt t="16563" x="9023350" y="2289175"/>
          <p14:tracePt t="16572" x="8982075" y="2289175"/>
          <p14:tracePt t="16579" x="8924925" y="2289175"/>
          <p14:tracePt t="16588" x="8866188" y="2289175"/>
          <p14:tracePt t="16596" x="8799513" y="2289175"/>
          <p14:tracePt t="16605" x="8742363" y="2281238"/>
          <p14:tracePt t="16611" x="8699500" y="2263775"/>
          <p14:tracePt t="16621" x="8616950" y="2222500"/>
          <p14:tracePt t="16628" x="8575675" y="2206625"/>
          <p14:tracePt t="16638" x="8493125" y="2147888"/>
          <p14:tracePt t="16644" x="8451850" y="2106613"/>
          <p14:tracePt t="16655" x="8410575" y="2081213"/>
          <p14:tracePt t="16660" x="8351838" y="2055813"/>
          <p14:tracePt t="16671" x="8310563" y="2024063"/>
          <p14:tracePt t="16676" x="8269288" y="1981200"/>
          <p14:tracePt t="16688" x="8235950" y="1957388"/>
          <p14:tracePt t="16693" x="8210550" y="1939925"/>
          <p14:tracePt t="16705" x="8186738" y="1916113"/>
          <p14:tracePt t="16709" x="8169275" y="1898650"/>
          <p14:tracePt t="16721" x="8153400" y="1874838"/>
          <p14:tracePt t="16725" x="8153400" y="1841500"/>
          <p14:tracePt t="16738" x="8143875" y="1816100"/>
          <p14:tracePt t="16741" x="8128000" y="1774825"/>
          <p14:tracePt t="16755" x="8112125" y="1749425"/>
          <p14:tracePt t="16758" x="8112125" y="1700213"/>
          <p14:tracePt t="16771" x="8112125" y="1674813"/>
          <p14:tracePt t="16774" x="8112125" y="1633538"/>
          <p14:tracePt t="16788" x="8112125" y="1608138"/>
          <p14:tracePt t="16790" x="8112125" y="1566863"/>
          <p14:tracePt t="16804" x="8112125" y="1525588"/>
          <p14:tracePt t="16806" x="8112125" y="1492250"/>
          <p14:tracePt t="16821" x="8112125" y="1450975"/>
          <p14:tracePt t="16822" x="8112125" y="1425575"/>
          <p14:tracePt t="16830" x="8143875" y="1384300"/>
          <p14:tracePt t="16838" x="8194675" y="1301750"/>
          <p14:tracePt t="16846" x="8228013" y="1285875"/>
          <p14:tracePt t="16855" x="8285163" y="1227138"/>
          <p14:tracePt t="16862" x="8369300" y="1169988"/>
          <p14:tracePt t="16872" x="8410575" y="1169988"/>
          <p14:tracePt t="16878" x="8501063" y="1127125"/>
          <p14:tracePt t="16888" x="8534400" y="1119188"/>
          <p14:tracePt t="16894" x="8601075" y="1085850"/>
          <p14:tracePt t="16905" x="8658225" y="1085850"/>
          <p14:tracePt t="16910" x="8724900" y="1085850"/>
          <p14:tracePt t="16922" x="8816975" y="1077913"/>
          <p14:tracePt t="16926" x="8858250" y="1077913"/>
          <p14:tracePt t="16938" x="8940800" y="1077913"/>
          <p14:tracePt t="16943" x="8982075" y="1077913"/>
          <p14:tracePt t="16955" x="9031288" y="1077913"/>
          <p14:tracePt t="16959" x="9090025" y="1077913"/>
          <p14:tracePt t="16971" x="9148763" y="1077913"/>
          <p14:tracePt t="16975" x="9172575" y="1077913"/>
          <p14:tracePt t="16988" x="9213850" y="1077913"/>
          <p14:tracePt t="16991" x="9247188" y="1085850"/>
          <p14:tracePt t="17007" x="9272588" y="1085850"/>
          <p14:tracePt t="17011" x="9297988" y="1103313"/>
          <p14:tracePt t="17015" x="9331325" y="1127125"/>
          <p14:tracePt t="17024" x="9355138" y="1160463"/>
          <p14:tracePt t="17031" x="9388475" y="1185863"/>
          <p14:tracePt t="17040" x="9437688" y="1244600"/>
          <p14:tracePt t="17048" x="9471025" y="1285875"/>
          <p14:tracePt t="17056" x="9496425" y="1343025"/>
          <p14:tracePt t="17064" x="9512300" y="1368425"/>
          <p14:tracePt t="17072" x="9555163" y="1435100"/>
          <p14:tracePt t="17080" x="9604375" y="1550988"/>
          <p14:tracePt t="17089" x="9620250" y="1566863"/>
          <p14:tracePt t="17096" x="9653588" y="1651000"/>
          <p14:tracePt t="17105" x="9653588" y="1692275"/>
          <p14:tracePt t="17112" x="9663113" y="1774825"/>
          <p14:tracePt t="17122" x="9678988" y="1816100"/>
          <p14:tracePt t="17128" x="9694863" y="1874838"/>
          <p14:tracePt t="17138" x="9694863" y="1916113"/>
          <p14:tracePt t="17145" x="9694863" y="1939925"/>
          <p14:tracePt t="17155" x="9694863" y="1981200"/>
          <p14:tracePt t="17161" x="9694863" y="1998663"/>
          <p14:tracePt t="17172" x="9694863" y="2024063"/>
          <p14:tracePt t="17177" x="9678988" y="2039938"/>
          <p14:tracePt t="17188" x="9653588" y="2065338"/>
          <p14:tracePt t="17193" x="9637713" y="2081213"/>
          <p14:tracePt t="17205" x="9620250" y="2098675"/>
          <p14:tracePt t="17209" x="9596438" y="2106613"/>
          <p14:tracePt t="17222" x="9563100" y="2106613"/>
          <p14:tracePt t="17225" x="9555163" y="2122488"/>
          <p14:tracePt t="17238" x="9512300" y="2139950"/>
          <p14:tracePt t="17242" x="9480550" y="2147888"/>
          <p14:tracePt t="17255" x="9437688" y="2147888"/>
          <p14:tracePt t="17258" x="9388475" y="2147888"/>
          <p14:tracePt t="17272" x="9288463" y="2147888"/>
          <p14:tracePt t="17274" x="9213850" y="2147888"/>
          <p14:tracePt t="17288" x="9148763" y="2147888"/>
          <p14:tracePt t="17291" x="9048750" y="2147888"/>
          <p14:tracePt t="17305" x="8948738" y="2122488"/>
          <p14:tracePt t="17306" x="8924925" y="2106613"/>
          <p14:tracePt t="17314" x="8824913" y="2065338"/>
          <p14:tracePt t="17322" x="8758238" y="2024063"/>
          <p14:tracePt t="17330" x="8699500" y="1998663"/>
          <p14:tracePt t="17338" x="8616950" y="1939925"/>
          <p14:tracePt t="17346" x="8559800" y="1916113"/>
          <p14:tracePt t="17355" x="8501063" y="1874838"/>
          <p14:tracePt t="17363" x="8459788" y="1831975"/>
          <p14:tracePt t="17372" x="8418513" y="1790700"/>
          <p14:tracePt t="17378" x="8393113" y="1757363"/>
          <p14:tracePt t="17389" x="8369300" y="1733550"/>
          <p14:tracePt t="17395" x="8351838" y="1716088"/>
          <p14:tracePt t="17405" x="8335963" y="1692275"/>
          <p14:tracePt t="17411" x="8326438" y="1674813"/>
          <p14:tracePt t="17422" x="8310563" y="1651000"/>
          <p14:tracePt t="17427" x="8310563" y="1617663"/>
          <p14:tracePt t="17438" x="8310563" y="1592263"/>
          <p14:tracePt t="17443" x="8310563" y="1566863"/>
          <p14:tracePt t="17455" x="8310563" y="1533525"/>
          <p14:tracePt t="17459" x="8310563" y="1492250"/>
          <p14:tracePt t="17471" x="8310563" y="1450975"/>
          <p14:tracePt t="17475" x="8310563" y="1425575"/>
          <p14:tracePt t="17488" x="8310563" y="1368425"/>
          <p14:tracePt t="17492" x="8310563" y="1343025"/>
          <p14:tracePt t="17504" x="8326438" y="1309688"/>
          <p14:tracePt t="17508" x="8335963" y="1285875"/>
          <p14:tracePt t="17522" x="8369300" y="1268413"/>
          <p14:tracePt t="17525" x="8377238" y="1244600"/>
          <p14:tracePt t="17538" x="8418513" y="1219200"/>
          <p14:tracePt t="17541" x="8451850" y="1201738"/>
          <p14:tracePt t="17556" x="8518525" y="1185863"/>
          <p14:tracePt t="17557" x="8575675" y="1185863"/>
          <p14:tracePt t="17564" x="8642350" y="1185863"/>
          <p14:tracePt t="17572" x="8675688" y="1185863"/>
          <p14:tracePt t="17581" x="8758238" y="1185863"/>
          <p14:tracePt t="17589" x="8824913" y="1185863"/>
          <p14:tracePt t="17597" x="8899525" y="1185863"/>
          <p14:tracePt t="17605" x="8948738" y="1185863"/>
          <p14:tracePt t="17613" x="9023350" y="1185863"/>
          <p14:tracePt t="17622" x="9082088" y="1185863"/>
          <p14:tracePt t="17629" x="9131300" y="1201738"/>
          <p14:tracePt t="17638" x="9172575" y="1227138"/>
          <p14:tracePt t="17645" x="9272588" y="1268413"/>
          <p14:tracePt t="17655" x="9331325" y="1301750"/>
          <p14:tracePt t="17661" x="9388475" y="1327150"/>
          <p14:tracePt t="17671" x="9413875" y="1350963"/>
          <p14:tracePt t="17677" x="9455150" y="1384300"/>
          <p14:tracePt t="17688" x="9512300" y="1435100"/>
          <p14:tracePt t="17693" x="9555163" y="1484313"/>
          <p14:tracePt t="17705" x="9578975" y="1525588"/>
          <p14:tracePt t="17710" x="9620250" y="1566863"/>
          <p14:tracePt t="17722" x="9653588" y="1608138"/>
          <p14:tracePt t="17726" x="9678988" y="1658938"/>
          <p14:tracePt t="17738" x="9720263" y="1733550"/>
          <p14:tracePt t="17742" x="9720263" y="1774825"/>
          <p14:tracePt t="17755" x="9737725" y="1816100"/>
          <p14:tracePt t="17759" x="9745663" y="1874838"/>
          <p14:tracePt t="17771" x="9761538" y="1924050"/>
          <p14:tracePt t="17774" x="9761538" y="1981200"/>
          <p14:tracePt t="17788" x="9761538" y="2024063"/>
          <p14:tracePt t="17791" x="9761538" y="2065338"/>
          <p14:tracePt t="17804" x="9761538" y="2106613"/>
          <p14:tracePt t="17807" x="9745663" y="2122488"/>
          <p14:tracePt t="17821" x="9737725" y="2147888"/>
          <p14:tracePt t="17824" x="9694863" y="2181225"/>
          <p14:tracePt t="17838" x="9678988" y="2189163"/>
          <p14:tracePt t="17839" x="9637713" y="2206625"/>
          <p14:tracePt t="17847" x="9596438" y="2222500"/>
          <p14:tracePt t="17855" x="9563100" y="2230438"/>
          <p14:tracePt t="17863" x="9521825" y="2247900"/>
          <p14:tracePt t="17872" x="9496425" y="2263775"/>
          <p14:tracePt t="17879" x="9455150" y="2263775"/>
          <p14:tracePt t="17888" x="9429750" y="2263775"/>
          <p14:tracePt t="17895" x="9396413" y="2281238"/>
          <p14:tracePt t="17905" x="9355138" y="2281238"/>
          <p14:tracePt t="17911" x="9331325" y="2281238"/>
          <p14:tracePt t="17922" x="9288463" y="2281238"/>
          <p14:tracePt t="17928" x="9256713" y="2281238"/>
          <p14:tracePt t="17938" x="9164638" y="2281238"/>
          <p14:tracePt t="17944" x="9105900" y="2281238"/>
          <p14:tracePt t="17955" x="9031288" y="2281238"/>
          <p14:tracePt t="17960" x="8948738" y="2263775"/>
          <p14:tracePt t="17971" x="8882063" y="2222500"/>
          <p14:tracePt t="17976" x="8858250" y="2206625"/>
          <p14:tracePt t="17988" x="8799513" y="2181225"/>
          <p14:tracePt t="17992" x="8742363" y="2147888"/>
          <p14:tracePt t="18007" x="8683625" y="2106613"/>
          <p14:tracePt t="18012" x="8658225" y="2081213"/>
          <p14:tracePt t="18022" x="8616950" y="2039938"/>
          <p14:tracePt t="18025" x="8593138" y="2014538"/>
          <p14:tracePt t="18038" x="8559800" y="1965325"/>
          <p14:tracePt t="18041" x="8550275" y="1924050"/>
          <p14:tracePt t="18055" x="8518525" y="1874838"/>
          <p14:tracePt t="18058" x="8501063" y="1816100"/>
          <p14:tracePt t="18071" x="8475663" y="1757363"/>
          <p14:tracePt t="18074" x="8459788" y="1716088"/>
          <p14:tracePt t="18089" x="8451850" y="1658938"/>
          <p14:tracePt t="18090" x="8451850" y="1592263"/>
          <p14:tracePt t="18097" x="8451850" y="1550988"/>
          <p14:tracePt t="18105" x="8451850" y="1492250"/>
          <p14:tracePt t="18113" x="8451850" y="1468438"/>
          <p14:tracePt t="18122" x="8451850" y="1425575"/>
          <p14:tracePt t="18129" x="8451850" y="1393825"/>
          <p14:tracePt t="18138" x="8451850" y="1384300"/>
          <p14:tracePt t="18146" x="8451850" y="1350963"/>
          <p14:tracePt t="18155" x="8459788" y="1343025"/>
          <p14:tracePt t="18162" x="8475663" y="1327150"/>
          <p14:tracePt t="18172" x="8493125" y="1301750"/>
          <p14:tracePt t="18178" x="8518525" y="1285875"/>
          <p14:tracePt t="18188" x="8550275" y="1268413"/>
          <p14:tracePt t="18194" x="8559800" y="1260475"/>
          <p14:tracePt t="18205" x="8601075" y="1244600"/>
          <p14:tracePt t="18210" x="8616950" y="1227138"/>
          <p14:tracePt t="18222" x="8658225" y="1219200"/>
          <p14:tracePt t="18226" x="8675688" y="1219200"/>
          <p14:tracePt t="18238" x="8716963" y="1219200"/>
          <p14:tracePt t="18243" x="8742363" y="1219200"/>
          <p14:tracePt t="18255" x="8766175" y="1219200"/>
          <p14:tracePt t="18259" x="8824913" y="1219200"/>
          <p14:tracePt t="18272" x="8899525" y="1219200"/>
          <p14:tracePt t="18275" x="8966200" y="1219200"/>
          <p14:tracePt t="18288" x="9023350" y="1227138"/>
          <p14:tracePt t="18291" x="9064625" y="1244600"/>
          <p14:tracePt t="18305" x="9123363" y="1285875"/>
          <p14:tracePt t="18308" x="9172575" y="1327150"/>
          <p14:tracePt t="18322" x="9231313" y="1368425"/>
          <p14:tracePt t="18324" x="9288463" y="1409700"/>
          <p14:tracePt t="18338" x="9388475" y="1509713"/>
          <p14:tracePt t="18340" x="9455150" y="1566863"/>
          <p14:tracePt t="18355" x="9471025" y="1592263"/>
          <p14:tracePt t="18356" x="9521825" y="1651000"/>
          <p14:tracePt t="18363" x="9563100" y="1700213"/>
          <p14:tracePt t="18371" x="9604375" y="1749425"/>
          <p14:tracePt t="18380" x="9653588" y="1800225"/>
          <p14:tracePt t="18388" x="9678988" y="1841500"/>
          <p14:tracePt t="18396" x="9720263" y="1882775"/>
          <p14:tracePt t="18404" x="9737725" y="1924050"/>
          <p14:tracePt t="18412" x="9745663" y="1939925"/>
          <p14:tracePt t="18421" x="9745663" y="1965325"/>
          <p14:tracePt t="18428" x="9761538" y="1998663"/>
          <p14:tracePt t="18438" x="9761538" y="2014538"/>
          <p14:tracePt t="18444" x="9761538" y="2039938"/>
          <p14:tracePt t="18455" x="9761538" y="2055813"/>
          <p14:tracePt t="18460" x="9761538" y="2065338"/>
          <p14:tracePt t="18471" x="9761538" y="2081213"/>
          <p14:tracePt t="18476" x="9761538" y="2106613"/>
          <p14:tracePt t="18488" x="9761538" y="2122488"/>
          <p14:tracePt t="18492" x="9745663" y="2122488"/>
          <p14:tracePt t="18505" x="9745663" y="2139950"/>
          <p14:tracePt t="18509" x="9737725" y="2147888"/>
          <p14:tracePt t="18521" x="9737725" y="2181225"/>
          <p14:tracePt t="18525" x="9720263" y="2181225"/>
          <p14:tracePt t="18538" x="9720263" y="2189163"/>
          <p14:tracePt t="18541" x="9704388" y="2206625"/>
          <p14:tracePt t="18555" x="9694863" y="2222500"/>
          <p14:tracePt t="18558" x="9663113" y="2222500"/>
          <p14:tracePt t="18571" x="9637713" y="2230438"/>
          <p14:tracePt t="18574" x="9604375" y="2230438"/>
          <p14:tracePt t="18588" x="9537700" y="2247900"/>
          <p14:tracePt t="18591" x="9455150" y="2263775"/>
          <p14:tracePt t="18605" x="9413875" y="2263775"/>
          <p14:tracePt t="18607" x="9355138" y="2263775"/>
          <p14:tracePt t="18622" x="9288463" y="2263775"/>
          <p14:tracePt t="18623" x="9231313" y="2263775"/>
          <p14:tracePt t="18630" x="9164638" y="2263775"/>
          <p14:tracePt t="18638" x="9105900" y="2263775"/>
          <p14:tracePt t="18646" x="9048750" y="2263775"/>
          <p14:tracePt t="18656" x="9007475" y="2263775"/>
          <p14:tracePt t="18662" x="8966200" y="2247900"/>
          <p14:tracePt t="18672" x="8924925" y="2247900"/>
          <p14:tracePt t="18678" x="8882063" y="2230438"/>
          <p14:tracePt t="18688" x="8858250" y="2222500"/>
          <p14:tracePt t="18694" x="8816975" y="2222500"/>
          <p14:tracePt t="18705" x="8783638" y="2206625"/>
          <p14:tracePt t="18711" x="8758238" y="2189163"/>
          <p14:tracePt t="18722" x="8742363" y="2181225"/>
          <p14:tracePt t="18727" x="8716963" y="2163763"/>
          <p14:tracePt t="18738" x="8699500" y="2163763"/>
          <p14:tracePt t="18743" x="8683625" y="2147888"/>
          <p14:tracePt t="18755" x="8675688" y="2147888"/>
          <p14:tracePt t="18759" x="8675688" y="2139950"/>
          <p14:tracePt t="18771" x="8658225" y="2139950"/>
          <p14:tracePt t="18775" x="8658225" y="2122488"/>
          <p14:tracePt t="18788" x="8642350" y="2106613"/>
          <p14:tracePt t="18791" x="8616950" y="2081213"/>
          <p14:tracePt t="18805" x="8601075" y="2055813"/>
          <p14:tracePt t="18808" x="8575675" y="2014538"/>
          <p14:tracePt t="18822" x="8559800" y="1965325"/>
          <p14:tracePt t="18825" x="8534400" y="1939925"/>
          <p14:tracePt t="18838" x="8518525" y="1916113"/>
          <p14:tracePt t="18841" x="8501063" y="1882775"/>
          <p14:tracePt t="18855" x="8493125" y="1857375"/>
          <p14:tracePt t="18857" x="8475663" y="1831975"/>
          <p14:tracePt t="18871" x="8475663" y="1800225"/>
          <p14:tracePt t="18872" x="8459788" y="1774825"/>
          <p14:tracePt t="18880" x="8459788" y="1749425"/>
          <p14:tracePt t="18888" x="8459788" y="1700213"/>
          <p14:tracePt t="18896" x="8459788" y="1633538"/>
          <p14:tracePt t="18904" x="8459788" y="1576388"/>
          <p14:tracePt t="18912" x="8459788" y="1509713"/>
          <p14:tracePt t="18921" x="8459788" y="1468438"/>
          <p14:tracePt t="18928" x="8459788" y="1393825"/>
          <p14:tracePt t="18938" x="8459788" y="1343025"/>
          <p14:tracePt t="18945" x="8459788" y="1285875"/>
          <p14:tracePt t="18955" x="8459788" y="1244600"/>
          <p14:tracePt t="18961" x="8459788" y="1201738"/>
          <p14:tracePt t="18972" x="8459788" y="1169988"/>
          <p14:tracePt t="18977" x="8475663" y="1144588"/>
          <p14:tracePt t="18988" x="8493125" y="1119188"/>
          <p14:tracePt t="18993" x="8518525" y="1085850"/>
          <p14:tracePt t="19007" x="8575675" y="1077913"/>
          <p14:tracePt t="19012" x="8601075" y="1062038"/>
          <p14:tracePt t="19022" x="8634413" y="1062038"/>
          <p14:tracePt t="19026" x="8724900" y="1062038"/>
          <p14:tracePt t="19038" x="8766175" y="1062038"/>
          <p14:tracePt t="19041" x="8824913" y="1062038"/>
          <p14:tracePt t="19054" x="8940800" y="1062038"/>
          <p14:tracePt t="19058" x="8982075" y="1062038"/>
          <p14:tracePt t="19071" x="9048750" y="1062038"/>
          <p14:tracePt t="19074" x="9123363" y="1062038"/>
          <p14:tracePt t="19088" x="9205913" y="1077913"/>
          <p14:tracePt t="19091" x="9247188" y="1119188"/>
          <p14:tracePt t="19105" x="9331325" y="1127125"/>
          <p14:tracePt t="19107" x="9388475" y="1185863"/>
          <p14:tracePt t="19121" x="9429750" y="1219200"/>
          <p14:tracePt t="19122" x="9480550" y="1268413"/>
          <p14:tracePt t="19130" x="9521825" y="1309688"/>
          <p14:tracePt t="19138" x="9563100" y="1350963"/>
          <p14:tracePt t="19147" x="9604375" y="1393825"/>
          <p14:tracePt t="19155" x="9663113" y="1484313"/>
          <p14:tracePt t="19163" x="9704388" y="1525588"/>
          <p14:tracePt t="19171" x="9720263" y="1566863"/>
          <p14:tracePt t="19179" x="9745663" y="1617663"/>
          <p14:tracePt t="19188" x="9786938" y="1674813"/>
          <p14:tracePt t="19195" x="9802813" y="1716088"/>
          <p14:tracePt t="19204" x="9820275" y="1774825"/>
          <p14:tracePt t="19211" x="9820275" y="1816100"/>
          <p14:tracePt t="19221" x="9828213" y="1841500"/>
          <p14:tracePt t="19227" x="9828213" y="1882775"/>
          <p14:tracePt t="19238" x="9828213" y="1916113"/>
          <p14:tracePt t="19244" x="9828213" y="1957388"/>
          <p14:tracePt t="19255" x="9828213" y="1981200"/>
          <p14:tracePt t="19259" x="9820275" y="1998663"/>
          <p14:tracePt t="19271" x="9786938" y="2024063"/>
          <p14:tracePt t="19276" x="9761538" y="2039938"/>
          <p14:tracePt t="19288" x="9720263" y="2065338"/>
          <p14:tracePt t="19292" x="9663113" y="2065338"/>
          <p14:tracePt t="19305" x="9604375" y="2081213"/>
          <p14:tracePt t="19308" x="9563100" y="2098675"/>
          <p14:tracePt t="19321" x="9512300" y="2106613"/>
          <p14:tracePt t="19324" x="9437688" y="2106613"/>
          <p14:tracePt t="19338" x="9388475" y="2106613"/>
          <p14:tracePt t="19340" x="9313863" y="2106613"/>
          <p14:tracePt t="19355" x="9256713" y="2106613"/>
          <p14:tracePt t="19358" x="9190038" y="2106613"/>
          <p14:tracePt t="19371" x="9131300" y="2106613"/>
          <p14:tracePt t="19374" x="9064625" y="2106613"/>
          <p14:tracePt t="19388" x="8982075" y="2106613"/>
          <p14:tracePt t="19389" x="8940800" y="2106613"/>
          <p14:tracePt t="19397" x="8858250" y="2098675"/>
          <p14:tracePt t="19405" x="8816975" y="2081213"/>
          <p14:tracePt t="19413" x="8758238" y="2065338"/>
          <p14:tracePt t="19423" x="8716963" y="2055813"/>
          <p14:tracePt t="19429" x="8683625" y="2039938"/>
          <p14:tracePt t="19439" x="8642350" y="2014538"/>
          <p14:tracePt t="19445" x="8616950" y="1998663"/>
          <p14:tracePt t="19455" x="8593138" y="1981200"/>
          <p14:tracePt t="19461" x="8559800" y="1965325"/>
          <p14:tracePt t="19471" x="8534400" y="1939925"/>
          <p14:tracePt t="19478" x="8501063" y="1898650"/>
          <p14:tracePt t="19489" x="8459788" y="1874838"/>
          <p14:tracePt t="19494" x="8451850" y="1831975"/>
          <p14:tracePt t="19505" x="8410575" y="1790700"/>
          <p14:tracePt t="19510" x="8393113" y="1749425"/>
          <p14:tracePt t="19522" x="8377238" y="1716088"/>
          <p14:tracePt t="19526" x="8369300" y="1692275"/>
          <p14:tracePt t="19538" x="8369300" y="1674813"/>
          <p14:tracePt t="19542" x="8351838" y="1651000"/>
          <p14:tracePt t="19555" x="8351838" y="1633538"/>
          <p14:tracePt t="19558" x="8351838" y="1617663"/>
          <p14:tracePt t="19574" x="8351838" y="1592263"/>
          <p14:tracePt t="19588" x="8351838" y="1576388"/>
          <p14:tracePt t="19591" x="8351838" y="1566863"/>
          <p14:tracePt t="19604" x="8351838" y="1525588"/>
          <p14:tracePt t="19607" x="8351838" y="1492250"/>
          <p14:tracePt t="19621" x="8369300" y="1468438"/>
          <p14:tracePt t="19624" x="8393113" y="1425575"/>
          <p14:tracePt t="19638" x="8459788" y="1368425"/>
          <p14:tracePt t="19639" x="8501063" y="1343025"/>
          <p14:tracePt t="19647" x="8559800" y="1309688"/>
          <p14:tracePt t="19655" x="8634413" y="1285875"/>
          <p14:tracePt t="19663" x="8683625" y="1268413"/>
          <p14:tracePt t="19671" x="8758238" y="1260475"/>
          <p14:tracePt t="19679" x="8840788" y="1260475"/>
          <p14:tracePt t="19688" x="8907463" y="1260475"/>
          <p14:tracePt t="19695" x="8982075" y="1260475"/>
          <p14:tracePt t="19704" x="9105900" y="1260475"/>
          <p14:tracePt t="19712" x="9172575" y="1260475"/>
          <p14:tracePt t="19721" x="9247188" y="1268413"/>
          <p14:tracePt t="19728" x="9331325" y="1327150"/>
          <p14:tracePt t="19738" x="9413875" y="1384300"/>
          <p14:tracePt t="19744" x="9437688" y="1409700"/>
          <p14:tracePt t="19755" x="9496425" y="1450975"/>
          <p14:tracePt t="19760" x="9563100" y="1525588"/>
          <p14:tracePt t="19771" x="9620250" y="1592263"/>
          <p14:tracePt t="19776" x="9653588" y="1633538"/>
          <p14:tracePt t="19788" x="9678988" y="1692275"/>
          <p14:tracePt t="19793" x="9720263" y="1733550"/>
          <p14:tracePt t="19805" x="9745663" y="1790700"/>
          <p14:tracePt t="19809" x="9761538" y="1841500"/>
          <p14:tracePt t="19822" x="9779000" y="1874838"/>
          <p14:tracePt t="19825" x="9786938" y="1924050"/>
          <p14:tracePt t="19838" x="9786938" y="1965325"/>
          <p14:tracePt t="19841" x="9786938" y="1998663"/>
          <p14:tracePt t="19855" x="9786938" y="2055813"/>
          <p14:tracePt t="19858" x="9786938" y="2098675"/>
          <p14:tracePt t="19872" x="9786938" y="2122488"/>
          <p14:tracePt t="19874" x="9786938" y="2163763"/>
          <p14:tracePt t="19888" x="9786938" y="2181225"/>
          <p14:tracePt t="19890" x="9786938" y="2206625"/>
          <p14:tracePt t="19905" x="9779000" y="2230438"/>
          <p14:tracePt t="19906" x="9761538" y="2247900"/>
          <p14:tracePt t="19914" x="9745663" y="2247900"/>
          <p14:tracePt t="19922" x="9720263" y="2263775"/>
          <p14:tracePt t="19938" x="9678988" y="2281238"/>
          <p14:tracePt t="19946" x="9653588" y="2281238"/>
          <p14:tracePt t="19955" x="9637713" y="2281238"/>
          <p14:tracePt t="19962" x="9604375" y="2281238"/>
          <p14:tracePt t="19971" x="9578975" y="2281238"/>
          <p14:tracePt t="19978" x="9555163" y="2281238"/>
          <p14:tracePt t="19987" x="9537700" y="2281238"/>
          <p14:tracePt t="19994" x="9521825" y="2281238"/>
          <p14:tracePt t="20004" x="9512300" y="2281238"/>
          <p14:tracePt t="20011" x="9496425" y="2281238"/>
          <p14:tracePt t="20018" x="9480550" y="2281238"/>
          <p14:tracePt t="20035" x="9471025" y="2281238"/>
          <p14:tracePt t="27507" x="9521825" y="2281238"/>
          <p14:tracePt t="27513" x="9578975" y="2281238"/>
          <p14:tracePt t="27523" x="9620250" y="2281238"/>
          <p14:tracePt t="27527" x="9663113" y="2281238"/>
          <p14:tracePt t="27541" x="9704388" y="2281238"/>
          <p14:tracePt t="27543" x="9761538" y="2281238"/>
          <p14:tracePt t="27557" x="9786938" y="2281238"/>
          <p14:tracePt t="27559" x="9820275" y="2281238"/>
          <p14:tracePt t="27566" x="9828213" y="2289175"/>
          <p14:tracePt t="27574" x="9869488" y="2305050"/>
          <p14:tracePt t="27582" x="9886950" y="2305050"/>
          <p14:tracePt t="27590" x="9902825" y="2322513"/>
          <p14:tracePt t="27598" x="9918700" y="2322513"/>
          <p14:tracePt t="27606" x="9928225" y="2322513"/>
          <p14:tracePt t="27614" x="9944100" y="2330450"/>
          <p14:tracePt t="27630" x="9961563" y="2346325"/>
          <p14:tracePt t="27638" x="9969500" y="2363788"/>
          <p14:tracePt t="27646" x="9969500" y="2371725"/>
          <p14:tracePt t="27655" x="9969500" y="2387600"/>
          <p14:tracePt t="27663" x="9985375" y="2405063"/>
          <p14:tracePt t="27672" x="9985375" y="2430463"/>
          <p14:tracePt t="27679" x="9985375" y="2446338"/>
          <p14:tracePt t="27688" x="10002838" y="2454275"/>
          <p14:tracePt t="27695" x="10002838" y="2471738"/>
          <p14:tracePt t="27705" x="10002838" y="2487613"/>
          <p14:tracePt t="27727" x="10002838" y="2495550"/>
          <p14:tracePt t="27751" x="10002838" y="2513013"/>
          <p14:tracePt t="27792" x="9985375" y="2528888"/>
          <p14:tracePt t="27808" x="9969500" y="2528888"/>
          <p14:tracePt t="27816" x="9961563" y="2546350"/>
          <p14:tracePt t="27824" x="9944100" y="2546350"/>
          <p14:tracePt t="27832" x="9886950" y="2554288"/>
          <p14:tracePt t="27840" x="9844088" y="2587625"/>
          <p14:tracePt t="27848" x="9779000" y="2611438"/>
          <p14:tracePt t="27856" x="9694863" y="2670175"/>
          <p14:tracePt t="27864" x="9596438" y="2711450"/>
          <p14:tracePt t="27872" x="9471025" y="2760663"/>
          <p14:tracePt t="27880" x="9372600" y="2811463"/>
          <p14:tracePt t="27888" x="9331325" y="2836863"/>
          <p14:tracePt t="27897" x="9231313" y="2860675"/>
          <p14:tracePt t="27905" x="9148763" y="2894013"/>
          <p14:tracePt t="27913" x="9082088" y="2919413"/>
          <p14:tracePt t="27921" x="9023350" y="2935288"/>
          <p14:tracePt t="27929" x="8948738" y="2960688"/>
          <p14:tracePt t="27938" x="8924925" y="2960688"/>
          <p14:tracePt t="27945" x="8866188" y="2976563"/>
          <p14:tracePt t="27955" x="8816975" y="2986088"/>
          <p14:tracePt t="27961" x="8758238" y="2986088"/>
          <p14:tracePt t="27971" x="8724900" y="2986088"/>
          <p14:tracePt t="27977" x="8675688" y="2986088"/>
          <p14:tracePt t="27985" x="8616950" y="2986088"/>
          <p14:tracePt t="27993" x="8593138" y="2986088"/>
          <p14:tracePt t="28002" x="8550275" y="2986088"/>
          <p14:tracePt t="28010" x="8518525" y="2986088"/>
          <p14:tracePt t="28018" x="8493125" y="2986088"/>
          <p14:tracePt t="28026" x="8451850" y="2986088"/>
          <p14:tracePt t="28034" x="8434388" y="2986088"/>
          <p14:tracePt t="28042" x="8393113" y="2986088"/>
          <p14:tracePt t="28050" x="8335963" y="2986088"/>
          <p14:tracePt t="28058" x="8310563" y="2986088"/>
          <p14:tracePt t="28066" x="8269288" y="2986088"/>
          <p14:tracePt t="28074" x="8228013" y="2986088"/>
          <p14:tracePt t="28082" x="8186738" y="2986088"/>
          <p14:tracePt t="28090" x="8143875" y="2986088"/>
          <p14:tracePt t="28098" x="8112125" y="2986088"/>
          <p14:tracePt t="28106" x="8061325" y="2986088"/>
          <p14:tracePt t="28115" x="8004175" y="2986088"/>
          <p14:tracePt t="28123" x="7904163" y="2986088"/>
          <p14:tracePt t="28131" x="7804150" y="2986088"/>
          <p14:tracePt t="28139" x="7705725" y="2986088"/>
          <p14:tracePt t="28147" x="7597775" y="2986088"/>
          <p14:tracePt t="28155" x="7497763" y="2986088"/>
          <p14:tracePt t="28163" x="7415213" y="2986088"/>
          <p14:tracePt t="28172" x="7232650" y="2986088"/>
          <p14:tracePt t="28179" x="7173913" y="2976563"/>
          <p14:tracePt t="28188" x="6999288" y="2960688"/>
          <p14:tracePt t="28195" x="6900863" y="2943225"/>
          <p14:tracePt t="28205" x="6818313" y="2935288"/>
          <p14:tracePt t="28211" x="6775450" y="2935288"/>
          <p14:tracePt t="28221" x="6677025" y="2919413"/>
          <p14:tracePt t="28228" x="6602413" y="2894013"/>
          <p14:tracePt t="28238" x="6551613" y="2878138"/>
          <p14:tracePt t="28244" x="6494463" y="2860675"/>
          <p14:tracePt t="28255" x="6469063" y="2860675"/>
          <p14:tracePt t="28260" x="6435725" y="2852738"/>
          <p14:tracePt t="28272" x="6427788" y="2852738"/>
          <p14:tracePt t="28276" x="6411913" y="2836863"/>
          <p14:tracePt t="28300" x="6411913" y="2819400"/>
          <p14:tracePt t="28324" x="6411913" y="2811463"/>
          <p14:tracePt t="28373" x="6427788" y="2794000"/>
          <p14:tracePt t="28381" x="6435725" y="2794000"/>
          <p14:tracePt t="28397" x="6453188" y="2794000"/>
          <p14:tracePt t="28421" x="6469063" y="2794000"/>
          <p14:tracePt t="28454" x="6469063" y="2811463"/>
          <p14:tracePt t="28462" x="6469063" y="2819400"/>
          <p14:tracePt t="28471" x="6469063" y="2836863"/>
          <p14:tracePt t="28478" x="6469063" y="2852738"/>
          <p14:tracePt t="28487" x="6469063" y="2860675"/>
          <p14:tracePt t="28494" x="6453188" y="2878138"/>
          <p14:tracePt t="28502" x="6411913" y="2919413"/>
          <p14:tracePt t="28510" x="6353175" y="2935288"/>
          <p14:tracePt t="28518" x="6286500" y="2960688"/>
          <p14:tracePt t="28526" x="6162675" y="2986088"/>
          <p14:tracePt t="28534" x="5864225" y="3060700"/>
          <p14:tracePt t="28542" x="5640388" y="3101975"/>
          <p14:tracePt t="28551" x="5491163" y="3117850"/>
          <p14:tracePt t="28559" x="5267325" y="3125788"/>
          <p14:tracePt t="28567" x="5018088" y="3159125"/>
          <p14:tracePt t="28575" x="4818063" y="3159125"/>
          <p14:tracePt t="28583" x="4752975" y="3159125"/>
          <p14:tracePt t="28591" x="4594225" y="3159125"/>
          <p14:tracePt t="28599" x="4486275" y="3159125"/>
          <p14:tracePt t="28607" x="4387850" y="3159125"/>
          <p14:tracePt t="28616" x="4305300" y="3159125"/>
          <p14:tracePt t="28623" x="4262438" y="3159125"/>
          <p14:tracePt t="28631" x="4221163" y="3159125"/>
          <p14:tracePt t="28639" x="4187825" y="3159125"/>
          <p14:tracePt t="28647" x="4171950" y="3159125"/>
          <p14:tracePt t="28656" x="4164013" y="3159125"/>
          <p14:tracePt t="28671" x="4146550" y="3159125"/>
          <p14:tracePt t="28752" x="4146550" y="3143250"/>
          <p14:tracePt t="28784" x="4164013" y="3125788"/>
          <p14:tracePt t="28809" x="4171950" y="3117850"/>
          <p14:tracePt t="28817" x="4187825" y="3117850"/>
          <p14:tracePt t="28833" x="4205288" y="3101975"/>
          <p14:tracePt t="28841" x="4221163" y="3101975"/>
          <p14:tracePt t="28849" x="4229100" y="3101975"/>
          <p14:tracePt t="28857" x="4262438" y="3101975"/>
          <p14:tracePt t="28865" x="4271963" y="3084513"/>
          <p14:tracePt t="28873" x="4305300" y="3084513"/>
          <p14:tracePt t="28881" x="4329113" y="3084513"/>
          <p14:tracePt t="28890" x="4395788" y="3084513"/>
          <p14:tracePt t="28898" x="4454525" y="3084513"/>
          <p14:tracePt t="28906" x="4537075" y="3084513"/>
          <p14:tracePt t="28914" x="4635500" y="3084513"/>
          <p14:tracePt t="28922" x="4794250" y="3084513"/>
          <p14:tracePt t="28930" x="4943475" y="3084513"/>
          <p14:tracePt t="28938" x="5100638" y="3084513"/>
          <p14:tracePt t="28946" x="5249863" y="3084513"/>
          <p14:tracePt t="28955" x="5407025" y="3084513"/>
          <p14:tracePt t="28962" x="5473700" y="3084513"/>
          <p14:tracePt t="28972" x="5599113" y="3084513"/>
          <p14:tracePt t="28978" x="5681663" y="3084513"/>
          <p14:tracePt t="28988" x="5805488" y="3084513"/>
          <p14:tracePt t="28995" x="5962650" y="3084513"/>
          <p14:tracePt t="29004" x="6062663" y="3084513"/>
          <p14:tracePt t="29011" x="6162675" y="3084513"/>
          <p14:tracePt t="29019" x="6229350" y="3084513"/>
          <p14:tracePt t="29027" x="6327775" y="3084513"/>
          <p14:tracePt t="29035" x="6427788" y="3084513"/>
          <p14:tracePt t="29043" x="6551613" y="3084513"/>
          <p14:tracePt t="29051" x="6635750" y="3084513"/>
          <p14:tracePt t="29059" x="6784975" y="3084513"/>
          <p14:tracePt t="29067" x="6983413" y="3076575"/>
          <p14:tracePt t="29075" x="7165975" y="3076575"/>
          <p14:tracePt t="29083" x="7348538" y="3060700"/>
          <p14:tracePt t="29091" x="7531100" y="3060700"/>
          <p14:tracePt t="29099" x="7705725" y="3060700"/>
          <p14:tracePt t="29108" x="7862888" y="3060700"/>
          <p14:tracePt t="29116" x="8045450" y="3060700"/>
          <p14:tracePt t="29124" x="8235950" y="3060700"/>
          <p14:tracePt t="29132" x="8418513" y="3060700"/>
          <p14:tracePt t="29140" x="8575675" y="3060700"/>
          <p14:tracePt t="29148" x="8699500" y="3060700"/>
          <p14:tracePt t="29156" x="8742363" y="3060700"/>
          <p14:tracePt t="29164" x="8866188" y="3060700"/>
          <p14:tracePt t="29172" x="8966200" y="3076575"/>
          <p14:tracePt t="29180" x="9064625" y="3076575"/>
          <p14:tracePt t="29188" x="9131300" y="3076575"/>
          <p14:tracePt t="29196" x="9231313" y="3084513"/>
          <p14:tracePt t="29206" x="9297988" y="3084513"/>
          <p14:tracePt t="29212" x="9372600" y="3084513"/>
          <p14:tracePt t="29221" x="9429750" y="3084513"/>
          <p14:tracePt t="29229" x="9496425" y="3084513"/>
          <p14:tracePt t="29238" x="9555163" y="3084513"/>
          <p14:tracePt t="29245" x="9604375" y="3084513"/>
          <p14:tracePt t="29255" x="9663113" y="3084513"/>
          <p14:tracePt t="29261" x="9704388" y="3084513"/>
          <p14:tracePt t="29271" x="9745663" y="3084513"/>
          <p14:tracePt t="29277" x="9802813" y="3084513"/>
          <p14:tracePt t="29288" x="9820275" y="3084513"/>
          <p14:tracePt t="29293" x="9861550" y="3084513"/>
          <p14:tracePt t="29305" x="9869488" y="3084513"/>
          <p14:tracePt t="29309" x="9886950" y="3084513"/>
          <p14:tracePt t="29321" x="9902825" y="3084513"/>
          <p14:tracePt t="29325" x="9918700" y="3084513"/>
          <p14:tracePt t="29342" x="9928225" y="3084513"/>
          <p14:tracePt t="29382" x="9944100" y="3084513"/>
          <p14:tracePt t="29535" x="9928225" y="3084513"/>
          <p14:tracePt t="29560" x="9918700" y="3084513"/>
          <p14:tracePt t="29568" x="9902825" y="3084513"/>
          <p14:tracePt t="29576" x="9886950" y="3084513"/>
          <p14:tracePt t="29584" x="9869488" y="3084513"/>
          <p14:tracePt t="29592" x="9828213" y="3084513"/>
          <p14:tracePt t="29600" x="9786938" y="3084513"/>
          <p14:tracePt t="29608" x="9720263" y="3084513"/>
          <p14:tracePt t="29616" x="9653588" y="3084513"/>
          <p14:tracePt t="29625" x="9555163" y="3084513"/>
          <p14:tracePt t="29632" x="9429750" y="3084513"/>
          <p14:tracePt t="29640" x="9272588" y="3084513"/>
          <p14:tracePt t="29649" x="9131300" y="3084513"/>
          <p14:tracePt t="29656" x="8940800" y="3084513"/>
          <p14:tracePt t="29665" x="8758238" y="3101975"/>
          <p14:tracePt t="29673" x="8534400" y="3143250"/>
          <p14:tracePt t="29681" x="8351838" y="3167063"/>
          <p14:tracePt t="29689" x="8102600" y="3184525"/>
          <p14:tracePt t="29697" x="7904163" y="3209925"/>
          <p14:tracePt t="29705" x="7696200" y="3225800"/>
          <p14:tracePt t="29713" x="7431088" y="3241675"/>
          <p14:tracePt t="29722" x="7207250" y="3267075"/>
          <p14:tracePt t="29729" x="6958013" y="3267075"/>
          <p14:tracePt t="29739" x="6692900" y="3284538"/>
          <p14:tracePt t="29746" x="6469063" y="3284538"/>
          <p14:tracePt t="29755" x="6245225" y="3284538"/>
          <p14:tracePt t="29762" x="6029325" y="3284538"/>
          <p14:tracePt t="29772" x="5838825" y="3284538"/>
          <p14:tracePt t="29778" x="5656263" y="3284538"/>
          <p14:tracePt t="29788" x="5473700" y="3284538"/>
          <p14:tracePt t="29794" x="5291138" y="3284538"/>
          <p14:tracePt t="29806" x="5141913" y="3284538"/>
          <p14:tracePt t="29810" x="5084763" y="3284538"/>
          <p14:tracePt t="29822" x="4959350" y="3284538"/>
          <p14:tracePt t="29826" x="4860925" y="3284538"/>
          <p14:tracePt t="29839" x="4776788" y="3267075"/>
          <p14:tracePt t="29862" x="4719638" y="3267075"/>
          <p14:tracePt t="29864" x="4652963" y="3241675"/>
          <p14:tracePt t="29882" x="4619625" y="3241675"/>
          <p14:tracePt t="29883" x="4611688" y="3225800"/>
          <p14:tracePt t="29915" x="4611688" y="3209925"/>
          <p14:tracePt t="29948" x="4611688" y="3200400"/>
          <p14:tracePt t="29972" x="4619625" y="3200400"/>
          <p14:tracePt t="29980" x="4652963" y="3200400"/>
          <p14:tracePt t="29990" x="4660900" y="3184525"/>
          <p14:tracePt t="29996" x="4719638" y="3167063"/>
          <p14:tracePt t="30008" x="4818063" y="3167063"/>
          <p14:tracePt t="30012" x="5000625" y="3159125"/>
          <p14:tracePt t="30023" x="5224463" y="3143250"/>
          <p14:tracePt t="30029" x="5349875" y="3143250"/>
          <p14:tracePt t="30039" x="5797550" y="3117850"/>
          <p14:tracePt t="30044" x="6145213" y="3117850"/>
          <p14:tracePt t="30055" x="6535738" y="3117850"/>
          <p14:tracePt t="30060" x="6718300" y="3117850"/>
          <p14:tracePt t="30072" x="7065963" y="3117850"/>
          <p14:tracePt t="30076" x="7415213" y="3117850"/>
          <p14:tracePt t="30088" x="7762875" y="3117850"/>
          <p14:tracePt t="30093" x="8069263" y="3117850"/>
          <p14:tracePt t="30105" x="8369300" y="3125788"/>
          <p14:tracePt t="30109" x="8675688" y="3184525"/>
          <p14:tracePt t="30122" x="8899525" y="3209925"/>
          <p14:tracePt t="30125" x="9123363" y="3241675"/>
          <p14:tracePt t="30139" x="9297988" y="3251200"/>
          <p14:tracePt t="30142" x="9455150" y="3267075"/>
          <p14:tracePt t="30155" x="9604375" y="3292475"/>
          <p14:tracePt t="30158" x="9761538" y="3308350"/>
          <p14:tracePt t="30172" x="9802813" y="3325813"/>
          <p14:tracePt t="30174" x="9902825" y="3341688"/>
          <p14:tracePt t="30188" x="10002838" y="3341688"/>
          <p14:tracePt t="30190" x="10069513" y="3341688"/>
          <p14:tracePt t="30205" x="10126663" y="3341688"/>
          <p14:tracePt t="30206" x="10185400" y="3341688"/>
          <p14:tracePt t="30214" x="10209213" y="3349625"/>
          <p14:tracePt t="30222" x="10250488" y="3349625"/>
          <p14:tracePt t="30230" x="10275888" y="3349625"/>
          <p14:tracePt t="30246" x="10309225" y="3349625"/>
          <p14:tracePt t="30262" x="10317163" y="3349625"/>
          <p14:tracePt t="30278" x="10334625" y="3349625"/>
          <p14:tracePt t="30288" x="10350500" y="3349625"/>
          <p14:tracePt t="30311" x="10358438" y="3349625"/>
          <p14:tracePt t="30327" x="10358438" y="3341688"/>
          <p14:tracePt t="30367" x="10358438" y="3325813"/>
          <p14:tracePt t="30399" x="10358438" y="3308350"/>
          <p14:tracePt t="30407" x="10350500" y="3308350"/>
          <p14:tracePt t="30415" x="10334625" y="3308350"/>
          <p14:tracePt t="30423" x="10317163" y="3308350"/>
          <p14:tracePt t="30431" x="10275888" y="3292475"/>
          <p14:tracePt t="30439" x="10250488" y="3292475"/>
          <p14:tracePt t="30448" x="10226675" y="3292475"/>
          <p14:tracePt t="30456" x="10193338" y="3284538"/>
          <p14:tracePt t="30464" x="10134600" y="3284538"/>
          <p14:tracePt t="30472" x="10110788" y="3284538"/>
          <p14:tracePt t="30480" x="10010775" y="3267075"/>
          <p14:tracePt t="30488" x="9918700" y="3267075"/>
          <p14:tracePt t="30496" x="9820275" y="3251200"/>
          <p14:tracePt t="30505" x="9694863" y="3251200"/>
          <p14:tracePt t="30512" x="9555163" y="3241675"/>
          <p14:tracePt t="30521" x="9396413" y="3225800"/>
          <p14:tracePt t="30528" x="9205913" y="3225800"/>
          <p14:tracePt t="30538" x="9023350" y="3209925"/>
          <p14:tracePt t="30544" x="8840788" y="3209925"/>
          <p14:tracePt t="30554" x="8683625" y="3209925"/>
          <p14:tracePt t="30561" x="8534400" y="3184525"/>
          <p14:tracePt t="30569" x="8377238" y="3184525"/>
          <p14:tracePt t="30577" x="8269288" y="3184525"/>
          <p14:tracePt t="30585" x="8112125" y="3167063"/>
          <p14:tracePt t="30593" x="7962900" y="3167063"/>
          <p14:tracePt t="30601" x="7780338" y="3167063"/>
          <p14:tracePt t="30609" x="7621588" y="3159125"/>
          <p14:tracePt t="30617" x="7472363" y="3143250"/>
          <p14:tracePt t="30625" x="7315200" y="3125788"/>
          <p14:tracePt t="30633" x="7165975" y="3101975"/>
          <p14:tracePt t="30641" x="7008813" y="3101975"/>
          <p14:tracePt t="30650" x="6900863" y="3084513"/>
          <p14:tracePt t="30657" x="6775450" y="3084513"/>
          <p14:tracePt t="30666" x="6734175" y="3084513"/>
          <p14:tracePt t="30674" x="6602413" y="3084513"/>
          <p14:tracePt t="30682" x="6535738" y="3076575"/>
          <p14:tracePt t="30690" x="6469063" y="3076575"/>
          <p14:tracePt t="30698" x="6394450" y="3060700"/>
          <p14:tracePt t="30706" x="6337300" y="3043238"/>
          <p14:tracePt t="30714" x="6286500" y="3027363"/>
          <p14:tracePt t="30722" x="6253163" y="3027363"/>
          <p14:tracePt t="30730" x="6229350" y="3027363"/>
          <p14:tracePt t="31578" x="6211888" y="3027363"/>
          <p14:tracePt t="31588" x="6186488" y="3027363"/>
          <p14:tracePt t="31594" x="6129338" y="3027363"/>
          <p14:tracePt t="31602" x="6088063" y="3027363"/>
          <p14:tracePt t="31610" x="6029325" y="3027363"/>
          <p14:tracePt t="31618" x="5962650" y="3027363"/>
          <p14:tracePt t="31626" x="5905500" y="3027363"/>
          <p14:tracePt t="31634" x="5864225" y="3027363"/>
          <p14:tracePt t="31642" x="5805488" y="3043238"/>
          <p14:tracePt t="31650" x="5738813" y="3043238"/>
          <p14:tracePt t="31659" x="5656263" y="3043238"/>
          <p14:tracePt t="31667" x="5614988" y="3043238"/>
          <p14:tracePt t="31675" x="5532438" y="3060700"/>
          <p14:tracePt t="31683" x="5457825" y="3060700"/>
          <p14:tracePt t="31691" x="5391150" y="3076575"/>
          <p14:tracePt t="31699" x="5332413" y="3084513"/>
          <p14:tracePt t="31707" x="5275263" y="3084513"/>
          <p14:tracePt t="31715" x="5233988" y="3101975"/>
          <p14:tracePt t="31724" x="5183188" y="3101975"/>
          <p14:tracePt t="31731" x="5141913" y="3101975"/>
          <p14:tracePt t="31739" x="5126038" y="3117850"/>
          <p14:tracePt t="31748" x="5100638" y="3117850"/>
          <p14:tracePt t="31756" x="5067300" y="3117850"/>
          <p14:tracePt t="31764" x="5067300" y="3125788"/>
          <p14:tracePt t="31772" x="5059363" y="3125788"/>
          <p14:tracePt t="31780" x="5041900" y="3125788"/>
          <p14:tracePt t="31796" x="5026025" y="3125788"/>
          <p14:tracePt t="32030" x="5041900" y="3125788"/>
          <p14:tracePt t="32046" x="5041900" y="3117850"/>
          <p14:tracePt t="32055" x="5059363" y="3101975"/>
          <p14:tracePt t="32071" x="5067300" y="3101975"/>
          <p14:tracePt t="32079" x="5084763" y="3101975"/>
          <p14:tracePt t="32088" x="5167313" y="3084513"/>
          <p14:tracePt t="32094" x="5208588" y="3084513"/>
          <p14:tracePt t="32104" x="5308600" y="3084513"/>
          <p14:tracePt t="32111" x="5407025" y="3084513"/>
          <p14:tracePt t="32119" x="5532438" y="3084513"/>
          <p14:tracePt t="32127" x="5656263" y="3084513"/>
          <p14:tracePt t="32135" x="5764213" y="3084513"/>
          <p14:tracePt t="32143" x="5921375" y="3084513"/>
          <p14:tracePt t="32151" x="6103938" y="3084513"/>
          <p14:tracePt t="32159" x="6253163" y="3084513"/>
          <p14:tracePt t="32167" x="6453188" y="3101975"/>
          <p14:tracePt t="32176" x="6592888" y="3117850"/>
          <p14:tracePt t="32183" x="6743700" y="3125788"/>
          <p14:tracePt t="32191" x="6900863" y="3159125"/>
          <p14:tracePt t="32199" x="7024688" y="3167063"/>
          <p14:tracePt t="32208" x="7173913" y="3184525"/>
          <p14:tracePt t="32216" x="7307263" y="3200400"/>
          <p14:tracePt t="32224" x="7439025" y="3209925"/>
          <p14:tracePt t="32232" x="7597775" y="3209925"/>
          <p14:tracePt t="32240" x="7754938" y="3209925"/>
          <p14:tracePt t="32248" x="7904163" y="3209925"/>
          <p14:tracePt t="32256" x="7962900" y="3209925"/>
          <p14:tracePt t="32264" x="8086725" y="3209925"/>
          <p14:tracePt t="32272" x="8169275" y="3209925"/>
          <p14:tracePt t="32280" x="8269288" y="3209925"/>
          <p14:tracePt t="32288" x="8418513" y="3209925"/>
          <p14:tracePt t="32296" x="8518525" y="3209925"/>
          <p14:tracePt t="32305" x="8616950" y="3209925"/>
          <p14:tracePt t="32313" x="8742363" y="3209925"/>
          <p14:tracePt t="32322" x="8840788" y="3209925"/>
          <p14:tracePt t="32329" x="8882063" y="3209925"/>
          <p14:tracePt t="32338" x="8982075" y="3200400"/>
          <p14:tracePt t="32345" x="9048750" y="3184525"/>
          <p14:tracePt t="32355" x="9131300" y="3184525"/>
          <p14:tracePt t="32361" x="9172575" y="3167063"/>
          <p14:tracePt t="32371" x="9231313" y="3167063"/>
          <p14:tracePt t="32377" x="9272588" y="3159125"/>
          <p14:tracePt t="32388" x="9297988" y="3159125"/>
          <p14:tracePt t="32393" x="9355138" y="3143250"/>
          <p14:tracePt t="32405" x="9429750" y="3117850"/>
          <p14:tracePt t="32410" x="9480550" y="3101975"/>
          <p14:tracePt t="32422" x="9555163" y="3084513"/>
          <p14:tracePt t="32426" x="9596438" y="3084513"/>
          <p14:tracePt t="32438" x="9663113" y="3060700"/>
          <p14:tracePt t="32442" x="9737725" y="3043238"/>
          <p14:tracePt t="32455" x="9786938" y="3027363"/>
          <p14:tracePt t="32458" x="9861550" y="3017838"/>
          <p14:tracePt t="32471" x="9918700" y="3017838"/>
          <p14:tracePt t="32474" x="9961563" y="3001963"/>
          <p14:tracePt t="32488" x="9985375" y="2986088"/>
          <p14:tracePt t="32491" x="10026650" y="2986088"/>
          <p14:tracePt t="32505" x="10044113" y="2986088"/>
          <p14:tracePt t="32506" x="10069513" y="2986088"/>
          <p14:tracePt t="32514" x="10085388" y="2986088"/>
          <p14:tracePt t="32522" x="10093325" y="2986088"/>
          <p14:tracePt t="32531" x="10110788" y="2976563"/>
          <p14:tracePt t="32563" x="10126663" y="2976563"/>
          <p14:tracePt t="32620" x="10110788" y="2976563"/>
          <p14:tracePt t="32627" x="10093325" y="2976563"/>
          <p14:tracePt t="32635" x="10044113" y="2976563"/>
          <p14:tracePt t="32644" x="9985375" y="2960688"/>
          <p14:tracePt t="32651" x="9828213" y="2960688"/>
          <p14:tracePt t="32672" x="9555163" y="2943225"/>
          <p14:tracePt t="32676" x="9372600" y="2943225"/>
          <p14:tracePt t="32688" x="9148763" y="2943225"/>
          <p14:tracePt t="32692" x="8699500" y="2943225"/>
          <p14:tracePt t="32705" x="8410575" y="2943225"/>
          <p14:tracePt t="32708" x="8251825" y="2943225"/>
          <p14:tracePt t="32722" x="7945438" y="2943225"/>
          <p14:tracePt t="32724" x="7696200" y="2943225"/>
          <p14:tracePt t="32738" x="7431088" y="2943225"/>
          <p14:tracePt t="32741" x="7207250" y="2943225"/>
          <p14:tracePt t="32754" x="6983413" y="2943225"/>
          <p14:tracePt t="32757" x="6800850" y="2943225"/>
          <p14:tracePt t="32772" x="6618288" y="2943225"/>
          <p14:tracePt t="32773" x="6435725" y="2943225"/>
          <p14:tracePt t="32781" x="6386513" y="2943225"/>
          <p14:tracePt t="32789" x="6253163" y="2943225"/>
          <p14:tracePt t="32797" x="6162675" y="2943225"/>
          <p14:tracePt t="32805" x="6062663" y="2943225"/>
          <p14:tracePt t="32813" x="5988050" y="2943225"/>
          <p14:tracePt t="32822" x="5938838" y="2943225"/>
          <p14:tracePt t="32829" x="5897563" y="2943225"/>
          <p14:tracePt t="32839" x="5838825" y="2935288"/>
          <p14:tracePt t="32845" x="5797550" y="2935288"/>
          <p14:tracePt t="32855" x="5764213" y="2935288"/>
          <p14:tracePt t="32861" x="5722938" y="2919413"/>
          <p14:tracePt t="32871" x="5697538" y="2919413"/>
          <p14:tracePt t="32878" x="5673725" y="2901950"/>
          <p14:tracePt t="32888" x="5640388" y="2901950"/>
          <p14:tracePt t="32894" x="5614988" y="2901950"/>
          <p14:tracePt t="32906" x="5573713" y="2901950"/>
          <p14:tracePt t="32910" x="5556250" y="2901950"/>
          <p14:tracePt t="32922" x="5514975" y="2901950"/>
          <p14:tracePt t="32926" x="5491163" y="2901950"/>
          <p14:tracePt t="32938" x="5473700" y="2901950"/>
          <p14:tracePt t="32942" x="5448300" y="2901950"/>
          <p14:tracePt t="32955" x="5432425" y="2901950"/>
          <p14:tracePt t="32958" x="5416550" y="2901950"/>
          <p14:tracePt t="32972" x="5407025" y="2901950"/>
          <p14:tracePt t="32983" x="5391150" y="2901950"/>
          <p14:tracePt t="32991" x="5373688" y="2901950"/>
          <p14:tracePt t="33015" x="5365750" y="2901950"/>
          <p14:tracePt t="33055" x="5349875" y="2901950"/>
          <p14:tracePt t="33079" x="5332413" y="2901950"/>
          <p14:tracePt t="33103" x="5324475" y="2901950"/>
          <p14:tracePt t="33121" x="5308600" y="2901950"/>
          <p14:tracePt t="33128" x="5291138" y="2901950"/>
          <p14:tracePt t="33138" x="5291138" y="2919413"/>
          <p14:tracePt t="33144" x="5275263" y="2919413"/>
          <p14:tracePt t="33160" x="5267325" y="2919413"/>
          <p14:tracePt t="33176" x="5249863" y="2919413"/>
          <p14:tracePt t="33192" x="5233988" y="2919413"/>
          <p14:tracePt t="33201" x="5224463" y="2919413"/>
          <p14:tracePt t="33209" x="5208588" y="2919413"/>
          <p14:tracePt t="33217" x="5192713" y="2919413"/>
          <p14:tracePt t="33225" x="5183188" y="2919413"/>
          <p14:tracePt t="33241" x="5149850" y="2919413"/>
          <p14:tracePt t="33249" x="5126038" y="2935288"/>
          <p14:tracePt t="33257" x="5108575" y="2935288"/>
          <p14:tracePt t="33265" x="5100638" y="2935288"/>
          <p14:tracePt t="33273" x="5067300" y="2935288"/>
          <p14:tracePt t="33281" x="5059363" y="2935288"/>
          <p14:tracePt t="33289" x="5026025" y="2943225"/>
          <p14:tracePt t="33298" x="5000625" y="2943225"/>
          <p14:tracePt t="33305" x="4984750" y="2943225"/>
          <p14:tracePt t="33313" x="4967288" y="2943225"/>
          <p14:tracePt t="33322" x="4943475" y="2943225"/>
          <p14:tracePt t="33330" x="4926013" y="2943225"/>
          <p14:tracePt t="33338" x="4918075" y="2943225"/>
          <p14:tracePt t="33346" x="4902200" y="2943225"/>
          <p14:tracePt t="33362" x="4884738" y="2943225"/>
          <p14:tracePt t="33371" x="4884738" y="2935288"/>
          <p14:tracePt t="33378" x="4876800" y="2919413"/>
          <p14:tracePt t="33388" x="4876800" y="2901950"/>
          <p14:tracePt t="33402" x="4860925" y="2894013"/>
          <p14:tracePt t="33418" x="4860925" y="2878138"/>
          <p14:tracePt t="33434" x="4843463" y="2860675"/>
          <p14:tracePt t="33451" x="4843463" y="2852738"/>
          <p14:tracePt t="33475" x="4843463" y="2836863"/>
          <p14:tracePt t="33483" x="4835525" y="2836863"/>
          <p14:tracePt t="33491" x="4835525" y="2819400"/>
          <p14:tracePt t="33507" x="4835525" y="2811463"/>
          <p14:tracePt t="33515" x="4835525" y="2794000"/>
          <p14:tracePt t="33523" x="4835525" y="2778125"/>
          <p14:tracePt t="33532" x="4818063" y="2760663"/>
          <p14:tracePt t="33548" x="4818063" y="2752725"/>
          <p14:tracePt t="33556" x="4802188" y="2719388"/>
          <p14:tracePt t="33564" x="4802188" y="2711450"/>
          <p14:tracePt t="33572" x="4802188" y="2678113"/>
          <p14:tracePt t="33580" x="4802188" y="2670175"/>
          <p14:tracePt t="33588" x="4802188" y="2636838"/>
          <p14:tracePt t="33605" x="4802188" y="2611438"/>
          <p14:tracePt t="33612" x="4802188" y="2595563"/>
          <p14:tracePt t="33621" x="4802188" y="2587625"/>
          <p14:tracePt t="33638" x="4802188" y="2570163"/>
          <p14:tracePt t="33661" x="4802188" y="2554288"/>
          <p14:tracePt t="33685" x="4818063" y="2554288"/>
          <p14:tracePt t="33693" x="4835525" y="2546350"/>
          <p14:tracePt t="33701" x="4843463" y="2546350"/>
          <p14:tracePt t="33709" x="4860925" y="2546350"/>
          <p14:tracePt t="33717" x="4876800" y="2546350"/>
          <p14:tracePt t="33733" x="4884738" y="2546350"/>
          <p14:tracePt t="33741" x="4902200" y="2546350"/>
          <p14:tracePt t="33758" x="4918075" y="2546350"/>
          <p14:tracePt t="33766" x="4959350" y="2546350"/>
          <p14:tracePt t="33774" x="4984750" y="2546350"/>
          <p14:tracePt t="33782" x="5041900" y="2546350"/>
          <p14:tracePt t="33790" x="5084763" y="2546350"/>
          <p14:tracePt t="33798" x="5141913" y="2546350"/>
          <p14:tracePt t="33806" x="5183188" y="2554288"/>
          <p14:tracePt t="33814" x="5233988" y="2570163"/>
          <p14:tracePt t="33822" x="5275263" y="2587625"/>
          <p14:tracePt t="33830" x="5324475" y="2611438"/>
          <p14:tracePt t="33838" x="5349875" y="2628900"/>
          <p14:tracePt t="33846" x="5373688" y="2636838"/>
          <p14:tracePt t="33855" x="5391150" y="2654300"/>
          <p14:tracePt t="33863" x="5407025" y="2678113"/>
          <p14:tracePt t="33871" x="5416550" y="2678113"/>
          <p14:tracePt t="33879" x="5416550" y="2695575"/>
          <p14:tracePt t="33888" x="5416550" y="2711450"/>
          <p14:tracePt t="33895" x="5416550" y="2719388"/>
          <p14:tracePt t="33904" x="5416550" y="2736850"/>
          <p14:tracePt t="33911" x="5416550" y="2752725"/>
          <p14:tracePt t="33919" x="5416550" y="2760663"/>
          <p14:tracePt t="33935" x="5416550" y="2778125"/>
          <p14:tracePt t="33951" x="5416550" y="2794000"/>
          <p14:tracePt t="33959" x="5416550" y="2811463"/>
          <p14:tracePt t="33967" x="5407025" y="2819400"/>
          <p14:tracePt t="33976" x="5391150" y="2819400"/>
          <p14:tracePt t="33984" x="5373688" y="2819400"/>
          <p14:tracePt t="33992" x="5365750" y="2836863"/>
          <p14:tracePt t="34001" x="5349875" y="2836863"/>
          <p14:tracePt t="34008" x="5324475" y="2852738"/>
          <p14:tracePt t="34016" x="5291138" y="2852738"/>
          <p14:tracePt t="34024" x="5249863" y="2852738"/>
          <p14:tracePt t="34032" x="5167313" y="2852738"/>
          <p14:tracePt t="34040" x="5149850" y="2852738"/>
          <p14:tracePt t="34048" x="5100638" y="2852738"/>
          <p14:tracePt t="34056" x="5026025" y="2852738"/>
          <p14:tracePt t="34064" x="4967288" y="2852738"/>
          <p14:tracePt t="34072" x="4918075" y="2852738"/>
          <p14:tracePt t="34081" x="4876800" y="2852738"/>
          <p14:tracePt t="34089" x="4818063" y="2836863"/>
          <p14:tracePt t="34097" x="4760913" y="2811463"/>
          <p14:tracePt t="34105" x="4702175" y="2794000"/>
          <p14:tracePt t="34113" x="4652963" y="2760663"/>
          <p14:tracePt t="34122" x="4619625" y="2736850"/>
          <p14:tracePt t="34129" x="4570413" y="2711450"/>
          <p14:tracePt t="34138" x="4529138" y="2678113"/>
          <p14:tracePt t="34145" x="4470400" y="2654300"/>
          <p14:tracePt t="34155" x="4437063" y="2628900"/>
          <p14:tracePt t="34161" x="4395788" y="2595563"/>
          <p14:tracePt t="34171" x="4354513" y="2570163"/>
          <p14:tracePt t="34177" x="4329113" y="2546350"/>
          <p14:tracePt t="34188" x="4305300" y="2528888"/>
          <p14:tracePt t="34193" x="4287838" y="2495550"/>
          <p14:tracePt t="34205" x="4271963" y="2471738"/>
          <p14:tracePt t="34210" x="4271963" y="2454275"/>
          <p14:tracePt t="34221" x="4262438" y="2430463"/>
          <p14:tracePt t="34226" x="4262438" y="2413000"/>
          <p14:tracePt t="34238" x="4262438" y="2387600"/>
          <p14:tracePt t="34242" x="4262438" y="2363788"/>
          <p14:tracePt t="34255" x="4262438" y="2346325"/>
          <p14:tracePt t="34258" x="4262438" y="2330450"/>
          <p14:tracePt t="34272" x="4262438" y="2322513"/>
          <p14:tracePt t="34275" x="4271963" y="2305050"/>
          <p14:tracePt t="34288" x="4305300" y="2305050"/>
          <p14:tracePt t="34291" x="4313238" y="2289175"/>
          <p14:tracePt t="34304" x="4346575" y="2289175"/>
          <p14:tracePt t="34307" x="4370388" y="2281238"/>
          <p14:tracePt t="34323" x="4411663" y="2281238"/>
          <p14:tracePt t="34338" x="4437063" y="2281238"/>
          <p14:tracePt t="34340" x="4470400" y="2281238"/>
          <p14:tracePt t="34355" x="4511675" y="2281238"/>
          <p14:tracePt t="34356" x="4537075" y="2281238"/>
          <p14:tracePt t="34363" x="4594225" y="2281238"/>
          <p14:tracePt t="34371" x="4652963" y="2281238"/>
          <p14:tracePt t="34379" x="4776788" y="2281238"/>
          <p14:tracePt t="34388" x="4843463" y="2289175"/>
          <p14:tracePt t="34395" x="4943475" y="2330450"/>
          <p14:tracePt t="34404" x="5059363" y="2387600"/>
          <p14:tracePt t="34411" x="5149850" y="2430463"/>
          <p14:tracePt t="34421" x="5208588" y="2446338"/>
          <p14:tracePt t="34428" x="5275263" y="2487613"/>
          <p14:tracePt t="34438" x="5332413" y="2513013"/>
          <p14:tracePt t="34444" x="5391150" y="2546350"/>
          <p14:tracePt t="34455" x="5432425" y="2587625"/>
          <p14:tracePt t="34460" x="5457825" y="2595563"/>
          <p14:tracePt t="34472" x="5473700" y="2611438"/>
          <p14:tracePt t="34476" x="5473700" y="2628900"/>
          <p14:tracePt t="34489" x="5491163" y="2654300"/>
          <p14:tracePt t="34492" x="5491163" y="2670175"/>
          <p14:tracePt t="34508" x="5491163" y="2678113"/>
          <p14:tracePt t="34516" x="5491163" y="2695575"/>
          <p14:tracePt t="34532" x="5491163" y="2711450"/>
          <p14:tracePt t="34541" x="5491163" y="2719388"/>
          <p14:tracePt t="34557" x="5491163" y="2736850"/>
          <p14:tracePt t="34573" x="5491163" y="2752725"/>
          <p14:tracePt t="34581" x="5491163" y="2760663"/>
          <p14:tracePt t="34597" x="5473700" y="2760663"/>
          <p14:tracePt t="34605" x="5457825" y="2778125"/>
          <p14:tracePt t="34613" x="5457825" y="2794000"/>
          <p14:tracePt t="34629" x="5448300" y="2794000"/>
          <p14:tracePt t="34638" x="5432425" y="2811463"/>
          <p14:tracePt t="34655" x="5416550" y="2819400"/>
          <p14:tracePt t="34662" x="5407025" y="2819400"/>
          <p14:tracePt t="34672" x="5391150" y="2836863"/>
          <p14:tracePt t="34678" x="5373688" y="2836863"/>
          <p14:tracePt t="34694" x="5365750" y="2852738"/>
          <p14:tracePt t="34702" x="5349875" y="2852738"/>
          <p14:tracePt t="34710" x="5332413" y="2860675"/>
          <p14:tracePt t="34718" x="5324475" y="2860675"/>
          <p14:tracePt t="34726" x="5308600" y="2860675"/>
          <p14:tracePt t="34734" x="5291138" y="2878138"/>
          <p14:tracePt t="34751" x="5275263" y="2878138"/>
          <p14:tracePt t="34759" x="5267325" y="2878138"/>
          <p14:tracePt t="34775" x="5249863" y="2878138"/>
          <p14:tracePt t="34791" x="5233988" y="2878138"/>
          <p14:tracePt t="34807" x="5224463" y="2878138"/>
          <p14:tracePt t="34815" x="5208588" y="2894013"/>
          <p14:tracePt t="34831" x="5192713" y="2894013"/>
          <p14:tracePt t="34840" x="5183188" y="2894013"/>
          <p14:tracePt t="34847" x="5167313" y="2894013"/>
          <p14:tracePt t="34855" x="5149850" y="2894013"/>
          <p14:tracePt t="34863" x="5141913" y="2894013"/>
          <p14:tracePt t="34872" x="5108575" y="2901950"/>
          <p14:tracePt t="34880" x="5100638" y="2901950"/>
          <p14:tracePt t="34888" x="5059363" y="2901950"/>
          <p14:tracePt t="34896" x="5026025" y="2901950"/>
          <p14:tracePt t="34905" x="4984750" y="2901950"/>
          <p14:tracePt t="34912" x="4943475" y="2901950"/>
          <p14:tracePt t="34922" x="4918075" y="2901950"/>
          <p14:tracePt t="34928" x="4860925" y="2901950"/>
          <p14:tracePt t="34937" x="4818063" y="2901950"/>
          <p14:tracePt t="34944" x="4776788" y="2901950"/>
          <p14:tracePt t="34954" x="4719638" y="2901950"/>
          <p14:tracePt t="34961" x="4678363" y="2901950"/>
          <p14:tracePt t="34968" x="4652963" y="2901950"/>
          <p14:tracePt t="34977" x="4611688" y="2901950"/>
          <p14:tracePt t="34985" x="4570413" y="2901950"/>
          <p14:tracePt t="34993" x="4552950" y="2894013"/>
          <p14:tracePt t="35001" x="4529138" y="2878138"/>
          <p14:tracePt t="35009" x="4511675" y="2860675"/>
          <p14:tracePt t="35017" x="4495800" y="2860675"/>
          <p14:tracePt t="35025" x="4486275" y="2852738"/>
          <p14:tracePt t="35033" x="4470400" y="2819400"/>
          <p14:tracePt t="35041" x="4454525" y="2811463"/>
          <p14:tracePt t="35049" x="4454525" y="2794000"/>
          <p14:tracePt t="35057" x="4437063" y="2778125"/>
          <p14:tracePt t="35066" x="4437063" y="2752725"/>
          <p14:tracePt t="35074" x="4437063" y="2736850"/>
          <p14:tracePt t="35082" x="4437063" y="2719388"/>
          <p14:tracePt t="35089" x="4437063" y="2695575"/>
          <p14:tracePt t="35098" x="4437063" y="2678113"/>
          <p14:tracePt t="35106" x="4437063" y="2670175"/>
          <p14:tracePt t="35114" x="4437063" y="2654300"/>
          <p14:tracePt t="35122" x="4437063" y="2628900"/>
          <p14:tracePt t="35130" x="4437063" y="2611438"/>
          <p14:tracePt t="35138" x="4437063" y="2595563"/>
          <p14:tracePt t="35146" x="4437063" y="2587625"/>
          <p14:tracePt t="35155" x="4437063" y="2554288"/>
          <p14:tracePt t="35162" x="4454525" y="2546350"/>
          <p14:tracePt t="35171" x="4454525" y="2528888"/>
          <p14:tracePt t="35178" x="4470400" y="2513013"/>
          <p14:tracePt t="35188" x="4486275" y="2495550"/>
          <p14:tracePt t="35195" x="4486275" y="2487613"/>
          <p14:tracePt t="35205" x="4495800" y="2471738"/>
          <p14:tracePt t="35211" x="4511675" y="2454275"/>
          <p14:tracePt t="35222" x="4529138" y="2454275"/>
          <p14:tracePt t="35227" x="4537075" y="2446338"/>
          <p14:tracePt t="35238" x="4537075" y="2430463"/>
          <p14:tracePt t="35243" x="4552950" y="2430463"/>
          <p14:tracePt t="35255" x="4570413" y="2413000"/>
          <p14:tracePt t="35259" x="4578350" y="2413000"/>
          <p14:tracePt t="35272" x="4594225" y="2413000"/>
          <p14:tracePt t="35283" x="4619625" y="2413000"/>
          <p14:tracePt t="35292" x="4635500" y="2405063"/>
          <p14:tracePt t="35300" x="4652963" y="2405063"/>
          <p14:tracePt t="35308" x="4678363" y="2405063"/>
          <p14:tracePt t="35316" x="4702175" y="2405063"/>
          <p14:tracePt t="35324" x="4735513" y="2405063"/>
          <p14:tracePt t="35332" x="4776788" y="2405063"/>
          <p14:tracePt t="35340" x="4835525" y="2405063"/>
          <p14:tracePt t="35348" x="4860925" y="2405063"/>
          <p14:tracePt t="35356" x="4959350" y="2405063"/>
          <p14:tracePt t="35364" x="5000625" y="2405063"/>
          <p14:tracePt t="35372" x="5067300" y="2405063"/>
          <p14:tracePt t="35380" x="5141913" y="2405063"/>
          <p14:tracePt t="35388" x="5192713" y="2405063"/>
          <p14:tracePt t="35396" x="5267325" y="2413000"/>
          <p14:tracePt t="35405" x="5324475" y="2446338"/>
          <p14:tracePt t="35412" x="5349875" y="2454275"/>
          <p14:tracePt t="35422" x="5373688" y="2471738"/>
          <p14:tracePt t="35429" x="5407025" y="2487613"/>
          <p14:tracePt t="35438" x="5416550" y="2513013"/>
          <p14:tracePt t="35445" x="5432425" y="2528888"/>
          <p14:tracePt t="35455" x="5448300" y="2546350"/>
          <p14:tracePt t="35461" x="5448300" y="2554288"/>
          <p14:tracePt t="35471" x="5457825" y="2570163"/>
          <p14:tracePt t="35485" x="5457825" y="2587625"/>
          <p14:tracePt t="35493" x="5457825" y="2595563"/>
          <p14:tracePt t="35509" x="5457825" y="2611438"/>
          <p14:tracePt t="35526" x="5457825" y="2628900"/>
          <p14:tracePt t="35542" x="5457825" y="2636838"/>
          <p14:tracePt t="35558" x="5457825" y="2654300"/>
          <p14:tracePt t="35566" x="5457825" y="2670175"/>
          <p14:tracePt t="35590" x="5457825" y="2678113"/>
          <p14:tracePt t="35606" x="5457825" y="2695575"/>
          <p14:tracePt t="35631" x="5457825" y="2711450"/>
          <p14:tracePt t="35638" x="5448300" y="2711450"/>
          <p14:tracePt t="35647" x="5448300" y="2719388"/>
          <p14:tracePt t="35671" x="5432425" y="2736850"/>
          <p14:tracePt t="35688" x="5432425" y="2752725"/>
          <p14:tracePt t="35705" x="5416550" y="2760663"/>
          <p14:tracePt t="35727" x="5407025" y="2778125"/>
          <p14:tracePt t="35735" x="5407025" y="2794000"/>
          <p14:tracePt t="35744" x="5391150" y="2794000"/>
          <p14:tracePt t="35752" x="5373688" y="2794000"/>
          <p14:tracePt t="35760" x="5373688" y="2811463"/>
          <p14:tracePt t="35768" x="5365750" y="2811463"/>
          <p14:tracePt t="35776" x="5349875" y="2819400"/>
          <p14:tracePt t="35784" x="5332413" y="2819400"/>
          <p14:tracePt t="35792" x="5324475" y="2819400"/>
          <p14:tracePt t="35800" x="5291138" y="2836863"/>
          <p14:tracePt t="35808" x="5275263" y="2836863"/>
          <p14:tracePt t="35816" x="5249863" y="2836863"/>
          <p14:tracePt t="35824" x="5224463" y="2836863"/>
          <p14:tracePt t="35832" x="5192713" y="2836863"/>
          <p14:tracePt t="35840" x="5149850" y="2836863"/>
          <p14:tracePt t="35849" x="5126038" y="2836863"/>
          <p14:tracePt t="35857" x="5084763" y="2836863"/>
          <p14:tracePt t="35865" x="5067300" y="2836863"/>
          <p14:tracePt t="35873" x="5026025" y="2836863"/>
          <p14:tracePt t="35881" x="5000625" y="2836863"/>
          <p14:tracePt t="35889" x="4984750" y="2836863"/>
          <p14:tracePt t="35897" x="4959350" y="2836863"/>
          <p14:tracePt t="35905" x="4943475" y="2819400"/>
          <p14:tracePt t="35913" x="4926013" y="2819400"/>
          <p14:tracePt t="35922" x="4918075" y="2811463"/>
          <p14:tracePt t="35929" x="4918075" y="2794000"/>
          <p14:tracePt t="35938" x="4918075" y="2778125"/>
          <p14:tracePt t="35945" x="4918075" y="2760663"/>
          <p14:tracePt t="35955" x="4918075" y="2752725"/>
          <p14:tracePt t="35971" x="4918075" y="2736850"/>
          <p14:tracePt t="35978" x="4918075" y="2719388"/>
          <p14:tracePt t="35987" x="4918075" y="2711450"/>
          <p14:tracePt t="35994" x="4943475" y="2695575"/>
          <p14:tracePt t="36002" x="4967288" y="2695575"/>
          <p14:tracePt t="36010" x="4984750" y="2678113"/>
          <p14:tracePt t="36018" x="5018088" y="2678113"/>
          <p14:tracePt t="36026" x="5041900" y="2678113"/>
          <p14:tracePt t="36034" x="5126038" y="2670175"/>
          <p14:tracePt t="36042" x="5192713" y="2670175"/>
          <p14:tracePt t="36050" x="5291138" y="2670175"/>
          <p14:tracePt t="36059" x="5407025" y="2670175"/>
          <p14:tracePt t="36066" x="5599113" y="2670175"/>
          <p14:tracePt t="36075" x="5780088" y="2670175"/>
          <p14:tracePt t="36083" x="6005513" y="2670175"/>
          <p14:tracePt t="36091" x="6211888" y="2670175"/>
          <p14:tracePt t="36099" x="6477000" y="2670175"/>
          <p14:tracePt t="36107" x="6700838" y="2711450"/>
          <p14:tracePt t="36115" x="6958013" y="2778125"/>
          <p14:tracePt t="36123" x="7224713" y="2836863"/>
          <p14:tracePt t="36131" x="7489825" y="2901950"/>
          <p14:tracePt t="36139" x="7662863" y="2960688"/>
          <p14:tracePt t="36147" x="7737475" y="2986088"/>
          <p14:tracePt t="36155" x="7862888" y="3027363"/>
          <p14:tracePt t="36163" x="7962900" y="3076575"/>
          <p14:tracePt t="36172" x="8061325" y="3101975"/>
          <p14:tracePt t="36180" x="8102600" y="3117850"/>
          <p14:tracePt t="36188" x="8143875" y="3143250"/>
          <p14:tracePt t="36196" x="8153400" y="3143250"/>
          <p14:tracePt t="36205" x="8186738" y="3159125"/>
          <p14:tracePt t="36221" x="8194675" y="3167063"/>
          <p14:tracePt t="36292" x="8186738" y="3167063"/>
          <p14:tracePt t="36301" x="8169275" y="3167063"/>
          <p14:tracePt t="36317" x="8143875" y="3167063"/>
          <p14:tracePt t="36325" x="8102600" y="3167063"/>
          <p14:tracePt t="36333" x="8027988" y="3167063"/>
          <p14:tracePt t="36341" x="7962900" y="3159125"/>
          <p14:tracePt t="36349" x="7837488" y="3125788"/>
          <p14:tracePt t="36357" x="7705725" y="3076575"/>
          <p14:tracePt t="36365" x="7662863" y="3060700"/>
          <p14:tracePt t="36373" x="7572375" y="3017838"/>
          <p14:tracePt t="36381" x="7472363" y="2986088"/>
          <p14:tracePt t="36389" x="7389813" y="2935288"/>
          <p14:tracePt t="36398" x="7331075" y="2919413"/>
          <p14:tracePt t="36405" x="7289800" y="2878138"/>
          <p14:tracePt t="36414" x="7265988" y="2852738"/>
          <p14:tracePt t="36422" x="7248525" y="2836863"/>
          <p14:tracePt t="36430" x="7232650" y="2819400"/>
          <p14:tracePt t="36439" x="7232650" y="2811463"/>
          <p14:tracePt t="36446" x="7232650" y="2794000"/>
          <p14:tracePt t="36455" x="7232650" y="2778125"/>
          <p14:tracePt t="36471" x="7232650" y="2760663"/>
          <p14:tracePt t="36519" x="7248525" y="2760663"/>
          <p14:tracePt t="36535" x="7265988" y="2760663"/>
          <p14:tracePt t="36551" x="7273925" y="2760663"/>
          <p14:tracePt t="36575" x="7289800" y="2760663"/>
          <p14:tracePt t="36672" x="7289800" y="2778125"/>
          <p14:tracePt t="36688" x="7273925" y="2778125"/>
          <p14:tracePt t="36705" x="7265988" y="2794000"/>
          <p14:tracePt t="36721" x="7248525" y="2794000"/>
          <p14:tracePt t="36728" x="7248525" y="2811463"/>
          <p14:tracePt t="36738" x="7232650" y="2811463"/>
          <p14:tracePt t="36754" x="7224713" y="2819400"/>
          <p14:tracePt t="36761" x="7207250" y="2819400"/>
          <p14:tracePt t="36769" x="7191375" y="2836863"/>
          <p14:tracePt t="36777" x="7173913" y="2836863"/>
          <p14:tracePt t="36793" x="7165975" y="2836863"/>
          <p14:tracePt t="36801" x="7150100" y="2836863"/>
          <p14:tracePt t="36817" x="7132638" y="2836863"/>
          <p14:tracePt t="36898" x="7150100" y="2836863"/>
          <p14:tracePt t="36906" x="7173913" y="2836863"/>
          <p14:tracePt t="36922" x="7207250" y="2836863"/>
          <p14:tracePt t="36930" x="7248525" y="2819400"/>
          <p14:tracePt t="36938" x="7289800" y="2811463"/>
          <p14:tracePt t="36947" x="7373938" y="2794000"/>
          <p14:tracePt t="36955" x="7439025" y="2794000"/>
          <p14:tracePt t="36963" x="7539038" y="2778125"/>
          <p14:tracePt t="36971" x="7613650" y="2778125"/>
          <p14:tracePt t="36979" x="7680325" y="2760663"/>
          <p14:tracePt t="36988" x="7780338" y="2760663"/>
          <p14:tracePt t="36995" x="7837488" y="2760663"/>
          <p14:tracePt t="37005" x="7886700" y="2760663"/>
          <p14:tracePt t="37011" x="7920038" y="2760663"/>
          <p14:tracePt t="37021" x="7945438" y="2760663"/>
          <p14:tracePt t="37043" x="7962900" y="2760663"/>
          <p14:tracePt t="37100" x="7945438" y="2760663"/>
          <p14:tracePt t="37116" x="7920038" y="2760663"/>
          <p14:tracePt t="37124" x="7904163" y="2760663"/>
          <p14:tracePt t="37132" x="7886700" y="2760663"/>
          <p14:tracePt t="37140" x="7862888" y="2760663"/>
          <p14:tracePt t="37148" x="7837488" y="2760663"/>
          <p14:tracePt t="37156" x="7821613" y="2760663"/>
          <p14:tracePt t="37164" x="7796213" y="2778125"/>
          <p14:tracePt t="37172" x="7780338" y="2778125"/>
          <p14:tracePt t="37180" x="7762875" y="2794000"/>
          <p14:tracePt t="37189" x="7754938" y="2794000"/>
          <p14:tracePt t="37197" x="7721600" y="2794000"/>
          <p14:tracePt t="37205" x="7705725" y="2794000"/>
          <p14:tracePt t="37221" x="7696200" y="2794000"/>
          <p14:tracePt t="37229" x="7680325" y="2794000"/>
          <p14:tracePt t="37238" x="7680325" y="2811463"/>
          <p14:tracePt t="37245" x="7662863" y="2811463"/>
          <p14:tracePt t="37255" x="7654925" y="2811463"/>
          <p14:tracePt t="37277" x="7654925" y="2819400"/>
          <p14:tracePt t="37293" x="7639050" y="2819400"/>
          <p14:tracePt t="37366" x="7654925" y="2819400"/>
          <p14:tracePt t="37374" x="7662863" y="2819400"/>
          <p14:tracePt t="37382" x="7680325" y="2811463"/>
          <p14:tracePt t="37390" x="7696200" y="2811463"/>
          <p14:tracePt t="37407" x="7705725" y="2794000"/>
          <p14:tracePt t="37422" x="7721600" y="2794000"/>
          <p14:tracePt t="37424" x="7737475" y="2794000"/>
          <p14:tracePt t="37439" x="7754938" y="2794000"/>
          <p14:tracePt t="37455" x="7762875" y="2794000"/>
          <p14:tracePt t="37472" x="7780338" y="2794000"/>
          <p14:tracePt t="37479" x="7796213" y="2794000"/>
          <p14:tracePt t="37495" x="7804150" y="2794000"/>
          <p14:tracePt t="37505" x="7821613" y="2794000"/>
          <p14:tracePt t="37521" x="7837488" y="2794000"/>
          <p14:tracePt t="37528" x="7845425" y="2794000"/>
          <p14:tracePt t="37537" x="7862888" y="2794000"/>
          <p14:tracePt t="37544" x="7878763" y="2794000"/>
          <p14:tracePt t="37568" x="7886700" y="2794000"/>
          <p14:tracePt t="37632" x="7862888" y="2794000"/>
          <p14:tracePt t="37641" x="7845425" y="2794000"/>
          <p14:tracePt t="37649" x="7796213" y="2794000"/>
          <p14:tracePt t="37657" x="7754938" y="2794000"/>
          <p14:tracePt t="37665" x="7654925" y="2811463"/>
          <p14:tracePt t="37673" x="7580313" y="2819400"/>
          <p14:tracePt t="37681" x="7556500" y="2819400"/>
          <p14:tracePt t="37689" x="7397750" y="2819400"/>
          <p14:tracePt t="37697" x="7356475" y="2836863"/>
          <p14:tracePt t="37705" x="7289800" y="2836863"/>
          <p14:tracePt t="37713" x="7232650" y="2836863"/>
          <p14:tracePt t="37721" x="7165975" y="2852738"/>
          <p14:tracePt t="37730" x="7124700" y="2852738"/>
          <p14:tracePt t="37738" x="7091363" y="2852738"/>
          <p14:tracePt t="37746" x="7083425" y="2852738"/>
          <p14:tracePt t="37754" x="7065963" y="2852738"/>
          <p14:tracePt t="37762" x="7050088" y="2852738"/>
          <p14:tracePt t="37826" x="7065963" y="2852738"/>
          <p14:tracePt t="37834" x="7083425" y="2852738"/>
          <p14:tracePt t="37842" x="7091363" y="2852738"/>
          <p14:tracePt t="37851" x="7107238" y="2852738"/>
          <p14:tracePt t="37859" x="7124700" y="2852738"/>
          <p14:tracePt t="37872" x="7150100" y="2852738"/>
          <p14:tracePt t="37875" x="7173913" y="2852738"/>
          <p14:tracePt t="37888" x="7207250" y="2852738"/>
          <p14:tracePt t="37891" x="7248525" y="2852738"/>
          <p14:tracePt t="37905" x="7307263" y="2852738"/>
          <p14:tracePt t="37908" x="7348538" y="2852738"/>
          <p14:tracePt t="37921" x="7397750" y="2852738"/>
          <p14:tracePt t="37923" x="7456488" y="2852738"/>
          <p14:tracePt t="37938" x="7531100" y="2852738"/>
          <p14:tracePt t="37940" x="7580313" y="2852738"/>
          <p14:tracePt t="37955" x="7613650" y="2852738"/>
          <p14:tracePt t="37956" x="7654925" y="2852738"/>
          <p14:tracePt t="37964" x="7696200" y="2852738"/>
          <p14:tracePt t="37980" x="7705725" y="2852738"/>
          <p14:tracePt t="37989" x="7721600" y="2852738"/>
          <p14:tracePt t="38036" x="7705725" y="2852738"/>
          <p14:tracePt t="38044" x="7680325" y="2852738"/>
          <p14:tracePt t="38054" x="7654925" y="2852738"/>
          <p14:tracePt t="38061" x="7621588" y="2852738"/>
          <p14:tracePt t="38068" x="7597775" y="2852738"/>
          <p14:tracePt t="38076" x="7556500" y="2852738"/>
          <p14:tracePt t="38085" x="7531100" y="2852738"/>
          <p14:tracePt t="38093" x="7489825" y="2852738"/>
          <p14:tracePt t="38101" x="7456488" y="2852738"/>
          <p14:tracePt t="38109" x="7439025" y="2860675"/>
          <p14:tracePt t="38117" x="7431088" y="2860675"/>
          <p14:tracePt t="38125" x="7415213" y="2860675"/>
          <p14:tracePt t="38141" x="7397750" y="2860675"/>
          <p14:tracePt t="38214" x="7415213" y="2860675"/>
          <p14:tracePt t="38222" x="7431088" y="2860675"/>
          <p14:tracePt t="38367" x="7415213" y="2860675"/>
          <p14:tracePt t="38375" x="7397750" y="2860675"/>
          <p14:tracePt t="38383" x="7373938" y="2860675"/>
          <p14:tracePt t="38392" x="7356475" y="2860675"/>
          <p14:tracePt t="38400" x="7331075" y="2860675"/>
          <p14:tracePt t="38408" x="7265988" y="2878138"/>
          <p14:tracePt t="38416" x="7207250" y="2894013"/>
          <p14:tracePt t="38424" x="7132638" y="2894013"/>
          <p14:tracePt t="38432" x="7042150" y="2901950"/>
          <p14:tracePt t="38440" x="6916738" y="2919413"/>
          <p14:tracePt t="38448" x="6784975" y="2935288"/>
          <p14:tracePt t="38456" x="6651625" y="2943225"/>
          <p14:tracePt t="38464" x="6494463" y="2960688"/>
          <p14:tracePt t="38472" x="6369050" y="2976563"/>
          <p14:tracePt t="38480" x="6211888" y="3001963"/>
          <p14:tracePt t="38489" x="6062663" y="3017838"/>
          <p14:tracePt t="38496" x="5938838" y="3027363"/>
          <p14:tracePt t="38505" x="5797550" y="3027363"/>
          <p14:tracePt t="38513" x="5673725" y="3043238"/>
          <p14:tracePt t="38522" x="5614988" y="3043238"/>
          <p14:tracePt t="38529" x="5514975" y="3060700"/>
          <p14:tracePt t="38538" x="5416550" y="3060700"/>
          <p14:tracePt t="38545" x="5349875" y="3076575"/>
          <p14:tracePt t="38555" x="5275263" y="3076575"/>
          <p14:tracePt t="38561" x="5224463" y="3084513"/>
          <p14:tracePt t="38572" x="5183188" y="3084513"/>
          <p14:tracePt t="38577" x="5149850" y="3084513"/>
          <p14:tracePt t="38588" x="5108575" y="3084513"/>
          <p14:tracePt t="38594" x="5084763" y="3084513"/>
          <p14:tracePt t="38605" x="5059363" y="3084513"/>
          <p14:tracePt t="38609" x="5041900" y="3101975"/>
          <p14:tracePt t="38621" x="5018088" y="3101975"/>
          <p14:tracePt t="38626" x="4984750" y="3101975"/>
          <p14:tracePt t="38638" x="4967288" y="3101975"/>
          <p14:tracePt t="38642" x="4943475" y="3101975"/>
          <p14:tracePt t="38654" x="4926013" y="3101975"/>
          <p14:tracePt t="38658" x="4918075" y="3101975"/>
          <p14:tracePt t="38674" x="4902200" y="3101975"/>
          <p14:tracePt t="38731" x="4918075" y="3084513"/>
          <p14:tracePt t="38739" x="4926013" y="3084513"/>
          <p14:tracePt t="38747" x="4959350" y="3076575"/>
          <p14:tracePt t="38755" x="5026025" y="3043238"/>
          <p14:tracePt t="38763" x="5100638" y="3017838"/>
          <p14:tracePt t="38771" x="5275263" y="2986088"/>
          <p14:tracePt t="38779" x="5473700" y="2943225"/>
          <p14:tracePt t="38788" x="5722938" y="2919413"/>
          <p14:tracePt t="38795" x="6070600" y="2901950"/>
          <p14:tracePt t="38804" x="6229350" y="2901950"/>
          <p14:tracePt t="38811" x="6535738" y="2878138"/>
          <p14:tracePt t="38821" x="6883400" y="2852738"/>
          <p14:tracePt t="38828" x="7173913" y="2852738"/>
          <p14:tracePt t="38835" x="7489825" y="2819400"/>
          <p14:tracePt t="38844" x="7705725" y="2819400"/>
          <p14:tracePt t="38852" x="7780338" y="2819400"/>
          <p14:tracePt t="38860" x="7904163" y="2819400"/>
          <p14:tracePt t="38868" x="8020050" y="2819400"/>
          <p14:tracePt t="38876" x="8069263" y="2819400"/>
          <p14:tracePt t="38884" x="8128000" y="2819400"/>
          <p14:tracePt t="38892" x="8153400" y="2819400"/>
          <p14:tracePt t="38908" x="8169275" y="2819400"/>
          <p14:tracePt t="38916" x="8186738" y="2819400"/>
          <p14:tracePt t="39002" x="8169275" y="2819400"/>
          <p14:tracePt t="39006" x="8153400" y="2819400"/>
          <p14:tracePt t="39029" x="8143875" y="2819400"/>
          <p14:tracePt t="39039" x="8128000" y="2819400"/>
          <p14:tracePt t="39045" x="8112125" y="2819400"/>
          <p14:tracePt t="39055" x="8102600" y="2819400"/>
          <p14:tracePt t="39061" x="8069263" y="2819400"/>
          <p14:tracePt t="39071" x="8045450" y="2819400"/>
          <p14:tracePt t="39078" x="8027988" y="2819400"/>
          <p14:tracePt t="39087" x="7986713" y="2819400"/>
          <p14:tracePt t="39094" x="7970838" y="2819400"/>
          <p14:tracePt t="39102" x="7945438" y="2819400"/>
          <p14:tracePt t="39110" x="7920038" y="2819400"/>
          <p14:tracePt t="39126" x="7904163" y="2819400"/>
          <p14:tracePt t="39134" x="7886700" y="2819400"/>
          <p14:tracePt t="39142" x="7878763" y="2819400"/>
          <p14:tracePt t="39158" x="7878763" y="2836863"/>
          <p14:tracePt t="39215" x="7904163" y="2836863"/>
          <p14:tracePt t="39223" x="7929563" y="2836863"/>
          <p14:tracePt t="39231" x="7962900" y="2836863"/>
          <p14:tracePt t="39239" x="8061325" y="2836863"/>
          <p14:tracePt t="39247" x="8153400" y="2836863"/>
          <p14:tracePt t="39255" x="8269288" y="2819400"/>
          <p14:tracePt t="39263" x="8418513" y="2819400"/>
          <p14:tracePt t="39272" x="8601075" y="2819400"/>
          <p14:tracePt t="39280" x="8824913" y="2819400"/>
          <p14:tracePt t="39288" x="9048750" y="2819400"/>
          <p14:tracePt t="39296" x="9313863" y="2819400"/>
          <p14:tracePt t="39305" x="9388475" y="2819400"/>
          <p14:tracePt t="39312" x="9537700" y="2819400"/>
          <p14:tracePt t="39321" x="9637713" y="2819400"/>
          <p14:tracePt t="39328" x="9678988" y="2819400"/>
          <p14:tracePt t="39338" x="9720263" y="2819400"/>
          <p14:tracePt t="39344" x="9737725" y="2819400"/>
          <p14:tracePt t="39352" x="9745663" y="2819400"/>
          <p14:tracePt t="39384" x="9745663" y="2836863"/>
          <p14:tracePt t="39393" x="9694863" y="2852738"/>
          <p14:tracePt t="39400" x="9637713" y="2878138"/>
          <p14:tracePt t="39409" x="9480550" y="2919413"/>
          <p14:tracePt t="39417" x="9331325" y="2960688"/>
          <p14:tracePt t="39425" x="9123363" y="3027363"/>
          <p14:tracePt t="39433" x="8858250" y="3125788"/>
          <p14:tracePt t="39441" x="8501063" y="3225800"/>
          <p14:tracePt t="39449" x="8112125" y="3325813"/>
          <p14:tracePt t="39457" x="7929563" y="3367088"/>
          <p14:tracePt t="39465" x="7621588" y="3433763"/>
          <p14:tracePt t="39473" x="7315200" y="3508375"/>
          <p14:tracePt t="39481" x="7065963" y="3573463"/>
          <p14:tracePt t="39490" x="6867525" y="3606800"/>
          <p14:tracePt t="39498" x="6692900" y="3648075"/>
          <p14:tracePt t="39505" x="6510338" y="3657600"/>
          <p14:tracePt t="39514" x="6353175" y="3673475"/>
          <p14:tracePt t="39522" x="6203950" y="3698875"/>
          <p14:tracePt t="39530" x="6070600" y="3714750"/>
          <p14:tracePt t="39538" x="6029325" y="3714750"/>
          <p14:tracePt t="39546" x="5938838" y="3714750"/>
          <p14:tracePt t="39555" x="5838825" y="3732213"/>
          <p14:tracePt t="39562" x="5764213" y="3732213"/>
          <p14:tracePt t="39571" x="5697538" y="3740150"/>
          <p14:tracePt t="39578" x="5614988" y="3756025"/>
          <p14:tracePt t="39588" x="5556250" y="3756025"/>
          <p14:tracePt t="39594" x="5514975" y="3773488"/>
          <p14:tracePt t="39605" x="5457825" y="3773488"/>
          <p14:tracePt t="39611" x="5416550" y="3773488"/>
          <p14:tracePt t="39621" x="5391150" y="3781425"/>
          <p14:tracePt t="39627" x="5349875" y="3781425"/>
          <p14:tracePt t="39638" x="5332413" y="3781425"/>
          <p14:tracePt t="39643" x="5324475" y="3781425"/>
          <p14:tracePt t="39655" x="5308600" y="3781425"/>
          <p14:tracePt t="39659" x="5291138" y="3781425"/>
          <p14:tracePt t="39671" x="5275263" y="3781425"/>
          <p14:tracePt t="39691" x="5267325" y="3781425"/>
          <p14:tracePt t="39707" x="5249863" y="3781425"/>
          <p14:tracePt t="39724" x="5233988" y="3781425"/>
          <p14:tracePt t="39732" x="5224463" y="3781425"/>
          <p14:tracePt t="39740" x="5208588" y="3781425"/>
          <p14:tracePt t="39748" x="5192713" y="3781425"/>
          <p14:tracePt t="39756" x="5167313" y="3781425"/>
          <p14:tracePt t="39764" x="5141913" y="3781425"/>
          <p14:tracePt t="39772" x="5126038" y="3781425"/>
          <p14:tracePt t="39780" x="5100638" y="3781425"/>
          <p14:tracePt t="39788" x="5084763" y="3781425"/>
          <p14:tracePt t="39796" x="5059363" y="3781425"/>
          <p14:tracePt t="39804" x="5041900" y="3781425"/>
          <p14:tracePt t="39812" x="5026025" y="3781425"/>
          <p14:tracePt t="39828" x="5018088" y="3781425"/>
          <p14:tracePt t="39893" x="5026025" y="3781425"/>
          <p14:tracePt t="39901" x="5067300" y="3781425"/>
          <p14:tracePt t="39909" x="5149850" y="3781425"/>
          <p14:tracePt t="39917" x="5249863" y="3781425"/>
          <p14:tracePt t="39925" x="5365750" y="3781425"/>
          <p14:tracePt t="39938" x="5514975" y="3781425"/>
          <p14:tracePt t="39942" x="5673725" y="3781425"/>
          <p14:tracePt t="39956" x="5797550" y="3781425"/>
          <p14:tracePt t="39958" x="5864225" y="3773488"/>
          <p14:tracePt t="39971" x="5988050" y="3773488"/>
          <p14:tracePt t="39974" x="6088063" y="3773488"/>
          <p14:tracePt t="39988" x="6203950" y="3773488"/>
          <p14:tracePt t="39991" x="6294438" y="3773488"/>
          <p14:tracePt t="40007" x="6394450" y="3773488"/>
          <p14:tracePt t="40011" x="6469063" y="3773488"/>
          <p14:tracePt t="40014" x="6518275" y="3773488"/>
          <p14:tracePt t="40022" x="6592888" y="3756025"/>
          <p14:tracePt t="40030" x="6651625" y="3756025"/>
          <p14:tracePt t="40038" x="6700838" y="3756025"/>
          <p14:tracePt t="40047" x="6734175" y="3756025"/>
          <p14:tracePt t="40055" x="6784975" y="3740150"/>
          <p14:tracePt t="40063" x="6842125" y="3732213"/>
          <p14:tracePt t="40072" x="6900863" y="3714750"/>
          <p14:tracePt t="40079" x="6999288" y="3690938"/>
          <p14:tracePt t="40089" x="7065963" y="3690938"/>
          <p14:tracePt t="40095" x="7132638" y="3690938"/>
          <p14:tracePt t="40105" x="7265988" y="3657600"/>
          <p14:tracePt t="40111" x="7389813" y="3657600"/>
          <p14:tracePt t="40122" x="7497763" y="3648075"/>
          <p14:tracePt t="40127" x="7556500" y="3648075"/>
          <p14:tracePt t="40138" x="7654925" y="3632200"/>
          <p14:tracePt t="40143" x="7754938" y="3632200"/>
          <p14:tracePt t="40155" x="7821613" y="3632200"/>
          <p14:tracePt t="40160" x="7862888" y="3632200"/>
          <p14:tracePt t="40171" x="7886700" y="3632200"/>
          <p14:tracePt t="40176" x="7920038" y="3632200"/>
          <p14:tracePt t="40188" x="7929563" y="3632200"/>
          <p14:tracePt t="40192" x="7945438" y="3632200"/>
          <p14:tracePt t="40305" x="7962900" y="3632200"/>
          <p14:tracePt t="40313" x="7970838" y="3648075"/>
          <p14:tracePt t="40321" x="8020050" y="3657600"/>
          <p14:tracePt t="40329" x="8061325" y="3657600"/>
          <p14:tracePt t="40338" x="8128000" y="3673475"/>
          <p14:tracePt t="40345" x="8194675" y="3690938"/>
          <p14:tracePt t="40354" x="8293100" y="3698875"/>
          <p14:tracePt t="40361" x="8418513" y="3698875"/>
          <p14:tracePt t="40371" x="8518525" y="3714750"/>
          <p14:tracePt t="40377" x="8575675" y="3714750"/>
          <p14:tracePt t="40385" x="8658225" y="3732213"/>
          <p14:tracePt t="40394" x="8758238" y="3732213"/>
          <p14:tracePt t="40401" x="8840788" y="3732213"/>
          <p14:tracePt t="40410" x="8907463" y="3740150"/>
          <p14:tracePt t="40418" x="8982075" y="3740150"/>
          <p14:tracePt t="40426" x="9048750" y="3740150"/>
          <p14:tracePt t="40434" x="9105900" y="3740150"/>
          <p14:tracePt t="40442" x="9231313" y="3740150"/>
          <p14:tracePt t="40450" x="9297988" y="3740150"/>
          <p14:tracePt t="40458" x="9372600" y="3740150"/>
          <p14:tracePt t="40466" x="9471025" y="3740150"/>
          <p14:tracePt t="40474" x="9537700" y="3740150"/>
          <p14:tracePt t="40482" x="9663113" y="3740150"/>
          <p14:tracePt t="40490" x="9786938" y="3740150"/>
          <p14:tracePt t="40499" x="9918700" y="3740150"/>
          <p14:tracePt t="40506" x="10052050" y="3740150"/>
          <p14:tracePt t="40515" x="10209213" y="3740150"/>
          <p14:tracePt t="40523" x="10401300" y="3740150"/>
          <p14:tracePt t="40531" x="10541000" y="3740150"/>
          <p14:tracePt t="40539" x="10666413" y="3740150"/>
          <p14:tracePt t="40547" x="10823575" y="3740150"/>
          <p14:tracePt t="40555" x="10947400" y="3740150"/>
          <p14:tracePt t="40563" x="11006138" y="3740150"/>
          <p14:tracePt t="40572" x="11088688" y="3740150"/>
          <p14:tracePt t="40579" x="11188700" y="3756025"/>
          <p14:tracePt t="40588" x="11271250" y="3773488"/>
          <p14:tracePt t="40596" x="11337925" y="3773488"/>
          <p14:tracePt t="40605" x="11379200" y="3773488"/>
          <p14:tracePt t="40612" x="11420475" y="3773488"/>
          <p14:tracePt t="40622" x="11453813" y="3773488"/>
          <p14:tracePt t="40628" x="11461750" y="3773488"/>
          <p14:tracePt t="40644" x="11479213" y="3773488"/>
          <p14:tracePt t="40692" x="11461750" y="3773488"/>
          <p14:tracePt t="40700" x="11395075" y="3773488"/>
          <p14:tracePt t="40709" x="11237913" y="3773488"/>
          <p14:tracePt t="40716" x="11063288" y="3773488"/>
          <p14:tracePt t="40725" x="10715625" y="3773488"/>
          <p14:tracePt t="40733" x="10267950" y="3773488"/>
          <p14:tracePt t="40741" x="9761538" y="3773488"/>
          <p14:tracePt t="40749" x="9205913" y="3773488"/>
          <p14:tracePt t="40757" x="8575675" y="3773488"/>
          <p14:tracePt t="40765" x="7878763" y="3773488"/>
          <p14:tracePt t="40773" x="7265988" y="3773488"/>
          <p14:tracePt t="40781" x="6692900" y="3773488"/>
          <p14:tracePt t="40789" x="6186488" y="3773488"/>
          <p14:tracePt t="40797" x="5962650" y="3773488"/>
          <p14:tracePt t="40805" x="5573713" y="3773488"/>
          <p14:tracePt t="40814" x="5224463" y="3773488"/>
          <p14:tracePt t="40822" x="4918075" y="3773488"/>
          <p14:tracePt t="40830" x="4702175" y="3773488"/>
          <p14:tracePt t="40838" x="4511675" y="3773488"/>
          <p14:tracePt t="40846" x="4470400" y="3773488"/>
          <p14:tracePt t="40855" x="4313238" y="3773488"/>
          <p14:tracePt t="40862" x="4221163" y="3773488"/>
          <p14:tracePt t="40872" x="4122738" y="3756025"/>
          <p14:tracePt t="40878" x="4048125" y="3740150"/>
          <p14:tracePt t="40888" x="3997325" y="3740150"/>
          <p14:tracePt t="40894" x="3940175" y="3732213"/>
          <p14:tracePt t="40902" x="3881438" y="3714750"/>
          <p14:tracePt t="40910" x="3865563" y="3714750"/>
          <p14:tracePt t="40918" x="3840163" y="3698875"/>
          <p14:tracePt t="40927" x="3822700" y="3690938"/>
          <p14:tracePt t="40935" x="3814763" y="3690938"/>
          <p14:tracePt t="40943" x="3798888" y="3673475"/>
          <p14:tracePt t="40967" x="3781425" y="3673475"/>
          <p14:tracePt t="40975" x="3781425" y="3657600"/>
          <p14:tracePt t="41015" x="3773488" y="3657600"/>
          <p14:tracePt t="41104" x="3781425" y="3657600"/>
          <p14:tracePt t="41122" x="3822700" y="3657600"/>
          <p14:tracePt t="41128" x="3865563" y="3657600"/>
          <p14:tracePt t="41138" x="3940175" y="3657600"/>
          <p14:tracePt t="41144" x="4048125" y="3673475"/>
          <p14:tracePt t="41154" x="4171950" y="3690938"/>
          <p14:tracePt t="41161" x="4305300" y="3714750"/>
          <p14:tracePt t="41169" x="4454525" y="3756025"/>
          <p14:tracePt t="41177" x="4611688" y="3814763"/>
          <p14:tracePt t="41185" x="4760913" y="3840163"/>
          <p14:tracePt t="41193" x="4802188" y="3856038"/>
          <p14:tracePt t="41201" x="4902200" y="3881438"/>
          <p14:tracePt t="41209" x="4967288" y="3914775"/>
          <p14:tracePt t="41217" x="5026025" y="3922713"/>
          <p14:tracePt t="41225" x="5067300" y="3938588"/>
          <p14:tracePt t="41233" x="5084763" y="3956050"/>
          <p14:tracePt t="41241" x="5100638" y="3956050"/>
          <p14:tracePt t="41249" x="5108575" y="3963988"/>
          <p14:tracePt t="41265" x="5126038" y="3963988"/>
          <p14:tracePt t="41354" x="5108575" y="3963988"/>
          <p14:tracePt t="41362" x="5100638" y="3963988"/>
          <p14:tracePt t="41371" x="5084763" y="3963988"/>
          <p14:tracePt t="41378" x="5067300" y="3963988"/>
          <p14:tracePt t="41388" x="5041900" y="3963988"/>
          <p14:tracePt t="41395" x="5026025" y="3963988"/>
          <p14:tracePt t="41404" x="5018088" y="3963988"/>
          <p14:tracePt t="41411" x="5000625" y="3963988"/>
          <p14:tracePt t="41419" x="4984750" y="3963988"/>
          <p14:tracePt t="41435" x="4967288" y="3963988"/>
          <p14:tracePt t="41451" x="4959350" y="3963988"/>
          <p14:tracePt t="41499" x="4959350" y="3956050"/>
          <p14:tracePt t="41524" x="4967288" y="3938588"/>
          <p14:tracePt t="41532" x="5000625" y="3938588"/>
          <p14:tracePt t="41540" x="5018088" y="3922713"/>
          <p14:tracePt t="41548" x="5059363" y="3922713"/>
          <p14:tracePt t="41556" x="5126038" y="3914775"/>
          <p14:tracePt t="41564" x="5224463" y="3914775"/>
          <p14:tracePt t="41572" x="5373688" y="3914775"/>
          <p14:tracePt t="41580" x="5722938" y="3914775"/>
          <p14:tracePt t="41588" x="5980113" y="3914775"/>
          <p14:tracePt t="41596" x="6327775" y="3914775"/>
          <p14:tracePt t="41605" x="6477000" y="3914775"/>
          <p14:tracePt t="41613" x="6784975" y="3914775"/>
          <p14:tracePt t="41622" x="7042150" y="3914775"/>
          <p14:tracePt t="41629" x="7132638" y="3914775"/>
          <p14:tracePt t="41638" x="7315200" y="3914775"/>
          <p14:tracePt t="41645" x="7439025" y="3914775"/>
          <p14:tracePt t="41655" x="7572375" y="3914775"/>
          <p14:tracePt t="41661" x="7621588" y="3914775"/>
          <p14:tracePt t="41670" x="7662863" y="3914775"/>
          <p14:tracePt t="41677" x="7705725" y="3914775"/>
          <p14:tracePt t="41685" x="7721600" y="3914775"/>
          <p14:tracePt t="41693" x="7737475" y="3922713"/>
          <p14:tracePt t="41717" x="7754938" y="3922713"/>
          <p14:tracePt t="41976" x="7737475" y="3922713"/>
          <p14:tracePt t="42002" x="7721600" y="3914775"/>
          <p14:tracePt t="42016" x="7705725" y="3914775"/>
          <p14:tracePt t="42024" x="7680325" y="3897313"/>
          <p14:tracePt t="42032" x="7639050" y="3881438"/>
          <p14:tracePt t="42041" x="7572375" y="3840163"/>
          <p14:tracePt t="42049" x="7415213" y="3797300"/>
          <p14:tracePt t="42057" x="7265988" y="3732213"/>
          <p14:tracePt t="42065" x="7008813" y="3657600"/>
          <p14:tracePt t="42073" x="6859588" y="3632200"/>
          <p14:tracePt t="42081" x="6592888" y="3590925"/>
          <p14:tracePt t="42089" x="6294438" y="3516313"/>
          <p14:tracePt t="42097" x="5988050" y="3449638"/>
          <p14:tracePt t="42105" x="5681663" y="3390900"/>
          <p14:tracePt t="42113" x="5432425" y="3349625"/>
          <p14:tracePt t="42121" x="5208588" y="3308350"/>
          <p14:tracePt t="42129" x="5141913" y="3308350"/>
          <p14:tracePt t="42138" x="5018088" y="3284538"/>
          <p14:tracePt t="42145" x="4884738" y="3251200"/>
          <p14:tracePt t="42155" x="4818063" y="3241675"/>
          <p14:tracePt t="42162" x="4760913" y="3241675"/>
          <p14:tracePt t="42172" x="4735513" y="3209925"/>
          <p14:tracePt t="42178" x="4702175" y="3209925"/>
          <p14:tracePt t="42187" x="4694238" y="3200400"/>
          <p14:tracePt t="42202" x="4678363" y="3184525"/>
          <p14:tracePt t="42210" x="4678363" y="3167063"/>
          <p14:tracePt t="42226" x="4678363" y="3143250"/>
          <p14:tracePt t="42234" x="4678363" y="3125788"/>
          <p14:tracePt t="42242" x="4678363" y="3117850"/>
          <p14:tracePt t="42250" x="4678363" y="3101975"/>
          <p14:tracePt t="42267" x="4678363" y="3084513"/>
          <p14:tracePt t="42275" x="4678363" y="3076575"/>
          <p14:tracePt t="42291" x="4678363" y="3060700"/>
          <p14:tracePt t="42299" x="4694238" y="3027363"/>
          <p14:tracePt t="42307" x="4694238" y="3017838"/>
          <p14:tracePt t="42315" x="4694238" y="3001963"/>
          <p14:tracePt t="42323" x="4702175" y="2986088"/>
          <p14:tracePt t="42331" x="4702175" y="2960688"/>
          <p14:tracePt t="42339" x="4719638" y="2943225"/>
          <p14:tracePt t="42347" x="4719638" y="2935288"/>
          <p14:tracePt t="42355" x="4735513" y="2919413"/>
          <p14:tracePt t="42363" x="4760913" y="2894013"/>
          <p14:tracePt t="42372" x="4776788" y="2878138"/>
          <p14:tracePt t="42380" x="4776788" y="2860675"/>
          <p14:tracePt t="42388" x="4802188" y="2852738"/>
          <p14:tracePt t="42396" x="4818063" y="2852738"/>
          <p14:tracePt t="42404" x="4835525" y="2836863"/>
          <p14:tracePt t="42412" x="4843463" y="2836863"/>
          <p14:tracePt t="42428" x="4860925" y="2836863"/>
          <p14:tracePt t="42438" x="4876800" y="2836863"/>
          <p14:tracePt t="42452" x="4884738" y="2836863"/>
          <p14:tracePt t="42476" x="4902200" y="2836863"/>
          <p14:tracePt t="42500" x="4918075" y="2836863"/>
          <p14:tracePt t="42525" x="4926013" y="2836863"/>
          <p14:tracePt t="42533" x="4943475" y="2852738"/>
          <p14:tracePt t="42541" x="4959350" y="2852738"/>
          <p14:tracePt t="42549" x="4967288" y="2852738"/>
          <p14:tracePt t="42557" x="4984750" y="2860675"/>
          <p14:tracePt t="42565" x="5000625" y="2860675"/>
          <p14:tracePt t="42574" x="5026025" y="2860675"/>
          <p14:tracePt t="42582" x="5026025" y="2878138"/>
          <p14:tracePt t="42589" x="5041900" y="2878138"/>
          <p14:tracePt t="42598" x="5059363" y="2878138"/>
          <p14:tracePt t="42606" x="5067300" y="2878138"/>
          <p14:tracePt t="42614" x="5067300" y="2894013"/>
          <p14:tracePt t="42622" x="5084763" y="2894013"/>
          <p14:tracePt t="42638" x="5084763" y="2901950"/>
          <p14:tracePt t="42662" x="5084763" y="2919413"/>
          <p14:tracePt t="42687" x="5067300" y="2935288"/>
          <p14:tracePt t="42694" x="5067300" y="2943225"/>
          <p14:tracePt t="42704" x="5059363" y="2960688"/>
          <p14:tracePt t="42711" x="5041900" y="2960688"/>
          <p14:tracePt t="42719" x="5026025" y="2986088"/>
          <p14:tracePt t="42727" x="5018088" y="3017838"/>
          <p14:tracePt t="42735" x="5018088" y="3043238"/>
          <p14:tracePt t="42743" x="4984750" y="3084513"/>
          <p14:tracePt t="42751" x="4967288" y="3101975"/>
          <p14:tracePt t="42759" x="4967288" y="3143250"/>
          <p14:tracePt t="42767" x="4959350" y="3167063"/>
          <p14:tracePt t="42775" x="4943475" y="3200400"/>
          <p14:tracePt t="42783" x="4926013" y="3225800"/>
          <p14:tracePt t="42791" x="4926013" y="3241675"/>
          <p14:tracePt t="42799" x="4918075" y="3267075"/>
          <p14:tracePt t="42807" x="4918075" y="3292475"/>
          <p14:tracePt t="42816" x="4918075" y="3325813"/>
          <p14:tracePt t="42824" x="4918075" y="3349625"/>
          <p14:tracePt t="42832" x="4902200" y="3382963"/>
          <p14:tracePt t="42840" x="4902200" y="3408363"/>
          <p14:tracePt t="42848" x="4902200" y="3449638"/>
          <p14:tracePt t="42856" x="4902200" y="3475038"/>
          <p14:tracePt t="42864" x="4902200" y="3532188"/>
          <p14:tracePt t="42872" x="4902200" y="3565525"/>
          <p14:tracePt t="42880" x="4902200" y="3606800"/>
          <p14:tracePt t="42888" x="4902200" y="3648075"/>
          <p14:tracePt t="42896" x="4884738" y="3673475"/>
          <p14:tracePt t="42905" x="4884738" y="3698875"/>
          <p14:tracePt t="42913" x="4884738" y="3714750"/>
          <p14:tracePt t="42929" x="4884738" y="3732213"/>
          <p14:tracePt t="42938" x="4884738" y="3740150"/>
          <p14:tracePt t="42961" x="4884738" y="3756025"/>
          <p14:tracePt t="43010" x="4876800" y="3756025"/>
          <p14:tracePt t="43018" x="4860925" y="3756025"/>
          <p14:tracePt t="43033" x="4843463" y="3756025"/>
          <p14:tracePt t="43042" x="4835525" y="3756025"/>
          <p14:tracePt t="43058" x="4818063" y="3756025"/>
          <p14:tracePt t="43066" x="4794250" y="3756025"/>
          <p14:tracePt t="43074" x="4776788" y="3756025"/>
          <p14:tracePt t="43082" x="4752975" y="3756025"/>
          <p14:tracePt t="43090" x="4719638" y="3756025"/>
          <p14:tracePt t="43098" x="4694238" y="3740150"/>
          <p14:tracePt t="43106" x="4660900" y="3732213"/>
          <p14:tracePt t="43114" x="4652963" y="3732213"/>
          <p14:tracePt t="43122" x="4635500" y="3714750"/>
          <p14:tracePt t="43130" x="4619625" y="3698875"/>
          <p14:tracePt t="43138" x="4611688" y="3690938"/>
          <p14:tracePt t="43147" x="4611688" y="3673475"/>
          <p14:tracePt t="43155" x="4594225" y="3673475"/>
          <p14:tracePt t="43163" x="4594225" y="3657600"/>
          <p14:tracePt t="43172" x="4594225" y="3648075"/>
          <p14:tracePt t="43179" x="4594225" y="3616325"/>
          <p14:tracePt t="43188" x="4594225" y="3606800"/>
          <p14:tracePt t="43195" x="4594225" y="3590925"/>
          <p14:tracePt t="43205" x="4594225" y="3565525"/>
          <p14:tracePt t="43211" x="4594225" y="3549650"/>
          <p14:tracePt t="43220" x="4594225" y="3516313"/>
          <p14:tracePt t="43227" x="4594225" y="3490913"/>
          <p14:tracePt t="43235" x="4594225" y="3475038"/>
          <p14:tracePt t="43243" x="4594225" y="3449638"/>
          <p14:tracePt t="43252" x="4594225" y="3433763"/>
          <p14:tracePt t="43260" x="4594225" y="3424238"/>
          <p14:tracePt t="43268" x="4594225" y="3390900"/>
          <p14:tracePt t="43276" x="4594225" y="3382963"/>
          <p14:tracePt t="43284" x="4594225" y="3349625"/>
          <p14:tracePt t="43292" x="4594225" y="3325813"/>
          <p14:tracePt t="43300" x="4594225" y="3308350"/>
          <p14:tracePt t="43308" x="4594225" y="3284538"/>
          <p14:tracePt t="43316" x="4611688" y="3267075"/>
          <p14:tracePt t="43324" x="4619625" y="3251200"/>
          <p14:tracePt t="43332" x="4635500" y="3241675"/>
          <p14:tracePt t="43340" x="4660900" y="3209925"/>
          <p14:tracePt t="43349" x="4660900" y="3200400"/>
          <p14:tracePt t="43356" x="4694238" y="3184525"/>
          <p14:tracePt t="43365" x="4719638" y="3184525"/>
          <p14:tracePt t="43373" x="4735513" y="3159125"/>
          <p14:tracePt t="43381" x="4794250" y="3143250"/>
          <p14:tracePt t="43389" x="4860925" y="3117850"/>
          <p14:tracePt t="43397" x="4926013" y="3084513"/>
          <p14:tracePt t="43405" x="5026025" y="3084513"/>
          <p14:tracePt t="43413" x="5126038" y="3060700"/>
          <p14:tracePt t="43421" x="5224463" y="3043238"/>
          <p14:tracePt t="43429" x="5275263" y="3027363"/>
          <p14:tracePt t="43438" x="5373688" y="3027363"/>
          <p14:tracePt t="43445" x="5473700" y="3027363"/>
          <p14:tracePt t="43455" x="5540375" y="3027363"/>
          <p14:tracePt t="43461" x="5614988" y="3027363"/>
          <p14:tracePt t="43472" x="5673725" y="3027363"/>
          <p14:tracePt t="43478" x="5722938" y="3027363"/>
          <p14:tracePt t="43488" x="5756275" y="3027363"/>
          <p14:tracePt t="43494" x="5797550" y="3027363"/>
          <p14:tracePt t="43505" x="5805488" y="3043238"/>
          <p14:tracePt t="43510" x="5822950" y="3060700"/>
          <p14:tracePt t="43521" x="5838825" y="3076575"/>
          <p14:tracePt t="43526" x="5854700" y="3084513"/>
          <p14:tracePt t="43538" x="5854700" y="3117850"/>
          <p14:tracePt t="43542" x="5864225" y="3143250"/>
          <p14:tracePt t="43555" x="5864225" y="3167063"/>
          <p14:tracePt t="43558" x="5864225" y="3200400"/>
          <p14:tracePt t="43571" x="5864225" y="3251200"/>
          <p14:tracePt t="43574" x="5864225" y="3292475"/>
          <p14:tracePt t="43588" x="5864225" y="3349625"/>
          <p14:tracePt t="43591" x="5864225" y="3390900"/>
          <p14:tracePt t="43605" x="5864225" y="3475038"/>
          <p14:tracePt t="43607" x="5864225" y="3516313"/>
          <p14:tracePt t="43621" x="5864225" y="3573463"/>
          <p14:tracePt t="43624" x="5864225" y="3616325"/>
          <p14:tracePt t="43639" x="5864225" y="3673475"/>
          <p14:tracePt t="43640" x="5864225" y="3690938"/>
          <p14:tracePt t="43647" x="5864225" y="3714750"/>
          <p14:tracePt t="43655" x="5854700" y="3732213"/>
          <p14:tracePt t="43671" x="5838825" y="3740150"/>
          <p14:tracePt t="43679" x="5838825" y="3756025"/>
          <p14:tracePt t="43688" x="5822950" y="3773488"/>
          <p14:tracePt t="43696" x="5805488" y="3773488"/>
          <p14:tracePt t="43705" x="5797550" y="3773488"/>
          <p14:tracePt t="43712" x="5764213" y="3781425"/>
          <p14:tracePt t="43722" x="5756275" y="3781425"/>
          <p14:tracePt t="43728" x="5722938" y="3797300"/>
          <p14:tracePt t="43737" x="5673725" y="3814763"/>
          <p14:tracePt t="43744" x="5630863" y="3814763"/>
          <p14:tracePt t="43752" x="5573713" y="3830638"/>
          <p14:tracePt t="43760" x="5514975" y="3840163"/>
          <p14:tracePt t="43768" x="5448300" y="3856038"/>
          <p14:tracePt t="43777" x="5391150" y="3871913"/>
          <p14:tracePt t="43784" x="5324475" y="3871913"/>
          <p14:tracePt t="43793" x="5249863" y="3881438"/>
          <p14:tracePt t="43800" x="5167313" y="3897313"/>
          <p14:tracePt t="43809" x="5126038" y="3897313"/>
          <p14:tracePt t="43817" x="5067300" y="3897313"/>
          <p14:tracePt t="43825" x="5041900" y="3897313"/>
          <p14:tracePt t="43833" x="5018088" y="3897313"/>
          <p14:tracePt t="43841" x="5000625" y="3897313"/>
          <p14:tracePt t="43857" x="4984750" y="3897313"/>
          <p14:tracePt t="43882" x="4984750" y="3881438"/>
          <p14:tracePt t="43889" x="4984750" y="3871913"/>
          <p14:tracePt t="43897" x="5000625" y="3871913"/>
          <p14:tracePt t="43905" x="5000625" y="3856038"/>
          <p14:tracePt t="43913" x="5026025" y="3856038"/>
          <p14:tracePt t="43922" x="5059363" y="3830638"/>
          <p14:tracePt t="43930" x="5067300" y="3830638"/>
          <p14:tracePt t="43939" x="5100638" y="3814763"/>
          <p14:tracePt t="43946" x="5108575" y="3797300"/>
          <p14:tracePt t="43955" x="5126038" y="3797300"/>
          <p14:tracePt t="43962" x="5149850" y="3781425"/>
          <p14:tracePt t="43972" x="5167313" y="3781425"/>
          <p14:tracePt t="43988" x="5183188" y="3781425"/>
          <p14:tracePt t="43994" x="5192713" y="3781425"/>
          <p14:tracePt t="44010" x="5208588" y="3781425"/>
          <p14:tracePt t="44035" x="5224463" y="3781425"/>
          <p14:tracePt t="44043" x="5233988" y="3781425"/>
          <p14:tracePt t="44059" x="5249863" y="3781425"/>
          <p14:tracePt t="44067" x="5267325" y="3781425"/>
          <p14:tracePt t="44083" x="5267325" y="3773488"/>
          <p14:tracePt t="44124" x="5267325" y="3756025"/>
          <p14:tracePt t="44156" x="5249863" y="3740150"/>
          <p14:tracePt t="44172" x="5233988" y="3740150"/>
          <p14:tracePt t="44180" x="5233988" y="3732213"/>
          <p14:tracePt t="44189" x="5224463" y="3732213"/>
          <p14:tracePt t="44205" x="5208588" y="3732213"/>
          <p14:tracePt t="44221" x="5208588" y="3714750"/>
          <p14:tracePt t="44341" x="5224463" y="3714750"/>
          <p14:tracePt t="44350" x="5233988" y="3714750"/>
          <p14:tracePt t="44358" x="5249863" y="3714750"/>
          <p14:tracePt t="44366" x="5267325" y="3714750"/>
          <p14:tracePt t="44374" x="5324475" y="3714750"/>
          <p14:tracePt t="44382" x="5448300" y="3714750"/>
          <p14:tracePt t="44390" x="5599113" y="3714750"/>
          <p14:tracePt t="44398" x="5854700" y="3714750"/>
          <p14:tracePt t="44406" x="6005513" y="3714750"/>
          <p14:tracePt t="44414" x="6311900" y="3714750"/>
          <p14:tracePt t="44422" x="6867525" y="3714750"/>
          <p14:tracePt t="44430" x="7050088" y="3714750"/>
          <p14:tracePt t="44438" x="7397750" y="3714750"/>
          <p14:tracePt t="44446" x="7705725" y="3714750"/>
          <p14:tracePt t="44454" x="7962900" y="3714750"/>
          <p14:tracePt t="44462" x="8045450" y="3714750"/>
          <p14:tracePt t="44471" x="8194675" y="3714750"/>
          <p14:tracePt t="44478" x="8285163" y="3714750"/>
          <p14:tracePt t="44488" x="8369300" y="3732213"/>
          <p14:tracePt t="44495" x="8393113" y="3732213"/>
          <p14:tracePt t="44505" x="8418513" y="3732213"/>
          <p14:tracePt t="44511" x="8434388" y="3732213"/>
          <p14:tracePt t="44600" x="8418513" y="3732213"/>
          <p14:tracePt t="44616" x="8410575" y="3732213"/>
          <p14:tracePt t="44624" x="8393113" y="3714750"/>
          <p14:tracePt t="44640" x="8377238" y="3714750"/>
          <p14:tracePt t="44648" x="8369300" y="3714750"/>
          <p14:tracePt t="44656" x="8335963" y="3714750"/>
          <p14:tracePt t="44664" x="8326438" y="3714750"/>
          <p14:tracePt t="44672" x="8293100" y="3698875"/>
          <p14:tracePt t="44681" x="8269288" y="3698875"/>
          <p14:tracePt t="44689" x="8228013" y="3698875"/>
          <p14:tracePt t="44697" x="8169275" y="3698875"/>
          <p14:tracePt t="44705" x="8143875" y="3698875"/>
          <p14:tracePt t="44713" x="8086725" y="3698875"/>
          <p14:tracePt t="44721" x="8045450" y="3698875"/>
          <p14:tracePt t="44729" x="8020050" y="3698875"/>
          <p14:tracePt t="44738" x="7970838" y="3698875"/>
          <p14:tracePt t="44745" x="7945438" y="3698875"/>
          <p14:tracePt t="44755" x="7920038" y="3698875"/>
          <p14:tracePt t="44761" x="7904163" y="3698875"/>
          <p14:tracePt t="44777" x="7886700" y="3698875"/>
          <p14:tracePt t="44834" x="7904163" y="3698875"/>
          <p14:tracePt t="44850" x="7920038" y="3698875"/>
          <p14:tracePt t="44858" x="7945438" y="3698875"/>
          <p14:tracePt t="44866" x="7962900" y="3698875"/>
          <p14:tracePt t="44874" x="7970838" y="3698875"/>
          <p14:tracePt t="44890" x="7986713" y="3698875"/>
          <p14:tracePt t="44905" x="8004175" y="3698875"/>
          <p14:tracePt t="44971" x="7970838" y="3698875"/>
          <p14:tracePt t="44979" x="7962900" y="3698875"/>
          <p14:tracePt t="44995" x="7945438" y="3698875"/>
          <p14:tracePt t="45005" x="7929563" y="3698875"/>
          <p14:tracePt t="45012" x="7920038" y="3690938"/>
          <p14:tracePt t="45028" x="7904163" y="3690938"/>
          <p14:tracePt t="45060" x="7904163" y="3673475"/>
          <p14:tracePt t="45132" x="7920038" y="3673475"/>
          <p14:tracePt t="45197" x="7904163" y="3673475"/>
          <p14:tracePt t="45213" x="7886700" y="3657600"/>
          <p14:tracePt t="45221" x="7878763" y="3657600"/>
          <p14:tracePt t="45229" x="7878763" y="3648075"/>
          <p14:tracePt t="45238" x="7862888" y="3632200"/>
          <p14:tracePt t="45246" x="7862888" y="3606800"/>
          <p14:tracePt t="45255" x="7845425" y="3590925"/>
          <p14:tracePt t="45262" x="7845425" y="3565525"/>
          <p14:tracePt t="45271" x="7837488" y="3532188"/>
          <p14:tracePt t="45278" x="7837488" y="3516313"/>
          <p14:tracePt t="45288" x="7837488" y="3490913"/>
          <p14:tracePt t="45294" x="7837488" y="3475038"/>
          <p14:tracePt t="45305" x="7837488" y="3449638"/>
          <p14:tracePt t="45311" x="7837488" y="3408363"/>
          <p14:tracePt t="45322" x="7837488" y="3390900"/>
          <p14:tracePt t="45326" x="7862888" y="3349625"/>
          <p14:tracePt t="45338" x="7878763" y="3325813"/>
          <p14:tracePt t="45343" x="7920038" y="3292475"/>
          <p14:tracePt t="45355" x="7962900" y="3251200"/>
          <p14:tracePt t="45359" x="8004175" y="3225800"/>
          <p14:tracePt t="45371" x="8086725" y="3167063"/>
          <p14:tracePt t="45375" x="8153400" y="3117850"/>
          <p14:tracePt t="45388" x="8228013" y="3084513"/>
          <p14:tracePt t="45391" x="8269288" y="3076575"/>
          <p14:tracePt t="45404" x="8335963" y="3027363"/>
          <p14:tracePt t="45407" x="8393113" y="3017838"/>
          <p14:tracePt t="45421" x="8434388" y="2986088"/>
          <p14:tracePt t="45424" x="8518525" y="2976563"/>
          <p14:tracePt t="45438" x="8550275" y="2960688"/>
          <p14:tracePt t="45440" x="8642350" y="2943225"/>
          <p14:tracePt t="45454" x="8716963" y="2935288"/>
          <p14:tracePt t="45457" x="8783638" y="2935288"/>
          <p14:tracePt t="45471" x="8907463" y="2935288"/>
          <p14:tracePt t="45472" x="9007475" y="2935288"/>
          <p14:tracePt t="45480" x="9131300" y="2935288"/>
          <p14:tracePt t="45488" x="9256713" y="2943225"/>
          <p14:tracePt t="45496" x="9396413" y="2960688"/>
          <p14:tracePt t="45505" x="9521825" y="3001963"/>
          <p14:tracePt t="45512" x="9653588" y="3027363"/>
          <p14:tracePt t="45521" x="9779000" y="3060700"/>
          <p14:tracePt t="45528" x="9886950" y="3101975"/>
          <p14:tracePt t="45538" x="10010775" y="3125788"/>
          <p14:tracePt t="45544" x="10110788" y="3167063"/>
          <p14:tracePt t="45555" x="10167938" y="3200400"/>
          <p14:tracePt t="45560" x="10267950" y="3225800"/>
          <p14:tracePt t="45571" x="10334625" y="3251200"/>
          <p14:tracePt t="45576" x="10401300" y="3292475"/>
          <p14:tracePt t="45588" x="10475913" y="3341688"/>
          <p14:tracePt t="45593" x="10533063" y="3367088"/>
          <p14:tracePt t="45604" x="10574338" y="3382963"/>
          <p14:tracePt t="45609" x="10615613" y="3424238"/>
          <p14:tracePt t="45621" x="10656888" y="3449638"/>
          <p14:tracePt t="45625" x="10682288" y="3475038"/>
          <p14:tracePt t="45638" x="10723563" y="3508375"/>
          <p14:tracePt t="45641" x="10756900" y="3532188"/>
          <p14:tracePt t="45654" x="10782300" y="3565525"/>
          <p14:tracePt t="45657" x="10798175" y="3573463"/>
          <p14:tracePt t="45671" x="10823575" y="3606800"/>
          <p14:tracePt t="45674" x="10848975" y="3632200"/>
          <p14:tracePt t="45688" x="10882313" y="3657600"/>
          <p14:tracePt t="45691" x="10906125" y="3673475"/>
          <p14:tracePt t="45704" x="10923588" y="3690938"/>
          <p14:tracePt t="45707" x="10923588" y="3698875"/>
          <p14:tracePt t="45721" x="10947400" y="3732213"/>
          <p14:tracePt t="45730" x="10947400" y="3740150"/>
          <p14:tracePt t="45738" x="10964863" y="3740150"/>
          <p14:tracePt t="45746" x="10964863" y="3756025"/>
          <p14:tracePt t="45771" x="10931525" y="3773488"/>
          <p14:tracePt t="45778" x="10782300" y="3830638"/>
          <p14:tracePt t="45788" x="10625138" y="3897313"/>
          <p14:tracePt t="45794" x="10391775" y="3997325"/>
          <p14:tracePt t="45804" x="10110788" y="4121150"/>
          <p14:tracePt t="45811" x="9985375" y="4179888"/>
          <p14:tracePt t="45819" x="9779000" y="4262438"/>
          <p14:tracePt t="45827" x="9512300" y="4329113"/>
          <p14:tracePt t="45835" x="9288463" y="4386263"/>
          <p14:tracePt t="45843" x="9064625" y="4445000"/>
          <p14:tracePt t="45851" x="8882063" y="4452938"/>
          <p14:tracePt t="45859" x="8699500" y="4486275"/>
          <p14:tracePt t="45867" x="8550275" y="4486275"/>
          <p14:tracePt t="45875" x="8493125" y="4486275"/>
          <p14:tracePt t="45883" x="8377238" y="4486275"/>
          <p14:tracePt t="45892" x="8285163" y="4486275"/>
          <p14:tracePt t="45899" x="8186738" y="4445000"/>
          <p14:tracePt t="45908" x="8128000" y="4411663"/>
          <p14:tracePt t="45916" x="8069263" y="4362450"/>
          <p14:tracePt t="45924" x="8027988" y="4329113"/>
          <p14:tracePt t="45932" x="7986713" y="4287838"/>
          <p14:tracePt t="45940" x="7970838" y="4262438"/>
          <p14:tracePt t="45948" x="7962900" y="4229100"/>
          <p14:tracePt t="45956" x="7962900" y="4203700"/>
          <p14:tracePt t="45964" x="7945438" y="4179888"/>
          <p14:tracePt t="45972" x="7945438" y="4146550"/>
          <p14:tracePt t="45980" x="7945438" y="4121150"/>
          <p14:tracePt t="45988" x="7945438" y="4097338"/>
          <p14:tracePt t="45999" x="7945438" y="4046538"/>
          <p14:tracePt t="46005" x="7945438" y="4021138"/>
          <p14:tracePt t="46013" x="7945438" y="3979863"/>
          <p14:tracePt t="46022" x="7945438" y="3938588"/>
          <p14:tracePt t="46029" x="7962900" y="3914775"/>
          <p14:tracePt t="46038" x="7962900" y="3856038"/>
          <p14:tracePt t="46045" x="7970838" y="3814763"/>
          <p14:tracePt t="46055" x="7986713" y="3781425"/>
          <p14:tracePt t="46061" x="8004175" y="3740150"/>
          <p14:tracePt t="46071" x="8020050" y="3698875"/>
          <p14:tracePt t="46077" x="8020050" y="3690938"/>
          <p14:tracePt t="46088" x="8027988" y="3657600"/>
          <p14:tracePt t="46093" x="8027988" y="3648075"/>
          <p14:tracePt t="46105" x="8045450" y="3648075"/>
          <p14:tracePt t="46109" x="8045450" y="3632200"/>
          <p14:tracePt t="46134" x="8061325" y="3632200"/>
          <p14:tracePt t="46158" x="8069263" y="3632200"/>
          <p14:tracePt t="46166" x="8086725" y="3632200"/>
          <p14:tracePt t="46174" x="8128000" y="3632200"/>
          <p14:tracePt t="46182" x="8169275" y="3632200"/>
          <p14:tracePt t="46191" x="8235950" y="3632200"/>
          <p14:tracePt t="46198" x="8310563" y="3632200"/>
          <p14:tracePt t="46206" x="8369300" y="3632200"/>
          <p14:tracePt t="46215" x="8518525" y="3648075"/>
          <p14:tracePt t="46223" x="8559800" y="3648075"/>
          <p14:tracePt t="46231" x="8642350" y="3657600"/>
          <p14:tracePt t="46239" x="8724900" y="3673475"/>
          <p14:tracePt t="46247" x="8799513" y="3690938"/>
          <p14:tracePt t="46255" x="8824913" y="3690938"/>
          <p14:tracePt t="46263" x="8882063" y="3698875"/>
          <p14:tracePt t="46271" x="8907463" y="3698875"/>
          <p14:tracePt t="46279" x="8924925" y="3698875"/>
          <p14:tracePt t="46295" x="8940800" y="3698875"/>
          <p14:tracePt t="46320" x="8948738" y="3698875"/>
          <p14:tracePt t="46408" x="8940800" y="3698875"/>
          <p14:tracePt t="46424" x="8924925" y="3698875"/>
          <p14:tracePt t="46432" x="8907463" y="3698875"/>
          <p14:tracePt t="46441" x="8899525" y="3698875"/>
          <p14:tracePt t="46457" x="8882063" y="3698875"/>
          <p14:tracePt t="46465" x="8866188" y="3698875"/>
          <p14:tracePt t="46473" x="8858250" y="3698875"/>
          <p14:tracePt t="46481" x="8840788" y="3698875"/>
          <p14:tracePt t="46489" x="8824913" y="3698875"/>
          <p14:tracePt t="46497" x="8816975" y="3698875"/>
          <p14:tracePt t="46505" x="8799513" y="3698875"/>
          <p14:tracePt t="46513" x="8783638" y="3698875"/>
          <p14:tracePt t="46521" x="8766175" y="3698875"/>
          <p14:tracePt t="46530" x="8758238" y="3698875"/>
          <p14:tracePt t="46538" x="8699500" y="3732213"/>
          <p14:tracePt t="46545" x="8642350" y="3756025"/>
          <p14:tracePt t="46555" x="8534400" y="3830638"/>
          <p14:tracePt t="46562" x="8434388" y="3881438"/>
          <p14:tracePt t="46571" x="8393113" y="3914775"/>
          <p14:tracePt t="46578" x="8310563" y="3963988"/>
          <p14:tracePt t="46587" x="8235950" y="4005263"/>
          <p14:tracePt t="46594" x="8194675" y="4038600"/>
          <p14:tracePt t="46602" x="8153400" y="4046538"/>
          <p14:tracePt t="46610" x="8112125" y="4064000"/>
          <p14:tracePt t="46626" x="8102600" y="4079875"/>
          <p14:tracePt t="46699" x="8102600" y="4064000"/>
          <p14:tracePt t="46739" x="8102600" y="4046538"/>
          <p14:tracePt t="46796" x="8112125" y="4046538"/>
          <p14:tracePt t="46805" x="8112125" y="4038600"/>
          <p14:tracePt t="46812" x="8128000" y="4038600"/>
          <p14:tracePt t="46821" x="8143875" y="4038600"/>
          <p14:tracePt t="46828" x="8169275" y="4038600"/>
          <p14:tracePt t="46838" x="8235950" y="4038600"/>
          <p14:tracePt t="46844" x="8310563" y="4021138"/>
          <p14:tracePt t="46854" x="8410575" y="4005263"/>
          <p14:tracePt t="46860" x="8501063" y="4005263"/>
          <p14:tracePt t="46869" x="8559800" y="3997325"/>
          <p14:tracePt t="46877" x="8658225" y="3997325"/>
          <p14:tracePt t="46885" x="8758238" y="3997325"/>
          <p14:tracePt t="46893" x="8824913" y="3979863"/>
          <p14:tracePt t="46901" x="8899525" y="3979863"/>
          <p14:tracePt t="46909" x="8948738" y="3979863"/>
          <p14:tracePt t="46917" x="9007475" y="3979863"/>
          <p14:tracePt t="46925" x="9023350" y="3979863"/>
          <p14:tracePt t="46933" x="9048750" y="3979863"/>
          <p14:tracePt t="46941" x="9064625" y="3979863"/>
          <p14:tracePt t="46949" x="9082088" y="3979863"/>
          <p14:tracePt t="46957" x="9090025" y="3979863"/>
          <p14:tracePt t="47071" x="9082088" y="3979863"/>
          <p14:tracePt t="47088" x="9064625" y="3979863"/>
          <p14:tracePt t="47104" x="9048750" y="3963988"/>
          <p14:tracePt t="47111" x="9031288" y="3963988"/>
          <p14:tracePt t="47127" x="9031288" y="3956050"/>
          <p14:tracePt t="47135" x="9023350" y="3956050"/>
          <p14:tracePt t="47151" x="9023350" y="3938588"/>
          <p14:tracePt t="47160" x="9023350" y="3922713"/>
          <p14:tracePt t="47175" x="9007475" y="3914775"/>
          <p14:tracePt t="47183" x="9007475" y="3897313"/>
          <p14:tracePt t="47191" x="9007475" y="3881438"/>
          <p14:tracePt t="47200" x="8990013" y="3871913"/>
          <p14:tracePt t="47208" x="8982075" y="3840163"/>
          <p14:tracePt t="47216" x="8982075" y="3830638"/>
          <p14:tracePt t="47224" x="8966200" y="3797300"/>
          <p14:tracePt t="47232" x="8948738" y="3781425"/>
          <p14:tracePt t="47240" x="8948738" y="3756025"/>
          <p14:tracePt t="47248" x="8940800" y="3732213"/>
          <p14:tracePt t="47256" x="8924925" y="3714750"/>
          <p14:tracePt t="47264" x="8907463" y="3698875"/>
          <p14:tracePt t="47272" x="8899525" y="3690938"/>
          <p14:tracePt t="47280" x="8882063" y="3673475"/>
          <p14:tracePt t="47289" x="8866188" y="3648075"/>
          <p14:tracePt t="47297" x="8858250" y="3648075"/>
          <p14:tracePt t="47305" x="8840788" y="3632200"/>
          <p14:tracePt t="47312" x="8824913" y="3616325"/>
          <p14:tracePt t="47321" x="8816975" y="3590925"/>
          <p14:tracePt t="47329" x="8799513" y="3573463"/>
          <p14:tracePt t="47338" x="8799513" y="3549650"/>
          <p14:tracePt t="47345" x="8783638" y="3516313"/>
          <p14:tracePt t="47354" x="8766175" y="3475038"/>
          <p14:tracePt t="47361" x="8766175" y="3433763"/>
          <p14:tracePt t="47371" x="8766175" y="3408363"/>
          <p14:tracePt t="47377" x="8766175" y="3367088"/>
          <p14:tracePt t="47385" x="8766175" y="3349625"/>
          <p14:tracePt t="47393" x="8766175" y="3308350"/>
          <p14:tracePt t="47401" x="8766175" y="3284538"/>
          <p14:tracePt t="47409" x="8766175" y="3267075"/>
          <p14:tracePt t="47417" x="8766175" y="3241675"/>
          <p14:tracePt t="47426" x="8783638" y="3225800"/>
          <p14:tracePt t="47434" x="8783638" y="3200400"/>
          <p14:tracePt t="47442" x="8799513" y="3184525"/>
          <p14:tracePt t="47450" x="8816975" y="3167063"/>
          <p14:tracePt t="47458" x="8816975" y="3159125"/>
          <p14:tracePt t="47466" x="8824913" y="3159125"/>
          <p14:tracePt t="47474" x="8840788" y="3143250"/>
          <p14:tracePt t="47490" x="8858250" y="3143250"/>
          <p14:tracePt t="47498" x="8866188" y="3125788"/>
          <p14:tracePt t="47514" x="8882063" y="3125788"/>
          <p14:tracePt t="47522" x="8899525" y="3125788"/>
          <p14:tracePt t="47530" x="8924925" y="3125788"/>
          <p14:tracePt t="47539" x="8948738" y="3125788"/>
          <p14:tracePt t="47547" x="8990013" y="3143250"/>
          <p14:tracePt t="47555" x="9048750" y="3167063"/>
          <p14:tracePt t="47563" x="9090025" y="3209925"/>
          <p14:tracePt t="47571" x="9123363" y="3225800"/>
          <p14:tracePt t="47579" x="9172575" y="3267075"/>
          <p14:tracePt t="47588" x="9231313" y="3292475"/>
          <p14:tracePt t="47595" x="9272588" y="3341688"/>
          <p14:tracePt t="47605" x="9297988" y="3390900"/>
          <p14:tracePt t="47611" x="9331325" y="3408363"/>
          <p14:tracePt t="47621" x="9355138" y="3449638"/>
          <p14:tracePt t="47627" x="9372600" y="3475038"/>
          <p14:tracePt t="47637" x="9372600" y="3490913"/>
          <p14:tracePt t="47644" x="9388475" y="3516313"/>
          <p14:tracePt t="47652" x="9388475" y="3532188"/>
          <p14:tracePt t="47660" x="9388475" y="3549650"/>
          <p14:tracePt t="47668" x="9388475" y="3573463"/>
          <p14:tracePt t="47676" x="9388475" y="3590925"/>
          <p14:tracePt t="47684" x="9388475" y="3606800"/>
          <p14:tracePt t="47692" x="9388475" y="3632200"/>
          <p14:tracePt t="47700" x="9388475" y="3648075"/>
          <p14:tracePt t="47708" x="9388475" y="3657600"/>
          <p14:tracePt t="47716" x="9388475" y="3673475"/>
          <p14:tracePt t="47724" x="9388475" y="3690938"/>
          <p14:tracePt t="47732" x="9388475" y="3698875"/>
          <p14:tracePt t="47740" x="9372600" y="3714750"/>
          <p14:tracePt t="47748" x="9372600" y="3732213"/>
          <p14:tracePt t="47781" x="9372600" y="3740150"/>
          <p14:tracePt t="47869" x="9388475" y="3740150"/>
          <p14:tracePt t="47894" x="9396413" y="3740150"/>
          <p14:tracePt t="47918" x="9413875" y="3740150"/>
          <p14:tracePt t="47934" x="9429750" y="3740150"/>
          <p14:tracePt t="47942" x="9437688" y="3740150"/>
          <p14:tracePt t="47950" x="9471025" y="3740150"/>
          <p14:tracePt t="47958" x="9480550" y="3740150"/>
          <p14:tracePt t="47966" x="9555163" y="3740150"/>
          <p14:tracePt t="47974" x="9604375" y="3740150"/>
          <p14:tracePt t="47983" x="9704388" y="3740150"/>
          <p14:tracePt t="47991" x="9828213" y="3740150"/>
          <p14:tracePt t="48002" x="9961563" y="3732213"/>
          <p14:tracePt t="48007" x="10093325" y="3732213"/>
          <p14:tracePt t="48015" x="10250488" y="3732213"/>
          <p14:tracePt t="48023" x="10375900" y="3732213"/>
          <p14:tracePt t="48031" x="10499725" y="3732213"/>
          <p14:tracePt t="48039" x="10558463" y="3732213"/>
          <p14:tracePt t="48047" x="10666413" y="3732213"/>
          <p14:tracePt t="48055" x="10764838" y="3732213"/>
          <p14:tracePt t="48064" x="10839450" y="3732213"/>
          <p14:tracePt t="48072" x="10923588" y="3732213"/>
          <p14:tracePt t="48079" x="10947400" y="3732213"/>
          <p14:tracePt t="48088" x="10988675" y="3732213"/>
          <p14:tracePt t="48096" x="11006138" y="3732213"/>
          <p14:tracePt t="48105" x="11031538" y="3732213"/>
          <p14:tracePt t="48121" x="11047413" y="3732213"/>
          <p14:tracePt t="48128" x="11063288" y="3732213"/>
          <p14:tracePt t="48508" x="11047413" y="3732213"/>
          <p14:tracePt t="48516" x="11031538" y="3732213"/>
          <p14:tracePt t="48523" x="11006138" y="3732213"/>
          <p14:tracePt t="48531" x="10988675" y="3732213"/>
          <p14:tracePt t="48540" x="10906125" y="3732213"/>
          <p14:tracePt t="48548" x="10864850" y="3732213"/>
          <p14:tracePt t="48556" x="10741025" y="3732213"/>
          <p14:tracePt t="48564" x="10517188" y="3732213"/>
          <p14:tracePt t="48572" x="10267950" y="3732213"/>
          <p14:tracePt t="48580" x="10110788" y="3732213"/>
          <p14:tracePt t="48588" x="9844088" y="3732213"/>
          <p14:tracePt t="48596" x="9578975" y="3732213"/>
          <p14:tracePt t="48605" x="9288463" y="3732213"/>
          <p14:tracePt t="48612" x="9023350" y="3756025"/>
          <p14:tracePt t="48621" x="8724900" y="3773488"/>
          <p14:tracePt t="48629" x="8459788" y="3797300"/>
          <p14:tracePt t="48638" x="8235950" y="3797300"/>
          <p14:tracePt t="48645" x="8169275" y="3814763"/>
          <p14:tracePt t="48654" x="8020050" y="3814763"/>
          <p14:tracePt t="48661" x="7886700" y="3830638"/>
          <p14:tracePt t="48669" x="7796213" y="3830638"/>
          <p14:tracePt t="48677" x="7721600" y="3840163"/>
          <p14:tracePt t="48685" x="7662863" y="3840163"/>
          <p14:tracePt t="48693" x="7639050" y="3840163"/>
          <p14:tracePt t="48701" x="7613650" y="3840163"/>
          <p14:tracePt t="48709" x="7597775" y="3840163"/>
          <p14:tracePt t="48717" x="7580313" y="3856038"/>
          <p14:tracePt t="48726" x="7572375" y="3856038"/>
          <p14:tracePt t="48742" x="7556500" y="3856038"/>
          <p14:tracePt t="48822" x="7539038" y="3856038"/>
          <p14:tracePt t="48831" x="7497763" y="3871913"/>
          <p14:tracePt t="48839" x="7439025" y="3871913"/>
          <p14:tracePt t="48846" x="7397750" y="3871913"/>
          <p14:tracePt t="48855" x="7315200" y="3871913"/>
          <p14:tracePt t="48863" x="7248525" y="3871913"/>
          <p14:tracePt t="48871" x="7224713" y="3871913"/>
          <p14:tracePt t="48879" x="7065963" y="3881438"/>
          <p14:tracePt t="48888" x="6967538" y="3881438"/>
          <p14:tracePt t="48895" x="6867525" y="3881438"/>
          <p14:tracePt t="48905" x="6718300" y="3897313"/>
          <p14:tracePt t="48911" x="6592888" y="3897313"/>
          <p14:tracePt t="48921" x="6435725" y="3914775"/>
          <p14:tracePt t="48927" x="6294438" y="3914775"/>
          <p14:tracePt t="48935" x="6211888" y="3914775"/>
          <p14:tracePt t="48943" x="6103938" y="3914775"/>
          <p14:tracePt t="48952" x="5980113" y="3914775"/>
          <p14:tracePt t="48960" x="5880100" y="3914775"/>
          <p14:tracePt t="48968" x="5780088" y="3914775"/>
          <p14:tracePt t="48976" x="5722938" y="3922713"/>
          <p14:tracePt t="48984" x="5681663" y="3922713"/>
          <p14:tracePt t="48992" x="5640388" y="3922713"/>
          <p14:tracePt t="49001" x="5614988" y="3922713"/>
          <p14:tracePt t="49008" x="5599113" y="3922713"/>
          <p14:tracePt t="49016" x="5589588" y="3922713"/>
          <p14:tracePt t="49064" x="5599113" y="3922713"/>
          <p14:tracePt t="49073" x="5614988" y="3922713"/>
          <p14:tracePt t="49081" x="5697538" y="3922713"/>
          <p14:tracePt t="49089" x="5764213" y="3922713"/>
          <p14:tracePt t="49097" x="5946775" y="3922713"/>
          <p14:tracePt t="49105" x="6170613" y="3922713"/>
          <p14:tracePt t="49113" x="6327775" y="3922713"/>
          <p14:tracePt t="49121" x="6551613" y="3922713"/>
          <p14:tracePt t="49129" x="6842125" y="3922713"/>
          <p14:tracePt t="49138" x="7065963" y="3922713"/>
          <p14:tracePt t="49145" x="7331075" y="3922713"/>
          <p14:tracePt t="49154" x="7539038" y="3922713"/>
          <p14:tracePt t="49161" x="7597775" y="3922713"/>
          <p14:tracePt t="49171" x="7754938" y="3922713"/>
          <p14:tracePt t="49178" x="7845425" y="3922713"/>
          <p14:tracePt t="49186" x="7920038" y="3922713"/>
          <p14:tracePt t="49194" x="7962900" y="3922713"/>
          <p14:tracePt t="49202" x="7986713" y="3922713"/>
          <p14:tracePt t="49210" x="8020050" y="3922713"/>
          <p14:tracePt t="49218" x="8027988" y="3922713"/>
          <p14:tracePt t="49226" x="8045450" y="3922713"/>
          <p14:tracePt t="49242" x="8061325" y="3922713"/>
          <p14:tracePt t="49266" x="8069263" y="3922713"/>
          <p14:tracePt t="49291" x="8086725" y="3922713"/>
          <p14:tracePt t="49323" x="8102600" y="3922713"/>
          <p14:tracePt t="49331" x="8112125" y="3922713"/>
          <p14:tracePt t="49347" x="8143875" y="3922713"/>
          <p14:tracePt t="49355" x="8153400" y="3922713"/>
          <p14:tracePt t="49363" x="8194675" y="3922713"/>
          <p14:tracePt t="49371" x="8235950" y="3922713"/>
          <p14:tracePt t="49379" x="8293100" y="3922713"/>
          <p14:tracePt t="49388" x="8369300" y="3922713"/>
          <p14:tracePt t="49395" x="8451850" y="3922713"/>
          <p14:tracePt t="49404" x="8493125" y="3922713"/>
          <p14:tracePt t="49412" x="8575675" y="3922713"/>
          <p14:tracePt t="49421" x="8642350" y="3922713"/>
          <p14:tracePt t="49428" x="8699500" y="3922713"/>
          <p14:tracePt t="49438" x="8766175" y="3922713"/>
          <p14:tracePt t="49444" x="8824913" y="3922713"/>
          <p14:tracePt t="49452" x="8858250" y="3922713"/>
          <p14:tracePt t="49460" x="8907463" y="3922713"/>
          <p14:tracePt t="49468" x="8948738" y="3914775"/>
          <p14:tracePt t="49476" x="8990013" y="3914775"/>
          <p14:tracePt t="49484" x="9048750" y="3914775"/>
          <p14:tracePt t="49492" x="9090025" y="3881438"/>
          <p14:tracePt t="49500" x="9148763" y="3881438"/>
          <p14:tracePt t="49509" x="9164638" y="3871913"/>
          <p14:tracePt t="49516" x="9190038" y="3871913"/>
          <p14:tracePt t="49525" x="9205913" y="3856038"/>
          <p14:tracePt t="49541" x="9213850" y="3840163"/>
          <p14:tracePt t="49581" x="9205913" y="3840163"/>
          <p14:tracePt t="49589" x="9172575" y="3840163"/>
          <p14:tracePt t="49598" x="9148763" y="3840163"/>
          <p14:tracePt t="49605" x="9123363" y="3840163"/>
          <p14:tracePt t="49613" x="9090025" y="3840163"/>
          <p14:tracePt t="49621" x="9048750" y="3840163"/>
          <p14:tracePt t="49630" x="9007475" y="3840163"/>
          <p14:tracePt t="49638" x="8966200" y="3840163"/>
          <p14:tracePt t="49646" x="8924925" y="3840163"/>
          <p14:tracePt t="49655" x="8866188" y="3840163"/>
          <p14:tracePt t="49662" x="8858250" y="3840163"/>
          <p14:tracePt t="49671" x="8816975" y="3840163"/>
          <p14:tracePt t="49678" x="8766175" y="3840163"/>
          <p14:tracePt t="49694" x="8758238" y="3840163"/>
          <p14:tracePt t="49704" x="8742363" y="3840163"/>
          <p14:tracePt t="49759" x="8758238" y="3840163"/>
          <p14:tracePt t="49775" x="8766175" y="3840163"/>
          <p14:tracePt t="49783" x="8783638" y="3840163"/>
          <p14:tracePt t="49799" x="8799513" y="3840163"/>
          <p14:tracePt t="49807" x="8816975" y="3840163"/>
          <p14:tracePt t="49815" x="8824913" y="3840163"/>
          <p14:tracePt t="49832" x="8840788" y="3840163"/>
          <p14:tracePt t="49840" x="8858250" y="3840163"/>
          <p14:tracePt t="49848" x="8882063" y="3840163"/>
          <p14:tracePt t="49864" x="8907463" y="3840163"/>
          <p14:tracePt t="49872" x="8924925" y="3840163"/>
          <p14:tracePt t="49880" x="8940800" y="3840163"/>
          <p14:tracePt t="49888" x="8982075" y="3840163"/>
          <p14:tracePt t="49896" x="9007475" y="3856038"/>
          <p14:tracePt t="49905" x="9023350" y="3871913"/>
          <p14:tracePt t="49912" x="9048750" y="3897313"/>
          <p14:tracePt t="49921" x="9082088" y="3922713"/>
          <p14:tracePt t="49929" x="9105900" y="3956050"/>
          <p14:tracePt t="49938" x="9123363" y="3963988"/>
          <p14:tracePt t="49944" x="9131300" y="4005263"/>
          <p14:tracePt t="49954" x="9164638" y="4046538"/>
          <p14:tracePt t="49961" x="9164638" y="4079875"/>
          <p14:tracePt t="49969" x="9172575" y="4121150"/>
          <p14:tracePt t="49977" x="9190038" y="4146550"/>
          <p14:tracePt t="49985" x="9190038" y="4187825"/>
          <p14:tracePt t="49993" x="9190038" y="4203700"/>
          <p14:tracePt t="50001" x="9190038" y="4229100"/>
          <p14:tracePt t="50009" x="9190038" y="4246563"/>
          <p14:tracePt t="50017" x="9190038" y="4262438"/>
          <p14:tracePt t="50025" x="9190038" y="4270375"/>
          <p14:tracePt t="50066" x="9190038" y="4287838"/>
          <p14:tracePt t="50114" x="9172575" y="4287838"/>
          <p14:tracePt t="50138" x="9164638" y="4287838"/>
          <p14:tracePt t="50163" x="9148763" y="4287838"/>
          <p14:tracePt t="50171" x="9131300" y="4262438"/>
          <p14:tracePt t="50179" x="9131300" y="4246563"/>
          <p14:tracePt t="50188" x="9123363" y="4221163"/>
          <p14:tracePt t="50195" x="9105900" y="4203700"/>
          <p14:tracePt t="50205" x="9105900" y="4162425"/>
          <p14:tracePt t="50211" x="9090025" y="4121150"/>
          <p14:tracePt t="50219" x="9082088" y="4105275"/>
          <p14:tracePt t="50227" x="9082088" y="4064000"/>
          <p14:tracePt t="50235" x="9082088" y="4038600"/>
          <p14:tracePt t="50243" x="9082088" y="4005263"/>
          <p14:tracePt t="50251" x="9082088" y="3979863"/>
          <p14:tracePt t="50259" x="9082088" y="3963988"/>
          <p14:tracePt t="50267" x="9082088" y="3938588"/>
          <p14:tracePt t="50276" x="9082088" y="3922713"/>
          <p14:tracePt t="50284" x="9082088" y="3897313"/>
          <p14:tracePt t="50292" x="9064625" y="3881438"/>
          <p14:tracePt t="50300" x="9064625" y="3871913"/>
          <p14:tracePt t="50308" x="9064625" y="3856038"/>
          <p14:tracePt t="50316" x="9048750" y="3856038"/>
          <p14:tracePt t="50324" x="9048750" y="3840163"/>
          <p14:tracePt t="50332" x="9031288" y="3830638"/>
          <p14:tracePt t="50348" x="9007475" y="3830638"/>
          <p14:tracePt t="50356" x="8990013" y="3814763"/>
          <p14:tracePt t="50364" x="8982075" y="3814763"/>
          <p14:tracePt t="50372" x="8966200" y="3814763"/>
          <p14:tracePt t="50380" x="8948738" y="3797300"/>
          <p14:tracePt t="50389" x="8940800" y="3797300"/>
          <p14:tracePt t="50397" x="8924925" y="3797300"/>
          <p14:tracePt t="50413" x="8907463" y="3797300"/>
          <p14:tracePt t="50437" x="8899525" y="3797300"/>
          <p14:tracePt t="50477" x="8882063" y="3797300"/>
          <p14:tracePt t="50485" x="8866188" y="3797300"/>
          <p14:tracePt t="50502" x="8840788" y="3797300"/>
          <p14:tracePt t="50510" x="8824913" y="3797300"/>
          <p14:tracePt t="50518" x="8799513" y="3797300"/>
          <p14:tracePt t="50526" x="8783638" y="3814763"/>
          <p14:tracePt t="50534" x="8766175" y="3814763"/>
          <p14:tracePt t="50542" x="8758238" y="3830638"/>
          <p14:tracePt t="50558" x="8742363" y="3830638"/>
          <p14:tracePt t="50623" x="8758238" y="3830638"/>
          <p14:tracePt t="50639" x="8766175" y="3830638"/>
          <p14:tracePt t="50655" x="8783638" y="3814763"/>
          <p14:tracePt t="50672" x="8799513" y="3814763"/>
          <p14:tracePt t="50760" x="8783638" y="3814763"/>
          <p14:tracePt t="50768" x="8742363" y="3814763"/>
          <p14:tracePt t="50776" x="8683625" y="3814763"/>
          <p14:tracePt t="50784" x="8634413" y="3814763"/>
          <p14:tracePt t="50793" x="8559800" y="3814763"/>
          <p14:tracePt t="50800" x="8459788" y="3830638"/>
          <p14:tracePt t="50809" x="8377238" y="3871913"/>
          <p14:tracePt t="50816" x="8228013" y="3914775"/>
          <p14:tracePt t="50825" x="8027988" y="3963988"/>
          <p14:tracePt t="50833" x="7845425" y="4021138"/>
          <p14:tracePt t="50841" x="7621588" y="4079875"/>
          <p14:tracePt t="50849" x="7415213" y="4121150"/>
          <p14:tracePt t="50857" x="7224713" y="4162425"/>
          <p14:tracePt t="50865" x="7042150" y="4179888"/>
          <p14:tracePt t="50873" x="6859588" y="4203700"/>
          <p14:tracePt t="50881" x="6734175" y="4221163"/>
          <p14:tracePt t="50889" x="6577013" y="4221163"/>
          <p14:tracePt t="50897" x="6469063" y="4221163"/>
          <p14:tracePt t="50905" x="6337300" y="4221163"/>
          <p14:tracePt t="50913" x="6211888" y="4221163"/>
          <p14:tracePt t="50921" x="6170613" y="4221163"/>
          <p14:tracePt t="50930" x="6088063" y="4221163"/>
          <p14:tracePt t="50938" x="5988050" y="4221163"/>
          <p14:tracePt t="50946" x="5938838" y="4203700"/>
          <p14:tracePt t="50955" x="5864225" y="4187825"/>
          <p14:tracePt t="50962" x="5780088" y="4187825"/>
          <p14:tracePt t="50972" x="5715000" y="4179888"/>
          <p14:tracePt t="50978" x="5589588" y="4162425"/>
          <p14:tracePt t="50988" x="5514975" y="4162425"/>
          <p14:tracePt t="50994" x="5416550" y="4146550"/>
          <p14:tracePt t="51007" x="5332413" y="4146550"/>
          <p14:tracePt t="51012" x="5208588" y="4138613"/>
          <p14:tracePt t="51022" x="5084763" y="4138613"/>
          <p14:tracePt t="51027" x="4984750" y="4121150"/>
          <p14:tracePt t="51038" x="4926013" y="4105275"/>
          <p14:tracePt t="51043" x="4752975" y="4105275"/>
          <p14:tracePt t="51055" x="4652963" y="4097338"/>
          <p14:tracePt t="51059" x="4529138" y="4079875"/>
          <p14:tracePt t="51071" x="4495800" y="4064000"/>
          <p14:tracePt t="51075" x="4395788" y="4046538"/>
          <p14:tracePt t="51088" x="4329113" y="4046538"/>
          <p14:tracePt t="51091" x="4262438" y="4038600"/>
          <p14:tracePt t="51105" x="4205288" y="4021138"/>
          <p14:tracePt t="51108" x="4164013" y="4005263"/>
          <p14:tracePt t="51121" x="4146550" y="3997325"/>
          <p14:tracePt t="51124" x="4130675" y="3979863"/>
          <p14:tracePt t="51138" x="4130675" y="3963988"/>
          <p14:tracePt t="51155" x="4130675" y="3956050"/>
          <p14:tracePt t="51157" x="4130675" y="3938588"/>
          <p14:tracePt t="51171" x="4130675" y="3922713"/>
          <p14:tracePt t="51180" x="4164013" y="3914775"/>
          <p14:tracePt t="51189" x="4171950" y="3897313"/>
          <p14:tracePt t="51196" x="4187825" y="3897313"/>
          <p14:tracePt t="51205" x="4205288" y="3897313"/>
          <p14:tracePt t="51212" x="4221163" y="3881438"/>
          <p14:tracePt t="51222" x="4229100" y="3881438"/>
          <p14:tracePt t="51228" x="4246563" y="3881438"/>
          <p14:tracePt t="51238" x="4262438" y="3881438"/>
          <p14:tracePt t="51244" x="4287838" y="3881438"/>
          <p14:tracePt t="51255" x="4313238" y="3881438"/>
          <p14:tracePt t="51261" x="4354513" y="3881438"/>
          <p14:tracePt t="51271" x="4411663" y="3881438"/>
          <p14:tracePt t="51277" x="4486275" y="3881438"/>
          <p14:tracePt t="51288" x="4552950" y="3881438"/>
          <p14:tracePt t="51293" x="4652963" y="3881438"/>
          <p14:tracePt t="51304" x="4776788" y="3881438"/>
          <p14:tracePt t="51309" x="4884738" y="3881438"/>
          <p14:tracePt t="51321" x="5018088" y="3881438"/>
          <p14:tracePt t="51325" x="5067300" y="3881438"/>
          <p14:tracePt t="51338" x="5167313" y="3881438"/>
          <p14:tracePt t="51341" x="5267325" y="3881438"/>
          <p14:tracePt t="51355" x="5332413" y="3881438"/>
          <p14:tracePt t="51357" x="5391150" y="3881438"/>
          <p14:tracePt t="51371" x="5416550" y="3881438"/>
          <p14:tracePt t="51374" x="5448300" y="3881438"/>
          <p14:tracePt t="51388" x="5457825" y="3881438"/>
          <p14:tracePt t="51391" x="5473700" y="3881438"/>
          <p14:tracePt t="51404" x="5491163" y="3881438"/>
          <p14:tracePt t="51422" x="5499100" y="3881438"/>
          <p14:tracePt t="51511" x="5491163" y="3881438"/>
          <p14:tracePt t="51624" x="5499100" y="3881438"/>
          <p14:tracePt t="51648" x="5499100" y="3871913"/>
          <p14:tracePt t="51672" x="5514975" y="3871913"/>
          <p14:tracePt t="51688" x="5514975" y="3856038"/>
          <p14:tracePt t="51713" x="5514975" y="3840163"/>
          <p14:tracePt t="51745" x="5514975" y="3830638"/>
          <p14:tracePt t="51777" x="5514975" y="3814763"/>
          <p14:tracePt t="51810" x="5499100" y="3797300"/>
          <p14:tracePt t="51817" x="5491163" y="3797300"/>
          <p14:tracePt t="51834" x="5473700" y="3781425"/>
          <p14:tracePt t="51842" x="5457825" y="3781425"/>
          <p14:tracePt t="51858" x="5448300" y="3773488"/>
          <p14:tracePt t="51866" x="5432425" y="3773488"/>
          <p14:tracePt t="51882" x="5416550" y="3756025"/>
          <p14:tracePt t="51890" x="5407025" y="3740150"/>
          <p14:tracePt t="51898" x="5391150" y="3732213"/>
          <p14:tracePt t="51906" x="5373688" y="3732213"/>
          <p14:tracePt t="51914" x="5349875" y="3714750"/>
          <p14:tracePt t="51923" x="5332413" y="3698875"/>
          <p14:tracePt t="51939" x="5308600" y="3673475"/>
          <p14:tracePt t="51947" x="5291138" y="3673475"/>
          <p14:tracePt t="51955" x="5275263" y="3657600"/>
          <p14:tracePt t="51963" x="5267325" y="3648075"/>
          <p14:tracePt t="51972" x="5249863" y="3632200"/>
          <p14:tracePt t="51979" x="5233988" y="3632200"/>
          <p14:tracePt t="51988" x="5208588" y="3606800"/>
          <p14:tracePt t="51995" x="5192713" y="3590925"/>
          <p14:tracePt t="52005" x="5183188" y="3573463"/>
          <p14:tracePt t="52011" x="5183188" y="3565525"/>
          <p14:tracePt t="52021" x="5167313" y="3549650"/>
          <p14:tracePt t="52028" x="5167313" y="3532188"/>
          <p14:tracePt t="52037" x="5149850" y="3516313"/>
          <p14:tracePt t="52044" x="5149850" y="3508375"/>
          <p14:tracePt t="52052" x="5149850" y="3490913"/>
          <p14:tracePt t="52060" x="5149850" y="3475038"/>
          <p14:tracePt t="52068" x="5149850" y="3467100"/>
          <p14:tracePt t="52076" x="5149850" y="3433763"/>
          <p14:tracePt t="52092" x="5149850" y="3424238"/>
          <p14:tracePt t="52100" x="5149850" y="3408363"/>
          <p14:tracePt t="52116" x="5149850" y="3390900"/>
          <p14:tracePt t="52124" x="5149850" y="3382963"/>
          <p14:tracePt t="52141" x="5167313" y="3382963"/>
          <p14:tracePt t="52149" x="5183188" y="3382963"/>
          <p14:tracePt t="52157" x="5192713" y="3382963"/>
          <p14:tracePt t="52165" x="5208588" y="3382963"/>
          <p14:tracePt t="52173" x="5224463" y="3367088"/>
          <p14:tracePt t="52181" x="5233988" y="3367088"/>
          <p14:tracePt t="52189" x="5249863" y="3367088"/>
          <p14:tracePt t="52197" x="5275263" y="3367088"/>
          <p14:tracePt t="52213" x="5291138" y="3367088"/>
          <p14:tracePt t="52221" x="5308600" y="3367088"/>
          <p14:tracePt t="52229" x="5324475" y="3367088"/>
          <p14:tracePt t="52238" x="5332413" y="3367088"/>
          <p14:tracePt t="52245" x="5349875" y="3367088"/>
          <p14:tracePt t="52262" x="5365750" y="3367088"/>
          <p14:tracePt t="52271" x="5391150" y="3367088"/>
          <p14:tracePt t="52278" x="5407025" y="3382963"/>
          <p14:tracePt t="52287" x="5416550" y="3382963"/>
          <p14:tracePt t="52294" x="5432425" y="3390900"/>
          <p14:tracePt t="52302" x="5448300" y="3408363"/>
          <p14:tracePt t="52310" x="5473700" y="3408363"/>
          <p14:tracePt t="52318" x="5473700" y="3424238"/>
          <p14:tracePt t="52326" x="5491163" y="3433763"/>
          <p14:tracePt t="52334" x="5499100" y="3449638"/>
          <p14:tracePt t="52342" x="5514975" y="3449638"/>
          <p14:tracePt t="52350" x="5532438" y="3467100"/>
          <p14:tracePt t="52359" x="5540375" y="3475038"/>
          <p14:tracePt t="52375" x="5556250" y="3490913"/>
          <p14:tracePt t="52383" x="5556250" y="3508375"/>
          <p14:tracePt t="52391" x="5573713" y="3508375"/>
          <p14:tracePt t="52399" x="5573713" y="3516313"/>
          <p14:tracePt t="52407" x="5573713" y="3532188"/>
          <p14:tracePt t="52415" x="5589588" y="3532188"/>
          <p14:tracePt t="52423" x="5589588" y="3549650"/>
          <p14:tracePt t="52447" x="5589588" y="3565525"/>
          <p14:tracePt t="52464" x="5589588" y="3573463"/>
          <p14:tracePt t="52472" x="5589588" y="3590925"/>
          <p14:tracePt t="52488" x="5573713" y="3606800"/>
          <p14:tracePt t="52496" x="5573713" y="3616325"/>
          <p14:tracePt t="52512" x="5556250" y="3632200"/>
          <p14:tracePt t="52528" x="5556250" y="3648075"/>
          <p14:tracePt t="52538" x="5540375" y="3648075"/>
          <p14:tracePt t="52544" x="5540375" y="3657600"/>
          <p14:tracePt t="52560" x="5532438" y="3657600"/>
          <p14:tracePt t="52576" x="5532438" y="3673475"/>
          <p14:tracePt t="52593" x="5514975" y="3690938"/>
          <p14:tracePt t="52609" x="5514975" y="3698875"/>
          <p14:tracePt t="52617" x="5499100" y="3698875"/>
          <p14:tracePt t="52625" x="5491163" y="3698875"/>
          <p14:tracePt t="52633" x="5491163" y="3714750"/>
          <p14:tracePt t="52649" x="5473700" y="3714750"/>
          <p14:tracePt t="52690" x="5457825" y="3714750"/>
          <p14:tracePt t="52730" x="5448300" y="3714750"/>
          <p14:tracePt t="52778" x="5432425" y="3714750"/>
          <p14:tracePt t="52804" x="5416550" y="3714750"/>
          <p14:tracePt t="52843" x="5407025" y="3714750"/>
          <p14:tracePt t="52851" x="5391150" y="3714750"/>
          <p14:tracePt t="52875" x="5373688" y="3714750"/>
          <p14:tracePt t="52883" x="5365750" y="3714750"/>
          <p14:tracePt t="52892" x="5332413" y="3698875"/>
          <p14:tracePt t="52908" x="5308600" y="3690938"/>
          <p14:tracePt t="52916" x="5275263" y="3690938"/>
          <p14:tracePt t="52924" x="5267325" y="3690938"/>
          <p14:tracePt t="52932" x="5233988" y="3673475"/>
          <p14:tracePt t="52940" x="5224463" y="3657600"/>
          <p14:tracePt t="52948" x="5192713" y="3657600"/>
          <p14:tracePt t="52956" x="5167313" y="3648075"/>
          <p14:tracePt t="52964" x="5149850" y="3632200"/>
          <p14:tracePt t="52972" x="5141913" y="3632200"/>
          <p14:tracePt t="52980" x="5126038" y="3616325"/>
          <p14:tracePt t="52988" x="5108575" y="3606800"/>
          <p14:tracePt t="52999" x="5100638" y="3590925"/>
          <p14:tracePt t="53013" x="5100638" y="3573463"/>
          <p14:tracePt t="53021" x="5084763" y="3565525"/>
          <p14:tracePt t="53029" x="5084763" y="3549650"/>
          <p14:tracePt t="53038" x="5084763" y="3532188"/>
          <p14:tracePt t="53045" x="5084763" y="3516313"/>
          <p14:tracePt t="53061" x="5084763" y="3490913"/>
          <p14:tracePt t="53070" x="5084763" y="3475038"/>
          <p14:tracePt t="53077" x="5084763" y="3467100"/>
          <p14:tracePt t="53085" x="5084763" y="3449638"/>
          <p14:tracePt t="53093" x="5100638" y="3449638"/>
          <p14:tracePt t="53101" x="5100638" y="3433763"/>
          <p14:tracePt t="53109" x="5126038" y="3424238"/>
          <p14:tracePt t="53118" x="5141913" y="3408363"/>
          <p14:tracePt t="53126" x="5149850" y="3408363"/>
          <p14:tracePt t="53134" x="5167313" y="3390900"/>
          <p14:tracePt t="53142" x="5183188" y="3390900"/>
          <p14:tracePt t="53150" x="5192713" y="3382963"/>
          <p14:tracePt t="53158" x="5208588" y="3382963"/>
          <p14:tracePt t="53166" x="5224463" y="3382963"/>
          <p14:tracePt t="53182" x="5233988" y="3382963"/>
          <p14:tracePt t="53190" x="5249863" y="3382963"/>
          <p14:tracePt t="53198" x="5267325" y="3382963"/>
          <p14:tracePt t="53206" x="5275263" y="3382963"/>
          <p14:tracePt t="53222" x="5291138" y="3382963"/>
          <p14:tracePt t="53239" x="5308600" y="3382963"/>
          <p14:tracePt t="53247" x="5324475" y="3382963"/>
          <p14:tracePt t="53255" x="5332413" y="3382963"/>
          <p14:tracePt t="53263" x="5349875" y="3382963"/>
          <p14:tracePt t="53271" x="5365750" y="3382963"/>
          <p14:tracePt t="53279" x="5391150" y="3390900"/>
          <p14:tracePt t="53288" x="5407025" y="3390900"/>
          <p14:tracePt t="53295" x="5448300" y="3408363"/>
          <p14:tracePt t="53305" x="5473700" y="3424238"/>
          <p14:tracePt t="53311" x="5499100" y="3449638"/>
          <p14:tracePt t="53321" x="5532438" y="3467100"/>
          <p14:tracePt t="53328" x="5540375" y="3475038"/>
          <p14:tracePt t="53336" x="5573713" y="3490913"/>
          <p14:tracePt t="53344" x="5599113" y="3490913"/>
          <p14:tracePt t="53352" x="5614988" y="3516313"/>
          <p14:tracePt t="53360" x="5640388" y="3532188"/>
          <p14:tracePt t="53368" x="5656263" y="3532188"/>
          <p14:tracePt t="53376" x="5673725" y="3549650"/>
          <p14:tracePt t="53384" x="5681663" y="3565525"/>
          <p14:tracePt t="53392" x="5697538" y="3573463"/>
          <p14:tracePt t="53400" x="5697538" y="3590925"/>
          <p14:tracePt t="53408" x="5715000" y="3590925"/>
          <p14:tracePt t="53416" x="5722938" y="3606800"/>
          <p14:tracePt t="53424" x="5722938" y="3616325"/>
          <p14:tracePt t="53440" x="5722938" y="3632200"/>
          <p14:tracePt t="53448" x="5722938" y="3648075"/>
          <p14:tracePt t="53457" x="5722938" y="3657600"/>
          <p14:tracePt t="53473" x="5722938" y="3673475"/>
          <p14:tracePt t="53489" x="5722938" y="3690938"/>
          <p14:tracePt t="53497" x="5722938" y="3698875"/>
          <p14:tracePt t="53513" x="5722938" y="3714750"/>
          <p14:tracePt t="53521" x="5722938" y="3732213"/>
          <p14:tracePt t="53538" x="5722938" y="3740150"/>
          <p14:tracePt t="53545" x="5715000" y="3756025"/>
          <p14:tracePt t="53561" x="5715000" y="3773488"/>
          <p14:tracePt t="53570" x="5697538" y="3773488"/>
          <p14:tracePt t="53587" x="5681663" y="3781425"/>
          <p14:tracePt t="53602" x="5673725" y="3797300"/>
          <p14:tracePt t="53618" x="5656263" y="3797300"/>
          <p14:tracePt t="53626" x="5640388" y="3814763"/>
          <p14:tracePt t="53634" x="5630863" y="3814763"/>
          <p14:tracePt t="53642" x="5614988" y="3814763"/>
          <p14:tracePt t="53650" x="5599113" y="3814763"/>
          <p14:tracePt t="53666" x="5589588" y="3814763"/>
          <p14:tracePt t="53675" x="5556250" y="3814763"/>
          <p14:tracePt t="53683" x="5532438" y="3814763"/>
          <p14:tracePt t="53691" x="5514975" y="3814763"/>
          <p14:tracePt t="53699" x="5473700" y="3814763"/>
          <p14:tracePt t="53707" x="5448300" y="3797300"/>
          <p14:tracePt t="53715" x="5407025" y="3781425"/>
          <p14:tracePt t="53723" x="5373688" y="3773488"/>
          <p14:tracePt t="53731" x="5332413" y="3756025"/>
          <p14:tracePt t="53739" x="5291138" y="3732213"/>
          <p14:tracePt t="53747" x="5267325" y="3732213"/>
          <p14:tracePt t="53755" x="5233988" y="3714750"/>
          <p14:tracePt t="53763" x="5224463" y="3690938"/>
          <p14:tracePt t="53771" x="5208588" y="3690938"/>
          <p14:tracePt t="53779" x="5192713" y="3673475"/>
          <p14:tracePt t="53788" x="5192713" y="3657600"/>
          <p14:tracePt t="53804" x="5192713" y="3648075"/>
          <p14:tracePt t="53828" x="5192713" y="3632200"/>
          <p14:tracePt t="53877" x="5208588" y="3632200"/>
          <p14:tracePt t="53900" x="5224463" y="3632200"/>
          <p14:tracePt t="53933" x="5233988" y="3632200"/>
          <p14:tracePt t="53957" x="5249863" y="3632200"/>
          <p14:tracePt t="54038" x="5249863" y="3648075"/>
          <p14:tracePt t="54078" x="5249863" y="3657600"/>
          <p14:tracePt t="54103" x="5249863" y="3673475"/>
          <p14:tracePt t="54119" x="5233988" y="3673475"/>
          <p14:tracePt t="54127" x="5233988" y="3690938"/>
          <p14:tracePt t="54151" x="5233988" y="3698875"/>
          <p14:tracePt t="54191" x="5233988" y="3714750"/>
          <p14:tracePt t="54248" x="5249863" y="3714750"/>
          <p14:tracePt t="54272" x="5267325" y="3714750"/>
          <p14:tracePt t="54288" x="5275263" y="3714750"/>
          <p14:tracePt t="54296" x="5291138" y="3714750"/>
          <p14:tracePt t="54312" x="5308600" y="3698875"/>
          <p14:tracePt t="54321" x="5324475" y="3690938"/>
          <p14:tracePt t="54338" x="5332413" y="3673475"/>
          <p14:tracePt t="54345" x="5349875" y="3673475"/>
          <p14:tracePt t="54361" x="5349875" y="3657600"/>
          <p14:tracePt t="54371" x="5365750" y="3648075"/>
          <p14:tracePt t="54385" x="5373688" y="3648075"/>
          <p14:tracePt t="54393" x="5373688" y="3632200"/>
          <p14:tracePt t="54409" x="5391150" y="3632200"/>
          <p14:tracePt t="54425" x="5391150" y="3616325"/>
          <p14:tracePt t="54563" x="5373688" y="3616325"/>
          <p14:tracePt t="54587" x="5373688" y="3632200"/>
          <p14:tracePt t="54604" x="5373688" y="3648075"/>
          <p14:tracePt t="54611" x="5373688" y="3657600"/>
          <p14:tracePt t="54621" x="5373688" y="3673475"/>
          <p14:tracePt t="54635" x="5373688" y="3698875"/>
          <p14:tracePt t="54643" x="5373688" y="3732213"/>
          <p14:tracePt t="54652" x="5391150" y="3740150"/>
          <p14:tracePt t="54659" x="5391150" y="3773488"/>
          <p14:tracePt t="54668" x="5407025" y="3781425"/>
          <p14:tracePt t="54676" x="5416550" y="3814763"/>
          <p14:tracePt t="54684" x="5416550" y="3830638"/>
          <p14:tracePt t="54692" x="5432425" y="3840163"/>
          <p14:tracePt t="54700" x="5432425" y="3856038"/>
          <p14:tracePt t="54708" x="5448300" y="3871913"/>
          <p14:tracePt t="54724" x="5448300" y="3881438"/>
          <p14:tracePt t="54732" x="5457825" y="3881438"/>
          <p14:tracePt t="54748" x="5457825" y="3897313"/>
          <p14:tracePt t="54764" x="5473700" y="3897313"/>
          <p14:tracePt t="54797" x="5491163" y="3897313"/>
          <p14:tracePt t="54813" x="5499100" y="3897313"/>
          <p14:tracePt t="54821" x="5514975" y="3897313"/>
          <p14:tracePt t="54829" x="5532438" y="3881438"/>
          <p14:tracePt t="54845" x="5540375" y="3871913"/>
          <p14:tracePt t="54855" x="5556250" y="3856038"/>
          <p14:tracePt t="54861" x="5573713" y="3856038"/>
          <p14:tracePt t="54871" x="5589588" y="3840163"/>
          <p14:tracePt t="54877" x="5599113" y="3814763"/>
          <p14:tracePt t="54887" x="5614988" y="3797300"/>
          <p14:tracePt t="54894" x="5630863" y="3781425"/>
          <p14:tracePt t="54902" x="5640388" y="3773488"/>
          <p14:tracePt t="54910" x="5656263" y="3740150"/>
          <p14:tracePt t="54918" x="5656263" y="3732213"/>
          <p14:tracePt t="54926" x="5673725" y="3714750"/>
          <p14:tracePt t="54934" x="5673725" y="3690938"/>
          <p14:tracePt t="54942" x="5673725" y="3673475"/>
          <p14:tracePt t="54950" x="5681663" y="3673475"/>
          <p14:tracePt t="54958" x="5681663" y="3657600"/>
          <p14:tracePt t="54966" x="5697538" y="3648075"/>
          <p14:tracePt t="55055" x="5681663" y="3648075"/>
          <p14:tracePt t="55079" x="5673725" y="3657600"/>
          <p14:tracePt t="55087" x="5656263" y="3657600"/>
          <p14:tracePt t="55095" x="5656263" y="3673475"/>
          <p14:tracePt t="55106" x="5640388" y="3673475"/>
          <p14:tracePt t="55111" x="5640388" y="3690938"/>
          <p14:tracePt t="55121" x="5630863" y="3690938"/>
          <p14:tracePt t="55137" x="5630863" y="3698875"/>
          <p14:tracePt t="55160" x="5630863" y="3714750"/>
          <p14:tracePt t="55168" x="5614988" y="3714750"/>
          <p14:tracePt t="55225" x="5614988" y="3732213"/>
          <p14:tracePt t="55370" x="5614988" y="3740150"/>
          <p14:tracePt t="55394" x="5614988" y="3756025"/>
          <p14:tracePt t="55418" x="5614988" y="3773488"/>
          <p14:tracePt t="55451" x="5599113" y="3781425"/>
          <p14:tracePt t="55459" x="5599113" y="3797300"/>
          <p14:tracePt t="55475" x="5589588" y="3814763"/>
          <p14:tracePt t="55483" x="5589588" y="3830638"/>
          <p14:tracePt t="55491" x="5573713" y="3830638"/>
          <p14:tracePt t="55499" x="5573713" y="3840163"/>
          <p14:tracePt t="55507" x="5573713" y="3856038"/>
          <p14:tracePt t="55523" x="5556250" y="3871913"/>
          <p14:tracePt t="55531" x="5556250" y="3881438"/>
          <p14:tracePt t="55540" x="5556250" y="3897313"/>
          <p14:tracePt t="55547" x="5540375" y="3914775"/>
          <p14:tracePt t="55556" x="5540375" y="3922713"/>
          <p14:tracePt t="55572" x="5532438" y="3938588"/>
          <p14:tracePt t="55580" x="5532438" y="3956050"/>
          <p14:tracePt t="55588" x="5532438" y="3963988"/>
          <p14:tracePt t="55596" x="5532438" y="3979863"/>
          <p14:tracePt t="55605" x="5532438" y="3997325"/>
          <p14:tracePt t="55612" x="5532438" y="4005263"/>
          <p14:tracePt t="55628" x="5532438" y="4021138"/>
          <p14:tracePt t="55638" x="5532438" y="4038600"/>
          <p14:tracePt t="55654" x="5532438" y="4046538"/>
          <p14:tracePt t="55661" x="5532438" y="4064000"/>
          <p14:tracePt t="55669" x="5532438" y="4079875"/>
          <p14:tracePt t="55677" x="5532438" y="4097338"/>
          <p14:tracePt t="55685" x="5532438" y="4105275"/>
          <p14:tracePt t="55693" x="5532438" y="4121150"/>
          <p14:tracePt t="55701" x="5532438" y="4138613"/>
          <p14:tracePt t="55709" x="5532438" y="4162425"/>
          <p14:tracePt t="55725" x="5514975" y="4187825"/>
          <p14:tracePt t="55733" x="5514975" y="4203700"/>
          <p14:tracePt t="55741" x="5514975" y="4221163"/>
          <p14:tracePt t="55749" x="5514975" y="4229100"/>
          <p14:tracePt t="55757" x="5514975" y="4262438"/>
          <p14:tracePt t="55766" x="5514975" y="4270375"/>
          <p14:tracePt t="55774" x="5514975" y="4287838"/>
          <p14:tracePt t="55790" x="5514975" y="4303713"/>
          <p14:tracePt t="55798" x="5514975" y="4311650"/>
          <p14:tracePt t="55814" x="5514975" y="4329113"/>
          <p14:tracePt t="55838" x="5514975" y="4344988"/>
          <p14:tracePt t="55862" x="5514975" y="4362450"/>
          <p14:tracePt t="56048" x="5499100" y="4362450"/>
          <p14:tracePt t="56185" x="5491163" y="4362450"/>
          <p14:tracePt t="56234" x="5491163" y="4344988"/>
          <p14:tracePt t="56282" x="5491163" y="4329113"/>
          <p14:tracePt t="56290" x="5473700" y="4329113"/>
          <p14:tracePt t="56533" x="5473700" y="4344988"/>
          <p14:tracePt t="56565" x="5473700" y="4362450"/>
          <p14:tracePt t="56621" x="5473700" y="4370388"/>
          <p14:tracePt t="56639" x="5457825" y="4370388"/>
          <p14:tracePt t="56662" x="5448300" y="4370388"/>
          <p14:tracePt t="56718" x="5448300" y="4362450"/>
          <p14:tracePt t="56977" x="5448300" y="4344988"/>
          <p14:tracePt t="57049" x="5457825" y="4344988"/>
          <p14:tracePt t="57130" x="5457825" y="4362450"/>
          <p14:tracePt t="57162" x="5457825" y="4370388"/>
          <p14:tracePt t="57195" x="5457825" y="4386263"/>
          <p14:tracePt t="57211" x="5448300" y="4386263"/>
          <p14:tracePt t="57219" x="5432425" y="4386263"/>
          <p14:tracePt t="57235" x="5416550" y="4386263"/>
          <p14:tracePt t="57243" x="5407025" y="4386263"/>
          <p14:tracePt t="57251" x="5391150" y="4386263"/>
          <p14:tracePt t="57259" x="5365750" y="4386263"/>
          <p14:tracePt t="57275" x="5349875" y="4370388"/>
          <p14:tracePt t="57283" x="5324475" y="4362450"/>
          <p14:tracePt t="57291" x="5308600" y="4344988"/>
          <p14:tracePt t="57299" x="5291138" y="4329113"/>
          <p14:tracePt t="57316" x="5275263" y="4311650"/>
          <p14:tracePt t="57324" x="5267325" y="4303713"/>
          <p14:tracePt t="57332" x="5267325" y="4287838"/>
          <p14:tracePt t="57340" x="5249863" y="4270375"/>
          <p14:tracePt t="57348" x="5249863" y="4262438"/>
          <p14:tracePt t="57364" x="5249863" y="4246563"/>
          <p14:tracePt t="57372" x="5249863" y="4229100"/>
          <p14:tracePt t="57396" x="5249863" y="4221163"/>
          <p14:tracePt t="57421" x="5249863" y="4203700"/>
          <p14:tracePt t="57438" x="5267325" y="4203700"/>
          <p14:tracePt t="57445" x="5275263" y="4203700"/>
          <p14:tracePt t="57455" x="5291138" y="4203700"/>
          <p14:tracePt t="57461" x="5324475" y="4203700"/>
          <p14:tracePt t="57477" x="5332413" y="4203700"/>
          <p14:tracePt t="57485" x="5365750" y="4203700"/>
          <p14:tracePt t="57493" x="5416550" y="4203700"/>
          <p14:tracePt t="57501" x="5457825" y="4203700"/>
          <p14:tracePt t="57510" x="5514975" y="4203700"/>
          <p14:tracePt t="57517" x="5589588" y="4203700"/>
          <p14:tracePt t="57526" x="5630863" y="4203700"/>
          <p14:tracePt t="57534" x="5681663" y="4229100"/>
          <p14:tracePt t="57542" x="5722938" y="4262438"/>
          <p14:tracePt t="57550" x="5764213" y="4287838"/>
          <p14:tracePt t="57558" x="5780088" y="4303713"/>
          <p14:tracePt t="57566" x="5805488" y="4329113"/>
          <p14:tracePt t="57574" x="5822950" y="4344988"/>
          <p14:tracePt t="57582" x="5822950" y="4362450"/>
          <p14:tracePt t="57590" x="5838825" y="4370388"/>
          <p14:tracePt t="57606" x="5838825" y="4386263"/>
          <p14:tracePt t="57622" x="5838825" y="4403725"/>
          <p14:tracePt t="57655" x="5822950" y="4403725"/>
          <p14:tracePt t="57663" x="5805488" y="4403725"/>
          <p14:tracePt t="57671" x="5797550" y="4403725"/>
          <p14:tracePt t="57679" x="5780088" y="4403725"/>
          <p14:tracePt t="57688" x="5764213" y="4403725"/>
          <p14:tracePt t="57705" x="5756275" y="4403725"/>
          <p14:tracePt t="57711" x="5738813" y="4403725"/>
          <p14:tracePt t="57721" x="5722938" y="4403725"/>
          <p14:tracePt t="57728" x="5715000" y="4403725"/>
          <p14:tracePt t="57735" x="5697538" y="4403725"/>
          <p14:tracePt t="57744" x="5681663" y="4403725"/>
          <p14:tracePt t="57760" x="5673725" y="4403725"/>
          <p14:tracePt t="57768" x="5656263" y="4403725"/>
          <p14:tracePt t="57784" x="5640388" y="4403725"/>
          <p14:tracePt t="57792" x="5640388" y="4386263"/>
          <p14:tracePt t="57816" x="5640388" y="4370388"/>
          <p14:tracePt t="57848" x="5640388" y="4362450"/>
          <p14:tracePt t="57913" x="5630863" y="4362450"/>
          <p14:tracePt t="57954" x="5614988" y="4362450"/>
          <p14:tracePt t="57978" x="5614988" y="4370388"/>
          <p14:tracePt t="57994" x="5599113" y="4386263"/>
          <p14:tracePt t="58002" x="5599113" y="4403725"/>
          <p14:tracePt t="58018" x="5589588" y="4411663"/>
          <p14:tracePt t="58042" x="5589588" y="4427538"/>
          <p14:tracePt t="58066" x="5589588" y="4445000"/>
          <p14:tracePt t="58139" x="5599113" y="4445000"/>
          <p14:tracePt t="58155" x="5630863" y="4445000"/>
          <p14:tracePt t="58163" x="5656263" y="4452938"/>
          <p14:tracePt t="58172" x="5673725" y="4452938"/>
          <p14:tracePt t="58180" x="5697538" y="4470400"/>
          <p14:tracePt t="58188" x="5715000" y="4470400"/>
          <p14:tracePt t="58196" x="5715000" y="4486275"/>
          <p14:tracePt t="58205" x="5722938" y="4486275"/>
          <p14:tracePt t="58228" x="5722938" y="4494213"/>
          <p14:tracePt t="58252" x="5722938" y="4511675"/>
          <p14:tracePt t="58276" x="5715000" y="4511675"/>
          <p14:tracePt t="58284" x="5681663" y="4511675"/>
          <p14:tracePt t="58293" x="5673725" y="4511675"/>
          <p14:tracePt t="58301" x="5630863" y="4511675"/>
          <p14:tracePt t="58309" x="5599113" y="4494213"/>
          <p14:tracePt t="58317" x="5573713" y="4486275"/>
          <p14:tracePt t="58325" x="5532438" y="4470400"/>
          <p14:tracePt t="58333" x="5491163" y="4427538"/>
          <p14:tracePt t="58341" x="5457825" y="4403725"/>
          <p14:tracePt t="58349" x="5432425" y="4386263"/>
          <p14:tracePt t="58357" x="5416550" y="4362450"/>
          <p14:tracePt t="58365" x="5407025" y="4329113"/>
          <p14:tracePt t="58373" x="5391150" y="4303713"/>
          <p14:tracePt t="58381" x="5391150" y="4270375"/>
          <p14:tracePt t="58389" x="5391150" y="4229100"/>
          <p14:tracePt t="58398" x="5391150" y="4203700"/>
          <p14:tracePt t="58405" x="5391150" y="4162425"/>
          <p14:tracePt t="58414" x="5391150" y="4121150"/>
          <p14:tracePt t="58422" x="5391150" y="4079875"/>
          <p14:tracePt t="58430" x="5391150" y="4021138"/>
          <p14:tracePt t="58438" x="5391150" y="3979863"/>
          <p14:tracePt t="58446" x="5407025" y="3956050"/>
          <p14:tracePt t="58455" x="5432425" y="3897313"/>
          <p14:tracePt t="58462" x="5448300" y="3871913"/>
          <p14:tracePt t="58471" x="5457825" y="3856038"/>
          <p14:tracePt t="58478" x="5473700" y="3830638"/>
          <p14:tracePt t="58489" x="5499100" y="3814763"/>
          <p14:tracePt t="58495" x="5499100" y="3797300"/>
          <p14:tracePt t="58505" x="5514975" y="3797300"/>
          <p14:tracePt t="58510" x="5532438" y="3781425"/>
          <p14:tracePt t="58527" x="5540375" y="3781425"/>
          <p14:tracePt t="58543" x="5556250" y="3781425"/>
          <p14:tracePt t="58599" x="5540375" y="3781425"/>
          <p14:tracePt t="58607" x="5514975" y="3781425"/>
          <p14:tracePt t="58615" x="5499100" y="3781425"/>
          <p14:tracePt t="58624" x="5491163" y="3797300"/>
          <p14:tracePt t="58632" x="5457825" y="3797300"/>
          <p14:tracePt t="58640" x="5432425" y="3797300"/>
          <p14:tracePt t="58648" x="5407025" y="3814763"/>
          <p14:tracePt t="58656" x="5373688" y="3814763"/>
          <p14:tracePt t="58664" x="5365750" y="3814763"/>
          <p14:tracePt t="58672" x="5332413" y="3814763"/>
          <p14:tracePt t="58680" x="5308600" y="3814763"/>
          <p14:tracePt t="58696" x="5291138" y="3814763"/>
          <p14:tracePt t="58705" x="5275263" y="3797300"/>
          <p14:tracePt t="58712" x="5275263" y="3781425"/>
          <p14:tracePt t="58721" x="5275263" y="3773488"/>
          <p14:tracePt t="58738" x="5275263" y="3756025"/>
          <p14:tracePt t="58745" x="5275263" y="3740150"/>
          <p14:tracePt t="58761" x="5275263" y="3732213"/>
          <p14:tracePt t="58777" x="5275263" y="3714750"/>
          <p14:tracePt t="58793" x="5275263" y="3698875"/>
          <p14:tracePt t="58850" x="5291138" y="3698875"/>
          <p14:tracePt t="58882" x="5308600" y="3698875"/>
          <p14:tracePt t="58914" x="5324475" y="3698875"/>
          <p14:tracePt t="58938" x="5349875" y="3714750"/>
          <p14:tracePt t="58946" x="5373688" y="3714750"/>
          <p14:tracePt t="58955" x="5391150" y="3714750"/>
          <p14:tracePt t="58963" x="5432425" y="3732213"/>
          <p14:tracePt t="58972" x="5457825" y="3732213"/>
          <p14:tracePt t="58979" x="5499100" y="3732213"/>
          <p14:tracePt t="58988" x="5532438" y="3740150"/>
          <p14:tracePt t="58995" x="5589588" y="3756025"/>
          <p14:tracePt t="59005" x="5630863" y="3756025"/>
          <p14:tracePt t="59011" x="5656263" y="3756025"/>
          <p14:tracePt t="59021" x="5697538" y="3773488"/>
          <p14:tracePt t="59027" x="5722938" y="3781425"/>
          <p14:tracePt t="59043" x="5756275" y="3781425"/>
          <p14:tracePt t="59059" x="5764213" y="3797300"/>
          <p14:tracePt t="59068" x="5780088" y="3797300"/>
          <p14:tracePt t="64037" x="5756275" y="3797300"/>
          <p14:tracePt t="64045" x="5722938" y="3797300"/>
          <p14:tracePt t="64055" x="5697538" y="3797300"/>
          <p14:tracePt t="64061" x="5673725" y="3781425"/>
          <p14:tracePt t="64069" x="5640388" y="3773488"/>
          <p14:tracePt t="64077" x="5614988" y="3773488"/>
          <p14:tracePt t="64085" x="5573713" y="3773488"/>
          <p14:tracePt t="64093" x="5556250" y="3773488"/>
          <p14:tracePt t="64101" x="5540375" y="3773488"/>
          <p14:tracePt t="64109" x="5532438" y="3773488"/>
          <p14:tracePt t="64117" x="5514975" y="3773488"/>
          <p14:tracePt t="64125" x="5499100" y="3773488"/>
          <p14:tracePt t="64149" x="5491163" y="3773488"/>
          <p14:tracePt t="64174" x="5473700" y="3773488"/>
          <p14:tracePt t="64182" x="5457825" y="3773488"/>
          <p14:tracePt t="64198" x="5448300" y="3773488"/>
          <p14:tracePt t="64206" x="5432425" y="3773488"/>
          <p14:tracePt t="64214" x="5416550" y="3773488"/>
          <p14:tracePt t="64222" x="5407025" y="3773488"/>
          <p14:tracePt t="64246" x="5391150" y="3773488"/>
          <p14:tracePt t="64255" x="5391150" y="3756025"/>
          <p14:tracePt t="64263" x="5373688" y="3756025"/>
          <p14:tracePt t="64272" x="5373688" y="3740150"/>
          <p14:tracePt t="64279" x="5365750" y="3732213"/>
          <p14:tracePt t="64295" x="5365750" y="3714750"/>
          <p14:tracePt t="64304" x="5349875" y="3698875"/>
          <p14:tracePt t="64320" x="5349875" y="3690938"/>
          <p14:tracePt t="64327" x="5349875" y="3673475"/>
          <p14:tracePt t="64335" x="5332413" y="3673475"/>
          <p14:tracePt t="64351" x="5332413" y="3657600"/>
          <p14:tracePt t="64367" x="5324475" y="3648075"/>
          <p14:tracePt t="64376" x="5324475" y="3616325"/>
          <p14:tracePt t="64384" x="5324475" y="3606800"/>
          <p14:tracePt t="64392" x="5324475" y="3590925"/>
          <p14:tracePt t="64400" x="5308600" y="3565525"/>
          <p14:tracePt t="64408" x="5308600" y="3532188"/>
          <p14:tracePt t="64416" x="5308600" y="3508375"/>
          <p14:tracePt t="64424" x="5291138" y="3467100"/>
          <p14:tracePt t="64432" x="5291138" y="3424238"/>
          <p14:tracePt t="64440" x="5291138" y="3382963"/>
          <p14:tracePt t="64448" x="5291138" y="3341688"/>
          <p14:tracePt t="64456" x="5291138" y="3325813"/>
          <p14:tracePt t="64464" x="5291138" y="3284538"/>
          <p14:tracePt t="64472" x="5291138" y="3267075"/>
          <p14:tracePt t="64481" x="5291138" y="3251200"/>
          <p14:tracePt t="64489" x="5291138" y="3241675"/>
          <p14:tracePt t="64513" x="5291138" y="3225800"/>
          <p14:tracePt t="64521" x="5308600" y="3225800"/>
          <p14:tracePt t="64538" x="5324475" y="3225800"/>
          <p14:tracePt t="64545" x="5332413" y="3225800"/>
          <p14:tracePt t="64555" x="5365750" y="3225800"/>
          <p14:tracePt t="64561" x="5373688" y="3225800"/>
          <p14:tracePt t="64571" x="5407025" y="3225800"/>
          <p14:tracePt t="64578" x="5432425" y="3225800"/>
          <p14:tracePt t="64586" x="5457825" y="3251200"/>
          <p14:tracePt t="64594" x="5491163" y="3267075"/>
          <p14:tracePt t="64602" x="5499100" y="3284538"/>
          <p14:tracePt t="64610" x="5532438" y="3292475"/>
          <p14:tracePt t="64618" x="5540375" y="3308350"/>
          <p14:tracePt t="64626" x="5573713" y="3325813"/>
          <p14:tracePt t="64634" x="5573713" y="3349625"/>
          <p14:tracePt t="64642" x="5589588" y="3349625"/>
          <p14:tracePt t="64650" x="5589588" y="3367088"/>
          <p14:tracePt t="64658" x="5589588" y="3390900"/>
          <p14:tracePt t="64666" x="5599113" y="3408363"/>
          <p14:tracePt t="64674" x="5599113" y="3433763"/>
          <p14:tracePt t="64682" x="5599113" y="3467100"/>
          <p14:tracePt t="64690" x="5599113" y="3490913"/>
          <p14:tracePt t="64699" x="5599113" y="3532188"/>
          <p14:tracePt t="64707" x="5599113" y="3565525"/>
          <p14:tracePt t="64715" x="5599113" y="3606800"/>
          <p14:tracePt t="64723" x="5599113" y="3657600"/>
          <p14:tracePt t="64731" x="5589588" y="3690938"/>
          <p14:tracePt t="64739" x="5589588" y="3714750"/>
          <p14:tracePt t="64747" x="5573713" y="3740150"/>
          <p14:tracePt t="64755" x="5573713" y="3756025"/>
          <p14:tracePt t="64764" x="5556250" y="3773488"/>
          <p14:tracePt t="64772" x="5556250" y="3781425"/>
          <p14:tracePt t="64779" x="5540375" y="3781425"/>
          <p14:tracePt t="64788" x="5532438" y="3797300"/>
          <p14:tracePt t="64805" x="5514975" y="3797300"/>
          <p14:tracePt t="64812" x="5491163" y="3797300"/>
          <p14:tracePt t="64821" x="5473700" y="3797300"/>
          <p14:tracePt t="64828" x="5457825" y="3797300"/>
          <p14:tracePt t="64837" x="5448300" y="3797300"/>
          <p14:tracePt t="64844" x="5432425" y="3797300"/>
          <p14:tracePt t="64852" x="5407025" y="3781425"/>
          <p14:tracePt t="64860" x="5407025" y="3773488"/>
          <p14:tracePt t="64868" x="5391150" y="3773488"/>
          <p14:tracePt t="64876" x="5373688" y="3756025"/>
          <p14:tracePt t="64884" x="5373688" y="3740150"/>
          <p14:tracePt t="64892" x="5365750" y="3740150"/>
          <p14:tracePt t="64909" x="5365750" y="3732213"/>
          <p14:tracePt t="64925" x="5365750" y="3714750"/>
          <p14:tracePt t="64933" x="5349875" y="3698875"/>
          <p14:tracePt t="64941" x="5349875" y="3690938"/>
          <p14:tracePt t="64949" x="5349875" y="3673475"/>
          <p14:tracePt t="64957" x="5349875" y="3657600"/>
          <p14:tracePt t="64973" x="5349875" y="3648075"/>
          <p14:tracePt t="64981" x="5349875" y="3632200"/>
          <p14:tracePt t="65001" x="5349875" y="3616325"/>
          <p14:tracePt t="65013" x="5349875" y="3606800"/>
          <p14:tracePt t="65021" x="5349875" y="3590925"/>
          <p14:tracePt t="65030" x="5349875" y="3573463"/>
          <p14:tracePt t="65046" x="5349875" y="3565525"/>
          <p14:tracePt t="65055" x="5373688" y="3549650"/>
          <p14:tracePt t="65062" x="5391150" y="3532188"/>
          <p14:tracePt t="65071" x="5407025" y="3516313"/>
          <p14:tracePt t="65078" x="5416550" y="3508375"/>
          <p14:tracePt t="65087" x="5448300" y="3508375"/>
          <p14:tracePt t="65094" x="5457825" y="3490913"/>
          <p14:tracePt t="65104" x="5491163" y="3490913"/>
          <p14:tracePt t="65111" x="5514975" y="3490913"/>
          <p14:tracePt t="65118" x="5532438" y="3490913"/>
          <p14:tracePt t="65126" x="5556250" y="3490913"/>
          <p14:tracePt t="65134" x="5573713" y="3490913"/>
          <p14:tracePt t="65143" x="5599113" y="3490913"/>
          <p14:tracePt t="65151" x="5640388" y="3490913"/>
          <p14:tracePt t="65167" x="5673725" y="3490913"/>
          <p14:tracePt t="65175" x="5697538" y="3490913"/>
          <p14:tracePt t="65183" x="5697538" y="3508375"/>
          <p14:tracePt t="65191" x="5722938" y="3508375"/>
          <p14:tracePt t="65199" x="5738813" y="3516313"/>
          <p14:tracePt t="65207" x="5756275" y="3532188"/>
          <p14:tracePt t="65223" x="5756275" y="3549650"/>
          <p14:tracePt t="65231" x="5764213" y="3549650"/>
          <p14:tracePt t="65240" x="5780088" y="3565525"/>
          <p14:tracePt t="65256" x="5780088" y="3573463"/>
          <p14:tracePt t="65264" x="5780088" y="3590925"/>
          <p14:tracePt t="65272" x="5780088" y="3606800"/>
          <p14:tracePt t="65280" x="5780088" y="3616325"/>
          <p14:tracePt t="65288" x="5780088" y="3648075"/>
          <p14:tracePt t="65296" x="5780088" y="3657600"/>
          <p14:tracePt t="65305" x="5780088" y="3673475"/>
          <p14:tracePt t="65312" x="5780088" y="3698875"/>
          <p14:tracePt t="65321" x="5780088" y="3714750"/>
          <p14:tracePt t="65328" x="5780088" y="3732213"/>
          <p14:tracePt t="65338" x="5764213" y="3740150"/>
          <p14:tracePt t="65344" x="5756275" y="3756025"/>
          <p14:tracePt t="65354" x="5722938" y="3773488"/>
          <p14:tracePt t="65361" x="5715000" y="3773488"/>
          <p14:tracePt t="65369" x="5656263" y="3781425"/>
          <p14:tracePt t="65377" x="5599113" y="3781425"/>
          <p14:tracePt t="65385" x="5532438" y="3781425"/>
          <p14:tracePt t="65393" x="5457825" y="3781425"/>
          <p14:tracePt t="65401" x="5365750" y="3781425"/>
          <p14:tracePt t="65409" x="5267325" y="3773488"/>
          <p14:tracePt t="65417" x="5233988" y="3756025"/>
          <p14:tracePt t="65425" x="5149850" y="3714750"/>
          <p14:tracePt t="65433" x="5108575" y="3698875"/>
          <p14:tracePt t="65441" x="5067300" y="3657600"/>
          <p14:tracePt t="65449" x="5041900" y="3648075"/>
          <p14:tracePt t="65458" x="5018088" y="3632200"/>
          <p14:tracePt t="65466" x="5000625" y="3616325"/>
          <p14:tracePt t="65482" x="5000625" y="3606800"/>
          <p14:tracePt t="65490" x="5000625" y="3590925"/>
          <p14:tracePt t="65506" x="5000625" y="3573463"/>
          <p14:tracePt t="65530" x="5000625" y="3565525"/>
          <p14:tracePt t="65538" x="5000625" y="3549650"/>
          <p14:tracePt t="65546" x="5018088" y="3549650"/>
          <p14:tracePt t="65555" x="5041900" y="3532188"/>
          <p14:tracePt t="65562" x="5067300" y="3516313"/>
          <p14:tracePt t="65571" x="5108575" y="3508375"/>
          <p14:tracePt t="65579" x="5149850" y="3508375"/>
          <p14:tracePt t="65588" x="5183188" y="3490913"/>
          <p14:tracePt t="65595" x="5224463" y="3475038"/>
          <p14:tracePt t="65604" x="5249863" y="3475038"/>
          <p14:tracePt t="65611" x="5291138" y="3475038"/>
          <p14:tracePt t="65620" x="5332413" y="3475038"/>
          <p14:tracePt t="65627" x="5349875" y="3475038"/>
          <p14:tracePt t="65635" x="5373688" y="3475038"/>
          <p14:tracePt t="65643" x="5391150" y="3475038"/>
          <p14:tracePt t="65651" x="5407025" y="3475038"/>
          <p14:tracePt t="65659" x="5432425" y="3475038"/>
          <p14:tracePt t="65667" x="5448300" y="3475038"/>
          <p14:tracePt t="65684" x="5457825" y="3475038"/>
          <p14:tracePt t="65692" x="5491163" y="3475038"/>
          <p14:tracePt t="65700" x="5499100" y="3490913"/>
          <p14:tracePt t="65708" x="5532438" y="3516313"/>
          <p14:tracePt t="65724" x="5540375" y="3532188"/>
          <p14:tracePt t="65732" x="5556250" y="3549650"/>
          <p14:tracePt t="65740" x="5573713" y="3565525"/>
          <p14:tracePt t="65748" x="5589588" y="3573463"/>
          <p14:tracePt t="65756" x="5599113" y="3606800"/>
          <p14:tracePt t="65764" x="5599113" y="3616325"/>
          <p14:tracePt t="65772" x="5614988" y="3632200"/>
          <p14:tracePt t="65780" x="5614988" y="3657600"/>
          <p14:tracePt t="65789" x="5630863" y="3690938"/>
          <p14:tracePt t="65796" x="5630863" y="3698875"/>
          <p14:tracePt t="65805" x="5630863" y="3714750"/>
          <p14:tracePt t="65813" x="5630863" y="3732213"/>
          <p14:tracePt t="65821" x="5630863" y="3740150"/>
          <p14:tracePt t="65829" x="5630863" y="3756025"/>
          <p14:tracePt t="65845" x="5630863" y="3773488"/>
          <p14:tracePt t="65870" x="5614988" y="3781425"/>
          <p14:tracePt t="65877" x="5599113" y="3781425"/>
          <p14:tracePt t="65885" x="5556250" y="3797300"/>
          <p14:tracePt t="65894" x="5532438" y="3797300"/>
          <p14:tracePt t="65902" x="5491163" y="3797300"/>
          <p14:tracePt t="65910" x="5448300" y="3797300"/>
          <p14:tracePt t="65918" x="5407025" y="3781425"/>
          <p14:tracePt t="65926" x="5365750" y="3756025"/>
          <p14:tracePt t="65934" x="5324475" y="3732213"/>
          <p14:tracePt t="65942" x="5275263" y="3690938"/>
          <p14:tracePt t="65950" x="5249863" y="3673475"/>
          <p14:tracePt t="65958" x="5224463" y="3648075"/>
          <p14:tracePt t="65966" x="5208588" y="3632200"/>
          <p14:tracePt t="65974" x="5192713" y="3616325"/>
          <p14:tracePt t="65982" x="5192713" y="3606800"/>
          <p14:tracePt t="65990" x="5192713" y="3590925"/>
          <p14:tracePt t="66002" x="5192713" y="3573463"/>
          <p14:tracePt t="66015" x="5192713" y="3565525"/>
          <p14:tracePt t="66023" x="5192713" y="3549650"/>
          <p14:tracePt t="66055" x="5224463" y="3532188"/>
          <p14:tracePt t="66063" x="5233988" y="3532188"/>
          <p14:tracePt t="66071" x="5249863" y="3532188"/>
          <p14:tracePt t="66079" x="5267325" y="3532188"/>
          <p14:tracePt t="66088" x="5291138" y="3516313"/>
          <p14:tracePt t="66095" x="5308600" y="3516313"/>
          <p14:tracePt t="66105" x="5332413" y="3516313"/>
          <p14:tracePt t="66111" x="5365750" y="3516313"/>
          <p14:tracePt t="66121" x="5373688" y="3516313"/>
          <p14:tracePt t="66128" x="5391150" y="3516313"/>
          <p14:tracePt t="66137" x="5416550" y="3516313"/>
          <p14:tracePt t="66144" x="5432425" y="3516313"/>
          <p14:tracePt t="66160" x="5448300" y="3516313"/>
          <p14:tracePt t="66168" x="5448300" y="3532188"/>
          <p14:tracePt t="66184" x="5457825" y="3532188"/>
          <p14:tracePt t="66192" x="5457825" y="3549650"/>
          <p14:tracePt t="66200" x="5457825" y="3565525"/>
          <p14:tracePt t="66208" x="5473700" y="3565525"/>
          <p14:tracePt t="66216" x="5473700" y="3573463"/>
          <p14:tracePt t="66232" x="5473700" y="3590925"/>
          <p14:tracePt t="66257" x="5473700" y="3606800"/>
          <p14:tracePt t="66281" x="5457825" y="3606800"/>
          <p14:tracePt t="66289" x="5448300" y="3606800"/>
          <p14:tracePt t="66297" x="5432425" y="3606800"/>
          <p14:tracePt t="66305" x="5407025" y="3606800"/>
          <p14:tracePt t="66313" x="5391150" y="3606800"/>
          <p14:tracePt t="66321" x="5373688" y="3590925"/>
          <p14:tracePt t="66329" x="5365750" y="3573463"/>
          <p14:tracePt t="66338" x="5349875" y="3565525"/>
          <p14:tracePt t="66346" x="5349875" y="3549650"/>
          <p14:tracePt t="66355" x="5349875" y="3516313"/>
          <p14:tracePt t="66362" x="5349875" y="3508375"/>
          <p14:tracePt t="66371" x="5349875" y="3490913"/>
          <p14:tracePt t="66387" x="5349875" y="3475038"/>
          <p14:tracePt t="66402" x="5365750" y="3467100"/>
          <p14:tracePt t="66410" x="5391150" y="3467100"/>
          <p14:tracePt t="66418" x="5416550" y="3467100"/>
          <p14:tracePt t="66426" x="5448300" y="3467100"/>
          <p14:tracePt t="66435" x="5491163" y="3467100"/>
          <p14:tracePt t="66443" x="5514975" y="3467100"/>
          <p14:tracePt t="66451" x="5556250" y="3467100"/>
          <p14:tracePt t="66459" x="5589588" y="3467100"/>
          <p14:tracePt t="66475" x="5614988" y="3475038"/>
          <p14:tracePt t="66491" x="5630863" y="3490913"/>
          <p14:tracePt t="66523" x="5630863" y="3508375"/>
          <p14:tracePt t="66547" x="5630863" y="3516313"/>
          <p14:tracePt t="66564" x="5630863" y="3532188"/>
          <p14:tracePt t="66580" x="5630863" y="3549650"/>
          <p14:tracePt t="66596" x="5614988" y="3565525"/>
          <p14:tracePt t="66612" x="5614988" y="3573463"/>
          <p14:tracePt t="66622" x="5599113" y="3573463"/>
          <p14:tracePt t="66638" x="5599113" y="3590925"/>
          <p14:tracePt t="66644" x="5589588" y="3590925"/>
          <p14:tracePt t="66660" x="5573713" y="3590925"/>
          <p14:tracePt t="66790" x="5573713" y="3606800"/>
          <p14:tracePt t="66830" x="5556250" y="3616325"/>
          <p14:tracePt t="66846" x="5532438" y="3632200"/>
          <p14:tracePt t="66855" x="5514975" y="3632200"/>
          <p14:tracePt t="66862" x="5473700" y="3632200"/>
          <p14:tracePt t="66871" x="5457825" y="3632200"/>
          <p14:tracePt t="66878" x="5407025" y="3632200"/>
          <p14:tracePt t="66888" x="5365750" y="3616325"/>
          <p14:tracePt t="66895" x="5349875" y="3606800"/>
          <p14:tracePt t="66904" x="5324475" y="3590925"/>
          <p14:tracePt t="66911" x="5291138" y="3573463"/>
          <p14:tracePt t="66921" x="5275263" y="3565525"/>
          <p14:tracePt t="66935" x="5275263" y="3549650"/>
          <p14:tracePt t="66943" x="5275263" y="3532188"/>
          <p14:tracePt t="66951" x="5267325" y="3532188"/>
          <p14:tracePt t="66967" x="5267325" y="3516313"/>
          <p14:tracePt t="66983" x="5267325" y="3508375"/>
          <p14:tracePt t="67002" x="5275263" y="3490913"/>
          <p14:tracePt t="67008" x="5291138" y="3475038"/>
          <p14:tracePt t="67016" x="5324475" y="3475038"/>
          <p14:tracePt t="67024" x="5365750" y="3467100"/>
          <p14:tracePt t="67032" x="5391150" y="3449638"/>
          <p14:tracePt t="67040" x="5432425" y="3433763"/>
          <p14:tracePt t="67048" x="5457825" y="3433763"/>
          <p14:tracePt t="67056" x="5514975" y="3424238"/>
          <p14:tracePt t="67064" x="5573713" y="3424238"/>
          <p14:tracePt t="67072" x="5630863" y="3424238"/>
          <p14:tracePt t="67080" x="5673725" y="3424238"/>
          <p14:tracePt t="67088" x="5715000" y="3424238"/>
          <p14:tracePt t="67096" x="5764213" y="3424238"/>
          <p14:tracePt t="67105" x="5797550" y="3424238"/>
          <p14:tracePt t="67113" x="5838825" y="3424238"/>
          <p14:tracePt t="67121" x="5864225" y="3433763"/>
          <p14:tracePt t="67129" x="5897563" y="3467100"/>
          <p14:tracePt t="67138" x="5905500" y="3467100"/>
          <p14:tracePt t="67145" x="5938838" y="3475038"/>
          <p14:tracePt t="67155" x="5938838" y="3490913"/>
          <p14:tracePt t="67161" x="5946775" y="3508375"/>
          <p14:tracePt t="67177" x="5962650" y="3516313"/>
          <p14:tracePt t="67188" x="5962650" y="3549650"/>
          <p14:tracePt t="67193" x="5980113" y="3565525"/>
          <p14:tracePt t="67205" x="5980113" y="3573463"/>
          <p14:tracePt t="67210" x="5980113" y="3590925"/>
          <p14:tracePt t="67221" x="5980113" y="3616325"/>
          <p14:tracePt t="67226" x="5980113" y="3632200"/>
          <p14:tracePt t="67238" x="5980113" y="3657600"/>
          <p14:tracePt t="67242" x="5980113" y="3690938"/>
          <p14:tracePt t="67258" x="5962650" y="3714750"/>
          <p14:tracePt t="67271" x="5946775" y="3732213"/>
          <p14:tracePt t="67274" x="5938838" y="3740150"/>
          <p14:tracePt t="67288" x="5897563" y="3756025"/>
          <p14:tracePt t="67291" x="5838825" y="3756025"/>
          <p14:tracePt t="67305" x="5822950" y="3773488"/>
          <p14:tracePt t="67308" x="5764213" y="3773488"/>
          <p14:tracePt t="67321" x="5715000" y="3773488"/>
          <p14:tracePt t="67323" x="5656263" y="3773488"/>
          <p14:tracePt t="67338" x="5630863" y="3773488"/>
          <p14:tracePt t="67339" x="5599113" y="3773488"/>
          <p14:tracePt t="67347" x="5589588" y="3773488"/>
          <p14:tracePt t="67355" x="5556250" y="3756025"/>
          <p14:tracePt t="67363" x="5540375" y="3756025"/>
          <p14:tracePt t="67388" x="5532438" y="3756025"/>
          <p14:tracePt t="67395" x="5532438" y="3740150"/>
          <p14:tracePt t="67597" x="5532438" y="3756025"/>
          <p14:tracePt t="67613" x="5540375" y="3756025"/>
          <p14:tracePt t="67646" x="5540375" y="3773488"/>
          <p14:tracePt t="67694" x="5540375" y="3781425"/>
          <p14:tracePt t="67702" x="5532438" y="3781425"/>
          <p14:tracePt t="67710" x="5514975" y="3781425"/>
          <p14:tracePt t="67726" x="5499100" y="3781425"/>
          <p14:tracePt t="67734" x="5473700" y="3781425"/>
          <p14:tracePt t="67742" x="5457825" y="3781425"/>
          <p14:tracePt t="67750" x="5448300" y="3781425"/>
          <p14:tracePt t="67759" x="5432425" y="3773488"/>
          <p14:tracePt t="67775" x="5416550" y="3773488"/>
          <p14:tracePt t="67791" x="5416550" y="3756025"/>
          <p14:tracePt t="67807" x="5407025" y="3756025"/>
          <p14:tracePt t="67952" x="5391150" y="3732213"/>
          <p14:tracePt t="67961" x="5373688" y="3732213"/>
          <p14:tracePt t="67968" x="5349875" y="3698875"/>
          <p14:tracePt t="67977" x="5324475" y="3690938"/>
          <p14:tracePt t="67985" x="5308600" y="3673475"/>
          <p14:tracePt t="67993" x="5267325" y="3657600"/>
          <p14:tracePt t="68002" x="5249863" y="3648075"/>
          <p14:tracePt t="68009" x="5233988" y="3632200"/>
          <p14:tracePt t="68017" x="5224463" y="3616325"/>
          <p14:tracePt t="68025" x="5208588" y="3616325"/>
          <p14:tracePt t="68049" x="5208588" y="3606800"/>
          <p14:tracePt t="68097" x="5208588" y="3590925"/>
          <p14:tracePt t="68106" x="5208588" y="3573463"/>
          <p14:tracePt t="68122" x="5224463" y="3549650"/>
          <p14:tracePt t="68130" x="5249863" y="3532188"/>
          <p14:tracePt t="68138" x="5308600" y="3508375"/>
          <p14:tracePt t="68146" x="5365750" y="3475038"/>
          <p14:tracePt t="68155" x="5407025" y="3449638"/>
          <p14:tracePt t="68162" x="5491163" y="3433763"/>
          <p14:tracePt t="68171" x="5532438" y="3433763"/>
          <p14:tracePt t="68178" x="5614988" y="3424238"/>
          <p14:tracePt t="68188" x="5681663" y="3408363"/>
          <p14:tracePt t="68195" x="5756275" y="3408363"/>
          <p14:tracePt t="68204" x="5805488" y="3408363"/>
          <p14:tracePt t="68211" x="5864225" y="3408363"/>
          <p14:tracePt t="68219" x="5897563" y="3408363"/>
          <p14:tracePt t="68227" x="5938838" y="3408363"/>
          <p14:tracePt t="68235" x="5946775" y="3408363"/>
          <p14:tracePt t="68243" x="5962650" y="3408363"/>
          <p14:tracePt t="68259" x="5980113" y="3408363"/>
          <p14:tracePt t="68267" x="5988050" y="3424238"/>
          <p14:tracePt t="68275" x="5988050" y="3433763"/>
          <p14:tracePt t="68283" x="6005513" y="3449638"/>
          <p14:tracePt t="68291" x="6005513" y="3467100"/>
          <p14:tracePt t="68300" x="6005513" y="3475038"/>
          <p14:tracePt t="68308" x="6005513" y="3490913"/>
          <p14:tracePt t="68316" x="6005513" y="3508375"/>
          <p14:tracePt t="68324" x="6005513" y="3532188"/>
          <p14:tracePt t="68332" x="6005513" y="3549650"/>
          <p14:tracePt t="68340" x="6005513" y="3573463"/>
          <p14:tracePt t="68348" x="6005513" y="3606800"/>
          <p14:tracePt t="68356" x="6005513" y="3616325"/>
          <p14:tracePt t="68364" x="5988050" y="3632200"/>
          <p14:tracePt t="68372" x="5980113" y="3657600"/>
          <p14:tracePt t="68380" x="5962650" y="3673475"/>
          <p14:tracePt t="68388" x="5938838" y="3690938"/>
          <p14:tracePt t="68396" x="5921375" y="3698875"/>
          <p14:tracePt t="68405" x="5864225" y="3714750"/>
          <p14:tracePt t="68413" x="5805488" y="3732213"/>
          <p14:tracePt t="68422" x="5780088" y="3732213"/>
          <p14:tracePt t="68429" x="5722938" y="3732213"/>
          <p14:tracePt t="68438" x="5681663" y="3732213"/>
          <p14:tracePt t="68445" x="5656263" y="3732213"/>
          <p14:tracePt t="68455" x="5630863" y="3732213"/>
          <p14:tracePt t="68461" x="5614988" y="3732213"/>
          <p14:tracePt t="68471" x="5599113" y="3732213"/>
          <p14:tracePt t="68485" x="5589588" y="3732213"/>
          <p14:tracePt t="68509" x="5573713" y="3732213"/>
          <p14:tracePt t="68534" x="5573713" y="3714750"/>
          <p14:tracePt t="68550" x="5556250" y="3714750"/>
          <p14:tracePt t="68582" x="5556250" y="3698875"/>
          <p14:tracePt t="68631" x="5556250" y="3690938"/>
          <p14:tracePt t="68663" x="5556250" y="3673475"/>
          <p14:tracePt t="68687" x="5556250" y="3657600"/>
          <p14:tracePt t="68711" x="5556250" y="3648075"/>
          <p14:tracePt t="68905" x="5540375" y="3648075"/>
          <p14:tracePt t="68913" x="5532438" y="3648075"/>
          <p14:tracePt t="68929" x="5491163" y="3616325"/>
          <p14:tracePt t="68938" x="5448300" y="3616325"/>
          <p14:tracePt t="68945" x="5416550" y="3606800"/>
          <p14:tracePt t="68955" x="5365750" y="3573463"/>
          <p14:tracePt t="68961" x="5332413" y="3565525"/>
          <p14:tracePt t="68972" x="5275263" y="3532188"/>
          <p14:tracePt t="68978" x="5233988" y="3516313"/>
          <p14:tracePt t="68988" x="5208588" y="3490913"/>
          <p14:tracePt t="68994" x="5183188" y="3475038"/>
          <p14:tracePt t="69002" x="5167313" y="3467100"/>
          <p14:tracePt t="69018" x="5149850" y="3467100"/>
          <p14:tracePt t="69026" x="5149850" y="3449638"/>
          <p14:tracePt t="69050" x="5149850" y="3433763"/>
          <p14:tracePt t="69075" x="5167313" y="3433763"/>
          <p14:tracePt t="69083" x="5192713" y="3433763"/>
          <p14:tracePt t="69091" x="5233988" y="3433763"/>
          <p14:tracePt t="69099" x="5267325" y="3433763"/>
          <p14:tracePt t="69107" x="5332413" y="3433763"/>
          <p14:tracePt t="69115" x="5373688" y="3433763"/>
          <p14:tracePt t="69123" x="5473700" y="3433763"/>
          <p14:tracePt t="69131" x="5532438" y="3467100"/>
          <p14:tracePt t="69139" x="5540375" y="3490913"/>
          <p14:tracePt t="69148" x="5599113" y="3532188"/>
          <p14:tracePt t="69155" x="5697538" y="3616325"/>
          <p14:tracePt t="69164" x="5722938" y="3648075"/>
          <p14:tracePt t="69172" x="5797550" y="3756025"/>
          <p14:tracePt t="69179" x="5805488" y="3781425"/>
          <p14:tracePt t="69188" x="5822950" y="3840163"/>
          <p14:tracePt t="69196" x="5838825" y="3914775"/>
          <p14:tracePt t="69204" x="5854700" y="3963988"/>
          <p14:tracePt t="69212" x="5854700" y="4021138"/>
          <p14:tracePt t="69221" x="5854700" y="4064000"/>
          <p14:tracePt t="69228" x="5854700" y="4097338"/>
          <p14:tracePt t="69237" x="5854700" y="4138613"/>
          <p14:tracePt t="69244" x="5838825" y="4162425"/>
          <p14:tracePt t="69252" x="5805488" y="4187825"/>
          <p14:tracePt t="69260" x="5764213" y="4221163"/>
          <p14:tracePt t="69268" x="5738813" y="4246563"/>
          <p14:tracePt t="69276" x="5697538" y="4270375"/>
          <p14:tracePt t="69284" x="5681663" y="4287838"/>
          <p14:tracePt t="69292" x="5640388" y="4303713"/>
          <p14:tracePt t="69301" x="5614988" y="4311650"/>
          <p14:tracePt t="69309" x="5599113" y="4329113"/>
          <p14:tracePt t="69325" x="5589588" y="4344988"/>
          <p14:tracePt t="69333" x="5573713" y="4344988"/>
          <p14:tracePt t="69341" x="5573713" y="4362450"/>
          <p14:tracePt t="69349" x="5556250" y="4362450"/>
          <p14:tracePt t="69365" x="5556250" y="4370388"/>
          <p14:tracePt t="69390" x="5540375" y="4370388"/>
          <p14:tracePt t="69397" x="5540375" y="4386263"/>
          <p14:tracePt t="69422" x="5532438" y="4403725"/>
          <p14:tracePt t="69430" x="5532438" y="4411663"/>
          <p14:tracePt t="69446" x="5514975" y="4411663"/>
          <p14:tracePt t="69462" x="5499100" y="4427538"/>
          <p14:tracePt t="69487" x="5491163" y="4427538"/>
          <p14:tracePt t="69504" x="5473700" y="4427538"/>
          <p14:tracePt t="69511" x="5457825" y="4427538"/>
          <p14:tracePt t="69527" x="5432425" y="4427538"/>
          <p14:tracePt t="69543" x="5407025" y="4427538"/>
          <p14:tracePt t="69551" x="5373688" y="4403725"/>
          <p14:tracePt t="69559" x="5349875" y="4386263"/>
          <p14:tracePt t="69567" x="5349875" y="4370388"/>
          <p14:tracePt t="69575" x="5332413" y="4362450"/>
          <p14:tracePt t="69583" x="5324475" y="4362450"/>
          <p14:tracePt t="69591" x="5308600" y="4344988"/>
          <p14:tracePt t="69599" x="5308600" y="4329113"/>
          <p14:tracePt t="69632" x="5308600" y="4311650"/>
          <p14:tracePt t="69656" x="5308600" y="4303713"/>
          <p14:tracePt t="69664" x="5308600" y="4287838"/>
          <p14:tracePt t="69696" x="5308600" y="4270375"/>
          <p14:tracePt t="69705" x="5324475" y="4270375"/>
          <p14:tracePt t="69713" x="5349875" y="4270375"/>
          <p14:tracePt t="69721" x="5373688" y="4270375"/>
          <p14:tracePt t="69729" x="5416550" y="4270375"/>
          <p14:tracePt t="69738" x="5457825" y="4270375"/>
          <p14:tracePt t="69745" x="5491163" y="4270375"/>
          <p14:tracePt t="69754" x="5532438" y="4270375"/>
          <p14:tracePt t="69761" x="5589588" y="4270375"/>
          <p14:tracePt t="69771" x="5614988" y="4270375"/>
          <p14:tracePt t="69777" x="5656263" y="4270375"/>
          <p14:tracePt t="69785" x="5681663" y="4270375"/>
          <p14:tracePt t="69793" x="5715000" y="4287838"/>
          <p14:tracePt t="69801" x="5738813" y="4287838"/>
          <p14:tracePt t="69809" x="5756275" y="4303713"/>
          <p14:tracePt t="69818" x="5764213" y="4303713"/>
          <p14:tracePt t="69825" x="5780088" y="4311650"/>
          <p14:tracePt t="69834" x="5780088" y="4329113"/>
          <p14:tracePt t="69842" x="5797550" y="4344988"/>
          <p14:tracePt t="69850" x="5797550" y="4362450"/>
          <p14:tracePt t="69858" x="5797550" y="4370388"/>
          <p14:tracePt t="69874" x="5797550" y="4403725"/>
          <p14:tracePt t="69882" x="5797550" y="4411663"/>
          <p14:tracePt t="69890" x="5797550" y="4427538"/>
          <p14:tracePt t="69898" x="5797550" y="4445000"/>
          <p14:tracePt t="69906" x="5797550" y="4452938"/>
          <p14:tracePt t="69914" x="5780088" y="4470400"/>
          <p14:tracePt t="69922" x="5764213" y="4494213"/>
          <p14:tracePt t="69931" x="5756275" y="4511675"/>
          <p14:tracePt t="69938" x="5722938" y="4527550"/>
          <p14:tracePt t="69947" x="5715000" y="4535488"/>
          <p14:tracePt t="69955" x="5673725" y="4535488"/>
          <p14:tracePt t="69963" x="5656263" y="4552950"/>
          <p14:tracePt t="69971" x="5630863" y="4552950"/>
          <p14:tracePt t="69979" x="5614988" y="4568825"/>
          <p14:tracePt t="69988" x="5589588" y="4568825"/>
          <p14:tracePt t="69995" x="5556250" y="4568825"/>
          <p14:tracePt t="70005" x="5540375" y="4568825"/>
          <p14:tracePt t="70011" x="5514975" y="4568825"/>
          <p14:tracePt t="70020" x="5499100" y="4568825"/>
          <p14:tracePt t="70027" x="5491163" y="4568825"/>
          <p14:tracePt t="70035" x="5457825" y="4568825"/>
          <p14:tracePt t="70044" x="5448300" y="4552950"/>
          <p14:tracePt t="70051" x="5432425" y="4535488"/>
          <p14:tracePt t="70060" x="5416550" y="4535488"/>
          <p14:tracePt t="70068" x="5407025" y="4511675"/>
          <p14:tracePt t="70076" x="5391150" y="4494213"/>
          <p14:tracePt t="70084" x="5391150" y="4486275"/>
          <p14:tracePt t="70092" x="5373688" y="4470400"/>
          <p14:tracePt t="70108" x="5365750" y="4445000"/>
          <p14:tracePt t="70116" x="5365750" y="4427538"/>
          <p14:tracePt t="70124" x="5349875" y="4411663"/>
          <p14:tracePt t="70132" x="5349875" y="4403725"/>
          <p14:tracePt t="70140" x="5349875" y="4386263"/>
          <p14:tracePt t="70148" x="5332413" y="4362450"/>
          <p14:tracePt t="70157" x="5332413" y="4344988"/>
          <p14:tracePt t="70165" x="5332413" y="4311650"/>
          <p14:tracePt t="70173" x="5332413" y="4303713"/>
          <p14:tracePt t="70181" x="5324475" y="4287838"/>
          <p14:tracePt t="70189" x="5324475" y="4270375"/>
          <p14:tracePt t="70197" x="5324475" y="4262438"/>
          <p14:tracePt t="70205" x="5324475" y="4246563"/>
          <p14:tracePt t="70221" x="5324475" y="4229100"/>
          <p14:tracePt t="70245" x="5324475" y="4221163"/>
          <p14:tracePt t="70255" x="5332413" y="4221163"/>
          <p14:tracePt t="70262" x="5349875" y="4221163"/>
          <p14:tracePt t="70278" x="5373688" y="4221163"/>
          <p14:tracePt t="70287" x="5416550" y="4221163"/>
          <p14:tracePt t="70294" x="5448300" y="4221163"/>
          <p14:tracePt t="70302" x="5473700" y="4221163"/>
          <p14:tracePt t="70310" x="5499100" y="4221163"/>
          <p14:tracePt t="70318" x="5532438" y="4229100"/>
          <p14:tracePt t="70326" x="5540375" y="4246563"/>
          <p14:tracePt t="70334" x="5573713" y="4262438"/>
          <p14:tracePt t="70342" x="5599113" y="4270375"/>
          <p14:tracePt t="70350" x="5614988" y="4303713"/>
          <p14:tracePt t="70358" x="5614988" y="4311650"/>
          <p14:tracePt t="70366" x="5630863" y="4329113"/>
          <p14:tracePt t="70375" x="5630863" y="4344988"/>
          <p14:tracePt t="70383" x="5640388" y="4370388"/>
          <p14:tracePt t="70391" x="5640388" y="4386263"/>
          <p14:tracePt t="70399" x="5640388" y="4403725"/>
          <p14:tracePt t="70407" x="5640388" y="4427538"/>
          <p14:tracePt t="70415" x="5640388" y="4445000"/>
          <p14:tracePt t="70423" x="5640388" y="4452938"/>
          <p14:tracePt t="70431" x="5640388" y="4486275"/>
          <p14:tracePt t="70447" x="5630863" y="4511675"/>
          <p14:tracePt t="70455" x="5614988" y="4527550"/>
          <p14:tracePt t="70464" x="5599113" y="4535488"/>
          <p14:tracePt t="70472" x="5589588" y="4535488"/>
          <p14:tracePt t="70480" x="5556250" y="4552950"/>
          <p14:tracePt t="70488" x="5540375" y="4552950"/>
          <p14:tracePt t="70496" x="5514975" y="4568825"/>
          <p14:tracePt t="70505" x="5491163" y="4576763"/>
          <p14:tracePt t="70521" x="5457825" y="4576763"/>
          <p14:tracePt t="70528" x="5432425" y="4576763"/>
          <p14:tracePt t="70537" x="5416550" y="4576763"/>
          <p14:tracePt t="70544" x="5391150" y="4552950"/>
          <p14:tracePt t="70554" x="5365750" y="4535488"/>
          <p14:tracePt t="70560" x="5332413" y="4511675"/>
          <p14:tracePt t="70568" x="5324475" y="4486275"/>
          <p14:tracePt t="70576" x="5324475" y="4452938"/>
          <p14:tracePt t="70585" x="5308600" y="4445000"/>
          <p14:tracePt t="70593" x="5291138" y="4427538"/>
          <p14:tracePt t="70601" x="5291138" y="4403725"/>
          <p14:tracePt t="70617" x="5291138" y="4386263"/>
          <p14:tracePt t="70625" x="5291138" y="4370388"/>
          <p14:tracePt t="70641" x="5291138" y="4362450"/>
          <p14:tracePt t="70649" x="5291138" y="4344988"/>
          <p14:tracePt t="70657" x="5308600" y="4344988"/>
          <p14:tracePt t="70665" x="5324475" y="4329113"/>
          <p14:tracePt t="70674" x="5332413" y="4311650"/>
          <p14:tracePt t="70681" x="5365750" y="4311650"/>
          <p14:tracePt t="70689" x="5391150" y="4303713"/>
          <p14:tracePt t="70697" x="5407025" y="4303713"/>
          <p14:tracePt t="70706" x="5432425" y="4303713"/>
          <p14:tracePt t="70714" x="5448300" y="4303713"/>
          <p14:tracePt t="70722" x="5473700" y="4303713"/>
          <p14:tracePt t="70730" x="5491163" y="4303713"/>
          <p14:tracePt t="70738" x="5499100" y="4303713"/>
          <p14:tracePt t="70746" x="5532438" y="4303713"/>
          <p14:tracePt t="70755" x="5556250" y="4303713"/>
          <p14:tracePt t="70762" x="5573713" y="4329113"/>
          <p14:tracePt t="70771" x="5599113" y="4362450"/>
          <p14:tracePt t="70778" x="5614988" y="4370388"/>
          <p14:tracePt t="70788" x="5630863" y="4411663"/>
          <p14:tracePt t="70794" x="5640388" y="4427538"/>
          <p14:tracePt t="70804" x="5656263" y="4470400"/>
          <p14:tracePt t="70811" x="5656263" y="4511675"/>
          <p14:tracePt t="70819" x="5673725" y="4535488"/>
          <p14:tracePt t="70827" x="5681663" y="4576763"/>
          <p14:tracePt t="70835" x="5681663" y="4594225"/>
          <p14:tracePt t="70843" x="5681663" y="4627563"/>
          <p14:tracePt t="70851" x="5681663" y="4635500"/>
          <p14:tracePt t="70859" x="5681663" y="4651375"/>
          <p14:tracePt t="70867" x="5681663" y="4668838"/>
          <p14:tracePt t="70875" x="5673725" y="4676775"/>
          <p14:tracePt t="70883" x="5630863" y="4694238"/>
          <p14:tracePt t="70891" x="5573713" y="4710113"/>
          <p14:tracePt t="70899" x="5532438" y="4710113"/>
          <p14:tracePt t="70908" x="5448300" y="4710113"/>
          <p14:tracePt t="70915" x="5407025" y="4710113"/>
          <p14:tracePt t="70924" x="5365750" y="4676775"/>
          <p14:tracePt t="70932" x="5291138" y="4651375"/>
          <p14:tracePt t="70940" x="5233988" y="4610100"/>
          <p14:tracePt t="70948" x="5192713" y="4568825"/>
          <p14:tracePt t="70956" x="5149850" y="4535488"/>
          <p14:tracePt t="70964" x="5126038" y="4511675"/>
          <p14:tracePt t="70972" x="5108575" y="4494213"/>
          <p14:tracePt t="70980" x="5100638" y="4486275"/>
          <p14:tracePt t="70988" x="5084763" y="4452938"/>
          <p14:tracePt t="70999" x="5084763" y="4445000"/>
          <p14:tracePt t="71005" x="5084763" y="4411663"/>
          <p14:tracePt t="71013" x="5084763" y="4403725"/>
          <p14:tracePt t="71022" x="5084763" y="4370388"/>
          <p14:tracePt t="71038" x="5084763" y="4344988"/>
          <p14:tracePt t="71045" x="5084763" y="4311650"/>
          <p14:tracePt t="71061" x="5108575" y="4287838"/>
          <p14:tracePt t="71071" x="5126038" y="4270375"/>
          <p14:tracePt t="71077" x="5167313" y="4246563"/>
          <p14:tracePt t="71085" x="5183188" y="4229100"/>
          <p14:tracePt t="71093" x="5224463" y="4221163"/>
          <p14:tracePt t="71101" x="5249863" y="4203700"/>
          <p14:tracePt t="71110" x="5275263" y="4203700"/>
          <p14:tracePt t="71117" x="5308600" y="4187825"/>
          <p14:tracePt t="71125" x="5332413" y="4187825"/>
          <p14:tracePt t="71134" x="5365750" y="4187825"/>
          <p14:tracePt t="71142" x="5391150" y="4187825"/>
          <p14:tracePt t="71150" x="5416550" y="4187825"/>
          <p14:tracePt t="71158" x="5457825" y="4187825"/>
          <p14:tracePt t="71166" x="5473700" y="4203700"/>
          <p14:tracePt t="71174" x="5514975" y="4229100"/>
          <p14:tracePt t="71182" x="5540375" y="4262438"/>
          <p14:tracePt t="71190" x="5573713" y="4287838"/>
          <p14:tracePt t="71198" x="5599113" y="4329113"/>
          <p14:tracePt t="71206" x="5630863" y="4362450"/>
          <p14:tracePt t="71214" x="5640388" y="4370388"/>
          <p14:tracePt t="71222" x="5656263" y="4411663"/>
          <p14:tracePt t="71231" x="5673725" y="4445000"/>
          <p14:tracePt t="71239" x="5681663" y="4452938"/>
          <p14:tracePt t="71247" x="5681663" y="4486275"/>
          <p14:tracePt t="71255" x="5681663" y="4494213"/>
          <p14:tracePt t="71263" x="5681663" y="4527550"/>
          <p14:tracePt t="71271" x="5681663" y="4552950"/>
          <p14:tracePt t="71279" x="5681663" y="4568825"/>
          <p14:tracePt t="71288" x="5681663" y="4594225"/>
          <p14:tracePt t="71295" x="5681663" y="4610100"/>
          <p14:tracePt t="71305" x="5681663" y="4627563"/>
          <p14:tracePt t="71311" x="5656263" y="4635500"/>
          <p14:tracePt t="71322" x="5656263" y="4651375"/>
          <p14:tracePt t="71328" x="5630863" y="4668838"/>
          <p14:tracePt t="71338" x="5599113" y="4676775"/>
          <p14:tracePt t="71343" x="5589588" y="4676775"/>
          <p14:tracePt t="71355" x="5540375" y="4694238"/>
          <p14:tracePt t="71360" x="5514975" y="4694238"/>
          <p14:tracePt t="71371" x="5491163" y="4694238"/>
          <p14:tracePt t="71376" x="5448300" y="4694238"/>
          <p14:tracePt t="71388" x="5432425" y="4694238"/>
          <p14:tracePt t="71392" x="5407025" y="4668838"/>
          <p14:tracePt t="71405" x="5365750" y="4635500"/>
          <p14:tracePt t="71408" x="5308600" y="4568825"/>
          <p14:tracePt t="71421" x="5308600" y="4552950"/>
          <p14:tracePt t="71424" x="5249863" y="4445000"/>
          <p14:tracePt t="71438" x="5233988" y="4411663"/>
          <p14:tracePt t="71441" x="5208588" y="4362450"/>
          <p14:tracePt t="71455" x="5208588" y="4303713"/>
          <p14:tracePt t="71457" x="5192713" y="4246563"/>
          <p14:tracePt t="71471" x="5192713" y="4187825"/>
          <p14:tracePt t="71473" x="5183188" y="4146550"/>
          <p14:tracePt t="71488" x="5183188" y="4105275"/>
          <p14:tracePt t="71489" x="5183188" y="4079875"/>
          <p14:tracePt t="71497" x="5183188" y="4064000"/>
          <p14:tracePt t="71505" x="5183188" y="4038600"/>
          <p14:tracePt t="71513" x="5183188" y="4021138"/>
          <p14:tracePt t="71529" x="5192713" y="4005263"/>
          <p14:tracePt t="71538" x="5208588" y="4005263"/>
          <p14:tracePt t="71545" x="5224463" y="4005263"/>
          <p14:tracePt t="71555" x="5233988" y="4005263"/>
          <p14:tracePt t="71561" x="5275263" y="4005263"/>
          <p14:tracePt t="71571" x="5291138" y="4005263"/>
          <p14:tracePt t="71578" x="5332413" y="4005263"/>
          <p14:tracePt t="71588" x="5373688" y="4005263"/>
          <p14:tracePt t="71594" x="5407025" y="4005263"/>
          <p14:tracePt t="71604" x="5448300" y="4005263"/>
          <p14:tracePt t="71610" x="5473700" y="4021138"/>
          <p14:tracePt t="71621" x="5514975" y="4038600"/>
          <p14:tracePt t="71626" x="5556250" y="4079875"/>
          <p14:tracePt t="71638" x="5599113" y="4105275"/>
          <p14:tracePt t="71642" x="5630863" y="4138613"/>
          <p14:tracePt t="71654" x="5656263" y="4162425"/>
          <p14:tracePt t="71658" x="5681663" y="4187825"/>
          <p14:tracePt t="71671" x="5697538" y="4221163"/>
          <p14:tracePt t="71674" x="5715000" y="4246563"/>
          <p14:tracePt t="71688" x="5722938" y="4270375"/>
          <p14:tracePt t="71691" x="5738813" y="4303713"/>
          <p14:tracePt t="71704" x="5738813" y="4329113"/>
          <p14:tracePt t="71707" x="5738813" y="4362450"/>
          <p14:tracePt t="71721" x="5738813" y="4386263"/>
          <p14:tracePt t="71723" x="5738813" y="4411663"/>
          <p14:tracePt t="71737" x="5738813" y="4445000"/>
          <p14:tracePt t="71740" x="5738813" y="4452938"/>
          <p14:tracePt t="71754" x="5738813" y="4486275"/>
          <p14:tracePt t="71755" x="5738813" y="4511675"/>
          <p14:tracePt t="71763" x="5722938" y="4527550"/>
          <p14:tracePt t="71772" x="5697538" y="4535488"/>
          <p14:tracePt t="71779" x="5681663" y="4535488"/>
          <p14:tracePt t="71788" x="5656263" y="4552950"/>
          <p14:tracePt t="71796" x="5640388" y="4552950"/>
          <p14:tracePt t="71804" x="5614988" y="4552950"/>
          <p14:tracePt t="71812" x="5589588" y="4552950"/>
          <p14:tracePt t="71821" x="5573713" y="4552950"/>
          <p14:tracePt t="71828" x="5556250" y="4552950"/>
          <p14:tracePt t="71844" x="5540375" y="4527550"/>
          <p14:tracePt t="71854" x="5532438" y="4511675"/>
          <p14:tracePt t="71860" x="5532438" y="4486275"/>
          <p14:tracePt t="71871" x="5532438" y="4452938"/>
          <p14:tracePt t="71876" x="5532438" y="4445000"/>
          <p14:tracePt t="71888" x="5532438" y="4411663"/>
          <p14:tracePt t="71893" x="5532438" y="4403725"/>
          <p14:tracePt t="71909" x="5532438" y="4386263"/>
          <p14:tracePt t="71921" x="5540375" y="4386263"/>
          <p14:tracePt t="71925" x="5556250" y="4370388"/>
          <p14:tracePt t="71938" x="5573713" y="4370388"/>
          <p14:tracePt t="71941" x="5589588" y="4370388"/>
          <p14:tracePt t="71954" x="5614988" y="4370388"/>
          <p14:tracePt t="71957" x="5630863" y="4370388"/>
          <p14:tracePt t="71971" x="5640388" y="4370388"/>
          <p14:tracePt t="71974" x="5656263" y="4370388"/>
          <p14:tracePt t="71988" x="5673725" y="4370388"/>
          <p14:tracePt t="71990" x="5681663" y="4386263"/>
          <p14:tracePt t="72007" x="5697538" y="4403725"/>
          <p14:tracePt t="72011" x="5697538" y="4411663"/>
          <p14:tracePt t="72022" x="5715000" y="4445000"/>
          <p14:tracePt t="72030" x="5715000" y="4452938"/>
          <p14:tracePt t="72038" x="5715000" y="4470400"/>
          <p14:tracePt t="72054" x="5715000" y="4486275"/>
          <p14:tracePt t="72062" x="5715000" y="4494213"/>
          <p14:tracePt t="72078" x="5681663" y="4527550"/>
          <p14:tracePt t="72088" x="5656263" y="4527550"/>
          <p14:tracePt t="72094" x="5640388" y="4535488"/>
          <p14:tracePt t="72104" x="5614988" y="4535488"/>
          <p14:tracePt t="72111" x="5599113" y="4535488"/>
          <p14:tracePt t="72118" x="5589588" y="4535488"/>
          <p14:tracePt t="72127" x="5556250" y="4535488"/>
          <p14:tracePt t="72135" x="5540375" y="4535488"/>
          <p14:tracePt t="72143" x="5532438" y="4535488"/>
          <p14:tracePt t="72175" x="5514975" y="4535488"/>
          <p14:tracePt t="72329" x="5499100" y="4535488"/>
          <p14:tracePt t="72339" x="5499100" y="4552950"/>
          <p14:tracePt t="72345" x="5491163" y="4552950"/>
          <p14:tracePt t="72354" x="5473700" y="4552950"/>
          <p14:tracePt t="72361" x="5448300" y="4552950"/>
          <p14:tracePt t="72371" x="5432425" y="4552950"/>
          <p14:tracePt t="72377" x="5407025" y="4552950"/>
          <p14:tracePt t="72385" x="5373688" y="4552950"/>
          <p14:tracePt t="72393" x="5365750" y="4552950"/>
          <p14:tracePt t="72401" x="5349875" y="4552950"/>
          <p14:tracePt t="72409" x="5349875" y="4535488"/>
          <p14:tracePt t="72417" x="5332413" y="4535488"/>
          <p14:tracePt t="72426" x="5324475" y="4535488"/>
          <p14:tracePt t="72434" x="5324475" y="4527550"/>
          <p14:tracePt t="72450" x="5324475" y="4511675"/>
          <p14:tracePt t="72458" x="5308600" y="4494213"/>
          <p14:tracePt t="72474" x="5308600" y="4486275"/>
          <p14:tracePt t="72482" x="5291138" y="4486275"/>
          <p14:tracePt t="72490" x="5291138" y="4470400"/>
          <p14:tracePt t="72506" x="5275263" y="4452938"/>
          <p14:tracePt t="72522" x="5275263" y="4445000"/>
          <p14:tracePt t="72530" x="5267325" y="4427538"/>
          <p14:tracePt t="72539" x="5267325" y="4411663"/>
          <p14:tracePt t="72546" x="5249863" y="4403725"/>
          <p14:tracePt t="72555" x="5249863" y="4386263"/>
          <p14:tracePt t="72563" x="5233988" y="4386263"/>
          <p14:tracePt t="72571" x="5224463" y="4362450"/>
          <p14:tracePt t="72579" x="5224463" y="4344988"/>
          <p14:tracePt t="72588" x="5224463" y="4311650"/>
          <p14:tracePt t="72595" x="5208588" y="4303713"/>
          <p14:tracePt t="72605" x="5208588" y="4287838"/>
          <p14:tracePt t="72611" x="5208588" y="4262438"/>
          <p14:tracePt t="72620" x="5208588" y="4246563"/>
          <p14:tracePt t="72627" x="5208588" y="4221163"/>
          <p14:tracePt t="72635" x="5208588" y="4203700"/>
          <p14:tracePt t="72643" x="5208588" y="4187825"/>
          <p14:tracePt t="72652" x="5208588" y="4179888"/>
          <p14:tracePt t="72659" x="5224463" y="4162425"/>
          <p14:tracePt t="72667" x="5233988" y="4146550"/>
          <p14:tracePt t="72676" x="5267325" y="4138613"/>
          <p14:tracePt t="72684" x="5275263" y="4138613"/>
          <p14:tracePt t="72692" x="5324475" y="4138613"/>
          <p14:tracePt t="72700" x="5365750" y="4138613"/>
          <p14:tracePt t="72708" x="5407025" y="4138613"/>
          <p14:tracePt t="72716" x="5448300" y="4138613"/>
          <p14:tracePt t="72724" x="5473700" y="4138613"/>
          <p14:tracePt t="72732" x="5514975" y="4138613"/>
          <p14:tracePt t="72740" x="5540375" y="4138613"/>
          <p14:tracePt t="72748" x="5573713" y="4138613"/>
          <p14:tracePt t="72756" x="5599113" y="4138613"/>
          <p14:tracePt t="72764" x="5614988" y="4146550"/>
          <p14:tracePt t="72772" x="5640388" y="4162425"/>
          <p14:tracePt t="72781" x="5673725" y="4187825"/>
          <p14:tracePt t="72789" x="5697538" y="4221163"/>
          <p14:tracePt t="72797" x="5715000" y="4246563"/>
          <p14:tracePt t="72805" x="5738813" y="4270375"/>
          <p14:tracePt t="72813" x="5756275" y="4303713"/>
          <p14:tracePt t="72821" x="5764213" y="4344988"/>
          <p14:tracePt t="72829" x="5797550" y="4370388"/>
          <p14:tracePt t="72838" x="5797550" y="4403725"/>
          <p14:tracePt t="72845" x="5805488" y="4427538"/>
          <p14:tracePt t="72854" x="5822950" y="4452938"/>
          <p14:tracePt t="72862" x="5822950" y="4486275"/>
          <p14:tracePt t="72871" x="5838825" y="4511675"/>
          <p14:tracePt t="72878" x="5838825" y="4527550"/>
          <p14:tracePt t="72888" x="5838825" y="4535488"/>
          <p14:tracePt t="72894" x="5838825" y="4568825"/>
          <p14:tracePt t="72910" x="5838825" y="4576763"/>
          <p14:tracePt t="72921" x="5838825" y="4594225"/>
          <p14:tracePt t="72926" x="5822950" y="4594225"/>
          <p14:tracePt t="72938" x="5805488" y="4610100"/>
          <p14:tracePt t="72942" x="5797550" y="4610100"/>
          <p14:tracePt t="72954" x="5764213" y="4627563"/>
          <p14:tracePt t="72958" x="5722938" y="4635500"/>
          <p14:tracePt t="72971" x="5715000" y="4635500"/>
          <p14:tracePt t="72974" x="5681663" y="4635500"/>
          <p14:tracePt t="72988" x="5673725" y="4635500"/>
          <p14:tracePt t="72991" x="5630863" y="4635500"/>
          <p14:tracePt t="73007" x="5614988" y="4635500"/>
          <p14:tracePt t="73011" x="5589588" y="4635500"/>
          <p14:tracePt t="73015" x="5556250" y="4635500"/>
          <p14:tracePt t="73023" x="5540375" y="4635500"/>
          <p14:tracePt t="73031" x="5514975" y="4635500"/>
          <p14:tracePt t="73039" x="5491163" y="4635500"/>
          <p14:tracePt t="73047" x="5473700" y="4635500"/>
          <p14:tracePt t="73055" x="5448300" y="4627563"/>
          <p14:tracePt t="73063" x="5432425" y="4610100"/>
          <p14:tracePt t="73072" x="5416550" y="4594225"/>
          <p14:tracePt t="73079" x="5407025" y="4594225"/>
          <p14:tracePt t="73088" x="5391150" y="4576763"/>
          <p14:tracePt t="73105" x="5391150" y="4568825"/>
          <p14:tracePt t="73112" x="5373688" y="4552950"/>
          <p14:tracePt t="73128" x="5365750" y="4535488"/>
          <p14:tracePt t="73137" x="5365750" y="4527550"/>
          <p14:tracePt t="73152" x="5349875" y="4511675"/>
          <p14:tracePt t="73160" x="5349875" y="4494213"/>
          <p14:tracePt t="73168" x="5332413" y="4486275"/>
          <p14:tracePt t="73176" x="5332413" y="4470400"/>
          <p14:tracePt t="73193" x="5324475" y="4452938"/>
          <p14:tracePt t="73209" x="5324475" y="4445000"/>
          <p14:tracePt t="73225" x="5324475" y="4427538"/>
          <p14:tracePt t="73233" x="5324475" y="4403725"/>
          <p14:tracePt t="73241" x="5308600" y="4386263"/>
          <p14:tracePt t="73249" x="5308600" y="4370388"/>
          <p14:tracePt t="73265" x="5308600" y="4362450"/>
          <p14:tracePt t="73273" x="5308600" y="4344988"/>
          <p14:tracePt t="73289" x="5308600" y="4329113"/>
          <p14:tracePt t="73321" x="5308600" y="4311650"/>
          <p14:tracePt t="73338" x="5324475" y="4311650"/>
          <p14:tracePt t="73346" x="5332413" y="4311650"/>
          <p14:tracePt t="73355" x="5349875" y="4311650"/>
          <p14:tracePt t="73362" x="5391150" y="4311650"/>
          <p14:tracePt t="73371" x="5416550" y="4311650"/>
          <p14:tracePt t="73378" x="5457825" y="4311650"/>
          <p14:tracePt t="73388" x="5499100" y="4311650"/>
          <p14:tracePt t="73394" x="5532438" y="4311650"/>
          <p14:tracePt t="73404" x="5573713" y="4311650"/>
          <p14:tracePt t="73410" x="5599113" y="4311650"/>
          <p14:tracePt t="73419" x="5656263" y="4344988"/>
          <p14:tracePt t="73427" x="5697538" y="4362450"/>
          <p14:tracePt t="73435" x="5722938" y="4370388"/>
          <p14:tracePt t="73443" x="5764213" y="4411663"/>
          <p14:tracePt t="73451" x="5805488" y="4427538"/>
          <p14:tracePt t="73459" x="5838825" y="4452938"/>
          <p14:tracePt t="73467" x="5864225" y="4486275"/>
          <p14:tracePt t="73475" x="5880100" y="4494213"/>
          <p14:tracePt t="73483" x="5897563" y="4511675"/>
          <p14:tracePt t="73491" x="5905500" y="4527550"/>
          <p14:tracePt t="73499" x="5921375" y="4535488"/>
          <p14:tracePt t="73507" x="5921375" y="4552950"/>
          <p14:tracePt t="73523" x="5938838" y="4568825"/>
          <p14:tracePt t="73532" x="5938838" y="4576763"/>
          <p14:tracePt t="73540" x="5938838" y="4594225"/>
          <p14:tracePt t="73548" x="5938838" y="4627563"/>
          <p14:tracePt t="73564" x="5938838" y="4635500"/>
          <p14:tracePt t="73572" x="5921375" y="4668838"/>
          <p14:tracePt t="73580" x="5905500" y="4676775"/>
          <p14:tracePt t="73588" x="5880100" y="4694238"/>
          <p14:tracePt t="73596" x="5864225" y="4710113"/>
          <p14:tracePt t="73605" x="5854700" y="4710113"/>
          <p14:tracePt t="73612" x="5805488" y="4718050"/>
          <p14:tracePt t="73621" x="5780088" y="4735513"/>
          <p14:tracePt t="73628" x="5756275" y="4751388"/>
          <p14:tracePt t="73638" x="5722938" y="4751388"/>
          <p14:tracePt t="73645" x="5640388" y="4751388"/>
          <p14:tracePt t="73654" x="5630863" y="4751388"/>
          <p14:tracePt t="73661" x="5532438" y="4751388"/>
          <p14:tracePt t="73669" x="5499100" y="4718050"/>
          <p14:tracePt t="73677" x="5457825" y="4676775"/>
          <p14:tracePt t="73685" x="5416550" y="4668838"/>
          <p14:tracePt t="73693" x="5391150" y="4635500"/>
          <p14:tracePt t="73701" x="5373688" y="4627563"/>
          <p14:tracePt t="73709" x="5365750" y="4594225"/>
          <p14:tracePt t="73717" x="5349875" y="4594225"/>
          <p14:tracePt t="73726" x="5332413" y="4568825"/>
          <p14:tracePt t="73741" x="5324475" y="4552950"/>
          <p14:tracePt t="73749" x="5324475" y="4527550"/>
          <p14:tracePt t="73758" x="5324475" y="4511675"/>
          <p14:tracePt t="73766" x="5324475" y="4486275"/>
          <p14:tracePt t="73774" x="5324475" y="4445000"/>
          <p14:tracePt t="73782" x="5308600" y="4411663"/>
          <p14:tracePt t="73790" x="5308600" y="4370388"/>
          <p14:tracePt t="73798" x="5308600" y="4362450"/>
          <p14:tracePt t="73806" x="5308600" y="4311650"/>
          <p14:tracePt t="73814" x="5308600" y="4287838"/>
          <p14:tracePt t="73830" x="5308600" y="4262438"/>
          <p14:tracePt t="73838" x="5308600" y="4246563"/>
          <p14:tracePt t="73846" x="5308600" y="4229100"/>
          <p14:tracePt t="73871" x="5308600" y="4221163"/>
          <p14:tracePt t="73895" x="5324475" y="4203700"/>
          <p14:tracePt t="73905" x="5332413" y="4203700"/>
          <p14:tracePt t="73911" x="5365750" y="4203700"/>
          <p14:tracePt t="73920" x="5391150" y="4203700"/>
          <p14:tracePt t="73927" x="5432425" y="4203700"/>
          <p14:tracePt t="73935" x="5473700" y="4203700"/>
          <p14:tracePt t="73943" x="5499100" y="4203700"/>
          <p14:tracePt t="73951" x="5540375" y="4203700"/>
          <p14:tracePt t="73959" x="5573713" y="4203700"/>
          <p14:tracePt t="73968" x="5599113" y="4203700"/>
          <p14:tracePt t="73976" x="5614988" y="4203700"/>
          <p14:tracePt t="73984" x="5640388" y="4203700"/>
          <p14:tracePt t="73992" x="5673725" y="4221163"/>
          <p14:tracePt t="74008" x="5681663" y="4229100"/>
          <p14:tracePt t="74016" x="5697538" y="4246563"/>
          <p14:tracePt t="74040" x="5715000" y="4262438"/>
          <p14:tracePt t="74048" x="5715000" y="4270375"/>
          <p14:tracePt t="74056" x="5722938" y="4287838"/>
          <p14:tracePt t="74064" x="5722938" y="4303713"/>
          <p14:tracePt t="74072" x="5738813" y="4311650"/>
          <p14:tracePt t="74081" x="5738813" y="4344988"/>
          <p14:tracePt t="74088" x="5738813" y="4362450"/>
          <p14:tracePt t="74097" x="5738813" y="4386263"/>
          <p14:tracePt t="74105" x="5756275" y="4427538"/>
          <p14:tracePt t="74113" x="5756275" y="4445000"/>
          <p14:tracePt t="74121" x="5756275" y="4470400"/>
          <p14:tracePt t="74129" x="5756275" y="4486275"/>
          <p14:tracePt t="74138" x="5756275" y="4494213"/>
          <p14:tracePt t="74145" x="5756275" y="4511675"/>
          <p14:tracePt t="74155" x="5756275" y="4527550"/>
          <p14:tracePt t="74161" x="5756275" y="4535488"/>
          <p14:tracePt t="74171" x="5756275" y="4552950"/>
          <p14:tracePt t="74178" x="5738813" y="4552950"/>
          <p14:tracePt t="74185" x="5722938" y="4568825"/>
          <p14:tracePt t="74194" x="5697538" y="4568825"/>
          <p14:tracePt t="74202" x="5681663" y="4576763"/>
          <p14:tracePt t="74210" x="5640388" y="4576763"/>
          <p14:tracePt t="74218" x="5614988" y="4576763"/>
          <p14:tracePt t="74226" x="5573713" y="4576763"/>
          <p14:tracePt t="74234" x="5514975" y="4576763"/>
          <p14:tracePt t="74242" x="5491163" y="4576763"/>
          <p14:tracePt t="74250" x="5448300" y="4576763"/>
          <p14:tracePt t="74258" x="5416550" y="4576763"/>
          <p14:tracePt t="74266" x="5373688" y="4568825"/>
          <p14:tracePt t="74274" x="5349875" y="4552950"/>
          <p14:tracePt t="74290" x="5324475" y="4535488"/>
          <p14:tracePt t="74298" x="5308600" y="4527550"/>
          <p14:tracePt t="74307" x="5291138" y="4527550"/>
          <p14:tracePt t="74315" x="5275263" y="4511675"/>
          <p14:tracePt t="74323" x="5267325" y="4494213"/>
          <p14:tracePt t="74331" x="5249863" y="4486275"/>
          <p14:tracePt t="74339" x="5224463" y="4452938"/>
          <p14:tracePt t="74347" x="5208588" y="4445000"/>
          <p14:tracePt t="74355" x="5192713" y="4411663"/>
          <p14:tracePt t="74363" x="5183188" y="4386263"/>
          <p14:tracePt t="74371" x="5167313" y="4370388"/>
          <p14:tracePt t="74379" x="5149850" y="4362450"/>
          <p14:tracePt t="74388" x="5149850" y="4344988"/>
          <p14:tracePt t="74405" x="5149850" y="4329113"/>
          <p14:tracePt t="74421" x="5149850" y="4311650"/>
          <p14:tracePt t="74437" x="5149850" y="4303713"/>
          <p14:tracePt t="74444" x="5149850" y="4287838"/>
          <p14:tracePt t="74452" x="5183188" y="4270375"/>
          <p14:tracePt t="74460" x="5208588" y="4270375"/>
          <p14:tracePt t="74468" x="5233988" y="4262438"/>
          <p14:tracePt t="74476" x="5275263" y="4262438"/>
          <p14:tracePt t="74484" x="5308600" y="4262438"/>
          <p14:tracePt t="74492" x="5349875" y="4262438"/>
          <p14:tracePt t="74500" x="5373688" y="4262438"/>
          <p14:tracePt t="74509" x="5416550" y="4262438"/>
          <p14:tracePt t="74516" x="5457825" y="4262438"/>
          <p14:tracePt t="74524" x="5491163" y="4262438"/>
          <p14:tracePt t="74533" x="5532438" y="4262438"/>
          <p14:tracePt t="74541" x="5540375" y="4262438"/>
          <p14:tracePt t="74549" x="5589588" y="4270375"/>
          <p14:tracePt t="74557" x="5614988" y="4303713"/>
          <p14:tracePt t="74565" x="5640388" y="4329113"/>
          <p14:tracePt t="74573" x="5673725" y="4344988"/>
          <p14:tracePt t="74581" x="5715000" y="4370388"/>
          <p14:tracePt t="74589" x="5722938" y="4403725"/>
          <p14:tracePt t="74597" x="5756275" y="4427538"/>
          <p14:tracePt t="74605" x="5764213" y="4445000"/>
          <p14:tracePt t="74613" x="5780088" y="4452938"/>
          <p14:tracePt t="74622" x="5797550" y="4486275"/>
          <p14:tracePt t="74638" x="5805488" y="4511675"/>
          <p14:tracePt t="74646" x="5805488" y="4535488"/>
          <p14:tracePt t="74655" x="5822950" y="4552950"/>
          <p14:tracePt t="74662" x="5822950" y="4568825"/>
          <p14:tracePt t="74672" x="5822950" y="4594225"/>
          <p14:tracePt t="74687" x="5822950" y="4610100"/>
          <p14:tracePt t="74694" x="5822950" y="4627563"/>
          <p14:tracePt t="74704" x="5822950" y="4635500"/>
          <p14:tracePt t="74718" x="5822950" y="4651375"/>
          <p14:tracePt t="74735" x="5822950" y="4668838"/>
          <p14:tracePt t="74791" x="5822950" y="4676775"/>
          <p14:tracePt t="75042" x="5838825" y="4676775"/>
          <p14:tracePt t="75050" x="5905500" y="4668838"/>
          <p14:tracePt t="75058" x="6005513" y="4651375"/>
          <p14:tracePt t="75065" x="6070600" y="4635500"/>
          <p14:tracePt t="75074" x="6170613" y="4627563"/>
          <p14:tracePt t="75082" x="6270625" y="4594225"/>
          <p14:tracePt t="75090" x="6369050" y="4576763"/>
          <p14:tracePt t="75098" x="6551613" y="4568825"/>
          <p14:tracePt t="75106" x="6775450" y="4527550"/>
          <p14:tracePt t="75114" x="6999288" y="4511675"/>
          <p14:tracePt t="75122" x="7173913" y="4486275"/>
          <p14:tracePt t="75130" x="7356475" y="4486275"/>
          <p14:tracePt t="75138" x="7539038" y="4470400"/>
          <p14:tracePt t="75146" x="7621588" y="4470400"/>
          <p14:tracePt t="75154" x="7780338" y="4470400"/>
          <p14:tracePt t="75162" x="7862888" y="4470400"/>
          <p14:tracePt t="75172" x="7962900" y="4470400"/>
          <p14:tracePt t="75179" x="8045450" y="4470400"/>
          <p14:tracePt t="75188" x="8086725" y="4470400"/>
          <p14:tracePt t="75195" x="8128000" y="4470400"/>
          <p14:tracePt t="75204" x="8143875" y="4470400"/>
          <p14:tracePt t="75211" x="8169275" y="4470400"/>
          <p14:tracePt t="75221" x="8186738" y="4470400"/>
          <p14:tracePt t="75235" x="8194675" y="4470400"/>
          <p14:tracePt t="75251" x="8210550" y="4470400"/>
          <p14:tracePt t="75526" x="8210550" y="4452938"/>
          <p14:tracePt t="75542" x="8210550" y="4445000"/>
          <p14:tracePt t="75550" x="8194675" y="4445000"/>
          <p14:tracePt t="75558" x="8194675" y="4427538"/>
          <p14:tracePt t="75574" x="8194675" y="4411663"/>
          <p14:tracePt t="75582" x="8194675" y="4403725"/>
          <p14:tracePt t="75607" x="8186738" y="4386263"/>
          <p14:tracePt t="75655" x="8186738" y="4370388"/>
          <p14:tracePt t="75679" x="8186738" y="4362450"/>
          <p14:tracePt t="75703" x="8186738" y="4344988"/>
          <p14:tracePt t="75728" x="8186738" y="4329113"/>
          <p14:tracePt t="75737" x="8186738" y="4311650"/>
          <p14:tracePt t="75744" x="8186738" y="4303713"/>
          <p14:tracePt t="75752" x="8186738" y="4287838"/>
          <p14:tracePt t="75760" x="8186738" y="4270375"/>
          <p14:tracePt t="75768" x="8186738" y="4246563"/>
          <p14:tracePt t="75776" x="8186738" y="4229100"/>
          <p14:tracePt t="75784" x="8186738" y="4203700"/>
          <p14:tracePt t="75792" x="8186738" y="4179888"/>
          <p14:tracePt t="75800" x="8194675" y="4162425"/>
          <p14:tracePt t="75808" x="8194675" y="4138613"/>
          <p14:tracePt t="75817" x="8210550" y="4121150"/>
          <p14:tracePt t="75825" x="8228013" y="4097338"/>
          <p14:tracePt t="75833" x="8228013" y="4064000"/>
          <p14:tracePt t="75841" x="8235950" y="4038600"/>
          <p14:tracePt t="75849" x="8251825" y="4005263"/>
          <p14:tracePt t="75857" x="8269288" y="3997325"/>
          <p14:tracePt t="75865" x="8285163" y="3963988"/>
          <p14:tracePt t="75873" x="8285163" y="3938588"/>
          <p14:tracePt t="75881" x="8293100" y="3922713"/>
          <p14:tracePt t="75889" x="8310563" y="3897313"/>
          <p14:tracePt t="75897" x="8310563" y="3881438"/>
          <p14:tracePt t="75905" x="8326438" y="3871913"/>
          <p14:tracePt t="75913" x="8335963" y="3856038"/>
          <p14:tracePt t="75929" x="8335963" y="3840163"/>
          <p14:tracePt t="75938" x="8351838" y="3840163"/>
          <p14:tracePt t="75946" x="8351838" y="3830638"/>
          <p14:tracePt t="75954" x="8369300" y="3814763"/>
          <p14:tracePt t="75971" x="8377238" y="3797300"/>
          <p14:tracePt t="75987" x="8393113" y="3781425"/>
          <p14:tracePt t="75994" x="8410575" y="3773488"/>
          <p14:tracePt t="76004" x="8418513" y="3773488"/>
          <p14:tracePt t="76010" x="8434388" y="3756025"/>
          <p14:tracePt t="76018" x="8434388" y="3740150"/>
          <p14:tracePt t="76026" x="8459788" y="3740150"/>
          <p14:tracePt t="76034" x="8493125" y="3714750"/>
          <p14:tracePt t="76043" x="8501063" y="3714750"/>
          <p14:tracePt t="76050" x="8550275" y="3698875"/>
          <p14:tracePt t="76059" x="8601075" y="3673475"/>
          <p14:tracePt t="76067" x="8642350" y="3657600"/>
          <p14:tracePt t="76075" x="8716963" y="3648075"/>
          <p14:tracePt t="76083" x="8799513" y="3616325"/>
          <p14:tracePt t="76091" x="8840788" y="3616325"/>
          <p14:tracePt t="76099" x="8924925" y="3606800"/>
          <p14:tracePt t="76107" x="8990013" y="3606800"/>
          <p14:tracePt t="76115" x="9064625" y="3606800"/>
          <p14:tracePt t="76123" x="9131300" y="3606800"/>
          <p14:tracePt t="76131" x="9213850" y="3606800"/>
          <p14:tracePt t="76140" x="9256713" y="3606800"/>
          <p14:tracePt t="76148" x="9297988" y="3606800"/>
          <p14:tracePt t="76156" x="9339263" y="3606800"/>
          <p14:tracePt t="76164" x="9355138" y="3606800"/>
          <p14:tracePt t="76172" x="9388475" y="3606800"/>
          <p14:tracePt t="76180" x="9396413" y="3616325"/>
          <p14:tracePt t="76188" x="9413875" y="3616325"/>
          <p14:tracePt t="76196" x="9429750" y="3632200"/>
          <p14:tracePt t="76212" x="9437688" y="3632200"/>
          <p14:tracePt t="76228" x="9437688" y="3648075"/>
          <p14:tracePt t="76238" x="9455150" y="3657600"/>
          <p14:tracePt t="76254" x="9455150" y="3673475"/>
          <p14:tracePt t="76261" x="9455150" y="3690938"/>
          <p14:tracePt t="76269" x="9471025" y="3698875"/>
          <p14:tracePt t="76277" x="9471025" y="3714750"/>
          <p14:tracePt t="76285" x="9471025" y="3732213"/>
          <p14:tracePt t="76293" x="9471025" y="3740150"/>
          <p14:tracePt t="76301" x="9480550" y="3773488"/>
          <p14:tracePt t="76309" x="9480550" y="3797300"/>
          <p14:tracePt t="76317" x="9480550" y="3814763"/>
          <p14:tracePt t="76325" x="9496425" y="3840163"/>
          <p14:tracePt t="76333" x="9496425" y="3871913"/>
          <p14:tracePt t="76341" x="9512300" y="3922713"/>
          <p14:tracePt t="76349" x="9521825" y="3963988"/>
          <p14:tracePt t="76357" x="9521825" y="3997325"/>
          <p14:tracePt t="76366" x="9537700" y="4046538"/>
          <p14:tracePt t="76374" x="9537700" y="4097338"/>
          <p14:tracePt t="76381" x="9555163" y="4121150"/>
          <p14:tracePt t="76390" x="9555163" y="4179888"/>
          <p14:tracePt t="76398" x="9555163" y="4221163"/>
          <p14:tracePt t="76406" x="9555163" y="4246563"/>
          <p14:tracePt t="76414" x="9555163" y="4270375"/>
          <p14:tracePt t="76422" x="9555163" y="4303713"/>
          <p14:tracePt t="76430" x="9555163" y="4311650"/>
          <p14:tracePt t="76438" x="9555163" y="4344988"/>
          <p14:tracePt t="76446" x="9555163" y="4362450"/>
          <p14:tracePt t="76455" x="9537700" y="4370388"/>
          <p14:tracePt t="76463" x="9521825" y="4370388"/>
          <p14:tracePt t="76472" x="9512300" y="4386263"/>
          <p14:tracePt t="76478" x="9496425" y="4386263"/>
          <p14:tracePt t="76488" x="9480550" y="4403725"/>
          <p14:tracePt t="76494" x="9471025" y="4403725"/>
          <p14:tracePt t="76505" x="9437688" y="4411663"/>
          <p14:tracePt t="76511" x="9429750" y="4411663"/>
          <p14:tracePt t="76522" x="9396413" y="4427538"/>
          <p14:tracePt t="76527" x="9388475" y="4427538"/>
          <p14:tracePt t="76538" x="9355138" y="4445000"/>
          <p14:tracePt t="76543" x="9331325" y="4445000"/>
          <p14:tracePt t="76555" x="9313863" y="4445000"/>
          <p14:tracePt t="76559" x="9288463" y="4452938"/>
          <p14:tracePt t="76571" x="9272588" y="4452938"/>
          <p14:tracePt t="76575" x="9247188" y="4470400"/>
          <p14:tracePt t="76588" x="9205913" y="4470400"/>
          <p14:tracePt t="76591" x="9190038" y="4470400"/>
          <p14:tracePt t="76605" x="9164638" y="4486275"/>
          <p14:tracePt t="76608" x="9148763" y="4494213"/>
          <p14:tracePt t="76621" x="9105900" y="4494213"/>
          <p14:tracePt t="76624" x="9082088" y="4511675"/>
          <p14:tracePt t="76638" x="9048750" y="4511675"/>
          <p14:tracePt t="76641" x="9023350" y="4511675"/>
          <p14:tracePt t="76654" x="8990013" y="4527550"/>
          <p14:tracePt t="76657" x="8966200" y="4535488"/>
          <p14:tracePt t="76671" x="8924925" y="4535488"/>
          <p14:tracePt t="76674" x="8907463" y="4552950"/>
          <p14:tracePt t="76687" x="8866188" y="4552950"/>
          <p14:tracePt t="76689" x="8858250" y="4552950"/>
          <p14:tracePt t="76704" x="8824913" y="4552950"/>
          <p14:tracePt t="76705" x="8799513" y="4568825"/>
          <p14:tracePt t="76713" x="8783638" y="4568825"/>
          <p14:tracePt t="76721" x="8758238" y="4568825"/>
          <p14:tracePt t="76729" x="8742363" y="4576763"/>
          <p14:tracePt t="76738" x="8724900" y="4576763"/>
          <p14:tracePt t="76745" x="8699500" y="4576763"/>
          <p14:tracePt t="76754" x="8683625" y="4594225"/>
          <p14:tracePt t="76761" x="8675688" y="4594225"/>
          <p14:tracePt t="76771" x="8658225" y="4610100"/>
          <p14:tracePt t="76777" x="8642350" y="4610100"/>
          <p14:tracePt t="76788" x="8634413" y="4610100"/>
          <p14:tracePt t="76793" x="8616950" y="4610100"/>
          <p14:tracePt t="76804" x="8601075" y="4610100"/>
          <p14:tracePt t="76810" x="8593138" y="4627563"/>
          <p14:tracePt t="76821" x="8559800" y="4627563"/>
          <p14:tracePt t="76826" x="8550275" y="4627563"/>
          <p14:tracePt t="76838" x="8534400" y="4635500"/>
          <p14:tracePt t="76842" x="8501063" y="4635500"/>
          <p14:tracePt t="76854" x="8493125" y="4635500"/>
          <p14:tracePt t="76858" x="8475663" y="4651375"/>
          <p14:tracePt t="76871" x="8451850" y="4651375"/>
          <p14:tracePt t="76874" x="8434388" y="4651375"/>
          <p14:tracePt t="76888" x="8418513" y="4668838"/>
          <p14:tracePt t="76891" x="8410575" y="4668838"/>
          <p14:tracePt t="76905" x="8393113" y="4668838"/>
          <p14:tracePt t="76907" x="8377238" y="4668838"/>
          <p14:tracePt t="76921" x="8369300" y="4668838"/>
          <p14:tracePt t="76938" x="8351838" y="4668838"/>
          <p14:tracePt t="76939" x="8335963" y="4668838"/>
          <p14:tracePt t="76955" x="8326438" y="4668838"/>
          <p14:tracePt t="76979" x="8310563" y="4668838"/>
          <p14:tracePt t="77012" x="8293100" y="4668838"/>
          <p14:tracePt t="77084" x="8310563" y="4668838"/>
          <p14:tracePt t="77092" x="8335963" y="4668838"/>
          <p14:tracePt t="77100" x="8393113" y="4668838"/>
          <p14:tracePt t="77108" x="8459788" y="4668838"/>
          <p14:tracePt t="77116" x="8534400" y="4668838"/>
          <p14:tracePt t="77124" x="8658225" y="4651375"/>
          <p14:tracePt t="77133" x="8816975" y="4635500"/>
          <p14:tracePt t="77141" x="8940800" y="4627563"/>
          <p14:tracePt t="77149" x="9090025" y="4610100"/>
          <p14:tracePt t="77157" x="9247188" y="4594225"/>
          <p14:tracePt t="77165" x="9288463" y="4594225"/>
          <p14:tracePt t="77173" x="9413875" y="4576763"/>
          <p14:tracePt t="77181" x="9512300" y="4576763"/>
          <p14:tracePt t="77189" x="9604375" y="4568825"/>
          <p14:tracePt t="77197" x="9663113" y="4568825"/>
          <p14:tracePt t="77205" x="9704388" y="4568825"/>
          <p14:tracePt t="77213" x="9745663" y="4568825"/>
          <p14:tracePt t="77221" x="9779000" y="4568825"/>
          <p14:tracePt t="77238" x="9786938" y="4568825"/>
          <p14:tracePt t="77246" x="9802813" y="4568825"/>
          <p14:tracePt t="77318" x="9761538" y="4552950"/>
          <p14:tracePt t="77326" x="9720263" y="4552950"/>
          <p14:tracePt t="77334" x="9620250" y="4535488"/>
          <p14:tracePt t="77343" x="9521825" y="4527550"/>
          <p14:tracePt t="77351" x="9396413" y="4511675"/>
          <p14:tracePt t="77359" x="9247188" y="4494213"/>
          <p14:tracePt t="77367" x="9123363" y="4494213"/>
          <p14:tracePt t="77375" x="8982075" y="4470400"/>
          <p14:tracePt t="77383" x="8899525" y="4470400"/>
          <p14:tracePt t="77391" x="8683625" y="4452938"/>
          <p14:tracePt t="77399" x="8634413" y="4452938"/>
          <p14:tracePt t="77407" x="8534400" y="4452938"/>
          <p14:tracePt t="77415" x="8434388" y="4452938"/>
          <p14:tracePt t="77423" x="8335963" y="4452938"/>
          <p14:tracePt t="77431" x="8235950" y="4452938"/>
          <p14:tracePt t="77439" x="8169275" y="4452938"/>
          <p14:tracePt t="77447" x="8102600" y="4452938"/>
          <p14:tracePt t="77455" x="8027988" y="4452938"/>
          <p14:tracePt t="77464" x="7970838" y="4452938"/>
          <p14:tracePt t="77471" x="7920038" y="4452938"/>
          <p14:tracePt t="77480" x="7878763" y="4452938"/>
          <p14:tracePt t="77488" x="7845425" y="4452938"/>
          <p14:tracePt t="77496" x="7821613" y="4452938"/>
          <p14:tracePt t="77505" x="7804150" y="4452938"/>
          <p14:tracePt t="77512" x="7796213" y="4452938"/>
          <p14:tracePt t="77522" x="7780338" y="4452938"/>
          <p14:tracePt t="77528" x="7762875" y="4452938"/>
          <p14:tracePt t="77560" x="7754938" y="4452938"/>
          <p14:tracePt t="77867" x="7796213" y="4452938"/>
          <p14:tracePt t="77875" x="7821613" y="4452938"/>
          <p14:tracePt t="77883" x="7904163" y="4452938"/>
          <p14:tracePt t="77891" x="7970838" y="4452938"/>
          <p14:tracePt t="77899" x="8069263" y="4445000"/>
          <p14:tracePt t="77907" x="8169275" y="4411663"/>
          <p14:tracePt t="77916" x="8251825" y="4403725"/>
          <p14:tracePt t="77924" x="8351838" y="4370388"/>
          <p14:tracePt t="77932" x="8410575" y="4362450"/>
          <p14:tracePt t="77940" x="8475663" y="4329113"/>
          <p14:tracePt t="77948" x="8550275" y="4311650"/>
          <p14:tracePt t="77956" x="8634413" y="4303713"/>
          <p14:tracePt t="77964" x="8675688" y="4303713"/>
          <p14:tracePt t="77972" x="8716963" y="4287838"/>
          <p14:tracePt t="77980" x="8758238" y="4270375"/>
          <p14:tracePt t="77989" x="8783638" y="4270375"/>
          <p14:tracePt t="78001" x="8824913" y="4270375"/>
          <p14:tracePt t="78005" x="8840788" y="4262438"/>
          <p14:tracePt t="78013" x="8866188" y="4262438"/>
          <p14:tracePt t="78021" x="8899525" y="4262438"/>
          <p14:tracePt t="78029" x="8924925" y="4262438"/>
          <p14:tracePt t="78038" x="8948738" y="4262438"/>
          <p14:tracePt t="78045" x="8966200" y="4262438"/>
          <p14:tracePt t="78055" x="9007475" y="4262438"/>
          <p14:tracePt t="78061" x="9048750" y="4262438"/>
          <p14:tracePt t="78071" x="9064625" y="4262438"/>
          <p14:tracePt t="78077" x="9105900" y="4262438"/>
          <p14:tracePt t="78088" x="9131300" y="4262438"/>
          <p14:tracePt t="78093" x="9190038" y="4262438"/>
          <p14:tracePt t="78105" x="9231313" y="4262438"/>
          <p14:tracePt t="78110" x="9272588" y="4262438"/>
          <p14:tracePt t="78121" x="9331325" y="4270375"/>
          <p14:tracePt t="78126" x="9429750" y="4287838"/>
          <p14:tracePt t="78138" x="9480550" y="4303713"/>
          <p14:tracePt t="78142" x="9578975" y="4311650"/>
          <p14:tracePt t="78155" x="9604375" y="4311650"/>
          <p14:tracePt t="78158" x="9678988" y="4329113"/>
          <p14:tracePt t="78171" x="9761538" y="4329113"/>
          <p14:tracePt t="78174" x="9828213" y="4329113"/>
          <p14:tracePt t="78188" x="9902825" y="4344988"/>
          <p14:tracePt t="78191" x="9969500" y="4362450"/>
          <p14:tracePt t="78205" x="10052050" y="4370388"/>
          <p14:tracePt t="78208" x="10093325" y="4386263"/>
          <p14:tracePt t="78221" x="10152063" y="4386263"/>
          <p14:tracePt t="78223" x="10193338" y="4386263"/>
          <p14:tracePt t="78238" x="10226675" y="4403725"/>
          <p14:tracePt t="78239" x="10250488" y="4411663"/>
          <p14:tracePt t="78247" x="10267950" y="4411663"/>
          <p14:tracePt t="78255" x="10275888" y="4411663"/>
          <p14:tracePt t="78287" x="10293350" y="4427538"/>
          <p14:tracePt t="78320" x="10267950" y="4445000"/>
          <p14:tracePt t="78327" x="10209213" y="4445000"/>
          <p14:tracePt t="78336" x="10134600" y="4445000"/>
          <p14:tracePt t="78344" x="10010775" y="4445000"/>
          <p14:tracePt t="78352" x="9902825" y="4445000"/>
          <p14:tracePt t="78360" x="9745663" y="4445000"/>
          <p14:tracePt t="78368" x="9596438" y="4445000"/>
          <p14:tracePt t="78376" x="9471025" y="4445000"/>
          <p14:tracePt t="78384" x="9313863" y="4445000"/>
          <p14:tracePt t="78392" x="9205913" y="4445000"/>
          <p14:tracePt t="78400" x="9082088" y="4445000"/>
          <p14:tracePt t="78408" x="8982075" y="4445000"/>
          <p14:tracePt t="78416" x="8924925" y="4445000"/>
          <p14:tracePt t="78424" x="8858250" y="4452938"/>
          <p14:tracePt t="78432" x="8758238" y="4452938"/>
          <p14:tracePt t="78440" x="8683625" y="4452938"/>
          <p14:tracePt t="78449" x="8634413" y="4452938"/>
          <p14:tracePt t="78457" x="8575675" y="4452938"/>
          <p14:tracePt t="78465" x="8550275" y="4470400"/>
          <p14:tracePt t="78473" x="8501063" y="4470400"/>
          <p14:tracePt t="78481" x="8459788" y="4486275"/>
          <p14:tracePt t="78489" x="8451850" y="4486275"/>
          <p14:tracePt t="78497" x="8418513" y="4486275"/>
          <p14:tracePt t="78505" x="8410575" y="4486275"/>
          <p14:tracePt t="78521" x="8393113" y="4486275"/>
          <p14:tracePt t="78529" x="8377238" y="4486275"/>
          <p14:tracePt t="78538" x="8377238" y="4494213"/>
          <p14:tracePt t="78545" x="8369300" y="4494213"/>
          <p14:tracePt t="78723" x="8377238" y="4494213"/>
          <p14:tracePt t="78731" x="8393113" y="4494213"/>
          <p14:tracePt t="78739" x="8418513" y="4494213"/>
          <p14:tracePt t="78747" x="8459788" y="4494213"/>
          <p14:tracePt t="78755" x="8501063" y="4494213"/>
          <p14:tracePt t="78763" x="8559800" y="4494213"/>
          <p14:tracePt t="78772" x="8616950" y="4494213"/>
          <p14:tracePt t="78780" x="8683625" y="4494213"/>
          <p14:tracePt t="78788" x="8758238" y="4511675"/>
          <p14:tracePt t="78796" x="8840788" y="4511675"/>
          <p14:tracePt t="78805" x="8907463" y="4511675"/>
          <p14:tracePt t="78812" x="8982075" y="4511675"/>
          <p14:tracePt t="78821" x="9048750" y="4511675"/>
          <p14:tracePt t="78828" x="9105900" y="4511675"/>
          <p14:tracePt t="78838" x="9172575" y="4511675"/>
          <p14:tracePt t="78844" x="9231313" y="4527550"/>
          <p14:tracePt t="78854" x="9288463" y="4527550"/>
          <p14:tracePt t="78860" x="9339263" y="4527550"/>
          <p14:tracePt t="78868" x="9372600" y="4535488"/>
          <p14:tracePt t="78877" x="9396413" y="4535488"/>
          <p14:tracePt t="78884" x="9429750" y="4535488"/>
          <p14:tracePt t="78893" x="9455150" y="4535488"/>
          <p14:tracePt t="78900" x="9480550" y="4535488"/>
          <p14:tracePt t="78909" x="9496425" y="4535488"/>
          <p14:tracePt t="78917" x="9521825" y="4535488"/>
          <p14:tracePt t="78925" x="9537700" y="4535488"/>
          <p14:tracePt t="78933" x="9563100" y="4535488"/>
          <p14:tracePt t="78941" x="9596438" y="4535488"/>
          <p14:tracePt t="78957" x="9604375" y="4535488"/>
          <p14:tracePt t="78965" x="9620250" y="4535488"/>
          <p14:tracePt t="79002" x="9637713" y="4535488"/>
          <p14:tracePt t="79054" x="9637713" y="4552950"/>
          <p14:tracePt t="79167" x="9653588" y="4552950"/>
          <p14:tracePt t="79183" x="9678988" y="4568825"/>
          <p14:tracePt t="79200" x="9704388" y="4568825"/>
          <p14:tracePt t="79207" x="9737725" y="4568825"/>
          <p14:tracePt t="79216" x="9745663" y="4568825"/>
          <p14:tracePt t="79224" x="9779000" y="4568825"/>
          <p14:tracePt t="79232" x="9802813" y="4568825"/>
          <p14:tracePt t="79240" x="9828213" y="4568825"/>
          <p14:tracePt t="79248" x="9861550" y="4568825"/>
          <p14:tracePt t="79256" x="9886950" y="4568825"/>
          <p14:tracePt t="79264" x="9918700" y="4568825"/>
          <p14:tracePt t="79272" x="9944100" y="4568825"/>
          <p14:tracePt t="79280" x="9969500" y="4568825"/>
          <p14:tracePt t="79288" x="9985375" y="4568825"/>
          <p14:tracePt t="79296" x="10002838" y="4552950"/>
          <p14:tracePt t="79305" x="10010775" y="4552950"/>
          <p14:tracePt t="79312" x="10026650" y="4552950"/>
          <p14:tracePt t="79321" x="10044113" y="4535488"/>
          <p14:tracePt t="79345" x="10052050" y="4535488"/>
          <p14:tracePt t="79354" x="10052050" y="4527550"/>
          <p14:tracePt t="79700" x="10085388" y="4527550"/>
          <p14:tracePt t="79708" x="10126663" y="4527550"/>
          <p14:tracePt t="79716" x="10134600" y="4527550"/>
          <p14:tracePt t="79724" x="10185400" y="4527550"/>
          <p14:tracePt t="79732" x="10234613" y="4494213"/>
          <p14:tracePt t="79741" x="10317163" y="4486275"/>
          <p14:tracePt t="79748" x="10417175" y="4470400"/>
          <p14:tracePt t="79757" x="10517188" y="4470400"/>
          <p14:tracePt t="79765" x="10615613" y="4452938"/>
          <p14:tracePt t="79773" x="10741025" y="4452938"/>
          <p14:tracePt t="79781" x="10798175" y="4445000"/>
          <p14:tracePt t="79789" x="10890250" y="4445000"/>
          <p14:tracePt t="79797" x="10964863" y="4445000"/>
          <p14:tracePt t="79805" x="11031538" y="4445000"/>
          <p14:tracePt t="79813" x="11088688" y="4445000"/>
          <p14:tracePt t="79821" x="11147425" y="4445000"/>
          <p14:tracePt t="79829" x="11171238" y="4445000"/>
          <p14:tracePt t="79839" x="11196638" y="4445000"/>
          <p14:tracePt t="79845" x="11214100" y="4427538"/>
          <p14:tracePt t="79861" x="11229975" y="4427538"/>
          <p14:tracePt t="79887" x="11237913" y="4427538"/>
          <p14:tracePt t="79967" x="11229975" y="4427538"/>
          <p14:tracePt t="79975" x="11188700" y="4427538"/>
          <p14:tracePt t="79983" x="11129963" y="4427538"/>
          <p14:tracePt t="79991" x="11072813" y="4411663"/>
          <p14:tracePt t="80000" x="10988675" y="4403725"/>
          <p14:tracePt t="80007" x="10947400" y="4403725"/>
          <p14:tracePt t="80015" x="10882313" y="4386263"/>
          <p14:tracePt t="80023" x="10782300" y="4370388"/>
          <p14:tracePt t="80031" x="10715625" y="4370388"/>
          <p14:tracePt t="80039" x="10625138" y="4362450"/>
          <p14:tracePt t="80047" x="10541000" y="4344988"/>
          <p14:tracePt t="80055" x="10417175" y="4344988"/>
          <p14:tracePt t="80063" x="10350500" y="4329113"/>
          <p14:tracePt t="80072" x="10250488" y="4311650"/>
          <p14:tracePt t="80080" x="10185400" y="4303713"/>
          <p14:tracePt t="80088" x="10126663" y="4303713"/>
          <p14:tracePt t="80096" x="10052050" y="4287838"/>
          <p14:tracePt t="80105" x="9969500" y="4270375"/>
          <p14:tracePt t="80112" x="9902825" y="4262438"/>
          <p14:tracePt t="80121" x="9828213" y="4246563"/>
          <p14:tracePt t="80128" x="9761538" y="4229100"/>
          <p14:tracePt t="80138" x="9720263" y="4229100"/>
          <p14:tracePt t="80144" x="9663113" y="4203700"/>
          <p14:tracePt t="80155" x="9637713" y="4187825"/>
          <p14:tracePt t="80160" x="9596438" y="4187825"/>
          <p14:tracePt t="80171" x="9578975" y="4179888"/>
          <p14:tracePt t="80177" x="9563100" y="4179888"/>
          <p14:tracePt t="80188" x="9555163" y="4162425"/>
          <p14:tracePt t="80193" x="9537700" y="4162425"/>
          <p14:tracePt t="80209" x="9521825" y="4146550"/>
          <p14:tracePt t="80233" x="9521825" y="4138613"/>
          <p14:tracePt t="80249" x="9521825" y="4121150"/>
          <p14:tracePt t="80265" x="9521825" y="4105275"/>
          <p14:tracePt t="80281" x="9521825" y="4097338"/>
          <p14:tracePt t="80298" x="9521825" y="4079875"/>
          <p14:tracePt t="80306" x="9521825" y="4064000"/>
          <p14:tracePt t="80314" x="9512300" y="4064000"/>
          <p14:tracePt t="80322" x="9512300" y="4046538"/>
          <p14:tracePt t="80330" x="9512300" y="4038600"/>
          <p14:tracePt t="80346" x="9496425" y="4021138"/>
          <p14:tracePt t="80354" x="9480550" y="4005263"/>
          <p14:tracePt t="80362" x="9480550" y="3997325"/>
          <p14:tracePt t="80371" x="9455150" y="3979863"/>
          <p14:tracePt t="80378" x="9437688" y="3963988"/>
          <p14:tracePt t="80388" x="9429750" y="3956050"/>
          <p14:tracePt t="80395" x="9413875" y="3938588"/>
          <p14:tracePt t="80404" x="9372600" y="3914775"/>
          <p14:tracePt t="80411" x="9339263" y="3897313"/>
          <p14:tracePt t="80419" x="9313863" y="3881438"/>
          <p14:tracePt t="80427" x="9288463" y="3871913"/>
          <p14:tracePt t="80435" x="9256713" y="3856038"/>
          <p14:tracePt t="80443" x="9213850" y="3840163"/>
          <p14:tracePt t="80451" x="9190038" y="3830638"/>
          <p14:tracePt t="80459" x="9164638" y="3830638"/>
          <p14:tracePt t="80467" x="9123363" y="3814763"/>
          <p14:tracePt t="80475" x="9090025" y="3797300"/>
          <p14:tracePt t="80483" x="9048750" y="3797300"/>
          <p14:tracePt t="80491" x="9023350" y="3781425"/>
          <p14:tracePt t="80499" x="8990013" y="3773488"/>
          <p14:tracePt t="80508" x="8966200" y="3773488"/>
          <p14:tracePt t="80515" x="8940800" y="3756025"/>
          <p14:tracePt t="80524" x="8907463" y="3756025"/>
          <p14:tracePt t="80532" x="8899525" y="3740150"/>
          <p14:tracePt t="80540" x="8882063" y="3740150"/>
          <p14:tracePt t="80548" x="8866188" y="3740150"/>
          <p14:tracePt t="80556" x="8858250" y="3732213"/>
          <p14:tracePt t="80572" x="8840788" y="3732213"/>
          <p14:tracePt t="80605" x="8824913" y="3732213"/>
          <p14:tracePt t="80645" x="8824913" y="3714750"/>
          <p14:tracePt t="80669" x="8816975" y="3714750"/>
          <p14:tracePt t="80815" x="8824913" y="3714750"/>
          <p14:tracePt t="80830" x="8858250" y="3714750"/>
          <p14:tracePt t="80839" x="8899525" y="3714750"/>
          <p14:tracePt t="80847" x="8940800" y="3714750"/>
          <p14:tracePt t="80855" x="9031288" y="3714750"/>
          <p14:tracePt t="80863" x="9131300" y="3698875"/>
          <p14:tracePt t="80872" x="9231313" y="3698875"/>
          <p14:tracePt t="80879" x="9388475" y="3698875"/>
          <p14:tracePt t="80888" x="9480550" y="3690938"/>
          <p14:tracePt t="80895" x="9604375" y="3690938"/>
          <p14:tracePt t="80905" x="9720263" y="3690938"/>
          <p14:tracePt t="80911" x="9844088" y="3690938"/>
          <p14:tracePt t="80921" x="10002838" y="3690938"/>
          <p14:tracePt t="80927" x="10093325" y="3690938"/>
          <p14:tracePt t="80935" x="10250488" y="3690938"/>
          <p14:tracePt t="80944" x="10293350" y="3690938"/>
          <p14:tracePt t="80951" x="10391775" y="3690938"/>
          <p14:tracePt t="80960" x="10475913" y="3690938"/>
          <p14:tracePt t="80968" x="10541000" y="3690938"/>
          <p14:tracePt t="80976" x="10615613" y="3690938"/>
          <p14:tracePt t="80984" x="10656888" y="3690938"/>
          <p14:tracePt t="80992" x="10682288" y="3690938"/>
          <p14:tracePt t="81001" x="10723563" y="3690938"/>
          <p14:tracePt t="81008" x="10741025" y="3690938"/>
          <p14:tracePt t="81016" x="10756900" y="3690938"/>
          <p14:tracePt t="81032" x="10764838" y="3690938"/>
          <p14:tracePt t="81041" x="10782300" y="3690938"/>
          <p14:tracePt t="81234" x="10756900" y="3690938"/>
          <p14:tracePt t="81242" x="10723563" y="3690938"/>
          <p14:tracePt t="81250" x="10682288" y="3690938"/>
          <p14:tracePt t="81259" x="10625138" y="3690938"/>
          <p14:tracePt t="81266" x="10558463" y="3698875"/>
          <p14:tracePt t="81275" x="10458450" y="3698875"/>
          <p14:tracePt t="81282" x="10358438" y="3714750"/>
          <p14:tracePt t="81291" x="10317163" y="3714750"/>
          <p14:tracePt t="81299" x="10226675" y="3732213"/>
          <p14:tracePt t="81307" x="10152063" y="3732213"/>
          <p14:tracePt t="81315" x="10085388" y="3740150"/>
          <p14:tracePt t="81323" x="10010775" y="3740150"/>
          <p14:tracePt t="81331" x="9944100" y="3756025"/>
          <p14:tracePt t="81339" x="9820275" y="3756025"/>
          <p14:tracePt t="81347" x="9720263" y="3773488"/>
          <p14:tracePt t="81355" x="9653588" y="3773488"/>
          <p14:tracePt t="81363" x="9563100" y="3781425"/>
          <p14:tracePt t="81372" x="9480550" y="3781425"/>
          <p14:tracePt t="81379" x="9437688" y="3781425"/>
          <p14:tracePt t="81388" x="9372600" y="3781425"/>
          <p14:tracePt t="81396" x="9297988" y="3781425"/>
          <p14:tracePt t="81405" x="9247188" y="3797300"/>
          <p14:tracePt t="81412" x="9190038" y="3797300"/>
          <p14:tracePt t="81421" x="9148763" y="3797300"/>
          <p14:tracePt t="81428" x="9123363" y="3797300"/>
          <p14:tracePt t="81438" x="9090025" y="3797300"/>
          <p14:tracePt t="81444" x="9082088" y="3797300"/>
          <p14:tracePt t="81455" x="9064625" y="3797300"/>
          <p14:tracePt t="81460" x="9048750" y="3797300"/>
          <p14:tracePt t="81471" x="9031288" y="3797300"/>
          <p14:tracePt t="81476" x="9023350" y="3797300"/>
          <p14:tracePt t="81493" x="9007475" y="3797300"/>
          <p14:tracePt t="81509" x="8990013" y="3797300"/>
          <p14:tracePt t="81525" x="8982075" y="3797300"/>
          <p14:tracePt t="81557" x="8966200" y="3797300"/>
          <p14:tracePt t="81638" x="8948738" y="3797300"/>
          <p14:tracePt t="81646" x="8948738" y="3781425"/>
          <p14:tracePt t="81711" x="8948738" y="3773488"/>
          <p14:tracePt t="81791" x="8948738" y="3756025"/>
          <p14:tracePt t="82171" x="8966200" y="3756025"/>
          <p14:tracePt t="82195" x="8982075" y="3756025"/>
          <p14:tracePt t="82219" x="8990013" y="3773488"/>
          <p14:tracePt t="82243" x="8990013" y="3781425"/>
          <p14:tracePt t="82276" x="8990013" y="3797300"/>
          <p14:tracePt t="82284" x="9007475" y="3797300"/>
          <p14:tracePt t="82292" x="9007475" y="3814763"/>
          <p14:tracePt t="82300" x="9007475" y="3830638"/>
          <p14:tracePt t="82308" x="9007475" y="3840163"/>
          <p14:tracePt t="82316" x="9007475" y="3856038"/>
          <p14:tracePt t="82324" x="9007475" y="3897313"/>
          <p14:tracePt t="82332" x="9007475" y="3922713"/>
          <p14:tracePt t="82340" x="9007475" y="3963988"/>
          <p14:tracePt t="82349" x="9007475" y="4021138"/>
          <p14:tracePt t="82357" x="9007475" y="4079875"/>
          <p14:tracePt t="82364" x="8982075" y="4105275"/>
          <p14:tracePt t="82373" x="8982075" y="4162425"/>
          <p14:tracePt t="82381" x="8948738" y="4221163"/>
          <p14:tracePt t="82388" x="8940800" y="4246563"/>
          <p14:tracePt t="82397" x="8907463" y="4303713"/>
          <p14:tracePt t="82405" x="8899525" y="4344988"/>
          <p14:tracePt t="82413" x="8882063" y="4370388"/>
          <p14:tracePt t="82421" x="8866188" y="4403725"/>
          <p14:tracePt t="82429" x="8858250" y="4427538"/>
          <p14:tracePt t="82438" x="8840788" y="4470400"/>
          <p14:tracePt t="82445" x="8816975" y="4494213"/>
          <p14:tracePt t="82455" x="8799513" y="4527550"/>
          <p14:tracePt t="82461" x="8799513" y="4552950"/>
          <p14:tracePt t="82471" x="8783638" y="4568825"/>
          <p14:tracePt t="82478" x="8766175" y="4576763"/>
          <p14:tracePt t="82485" x="8766175" y="4594225"/>
          <p14:tracePt t="82502" x="8758238" y="4610100"/>
          <p14:tracePt t="82518" x="8758238" y="4627563"/>
          <p14:tracePt t="82631" x="8742363" y="4627563"/>
          <p14:tracePt t="82655" x="8742363" y="4610100"/>
          <p14:tracePt t="82671" x="8742363" y="4594225"/>
          <p14:tracePt t="82696" x="8742363" y="4576763"/>
          <p14:tracePt t="82720" x="8742363" y="4568825"/>
          <p14:tracePt t="82744" x="8742363" y="4552950"/>
          <p14:tracePt t="82785" x="8742363" y="4535488"/>
          <p14:tracePt t="82816" x="8742363" y="4527550"/>
          <p14:tracePt t="82857" x="8742363" y="4511675"/>
          <p14:tracePt t="82865" x="8724900" y="4511675"/>
          <p14:tracePt t="82921" x="8724900" y="4494213"/>
          <p14:tracePt t="82978" x="8724900" y="4470400"/>
          <p14:tracePt t="82988" x="8758238" y="4445000"/>
          <p14:tracePt t="82994" x="8799513" y="4403725"/>
          <p14:tracePt t="83004" x="8866188" y="4329113"/>
          <p14:tracePt t="83011" x="8966200" y="4246563"/>
          <p14:tracePt t="83019" x="9031288" y="4162425"/>
          <p14:tracePt t="83027" x="9131300" y="4038600"/>
          <p14:tracePt t="83035" x="9172575" y="4005263"/>
          <p14:tracePt t="83043" x="9231313" y="3922713"/>
          <p14:tracePt t="83051" x="9288463" y="3881438"/>
          <p14:tracePt t="83059" x="9313863" y="3830638"/>
          <p14:tracePt t="83067" x="9355138" y="3781425"/>
          <p14:tracePt t="83083" x="9372600" y="3773488"/>
          <p14:tracePt t="83091" x="9372600" y="3756025"/>
          <p14:tracePt t="83196" x="9355138" y="3756025"/>
          <p14:tracePt t="83212" x="9339263" y="3756025"/>
          <p14:tracePt t="83228" x="9331325" y="3756025"/>
          <p14:tracePt t="83238" x="9313863" y="3756025"/>
          <p14:tracePt t="83254" x="9297988" y="3756025"/>
          <p14:tracePt t="83261" x="9272588" y="3756025"/>
          <p14:tracePt t="83269" x="9256713" y="3756025"/>
          <p14:tracePt t="83277" x="9231313" y="3756025"/>
          <p14:tracePt t="83285" x="9190038" y="3756025"/>
          <p14:tracePt t="83293" x="9164638" y="3756025"/>
          <p14:tracePt t="83301" x="9123363" y="3756025"/>
          <p14:tracePt t="83309" x="9090025" y="3756025"/>
          <p14:tracePt t="83317" x="9048750" y="3756025"/>
          <p14:tracePt t="83326" x="9007475" y="3756025"/>
          <p14:tracePt t="83333" x="8990013" y="3756025"/>
          <p14:tracePt t="83341" x="8966200" y="3756025"/>
          <p14:tracePt t="83349" x="8948738" y="3756025"/>
          <p14:tracePt t="83358" x="8940800" y="3756025"/>
          <p14:tracePt t="83366" x="8924925" y="3756025"/>
          <p14:tracePt t="83382" x="8907463" y="3756025"/>
          <p14:tracePt t="83398" x="8907463" y="3740150"/>
          <p14:tracePt t="83454" x="8907463" y="3732213"/>
          <p14:tracePt t="83495" x="8907463" y="3714750"/>
          <p14:tracePt t="83697" x="8948738" y="3714750"/>
          <p14:tracePt t="83705" x="8982075" y="3714750"/>
          <p14:tracePt t="83713" x="9031288" y="3714750"/>
          <p14:tracePt t="83722" x="9082088" y="3714750"/>
          <p14:tracePt t="83729" x="9123363" y="3714750"/>
          <p14:tracePt t="83738" x="9205913" y="3714750"/>
          <p14:tracePt t="83745" x="9272588" y="3714750"/>
          <p14:tracePt t="83755" x="9339263" y="3714750"/>
          <p14:tracePt t="83761" x="9396413" y="3714750"/>
          <p14:tracePt t="83771" x="9521825" y="3714750"/>
          <p14:tracePt t="83778" x="9555163" y="3714750"/>
          <p14:tracePt t="83785" x="9620250" y="3714750"/>
          <p14:tracePt t="83794" x="9704388" y="3714750"/>
          <p14:tracePt t="83802" x="9779000" y="3714750"/>
          <p14:tracePt t="83810" x="9844088" y="3714750"/>
          <p14:tracePt t="83818" x="9902825" y="3714750"/>
          <p14:tracePt t="83826" x="9969500" y="3714750"/>
          <p14:tracePt t="83834" x="10044113" y="3714750"/>
          <p14:tracePt t="83842" x="10126663" y="3714750"/>
          <p14:tracePt t="83850" x="10167938" y="3714750"/>
          <p14:tracePt t="83858" x="10234613" y="3714750"/>
          <p14:tracePt t="83866" x="10293350" y="3714750"/>
          <p14:tracePt t="83874" x="10358438" y="3714750"/>
          <p14:tracePt t="83882" x="10458450" y="3740150"/>
          <p14:tracePt t="83891" x="10499725" y="3756025"/>
          <p14:tracePt t="83898" x="10558463" y="3756025"/>
          <p14:tracePt t="83906" x="10625138" y="3773488"/>
          <p14:tracePt t="83915" x="10682288" y="3781425"/>
          <p14:tracePt t="83923" x="10741025" y="3797300"/>
          <p14:tracePt t="83931" x="10764838" y="3797300"/>
          <p14:tracePt t="83939" x="10807700" y="3797300"/>
          <p14:tracePt t="83947" x="10823575" y="3797300"/>
          <p14:tracePt t="83955" x="10839450" y="3797300"/>
          <p14:tracePt t="83963" x="10864850" y="3797300"/>
          <p14:tracePt t="83971" x="10864850" y="3814763"/>
          <p14:tracePt t="83979" x="10882313" y="3814763"/>
          <p14:tracePt t="84005" x="10890250" y="3814763"/>
          <p14:tracePt t="84011" x="10906125" y="3814763"/>
          <p14:tracePt t="84021" x="10923588" y="3814763"/>
          <p14:tracePt t="84028" x="10931525" y="3814763"/>
          <p14:tracePt t="84037" x="10947400" y="3814763"/>
          <p14:tracePt t="84052" x="10964863" y="3814763"/>
          <p14:tracePt t="84060" x="10980738" y="3814763"/>
          <p14:tracePt t="84076" x="10988675" y="3814763"/>
          <p14:tracePt t="84084" x="11006138" y="3814763"/>
          <p14:tracePt t="84230" x="10947400" y="3814763"/>
          <p14:tracePt t="84238" x="10890250" y="3814763"/>
          <p14:tracePt t="84246" x="10764838" y="3814763"/>
          <p14:tracePt t="84255" x="10666413" y="3814763"/>
          <p14:tracePt t="84262" x="10558463" y="3814763"/>
          <p14:tracePt t="84271" x="10475913" y="3814763"/>
          <p14:tracePt t="84278" x="10267950" y="3781425"/>
          <p14:tracePt t="84288" x="10134600" y="3773488"/>
          <p14:tracePt t="84294" x="10010775" y="3773488"/>
          <p14:tracePt t="84302" x="9918700" y="3756025"/>
          <p14:tracePt t="84310" x="9786938" y="3740150"/>
          <p14:tracePt t="84318" x="9704388" y="3732213"/>
          <p14:tracePt t="84326" x="9578975" y="3714750"/>
          <p14:tracePt t="84335" x="9537700" y="3698875"/>
          <p14:tracePt t="84343" x="9437688" y="3690938"/>
          <p14:tracePt t="84351" x="9372600" y="3673475"/>
          <p14:tracePt t="84359" x="9313863" y="3673475"/>
          <p14:tracePt t="84367" x="9272588" y="3673475"/>
          <p14:tracePt t="84375" x="9213850" y="3657600"/>
          <p14:tracePt t="84383" x="9190038" y="3657600"/>
          <p14:tracePt t="84391" x="9172575" y="3648075"/>
          <p14:tracePt t="84399" x="9148763" y="3648075"/>
          <p14:tracePt t="84407" x="9123363" y="3648075"/>
          <p14:tracePt t="84423" x="9105900" y="3648075"/>
          <p14:tracePt t="84431" x="9082088" y="3648075"/>
          <p14:tracePt t="84439" x="9064625" y="3648075"/>
          <p14:tracePt t="84456" x="9048750" y="3648075"/>
          <p14:tracePt t="84464" x="9031288" y="3648075"/>
          <p14:tracePt t="84488" x="9023350" y="3648075"/>
          <p14:tracePt t="84553" x="9007475" y="3648075"/>
          <p14:tracePt t="84577" x="8990013" y="3648075"/>
          <p14:tracePt t="84585" x="8982075" y="3657600"/>
          <p14:tracePt t="84601" x="8966200" y="3657600"/>
          <p14:tracePt t="84609" x="8948738" y="3657600"/>
          <p14:tracePt t="84625" x="8940800" y="3657600"/>
          <p14:tracePt t="84633" x="8924925" y="3657600"/>
          <p14:tracePt t="84641" x="8907463" y="3657600"/>
          <p14:tracePt t="84649" x="8899525" y="3657600"/>
          <p14:tracePt t="84657" x="8882063" y="3657600"/>
          <p14:tracePt t="84665" x="8866188" y="3657600"/>
          <p14:tracePt t="84674" x="8858250" y="3657600"/>
          <p14:tracePt t="84681" x="8840788" y="3657600"/>
          <p14:tracePt t="84690" x="8824913" y="3657600"/>
          <p14:tracePt t="84698" x="8824913" y="3648075"/>
          <p14:tracePt t="84706" x="8816975" y="3648075"/>
          <p14:tracePt t="84714" x="8816975" y="3632200"/>
          <p14:tracePt t="84722" x="8799513" y="3616325"/>
          <p14:tracePt t="84730" x="8799513" y="3606800"/>
          <p14:tracePt t="84738" x="8783638" y="3573463"/>
          <p14:tracePt t="84755" x="8766175" y="3549650"/>
          <p14:tracePt t="84762" x="8766175" y="3532188"/>
          <p14:tracePt t="84772" x="8766175" y="3516313"/>
          <p14:tracePt t="84779" x="8766175" y="3490913"/>
          <p14:tracePt t="84788" x="8766175" y="3475038"/>
          <p14:tracePt t="84795" x="8758238" y="3467100"/>
          <p14:tracePt t="84804" x="8758238" y="3449638"/>
          <p14:tracePt t="84819" x="8758238" y="3433763"/>
          <p14:tracePt t="84827" x="8758238" y="3424238"/>
          <p14:tracePt t="84843" x="8758238" y="3408363"/>
          <p14:tracePt t="84867" x="8766175" y="3390900"/>
          <p14:tracePt t="84875" x="8783638" y="3382963"/>
          <p14:tracePt t="84884" x="8799513" y="3367088"/>
          <p14:tracePt t="84892" x="8824913" y="3349625"/>
          <p14:tracePt t="84900" x="8858250" y="3349625"/>
          <p14:tracePt t="84908" x="8899525" y="3325813"/>
          <p14:tracePt t="84916" x="8948738" y="3308350"/>
          <p14:tracePt t="84924" x="9007475" y="3292475"/>
          <p14:tracePt t="84932" x="9031288" y="3284538"/>
          <p14:tracePt t="84940" x="9090025" y="3284538"/>
          <p14:tracePt t="84948" x="9148763" y="3284538"/>
          <p14:tracePt t="84956" x="9205913" y="3284538"/>
          <p14:tracePt t="84964" x="9247188" y="3284538"/>
          <p14:tracePt t="84972" x="9288463" y="3284538"/>
          <p14:tracePt t="84980" x="9313863" y="3284538"/>
          <p14:tracePt t="84989" x="9355138" y="3284538"/>
          <p14:tracePt t="84999" x="9388475" y="3284538"/>
          <p14:tracePt t="85006" x="9396413" y="3284538"/>
          <p14:tracePt t="85013" x="9429750" y="3284538"/>
          <p14:tracePt t="85021" x="9437688" y="3292475"/>
          <p14:tracePt t="85029" x="9455150" y="3308350"/>
          <p14:tracePt t="85039" x="9471025" y="3325813"/>
          <p14:tracePt t="85045" x="9480550" y="3349625"/>
          <p14:tracePt t="85061" x="9496425" y="3367088"/>
          <p14:tracePt t="85071" x="9496425" y="3382963"/>
          <p14:tracePt t="85077" x="9512300" y="3408363"/>
          <p14:tracePt t="85093" x="9512300" y="3424238"/>
          <p14:tracePt t="85105" x="9512300" y="3449638"/>
          <p14:tracePt t="85110" x="9512300" y="3467100"/>
          <p14:tracePt t="85121" x="9512300" y="3490913"/>
          <p14:tracePt t="85126" x="9512300" y="3549650"/>
          <p14:tracePt t="85138" x="9512300" y="3606800"/>
          <p14:tracePt t="85142" x="9512300" y="3698875"/>
          <p14:tracePt t="85154" x="9512300" y="3830638"/>
          <p14:tracePt t="85158" x="9496425" y="3938588"/>
          <p14:tracePt t="85171" x="9471025" y="4005263"/>
          <p14:tracePt t="85174" x="9437688" y="4105275"/>
          <p14:tracePt t="85188" x="9413875" y="4229100"/>
          <p14:tracePt t="85191" x="9355138" y="4386263"/>
          <p14:tracePt t="85204" x="9313863" y="4486275"/>
          <p14:tracePt t="85207" x="9297988" y="4511675"/>
          <p14:tracePt t="85221" x="9231313" y="4668838"/>
          <p14:tracePt t="85223" x="9205913" y="4694238"/>
          <p14:tracePt t="85238" x="9164638" y="4759325"/>
          <p14:tracePt t="85239" x="9123363" y="4802188"/>
          <p14:tracePt t="85247" x="9082088" y="4843463"/>
          <p14:tracePt t="85255" x="9031288" y="4876800"/>
          <p14:tracePt t="85263" x="9007475" y="4900613"/>
          <p14:tracePt t="85271" x="8966200" y="4900613"/>
          <p14:tracePt t="85279" x="8948738" y="4933950"/>
          <p14:tracePt t="85288" x="8940800" y="4933950"/>
          <p14:tracePt t="85295" x="8924925" y="4933950"/>
          <p14:tracePt t="85304" x="8907463" y="4933950"/>
          <p14:tracePt t="85311" x="8899525" y="4933950"/>
          <p14:tracePt t="85336" x="8882063" y="4933950"/>
          <p14:tracePt t="85352" x="8882063" y="4918075"/>
          <p14:tracePt t="85360" x="8882063" y="4900613"/>
          <p14:tracePt t="85368" x="8882063" y="4892675"/>
          <p14:tracePt t="85376" x="8866188" y="4876800"/>
          <p14:tracePt t="85384" x="8866188" y="4859338"/>
          <p14:tracePt t="85392" x="8866188" y="4843463"/>
          <p14:tracePt t="85400" x="8858250" y="4833938"/>
          <p14:tracePt t="85416" x="8858250" y="4818063"/>
          <p14:tracePt t="85424" x="8858250" y="4802188"/>
          <p14:tracePt t="85432" x="8840788" y="4802188"/>
          <p14:tracePt t="85441" x="8824913" y="4802188"/>
          <p14:tracePt t="85448" x="8824913" y="4792663"/>
          <p14:tracePt t="85465" x="8816975" y="4776788"/>
          <p14:tracePt t="85481" x="8799513" y="4759325"/>
          <p14:tracePt t="85497" x="8783638" y="4759325"/>
          <p14:tracePt t="85505" x="8783638" y="4751388"/>
          <p14:tracePt t="85513" x="8766175" y="4751388"/>
          <p14:tracePt t="85521" x="8758238" y="4735513"/>
          <p14:tracePt t="85529" x="8758238" y="4718050"/>
          <p14:tracePt t="85545" x="8742363" y="4718050"/>
          <p14:tracePt t="85554" x="8742363" y="4710113"/>
          <p14:tracePt t="85571" x="8724900" y="4694238"/>
          <p14:tracePt t="85594" x="8724900" y="4676775"/>
          <p14:tracePt t="85618" x="8716963" y="4668838"/>
          <p14:tracePt t="85642" x="8716963" y="4651375"/>
          <p14:tracePt t="85691" x="8724900" y="4651375"/>
          <p14:tracePt t="85699" x="8742363" y="4635500"/>
          <p14:tracePt t="85707" x="8824913" y="4627563"/>
          <p14:tracePt t="85715" x="8907463" y="4610100"/>
          <p14:tracePt t="85723" x="9031288" y="4576763"/>
          <p14:tracePt t="85731" x="9190038" y="4568825"/>
          <p14:tracePt t="85739" x="9313863" y="4535488"/>
          <p14:tracePt t="85747" x="9388475" y="4527550"/>
          <p14:tracePt t="85755" x="9512300" y="4511675"/>
          <p14:tracePt t="85763" x="9604375" y="4511675"/>
          <p14:tracePt t="85772" x="9678988" y="4494213"/>
          <p14:tracePt t="85780" x="9745663" y="4494213"/>
          <p14:tracePt t="85788" x="9786938" y="4494213"/>
          <p14:tracePt t="85796" x="9802813" y="4494213"/>
          <p14:tracePt t="85805" x="9828213" y="4494213"/>
          <p14:tracePt t="85812" x="9844088" y="4494213"/>
          <p14:tracePt t="85821" x="9861550" y="4494213"/>
          <p14:tracePt t="85852" x="9869488" y="4494213"/>
          <p14:tracePt t="85885" x="9886950" y="4511675"/>
          <p14:tracePt t="85909" x="9902825" y="4511675"/>
          <p14:tracePt t="85917" x="9928225" y="4511675"/>
          <p14:tracePt t="85925" x="9944100" y="4527550"/>
          <p14:tracePt t="85933" x="9969500" y="4527550"/>
          <p14:tracePt t="85941" x="10002838" y="4535488"/>
          <p14:tracePt t="85949" x="10026650" y="4552950"/>
          <p14:tracePt t="85957" x="10093325" y="4568825"/>
          <p14:tracePt t="85965" x="10134600" y="4568825"/>
          <p14:tracePt t="85973" x="10193338" y="4576763"/>
          <p14:tracePt t="85982" x="10234613" y="4594225"/>
          <p14:tracePt t="85990" x="10293350" y="4594225"/>
          <p14:tracePt t="86001" x="10350500" y="4610100"/>
          <p14:tracePt t="86006" x="10391775" y="4627563"/>
          <p14:tracePt t="86014" x="10417175" y="4627563"/>
          <p14:tracePt t="86022" x="10458450" y="4635500"/>
          <p14:tracePt t="86030" x="10475913" y="4635500"/>
          <p14:tracePt t="86046" x="10491788" y="4635500"/>
          <p14:tracePt t="86054" x="10499725" y="4635500"/>
          <p14:tracePt t="86215" x="10491788" y="4635500"/>
          <p14:tracePt t="86224" x="10475913" y="4635500"/>
          <p14:tracePt t="86232" x="10458450" y="4635500"/>
          <p14:tracePt t="86240" x="10433050" y="4627563"/>
          <p14:tracePt t="86248" x="10391775" y="4610100"/>
          <p14:tracePt t="86256" x="10358438" y="4610100"/>
          <p14:tracePt t="86264" x="10309225" y="4594225"/>
          <p14:tracePt t="86272" x="10234613" y="4576763"/>
          <p14:tracePt t="86280" x="10193338" y="4576763"/>
          <p14:tracePt t="86288" x="10126663" y="4568825"/>
          <p14:tracePt t="86296" x="10052050" y="4552950"/>
          <p14:tracePt t="86305" x="10002838" y="4552950"/>
          <p14:tracePt t="86313" x="9928225" y="4535488"/>
          <p14:tracePt t="86321" x="9869488" y="4535488"/>
          <p14:tracePt t="86329" x="9802813" y="4535488"/>
          <p14:tracePt t="86338" x="9745663" y="4527550"/>
          <p14:tracePt t="86345" x="9694863" y="4527550"/>
          <p14:tracePt t="86355" x="9637713" y="4511675"/>
          <p14:tracePt t="86361" x="9596438" y="4494213"/>
          <p14:tracePt t="86371" x="9537700" y="4494213"/>
          <p14:tracePt t="86377" x="9480550" y="4486275"/>
          <p14:tracePt t="86385" x="9429750" y="4470400"/>
          <p14:tracePt t="86394" x="9396413" y="4452938"/>
          <p14:tracePt t="86401" x="9339263" y="4452938"/>
          <p14:tracePt t="86410" x="9288463" y="4452938"/>
          <p14:tracePt t="86418" x="9247188" y="4445000"/>
          <p14:tracePt t="86426" x="9213850" y="4427538"/>
          <p14:tracePt t="86434" x="9172575" y="4427538"/>
          <p14:tracePt t="86442" x="9164638" y="4427538"/>
          <p14:tracePt t="86450" x="9123363" y="4427538"/>
          <p14:tracePt t="86458" x="9105900" y="4411663"/>
          <p14:tracePt t="86466" x="9082088" y="4411663"/>
          <p14:tracePt t="86474" x="9048750" y="4411663"/>
          <p14:tracePt t="86482" x="9031288" y="4411663"/>
          <p14:tracePt t="86490" x="9007475" y="4403725"/>
          <p14:tracePt t="86498" x="8982075" y="4403725"/>
          <p14:tracePt t="86506" x="8948738" y="4403725"/>
          <p14:tracePt t="86514" x="8924925" y="4403725"/>
          <p14:tracePt t="86522" x="8907463" y="4403725"/>
          <p14:tracePt t="86530" x="8882063" y="4403725"/>
          <p14:tracePt t="86539" x="8866188" y="4403725"/>
          <p14:tracePt t="86547" x="8858250" y="4386263"/>
          <p14:tracePt t="86555" x="8824913" y="4386263"/>
          <p14:tracePt t="86563" x="8816975" y="4386263"/>
          <p14:tracePt t="86572" x="8799513" y="4386263"/>
          <p14:tracePt t="86588" x="8783638" y="4386263"/>
          <p14:tracePt t="86684" x="8799513" y="4386263"/>
          <p14:tracePt t="86692" x="8858250" y="4386263"/>
          <p14:tracePt t="86700" x="8899525" y="4386263"/>
          <p14:tracePt t="86708" x="8990013" y="4386263"/>
          <p14:tracePt t="86716" x="9123363" y="4386263"/>
          <p14:tracePt t="86724" x="9272588" y="4386263"/>
          <p14:tracePt t="86732" x="9429750" y="4386263"/>
          <p14:tracePt t="86740" x="9578975" y="4386263"/>
          <p14:tracePt t="86748" x="9694863" y="4386263"/>
          <p14:tracePt t="86757" x="9745663" y="4386263"/>
          <p14:tracePt t="86764" x="9844088" y="4370388"/>
          <p14:tracePt t="86773" x="9944100" y="4370388"/>
          <p14:tracePt t="86781" x="10010775" y="4362450"/>
          <p14:tracePt t="86789" x="10069513" y="4362450"/>
          <p14:tracePt t="86797" x="10093325" y="4362450"/>
          <p14:tracePt t="86805" x="10126663" y="4362450"/>
          <p14:tracePt t="86813" x="10152063" y="4362450"/>
          <p14:tracePt t="86821" x="10167938" y="4344988"/>
          <p14:tracePt t="86829" x="10185400" y="4344988"/>
          <p14:tracePt t="86846" x="10193338" y="4344988"/>
          <p14:tracePt t="86871" x="10209213" y="4344988"/>
          <p14:tracePt t="86885" x="10226675" y="4344988"/>
          <p14:tracePt t="86894" x="10234613" y="4344988"/>
          <p14:tracePt t="86910" x="10250488" y="4344988"/>
          <p14:tracePt t="86918" x="10267950" y="4344988"/>
          <p14:tracePt t="86926" x="10275888" y="4344988"/>
          <p14:tracePt t="86934" x="10293350" y="4344988"/>
          <p14:tracePt t="86942" x="10309225" y="4344988"/>
          <p14:tracePt t="86966" x="10317163" y="4344988"/>
          <p14:tracePt t="87015" x="10334625" y="4344988"/>
          <p14:tracePt t="87047" x="10350500" y="4344988"/>
          <p14:tracePt t="87071" x="10375900" y="4344988"/>
          <p14:tracePt t="87079" x="10401300" y="4344988"/>
          <p14:tracePt t="87088" x="10458450" y="4362450"/>
          <p14:tracePt t="87096" x="10517188" y="4370388"/>
          <p14:tracePt t="87105" x="10541000" y="4370388"/>
          <p14:tracePt t="87112" x="10599738" y="4403725"/>
          <p14:tracePt t="87121" x="10656888" y="4411663"/>
          <p14:tracePt t="87128" x="10715625" y="4427538"/>
          <p14:tracePt t="87138" x="10764838" y="4445000"/>
          <p14:tracePt t="87144" x="10798175" y="4445000"/>
          <p14:tracePt t="87152" x="10839450" y="4452938"/>
          <p14:tracePt t="87160" x="10848975" y="4470400"/>
          <p14:tracePt t="87168" x="10882313" y="4470400"/>
          <p14:tracePt t="87176" x="10890250" y="4470400"/>
          <p14:tracePt t="87184" x="10906125" y="4470400"/>
          <p14:tracePt t="87201" x="10923588" y="4470400"/>
          <p14:tracePt t="87209" x="10931525" y="4470400"/>
          <p14:tracePt t="87225" x="10947400" y="4470400"/>
          <p14:tracePt t="87233" x="10964863" y="4470400"/>
          <p14:tracePt t="87249" x="10980738" y="4470400"/>
          <p14:tracePt t="87265" x="10988675" y="4470400"/>
          <p14:tracePt t="87273" x="11006138" y="4470400"/>
          <p14:tracePt t="87281" x="11022013" y="4470400"/>
          <p14:tracePt t="87297" x="11031538" y="4470400"/>
          <p14:tracePt t="87305" x="11063288" y="4470400"/>
          <p14:tracePt t="87313" x="11072813" y="4470400"/>
          <p14:tracePt t="87322" x="11106150" y="4470400"/>
          <p14:tracePt t="87330" x="11129963" y="4470400"/>
          <p14:tracePt t="87338" x="11147425" y="4470400"/>
          <p14:tracePt t="87346" x="11155363" y="4470400"/>
          <p14:tracePt t="87354" x="11171238" y="4470400"/>
          <p14:tracePt t="87362" x="11188700" y="4470400"/>
          <p14:tracePt t="87387" x="11196638" y="4470400"/>
          <p14:tracePt t="87515" x="11188700" y="4470400"/>
          <p14:tracePt t="87524" x="11171238" y="4470400"/>
          <p14:tracePt t="87532" x="11114088" y="4470400"/>
          <p14:tracePt t="87540" x="11063288" y="4470400"/>
          <p14:tracePt t="87548" x="11006138" y="4470400"/>
          <p14:tracePt t="87556" x="10931525" y="4470400"/>
          <p14:tracePt t="87564" x="10839450" y="4470400"/>
          <p14:tracePt t="87572" x="10807700" y="4470400"/>
          <p14:tracePt t="87580" x="10715625" y="4470400"/>
          <p14:tracePt t="87589" x="10641013" y="4470400"/>
          <p14:tracePt t="87596" x="10558463" y="4470400"/>
          <p14:tracePt t="87605" x="10401300" y="4470400"/>
          <p14:tracePt t="87612" x="10317163" y="4470400"/>
          <p14:tracePt t="87621" x="10234613" y="4470400"/>
          <p14:tracePt t="87629" x="10193338" y="4470400"/>
          <p14:tracePt t="87638" x="10110788" y="4470400"/>
          <p14:tracePt t="87645" x="10044113" y="4470400"/>
          <p14:tracePt t="87654" x="9969500" y="4452938"/>
          <p14:tracePt t="87661" x="9902825" y="4452938"/>
          <p14:tracePt t="87669" x="9820275" y="4452938"/>
          <p14:tracePt t="87677" x="9779000" y="4445000"/>
          <p14:tracePt t="87685" x="9694863" y="4445000"/>
          <p14:tracePt t="87693" x="9653588" y="4427538"/>
          <p14:tracePt t="87701" x="9596438" y="4427538"/>
          <p14:tracePt t="87709" x="9537700" y="4411663"/>
          <p14:tracePt t="87717" x="9512300" y="4403725"/>
          <p14:tracePt t="87725" x="9455150" y="4403725"/>
          <p14:tracePt t="87733" x="9413875" y="4386263"/>
          <p14:tracePt t="87742" x="9388475" y="4370388"/>
          <p14:tracePt t="87750" x="9339263" y="4370388"/>
          <p14:tracePt t="87758" x="9297988" y="4370388"/>
          <p14:tracePt t="87766" x="9272588" y="4362450"/>
          <p14:tracePt t="87774" x="9231313" y="4344988"/>
          <p14:tracePt t="87782" x="9205913" y="4344988"/>
          <p14:tracePt t="87790" x="9164638" y="4344988"/>
          <p14:tracePt t="87798" x="9123363" y="4344988"/>
          <p14:tracePt t="87806" x="9105900" y="4329113"/>
          <p14:tracePt t="87814" x="9082088" y="4329113"/>
          <p14:tracePt t="87822" x="9064625" y="4329113"/>
          <p14:tracePt t="87830" x="9031288" y="4329113"/>
          <p14:tracePt t="87847" x="9023350" y="4329113"/>
          <p14:tracePt t="87862" x="9007475" y="4329113"/>
          <p14:tracePt t="87951" x="9023350" y="4329113"/>
          <p14:tracePt t="87960" x="9090025" y="4329113"/>
          <p14:tracePt t="87968" x="9190038" y="4344988"/>
          <p14:tracePt t="87976" x="9313863" y="4362450"/>
          <p14:tracePt t="87984" x="9663113" y="4370388"/>
          <p14:tracePt t="87992" x="9918700" y="4403725"/>
          <p14:tracePt t="88001" x="10069513" y="4411663"/>
          <p14:tracePt t="88008" x="10334625" y="4445000"/>
          <p14:tracePt t="88016" x="10433050" y="4452938"/>
          <p14:tracePt t="88024" x="10615613" y="4470400"/>
          <p14:tracePt t="88032" x="10764838" y="4486275"/>
          <p14:tracePt t="88040" x="10864850" y="4494213"/>
          <p14:tracePt t="88048" x="10931525" y="4494213"/>
          <p14:tracePt t="88056" x="10988675" y="4511675"/>
          <p14:tracePt t="88065" x="11006138" y="4511675"/>
          <p14:tracePt t="88072" x="11031538" y="4511675"/>
          <p14:tracePt t="88081" x="11047413" y="4511675"/>
          <p14:tracePt t="88194" x="11031538" y="4511675"/>
          <p14:tracePt t="88210" x="11022013" y="4511675"/>
          <p14:tracePt t="88218" x="11006138" y="4511675"/>
          <p14:tracePt t="88234" x="10980738" y="4511675"/>
          <p14:tracePt t="88242" x="10947400" y="4511675"/>
          <p14:tracePt t="88250" x="10931525" y="4511675"/>
          <p14:tracePt t="88258" x="10906125" y="4511675"/>
          <p14:tracePt t="88266" x="10882313" y="4511675"/>
          <p14:tracePt t="88274" x="10839450" y="4511675"/>
          <p14:tracePt t="88282" x="10782300" y="4511675"/>
          <p14:tracePt t="88291" x="10756900" y="4511675"/>
          <p14:tracePt t="88298" x="10715625" y="4511675"/>
          <p14:tracePt t="88307" x="10656888" y="4511675"/>
          <p14:tracePt t="88315" x="10625138" y="4511675"/>
          <p14:tracePt t="88323" x="10574338" y="4511675"/>
          <p14:tracePt t="88331" x="10533063" y="4511675"/>
          <p14:tracePt t="88339" x="10499725" y="4511675"/>
          <p14:tracePt t="88347" x="10458450" y="4511675"/>
          <p14:tracePt t="88355" x="10401300" y="4511675"/>
          <p14:tracePt t="88363" x="10358438" y="4511675"/>
          <p14:tracePt t="88371" x="10267950" y="4511675"/>
          <p14:tracePt t="88379" x="10209213" y="4511675"/>
          <p14:tracePt t="88388" x="10110788" y="4511675"/>
          <p14:tracePt t="88396" x="10010775" y="4511675"/>
          <p14:tracePt t="88405" x="9886950" y="4511675"/>
          <p14:tracePt t="88412" x="9779000" y="4511675"/>
          <p14:tracePt t="88422" x="9653588" y="4511675"/>
          <p14:tracePt t="88428" x="9496425" y="4511675"/>
          <p14:tracePt t="88438" x="9372600" y="4511675"/>
          <p14:tracePt t="88444" x="9213850" y="4511675"/>
          <p14:tracePt t="88455" x="9082088" y="4511675"/>
          <p14:tracePt t="88460" x="8948738" y="4511675"/>
          <p14:tracePt t="88471" x="8824913" y="4511675"/>
          <p14:tracePt t="88476" x="8699500" y="4494213"/>
          <p14:tracePt t="88488" x="8642350" y="4494213"/>
          <p14:tracePt t="88492" x="8559800" y="4486275"/>
          <p14:tracePt t="88505" x="8459788" y="4470400"/>
          <p14:tracePt t="88509" x="8410575" y="4452938"/>
          <p14:tracePt t="88521" x="8335963" y="4445000"/>
          <p14:tracePt t="88525" x="8285163" y="4445000"/>
          <p14:tracePt t="88538" x="8235950" y="4427538"/>
          <p14:tracePt t="88541" x="8194675" y="4411663"/>
          <p14:tracePt t="88555" x="8153400" y="4403725"/>
          <p14:tracePt t="88558" x="8128000" y="4403725"/>
          <p14:tracePt t="88571" x="8112125" y="4386263"/>
          <p14:tracePt t="88574" x="8086725" y="4386263"/>
          <p14:tracePt t="88588" x="8069263" y="4370388"/>
          <p14:tracePt t="88590" x="8061325" y="4370388"/>
          <p14:tracePt t="88604" x="8045450" y="4370388"/>
          <p14:tracePt t="88621" x="8027988" y="4370388"/>
          <p14:tracePt t="88678" x="8020050" y="4370388"/>
          <p14:tracePt t="88767" x="8027988" y="4370388"/>
          <p14:tracePt t="88799" x="8045450" y="4370388"/>
          <p14:tracePt t="89074" x="7920038" y="4370388"/>
          <p14:tracePt t="89082" x="7762875" y="4370388"/>
          <p14:tracePt t="89090" x="7580313" y="4427538"/>
          <p14:tracePt t="89098" x="7356475" y="4470400"/>
          <p14:tracePt t="89106" x="7132638" y="4527550"/>
          <p14:tracePt t="89114" x="6883400" y="4594225"/>
          <p14:tracePt t="89122" x="6659563" y="4635500"/>
          <p14:tracePt t="89130" x="6477000" y="4668838"/>
          <p14:tracePt t="89138" x="6294438" y="4710113"/>
          <p14:tracePt t="89146" x="6245225" y="4718050"/>
          <p14:tracePt t="89155" x="6121400" y="4751388"/>
          <p14:tracePt t="89163" x="5988050" y="4759325"/>
          <p14:tracePt t="89171" x="5921375" y="4792663"/>
          <p14:tracePt t="89178" x="5854700" y="4802188"/>
          <p14:tracePt t="89188" x="5797550" y="4802188"/>
          <p14:tracePt t="89195" x="5756275" y="4818063"/>
          <p14:tracePt t="89204" x="5738813" y="4833938"/>
          <p14:tracePt t="89211" x="5715000" y="4833938"/>
          <p14:tracePt t="89227" x="5715000" y="4843463"/>
          <p14:tracePt t="89235" x="5697538" y="4843463"/>
          <p14:tracePt t="89300" x="5738813" y="4843463"/>
          <p14:tracePt t="89308" x="5797550" y="4843463"/>
          <p14:tracePt t="89316" x="5980113" y="4859338"/>
          <p14:tracePt t="89324" x="6070600" y="4876800"/>
          <p14:tracePt t="89332" x="6253163" y="4892675"/>
          <p14:tracePt t="89340" x="6477000" y="4892675"/>
          <p14:tracePt t="89348" x="6700838" y="4918075"/>
          <p14:tracePt t="89356" x="6924675" y="4933950"/>
          <p14:tracePt t="89364" x="7132638" y="4959350"/>
          <p14:tracePt t="89373" x="7331075" y="4959350"/>
          <p14:tracePt t="89380" x="7373938" y="4959350"/>
          <p14:tracePt t="89389" x="7497763" y="4959350"/>
          <p14:tracePt t="89397" x="7621588" y="4959350"/>
          <p14:tracePt t="89405" x="7696200" y="4959350"/>
          <p14:tracePt t="89413" x="7754938" y="4959350"/>
          <p14:tracePt t="89421" x="7804150" y="4959350"/>
          <p14:tracePt t="89429" x="7837488" y="4959350"/>
          <p14:tracePt t="89438" x="7862888" y="4959350"/>
          <p14:tracePt t="89445" x="7878763" y="4959350"/>
          <p14:tracePt t="89454" x="7904163" y="4959350"/>
          <p14:tracePt t="89461" x="7920038" y="4959350"/>
          <p14:tracePt t="89471" x="7929563" y="4959350"/>
          <p14:tracePt t="89485" x="7962900" y="4959350"/>
          <p14:tracePt t="89494" x="7962900" y="4941888"/>
          <p14:tracePt t="89502" x="8020050" y="4933950"/>
          <p14:tracePt t="89510" x="8061325" y="4933950"/>
          <p14:tracePt t="89518" x="8128000" y="4918075"/>
          <p14:tracePt t="89526" x="8228013" y="4892675"/>
          <p14:tracePt t="89534" x="8326438" y="4876800"/>
          <p14:tracePt t="89542" x="8475663" y="4859338"/>
          <p14:tracePt t="89550" x="8616950" y="4818063"/>
          <p14:tracePt t="89558" x="8766175" y="4802188"/>
          <p14:tracePt t="89566" x="8966200" y="4802188"/>
          <p14:tracePt t="89575" x="9105900" y="4792663"/>
          <p14:tracePt t="89582" x="9190038" y="4792663"/>
          <p14:tracePt t="89590" x="9297988" y="4792663"/>
          <p14:tracePt t="89598" x="9396413" y="4792663"/>
          <p14:tracePt t="89606" x="9471025" y="4792663"/>
          <p14:tracePt t="89614" x="9521825" y="4792663"/>
          <p14:tracePt t="89623" x="9563100" y="4792663"/>
          <p14:tracePt t="89631" x="9578975" y="4792663"/>
          <p14:tracePt t="89639" x="9596438" y="4792663"/>
          <p14:tracePt t="89647" x="9604375" y="4792663"/>
          <p14:tracePt t="89663" x="9620250" y="4792663"/>
          <p14:tracePt t="89711" x="9637713" y="4792663"/>
          <p14:tracePt t="89744" x="9653588" y="4792663"/>
          <p14:tracePt t="89776" x="9663113" y="4792663"/>
          <p14:tracePt t="89816" x="9653588" y="4802188"/>
          <p14:tracePt t="89824" x="9620250" y="4802188"/>
          <p14:tracePt t="89832" x="9555163" y="4818063"/>
          <p14:tracePt t="89841" x="9471025" y="4833938"/>
          <p14:tracePt t="89849" x="9355138" y="4833938"/>
          <p14:tracePt t="89857" x="9256713" y="4833938"/>
          <p14:tracePt t="89865" x="9164638" y="4833938"/>
          <p14:tracePt t="89873" x="9105900" y="4833938"/>
          <p14:tracePt t="89881" x="9031288" y="4833938"/>
          <p14:tracePt t="89889" x="8966200" y="4802188"/>
          <p14:tracePt t="89897" x="8882063" y="4776788"/>
          <p14:tracePt t="89905" x="8816975" y="4735513"/>
          <p14:tracePt t="89913" x="8758238" y="4710113"/>
          <p14:tracePt t="89921" x="8724900" y="4694238"/>
          <p14:tracePt t="89930" x="8675688" y="4651375"/>
          <p14:tracePt t="89938" x="8634413" y="4627563"/>
          <p14:tracePt t="89946" x="8593138" y="4594225"/>
          <p14:tracePt t="89955" x="8550275" y="4552950"/>
          <p14:tracePt t="89962" x="8501063" y="4535488"/>
          <p14:tracePt t="89971" x="8459788" y="4511675"/>
          <p14:tracePt t="89978" x="8451850" y="4494213"/>
          <p14:tracePt t="89987" x="8418513" y="4486275"/>
          <p14:tracePt t="89994" x="8393113" y="4470400"/>
          <p14:tracePt t="90004" x="8393113" y="4452938"/>
          <p14:tracePt t="90010" x="8377238" y="4445000"/>
          <p14:tracePt t="90018" x="8369300" y="4445000"/>
          <p14:tracePt t="90026" x="8351838" y="4445000"/>
          <p14:tracePt t="90034" x="8335963" y="4445000"/>
          <p14:tracePt t="90043" x="8326438" y="4427538"/>
          <p14:tracePt t="90059" x="8310563" y="4411663"/>
          <p14:tracePt t="90067" x="8293100" y="4411663"/>
          <p14:tracePt t="90083" x="8285163" y="4411663"/>
          <p14:tracePt t="90091" x="8269288" y="4403725"/>
          <p14:tracePt t="90115" x="8251825" y="4403725"/>
          <p14:tracePt t="90220" x="8269288" y="4403725"/>
          <p14:tracePt t="90228" x="8293100" y="4403725"/>
          <p14:tracePt t="90239" x="8310563" y="4403725"/>
          <p14:tracePt t="90244" x="8335963" y="4403725"/>
          <p14:tracePt t="90255" x="8377238" y="4403725"/>
          <p14:tracePt t="90261" x="8410575" y="4403725"/>
          <p14:tracePt t="90269" x="8451850" y="4403725"/>
          <p14:tracePt t="90277" x="8501063" y="4403725"/>
          <p14:tracePt t="90285" x="8534400" y="4403725"/>
          <p14:tracePt t="90293" x="8575675" y="4403725"/>
          <p14:tracePt t="90301" x="8616950" y="4403725"/>
          <p14:tracePt t="90309" x="8642350" y="4403725"/>
          <p14:tracePt t="90317" x="8675688" y="4403725"/>
          <p14:tracePt t="90325" x="8683625" y="4403725"/>
          <p14:tracePt t="90333" x="8699500" y="4403725"/>
          <p14:tracePt t="90341" x="8716963" y="4403725"/>
          <p14:tracePt t="90357" x="8724900" y="4403725"/>
          <p14:tracePt t="90365" x="8742363" y="4403725"/>
          <p14:tracePt t="90381" x="8758238" y="4403725"/>
          <p14:tracePt t="90390" x="8766175" y="4403725"/>
          <p14:tracePt t="90398" x="8783638" y="4403725"/>
          <p14:tracePt t="90414" x="8799513" y="4403725"/>
          <p14:tracePt t="90430" x="8816975" y="4411663"/>
          <p14:tracePt t="90713" x="8799513" y="4411663"/>
          <p14:tracePt t="90729" x="8766175" y="4411663"/>
          <p14:tracePt t="90739" x="8758238" y="4411663"/>
          <p14:tracePt t="90745" x="8724900" y="4411663"/>
          <p14:tracePt t="90755" x="8716963" y="4411663"/>
          <p14:tracePt t="90761" x="8683625" y="4411663"/>
          <p14:tracePt t="90771" x="8675688" y="4411663"/>
          <p14:tracePt t="90777" x="8642350" y="4411663"/>
          <p14:tracePt t="90785" x="8616950" y="4411663"/>
          <p14:tracePt t="90794" x="8601075" y="4411663"/>
          <p14:tracePt t="90801" x="8593138" y="4411663"/>
          <p14:tracePt t="90809" x="8575675" y="4411663"/>
          <p14:tracePt t="90817" x="8559800" y="4411663"/>
          <p14:tracePt t="90842" x="8550275" y="4411663"/>
          <p14:tracePt t="91068" x="8559800" y="4411663"/>
          <p14:tracePt t="91124" x="8575675" y="4411663"/>
          <p14:tracePt t="91148" x="8593138" y="4411663"/>
          <p14:tracePt t="91165" x="8601075" y="4411663"/>
          <p14:tracePt t="91173" x="8616950" y="4411663"/>
          <p14:tracePt t="91181" x="8634413" y="4411663"/>
          <p14:tracePt t="91189" x="8658225" y="4411663"/>
          <p14:tracePt t="91197" x="8683625" y="4411663"/>
          <p14:tracePt t="91205" x="8716963" y="4411663"/>
          <p14:tracePt t="91213" x="8758238" y="4411663"/>
          <p14:tracePt t="91221" x="8766175" y="4411663"/>
          <p14:tracePt t="91229" x="8816975" y="4427538"/>
          <p14:tracePt t="91238" x="8840788" y="4445000"/>
          <p14:tracePt t="91245" x="8882063" y="4445000"/>
          <p14:tracePt t="91255" x="8924925" y="4445000"/>
          <p14:tracePt t="91262" x="8948738" y="4445000"/>
          <p14:tracePt t="91271" x="8990013" y="4445000"/>
          <p14:tracePt t="91278" x="9023350" y="4445000"/>
          <p14:tracePt t="91287" x="9064625" y="4445000"/>
          <p14:tracePt t="91294" x="9090025" y="4445000"/>
          <p14:tracePt t="91302" x="9131300" y="4445000"/>
          <p14:tracePt t="91310" x="9172575" y="4445000"/>
          <p14:tracePt t="91318" x="9205913" y="4445000"/>
          <p14:tracePt t="91326" x="9247188" y="4445000"/>
          <p14:tracePt t="91334" x="9272588" y="4445000"/>
          <p14:tracePt t="91343" x="9297988" y="4445000"/>
          <p14:tracePt t="91350" x="9331325" y="4445000"/>
          <p14:tracePt t="91359" x="9355138" y="4445000"/>
          <p14:tracePt t="91367" x="9388475" y="4445000"/>
          <p14:tracePt t="91375" x="9396413" y="4445000"/>
          <p14:tracePt t="91383" x="9413875" y="4445000"/>
          <p14:tracePt t="91391" x="9429750" y="4445000"/>
          <p14:tracePt t="91399" x="9455150" y="4445000"/>
          <p14:tracePt t="91415" x="9480550" y="4445000"/>
          <p14:tracePt t="91423" x="9496425" y="4445000"/>
          <p14:tracePt t="91431" x="9512300" y="4445000"/>
          <p14:tracePt t="91447" x="9537700" y="4445000"/>
          <p14:tracePt t="91455" x="9555163" y="4445000"/>
          <p14:tracePt t="91463" x="9563100" y="4445000"/>
          <p14:tracePt t="91471" x="9578975" y="4445000"/>
          <p14:tracePt t="91488" x="9596438" y="4445000"/>
          <p14:tracePt t="91496" x="9604375" y="4445000"/>
          <p14:tracePt t="91505" x="9620250" y="4445000"/>
          <p14:tracePt t="91512" x="9653588" y="4445000"/>
          <p14:tracePt t="91528" x="9678988" y="4445000"/>
          <p14:tracePt t="91537" x="9704388" y="4445000"/>
          <p14:tracePt t="91544" x="9737725" y="4445000"/>
          <p14:tracePt t="91554" x="9745663" y="4445000"/>
          <p14:tracePt t="91561" x="9779000" y="4445000"/>
          <p14:tracePt t="91568" x="9786938" y="4445000"/>
          <p14:tracePt t="91576" x="9820275" y="4427538"/>
          <p14:tracePt t="91585" x="9828213" y="4427538"/>
          <p14:tracePt t="91601" x="9861550" y="4427538"/>
          <p14:tracePt t="91609" x="9869488" y="4427538"/>
          <p14:tracePt t="91617" x="9886950" y="4427538"/>
          <p14:tracePt t="91625" x="9902825" y="4427538"/>
          <p14:tracePt t="91641" x="9918700" y="4427538"/>
          <p14:tracePt t="91649" x="9928225" y="4427538"/>
          <p14:tracePt t="91657" x="9944100" y="4427538"/>
          <p14:tracePt t="91665" x="9961563" y="4411663"/>
          <p14:tracePt t="91681" x="9969500" y="4411663"/>
          <p14:tracePt t="91689" x="9985375" y="4411663"/>
          <p14:tracePt t="91706" x="10002838" y="4411663"/>
          <p14:tracePt t="91714" x="10010775" y="4411663"/>
          <p14:tracePt t="91738" x="10026650" y="4403725"/>
          <p14:tracePt t="91746" x="10044113" y="4403725"/>
          <p14:tracePt t="91762" x="10052050" y="4403725"/>
          <p14:tracePt t="91771" x="10069513" y="4403725"/>
          <p14:tracePt t="91788" x="10085388" y="4403725"/>
          <p14:tracePt t="91794" x="10093325" y="4403725"/>
          <p14:tracePt t="91811" x="10093325" y="4386263"/>
          <p14:tracePt t="91819" x="10110788" y="4386263"/>
          <p14:tracePt t="91835" x="10126663" y="4386263"/>
          <p14:tracePt t="91843" x="10134600" y="4386263"/>
          <p14:tracePt t="91851" x="10152063" y="4386263"/>
          <p14:tracePt t="91859" x="10167938" y="4386263"/>
          <p14:tracePt t="91875" x="10185400" y="4386263"/>
          <p14:tracePt t="91883" x="10209213" y="4370388"/>
          <p14:tracePt t="91891" x="10226675" y="4370388"/>
          <p14:tracePt t="91908" x="10234613" y="4370388"/>
          <p14:tracePt t="91916" x="10250488" y="4370388"/>
          <p14:tracePt t="91932" x="10267950" y="4370388"/>
          <p14:tracePt t="91948" x="10275888" y="4370388"/>
          <p14:tracePt t="92061" x="10267950" y="4370388"/>
          <p14:tracePt t="92072" x="10226675" y="4370388"/>
          <p14:tracePt t="92077" x="10185400" y="4370388"/>
          <p14:tracePt t="92085" x="10134600" y="4370388"/>
          <p14:tracePt t="92105" x="10026650" y="4386263"/>
          <p14:tracePt t="92109" x="9969500" y="4403725"/>
          <p14:tracePt t="92121" x="9928225" y="4411663"/>
          <p14:tracePt t="92126" x="9869488" y="4411663"/>
          <p14:tracePt t="92138" x="9820275" y="4411663"/>
          <p14:tracePt t="92142" x="9720263" y="4411663"/>
          <p14:tracePt t="92154" x="9653588" y="4411663"/>
          <p14:tracePt t="92158" x="9555163" y="4411663"/>
          <p14:tracePt t="92171" x="9512300" y="4411663"/>
          <p14:tracePt t="92174" x="9437688" y="4411663"/>
          <p14:tracePt t="92188" x="9372600" y="4411663"/>
          <p14:tracePt t="92191" x="9297988" y="4411663"/>
          <p14:tracePt t="92205" x="9231313" y="4411663"/>
          <p14:tracePt t="92207" x="9172575" y="4411663"/>
          <p14:tracePt t="92221" x="9131300" y="4411663"/>
          <p14:tracePt t="92223" x="9082088" y="4411663"/>
          <p14:tracePt t="92238" x="9048750" y="4403725"/>
          <p14:tracePt t="92239" x="9007475" y="4386263"/>
          <p14:tracePt t="92246" x="8990013" y="4386263"/>
          <p14:tracePt t="92255" x="8948738" y="4370388"/>
          <p14:tracePt t="92263" x="8924925" y="4370388"/>
          <p14:tracePt t="92272" x="8907463" y="4370388"/>
          <p14:tracePt t="92279" x="8882063" y="4362450"/>
          <p14:tracePt t="92288" x="8866188" y="4362450"/>
          <p14:tracePt t="92295" x="8840788" y="4344988"/>
          <p14:tracePt t="92305" x="8816975" y="4344988"/>
          <p14:tracePt t="92311" x="8799513" y="4344988"/>
          <p14:tracePt t="92321" x="8783638" y="4344988"/>
          <p14:tracePt t="92328" x="8758238" y="4344988"/>
          <p14:tracePt t="92338" x="8742363" y="4344988"/>
          <p14:tracePt t="92343" x="8716963" y="4344988"/>
          <p14:tracePt t="92354" x="8699500" y="4344988"/>
          <p14:tracePt t="92359" x="8658225" y="4329113"/>
          <p14:tracePt t="92371" x="8634413" y="4329113"/>
          <p14:tracePt t="92376" x="8616950" y="4329113"/>
          <p14:tracePt t="92388" x="8593138" y="4329113"/>
          <p14:tracePt t="92392" x="8575675" y="4329113"/>
          <p14:tracePt t="92405" x="8559800" y="4329113"/>
          <p14:tracePt t="92408" x="8534400" y="4329113"/>
          <p14:tracePt t="92421" x="8518525" y="4311650"/>
          <p14:tracePt t="92424" x="8501063" y="4311650"/>
          <p14:tracePt t="92438" x="8493125" y="4311650"/>
          <p14:tracePt t="92441" x="8475663" y="4303713"/>
          <p14:tracePt t="92454" x="8459788" y="4303713"/>
          <p14:tracePt t="92457" x="8459788" y="4287838"/>
          <p14:tracePt t="92471" x="8451850" y="4287838"/>
          <p14:tracePt t="92488" x="8434388" y="4287838"/>
          <p14:tracePt t="92489" x="8434388" y="4270375"/>
          <p14:tracePt t="92505" x="8434388" y="4262438"/>
          <p14:tracePt t="92521" x="8434388" y="4246563"/>
          <p14:tracePt t="92538" x="8434388" y="4229100"/>
          <p14:tracePt t="92555" x="8434388" y="4221163"/>
          <p14:tracePt t="92561" x="8434388" y="4203700"/>
          <p14:tracePt t="92578" x="8434388" y="4187825"/>
          <p14:tracePt t="92587" x="8451850" y="4179888"/>
          <p14:tracePt t="92594" x="8493125" y="4146550"/>
          <p14:tracePt t="92602" x="8534400" y="4121150"/>
          <p14:tracePt t="92610" x="8593138" y="4105275"/>
          <p14:tracePt t="92618" x="8616950" y="4097338"/>
          <p14:tracePt t="92626" x="8683625" y="4079875"/>
          <p14:tracePt t="92634" x="8742363" y="4064000"/>
          <p14:tracePt t="92642" x="8816975" y="4038600"/>
          <p14:tracePt t="92650" x="8866188" y="4021138"/>
          <p14:tracePt t="92659" x="8907463" y="4005263"/>
          <p14:tracePt t="92667" x="8966200" y="4005263"/>
          <p14:tracePt t="92675" x="9023350" y="3997325"/>
          <p14:tracePt t="92682" x="9064625" y="3997325"/>
          <p14:tracePt t="92691" x="9105900" y="3979863"/>
          <p14:tracePt t="92699" x="9148763" y="3979863"/>
          <p14:tracePt t="92707" x="9190038" y="3979863"/>
          <p14:tracePt t="92715" x="9213850" y="3979863"/>
          <p14:tracePt t="92723" x="9247188" y="3979863"/>
          <p14:tracePt t="92731" x="9272588" y="3979863"/>
          <p14:tracePt t="92739" x="9313863" y="3979863"/>
          <p14:tracePt t="92747" x="9331325" y="3979863"/>
          <p14:tracePt t="92755" x="9372600" y="3979863"/>
          <p14:tracePt t="92763" x="9413875" y="3979863"/>
          <p14:tracePt t="92772" x="9437688" y="3979863"/>
          <p14:tracePt t="92780" x="9480550" y="3997325"/>
          <p14:tracePt t="92788" x="9496425" y="3997325"/>
          <p14:tracePt t="92796" x="9537700" y="4005263"/>
          <p14:tracePt t="92805" x="9563100" y="4005263"/>
          <p14:tracePt t="92812" x="9578975" y="4021138"/>
          <p14:tracePt t="92822" x="9604375" y="4038600"/>
          <p14:tracePt t="92828" x="9620250" y="4038600"/>
          <p14:tracePt t="92838" x="9637713" y="4046538"/>
          <p14:tracePt t="92844" x="9653588" y="4046538"/>
          <p14:tracePt t="92854" x="9663113" y="4046538"/>
          <p14:tracePt t="92860" x="9678988" y="4064000"/>
          <p14:tracePt t="92871" x="9694863" y="4064000"/>
          <p14:tracePt t="92877" x="9704388" y="4064000"/>
          <p14:tracePt t="92888" x="9737725" y="4064000"/>
          <p14:tracePt t="92893" x="9745663" y="4079875"/>
          <p14:tracePt t="92909" x="9779000" y="4097338"/>
          <p14:tracePt t="92921" x="9786938" y="4097338"/>
          <p14:tracePt t="92925" x="9802813" y="4097338"/>
          <p14:tracePt t="92938" x="9820275" y="4105275"/>
          <p14:tracePt t="92941" x="9828213" y="4105275"/>
          <p14:tracePt t="92954" x="9861550" y="4105275"/>
          <p14:tracePt t="92957" x="9869488" y="4121150"/>
          <p14:tracePt t="92971" x="9902825" y="4121150"/>
          <p14:tracePt t="92974" x="9928225" y="4138613"/>
          <p14:tracePt t="92988" x="9944100" y="4138613"/>
          <p14:tracePt t="92990" x="9961563" y="4146550"/>
          <p14:tracePt t="93006" x="9985375" y="4146550"/>
          <p14:tracePt t="93010" x="10002838" y="4162425"/>
          <p14:tracePt t="93014" x="10010775" y="4162425"/>
          <p14:tracePt t="93022" x="10026650" y="4179888"/>
          <p14:tracePt t="93030" x="10044113" y="4179888"/>
          <p14:tracePt t="93038" x="10052050" y="4187825"/>
          <p14:tracePt t="93046" x="10069513" y="4187825"/>
          <p14:tracePt t="93055" x="10093325" y="4187825"/>
          <p14:tracePt t="93062" x="10110788" y="4203700"/>
          <p14:tracePt t="93071" x="10126663" y="4203700"/>
          <p14:tracePt t="93078" x="10152063" y="4221163"/>
          <p14:tracePt t="93088" x="10167938" y="4221163"/>
          <p14:tracePt t="93094" x="10185400" y="4229100"/>
          <p14:tracePt t="93104" x="10193338" y="4229100"/>
          <p14:tracePt t="93111" x="10226675" y="4246563"/>
          <p14:tracePt t="93127" x="10250488" y="4262438"/>
          <p14:tracePt t="93138" x="10275888" y="4262438"/>
          <p14:tracePt t="93143" x="10293350" y="4270375"/>
          <p14:tracePt t="93154" x="10317163" y="4270375"/>
          <p14:tracePt t="93159" x="10334625" y="4287838"/>
          <p14:tracePt t="93171" x="10358438" y="4287838"/>
          <p14:tracePt t="93175" x="10391775" y="4287838"/>
          <p14:tracePt t="93188" x="10391775" y="4303713"/>
          <p14:tracePt t="93191" x="10401300" y="4303713"/>
          <p14:tracePt t="93205" x="10417175" y="4303713"/>
          <p14:tracePt t="93208" x="10433050" y="4303713"/>
          <p14:tracePt t="93223" x="10450513" y="4303713"/>
          <p14:tracePt t="93272" x="10450513" y="4311650"/>
          <p14:tracePt t="93288" x="10458450" y="4311650"/>
          <p14:tracePt t="93328" x="10458450" y="4329113"/>
          <p14:tracePt t="93345" x="10458450" y="4344988"/>
          <p14:tracePt t="93354" x="10458450" y="4362450"/>
          <p14:tracePt t="93361" x="10450513" y="4370388"/>
          <p14:tracePt t="93370" x="10417175" y="4386263"/>
          <p14:tracePt t="93377" x="10391775" y="4411663"/>
          <p14:tracePt t="93385" x="10358438" y="4427538"/>
          <p14:tracePt t="93393" x="10317163" y="4445000"/>
          <p14:tracePt t="93401" x="10275888" y="4452938"/>
          <p14:tracePt t="93409" x="10250488" y="4470400"/>
          <p14:tracePt t="93417" x="10209213" y="4486275"/>
          <p14:tracePt t="93425" x="10185400" y="4494213"/>
          <p14:tracePt t="93434" x="10134600" y="4511675"/>
          <p14:tracePt t="93442" x="10085388" y="4511675"/>
          <p14:tracePt t="93450" x="10026650" y="4511675"/>
          <p14:tracePt t="93458" x="9985375" y="4511675"/>
          <p14:tracePt t="93466" x="9928225" y="4511675"/>
          <p14:tracePt t="93474" x="9861550" y="4511675"/>
          <p14:tracePt t="93482" x="9802813" y="4511675"/>
          <p14:tracePt t="93490" x="9737725" y="4511675"/>
          <p14:tracePt t="93498" x="9678988" y="4511675"/>
          <p14:tracePt t="93506" x="9620250" y="4527550"/>
          <p14:tracePt t="93514" x="9555163" y="4527550"/>
          <p14:tracePt t="93522" x="9512300" y="4527550"/>
          <p14:tracePt t="93530" x="9471025" y="4527550"/>
          <p14:tracePt t="93539" x="9413875" y="4527550"/>
          <p14:tracePt t="93546" x="9372600" y="4527550"/>
          <p14:tracePt t="93555" x="9313863" y="4527550"/>
          <p14:tracePt t="93562" x="9288463" y="4527550"/>
          <p14:tracePt t="93571" x="9231313" y="4527550"/>
          <p14:tracePt t="93579" x="9172575" y="4527550"/>
          <p14:tracePt t="93588" x="9123363" y="4527550"/>
          <p14:tracePt t="93595" x="9090025" y="4527550"/>
          <p14:tracePt t="93605" x="9031288" y="4527550"/>
          <p14:tracePt t="93611" x="8982075" y="4527550"/>
          <p14:tracePt t="93621" x="8948738" y="4527550"/>
          <p14:tracePt t="93627" x="8907463" y="4511675"/>
          <p14:tracePt t="93638" x="8882063" y="4511675"/>
          <p14:tracePt t="93643" x="8840788" y="4494213"/>
          <p14:tracePt t="93655" x="8816975" y="4494213"/>
          <p14:tracePt t="93659" x="8799513" y="4494213"/>
          <p14:tracePt t="93671" x="8766175" y="4486275"/>
          <p14:tracePt t="93676" x="8758238" y="4486275"/>
          <p14:tracePt t="93688" x="8742363" y="4486275"/>
          <p14:tracePt t="93692" x="8716963" y="4486275"/>
          <p14:tracePt t="93705" x="8699500" y="4470400"/>
          <p14:tracePt t="93708" x="8683625" y="4470400"/>
          <p14:tracePt t="93721" x="8675688" y="4452938"/>
          <p14:tracePt t="93724" x="8642350" y="4445000"/>
          <p14:tracePt t="93738" x="8634413" y="4445000"/>
          <p14:tracePt t="93740" x="8601075" y="4427538"/>
          <p14:tracePt t="93754" x="8575675" y="4411663"/>
          <p14:tracePt t="93764" x="8550275" y="4403725"/>
          <p14:tracePt t="93773" x="8518525" y="4386263"/>
          <p14:tracePt t="93781" x="8518525" y="4370388"/>
          <p14:tracePt t="93789" x="8493125" y="4362450"/>
          <p14:tracePt t="93797" x="8475663" y="4344988"/>
          <p14:tracePt t="93805" x="8459788" y="4329113"/>
          <p14:tracePt t="93813" x="8451850" y="4329113"/>
          <p14:tracePt t="93821" x="8451850" y="4311650"/>
          <p14:tracePt t="93829" x="8434388" y="4303713"/>
          <p14:tracePt t="93838" x="8418513" y="4287838"/>
          <p14:tracePt t="93845" x="8418513" y="4270375"/>
          <p14:tracePt t="93854" x="8418513" y="4262438"/>
          <p14:tracePt t="93861" x="8410575" y="4246563"/>
          <p14:tracePt t="93877" x="8410575" y="4229100"/>
          <p14:tracePt t="93888" x="8410575" y="4221163"/>
          <p14:tracePt t="93894" x="8410575" y="4187825"/>
          <p14:tracePt t="93904" x="8410575" y="4179888"/>
          <p14:tracePt t="93910" x="8410575" y="4162425"/>
          <p14:tracePt t="93921" x="8418513" y="4138613"/>
          <p14:tracePt t="93926" x="8451850" y="4105275"/>
          <p14:tracePt t="93938" x="8475663" y="4079875"/>
          <p14:tracePt t="93942" x="8493125" y="4064000"/>
          <p14:tracePt t="93955" x="8534400" y="4038600"/>
          <p14:tracePt t="93958" x="8575675" y="4021138"/>
          <p14:tracePt t="93971" x="8634413" y="4005263"/>
          <p14:tracePt t="93975" x="8658225" y="3997325"/>
          <p14:tracePt t="93988" x="8716963" y="3979863"/>
          <p14:tracePt t="93991" x="8766175" y="3963988"/>
          <p14:tracePt t="94007" x="8824913" y="3963988"/>
          <p14:tracePt t="94010" x="8882063" y="3963988"/>
          <p14:tracePt t="94015" x="8948738" y="3963988"/>
          <p14:tracePt t="94023" x="9048750" y="3963988"/>
          <p14:tracePt t="94031" x="9082088" y="3963988"/>
          <p14:tracePt t="94039" x="9148763" y="3963988"/>
          <p14:tracePt t="94047" x="9231313" y="3963988"/>
          <p14:tracePt t="94055" x="9272588" y="3963988"/>
          <p14:tracePt t="94063" x="9355138" y="3963988"/>
          <p14:tracePt t="94071" x="9396413" y="3963988"/>
          <p14:tracePt t="94079" x="9455150" y="3963988"/>
          <p14:tracePt t="94088" x="9496425" y="3963988"/>
          <p14:tracePt t="94095" x="9521825" y="3963988"/>
          <p14:tracePt t="94105" x="9555163" y="3963988"/>
          <p14:tracePt t="94112" x="9578975" y="3963988"/>
          <p14:tracePt t="94121" x="9596438" y="3963988"/>
          <p14:tracePt t="94128" x="9620250" y="3963988"/>
          <p14:tracePt t="94138" x="9637713" y="3963988"/>
          <p14:tracePt t="94144" x="9663113" y="3979863"/>
          <p14:tracePt t="94155" x="9694863" y="3979863"/>
          <p14:tracePt t="94160" x="9737725" y="4005263"/>
          <p14:tracePt t="94171" x="9761538" y="4021138"/>
          <p14:tracePt t="94176" x="9802813" y="4038600"/>
          <p14:tracePt t="94188" x="9844088" y="4064000"/>
          <p14:tracePt t="94192" x="9886950" y="4079875"/>
          <p14:tracePt t="94204" x="9918700" y="4097338"/>
          <p14:tracePt t="94209" x="9961563" y="4105275"/>
          <p14:tracePt t="94221" x="10002838" y="4146550"/>
          <p14:tracePt t="94225" x="10010775" y="4146550"/>
          <p14:tracePt t="94238" x="10052050" y="4179888"/>
          <p14:tracePt t="94241" x="10085388" y="4187825"/>
          <p14:tracePt t="94255" x="10093325" y="4203700"/>
          <p14:tracePt t="94257" x="10134600" y="4229100"/>
          <p14:tracePt t="94271" x="10167938" y="4246563"/>
          <p14:tracePt t="94274" x="10185400" y="4262438"/>
          <p14:tracePt t="94288" x="10193338" y="4270375"/>
          <p14:tracePt t="94290" x="10226675" y="4287838"/>
          <p14:tracePt t="94304" x="10234613" y="4303713"/>
          <p14:tracePt t="94306" x="10250488" y="4303713"/>
          <p14:tracePt t="94321" x="10267950" y="4311650"/>
          <p14:tracePt t="94322" x="10275888" y="4311650"/>
          <p14:tracePt t="94330" x="10293350" y="4329113"/>
          <p14:tracePt t="94338" x="10309225" y="4329113"/>
          <p14:tracePt t="94346" x="10317163" y="4344988"/>
          <p14:tracePt t="94354" x="10350500" y="4344988"/>
          <p14:tracePt t="94362" x="10358438" y="4362450"/>
          <p14:tracePt t="94378" x="10375900" y="4370388"/>
          <p14:tracePt t="94388" x="10391775" y="4370388"/>
          <p14:tracePt t="94403" x="10401300" y="4370388"/>
          <p14:tracePt t="94410" x="10417175" y="4370388"/>
          <p14:tracePt t="94418" x="10417175" y="4386263"/>
          <p14:tracePt t="94443" x="10433050" y="4386263"/>
          <p14:tracePt t="94459" x="10433050" y="4403725"/>
          <p14:tracePt t="94475" x="10450513" y="4403725"/>
          <p14:tracePt t="94515" x="10450513" y="4411663"/>
          <p14:tracePt t="94523" x="10433050" y="4411663"/>
          <p14:tracePt t="94531" x="10401300" y="4427538"/>
          <p14:tracePt t="94540" x="10391775" y="4427538"/>
          <p14:tracePt t="94548" x="10358438" y="4445000"/>
          <p14:tracePt t="94556" x="10334625" y="4452938"/>
          <p14:tracePt t="94564" x="10317163" y="4470400"/>
          <p14:tracePt t="94572" x="10293350" y="4486275"/>
          <p14:tracePt t="94580" x="10275888" y="4494213"/>
          <p14:tracePt t="94588" x="10250488" y="4494213"/>
          <p14:tracePt t="94596" x="10209213" y="4511675"/>
          <p14:tracePt t="94605" x="10193338" y="4527550"/>
          <p14:tracePt t="94612" x="10167938" y="4527550"/>
          <p14:tracePt t="94621" x="10152063" y="4535488"/>
          <p14:tracePt t="94628" x="10126663" y="4535488"/>
          <p14:tracePt t="94638" x="10085388" y="4552950"/>
          <p14:tracePt t="94644" x="10052050" y="4568825"/>
          <p14:tracePt t="94654" x="10026650" y="4568825"/>
          <p14:tracePt t="94661" x="10002838" y="4576763"/>
          <p14:tracePt t="94669" x="9961563" y="4576763"/>
          <p14:tracePt t="94677" x="9918700" y="4594225"/>
          <p14:tracePt t="94685" x="9886950" y="4610100"/>
          <p14:tracePt t="94693" x="9844088" y="4610100"/>
          <p14:tracePt t="94701" x="9820275" y="4610100"/>
          <p14:tracePt t="94709" x="9786938" y="4627563"/>
          <p14:tracePt t="94717" x="9761538" y="4627563"/>
          <p14:tracePt t="94725" x="9737725" y="4627563"/>
          <p14:tracePt t="94733" x="9704388" y="4627563"/>
          <p14:tracePt t="94741" x="9678988" y="4627563"/>
          <p14:tracePt t="94749" x="9653588" y="4627563"/>
          <p14:tracePt t="94758" x="9637713" y="4627563"/>
          <p14:tracePt t="94765" x="9596438" y="4627563"/>
          <p14:tracePt t="94774" x="9563100" y="4627563"/>
          <p14:tracePt t="94782" x="9555163" y="4627563"/>
          <p14:tracePt t="94790" x="9537700" y="4627563"/>
          <p14:tracePt t="94798" x="9512300" y="4627563"/>
          <p14:tracePt t="94806" x="9496425" y="4627563"/>
          <p14:tracePt t="94822" x="9480550" y="4627563"/>
          <p14:tracePt t="94830" x="9471025" y="4627563"/>
          <p14:tracePt t="94846" x="9455150" y="4627563"/>
          <p14:tracePt t="94855" x="9437688" y="4627563"/>
          <p14:tracePt t="94862" x="9413875" y="4627563"/>
          <p14:tracePt t="94872" x="9396413" y="4610100"/>
          <p14:tracePt t="94879" x="9339263" y="4594225"/>
          <p14:tracePt t="94888" x="9272588" y="4568825"/>
          <p14:tracePt t="94895" x="9247188" y="4552950"/>
          <p14:tracePt t="94904" x="9172575" y="4535488"/>
          <p14:tracePt t="94911" x="9123363" y="4527550"/>
          <p14:tracePt t="94920" x="9064625" y="4494213"/>
          <p14:tracePt t="94927" x="9023350" y="4494213"/>
          <p14:tracePt t="94935" x="8982075" y="4470400"/>
          <p14:tracePt t="94943" x="8924925" y="4470400"/>
          <p14:tracePt t="94951" x="8907463" y="4452938"/>
          <p14:tracePt t="94959" x="8866188" y="4452938"/>
          <p14:tracePt t="94968" x="8840788" y="4452938"/>
          <p14:tracePt t="94975" x="8840788" y="4445000"/>
          <p14:tracePt t="94984" x="8816975" y="4445000"/>
          <p14:tracePt t="94992" x="8799513" y="4445000"/>
          <p14:tracePt t="95000" x="8783638" y="4445000"/>
          <p14:tracePt t="95008" x="8766175" y="4427538"/>
          <p14:tracePt t="95016" x="8742363" y="4427538"/>
          <p14:tracePt t="95024" x="8716963" y="4427538"/>
          <p14:tracePt t="95032" x="8699500" y="4411663"/>
          <p14:tracePt t="95040" x="8658225" y="4411663"/>
          <p14:tracePt t="95048" x="8642350" y="4411663"/>
          <p14:tracePt t="95056" x="8616950" y="4411663"/>
          <p14:tracePt t="95064" x="8601075" y="4411663"/>
          <p14:tracePt t="95072" x="8593138" y="4403725"/>
          <p14:tracePt t="95088" x="8575675" y="4403725"/>
          <p14:tracePt t="95097" x="8559800" y="4403725"/>
          <p14:tracePt t="96017" x="8575675" y="4403725"/>
          <p14:tracePt t="96025" x="8601075" y="4403725"/>
          <p14:tracePt t="96033" x="8634413" y="4403725"/>
          <p14:tracePt t="96041" x="8658225" y="4403725"/>
          <p14:tracePt t="96049" x="8699500" y="4403725"/>
          <p14:tracePt t="96057" x="8724900" y="4403725"/>
          <p14:tracePt t="96065" x="8758238" y="4403725"/>
          <p14:tracePt t="96074" x="8783638" y="4403725"/>
          <p14:tracePt t="96081" x="8816975" y="4403725"/>
          <p14:tracePt t="96090" x="8824913" y="4403725"/>
          <p14:tracePt t="96098" x="8840788" y="4403725"/>
          <p14:tracePt t="96106" x="8858250" y="4403725"/>
          <p14:tracePt t="96114" x="8866188" y="4403725"/>
          <p14:tracePt t="96130" x="8882063" y="4403725"/>
          <p14:tracePt t="96154" x="8899525" y="4403725"/>
          <p14:tracePt t="96178" x="8907463" y="4403725"/>
          <p14:tracePt t="96203" x="8924925" y="4403725"/>
          <p14:tracePt t="96235" x="8940800" y="4403725"/>
          <p14:tracePt t="96243" x="8948738" y="4403725"/>
          <p14:tracePt t="96259" x="8966200" y="4403725"/>
          <p14:tracePt t="96267" x="8966200" y="4386263"/>
          <p14:tracePt t="96283" x="8982075" y="4386263"/>
          <p14:tracePt t="96308" x="8990013" y="4386263"/>
          <p14:tracePt t="96332" x="9007475" y="4386263"/>
          <p14:tracePt t="96364" x="9023350" y="4386263"/>
          <p14:tracePt t="96388" x="9031288" y="4386263"/>
          <p14:tracePt t="96695" x="9048750" y="4386263"/>
          <p14:tracePt t="96711" x="9064625" y="4386263"/>
          <p14:tracePt t="96727" x="9082088" y="4386263"/>
          <p14:tracePt t="96978" x="9082088" y="4370388"/>
          <p14:tracePt t="96994" x="9090025" y="4370388"/>
          <p14:tracePt t="97018" x="9105900" y="4370388"/>
          <p14:tracePt t="97050" x="9123363" y="4370388"/>
          <p14:tracePt t="97067" x="9123363" y="4362450"/>
          <p14:tracePt t="97107" x="9131300" y="4362450"/>
          <p14:tracePt t="97131" x="9148763" y="4362450"/>
          <p14:tracePt t="97139" x="9148763" y="4344988"/>
          <p14:tracePt t="97155" x="9164638" y="4344988"/>
          <p14:tracePt t="97164" x="9172575" y="4344988"/>
          <p14:tracePt t="97172" x="9190038" y="4344988"/>
          <p14:tracePt t="97188" x="9213850" y="4344988"/>
          <p14:tracePt t="97196" x="9256713" y="4329113"/>
          <p14:tracePt t="97205" x="9272588" y="4329113"/>
          <p14:tracePt t="97212" x="9331325" y="4329113"/>
          <p14:tracePt t="97221" x="9372600" y="4329113"/>
          <p14:tracePt t="97228" x="9396413" y="4311650"/>
          <p14:tracePt t="97238" x="9437688" y="4311650"/>
          <p14:tracePt t="97244" x="9496425" y="4311650"/>
          <p14:tracePt t="97254" x="9521825" y="4311650"/>
          <p14:tracePt t="97260" x="9563100" y="4311650"/>
          <p14:tracePt t="97268" x="9596438" y="4311650"/>
          <p14:tracePt t="97277" x="9637713" y="4311650"/>
          <p14:tracePt t="97284" x="9663113" y="4311650"/>
          <p14:tracePt t="97293" x="9694863" y="4311650"/>
          <p14:tracePt t="97301" x="9720263" y="4311650"/>
          <p14:tracePt t="97309" x="9737725" y="4311650"/>
          <p14:tracePt t="97317" x="9761538" y="4311650"/>
          <p14:tracePt t="97325" x="9779000" y="4311650"/>
          <p14:tracePt t="97333" x="9802813" y="4311650"/>
          <p14:tracePt t="97341" x="9828213" y="4311650"/>
          <p14:tracePt t="97357" x="9861550" y="4311650"/>
          <p14:tracePt t="97365" x="9886950" y="4311650"/>
          <p14:tracePt t="97373" x="9902825" y="4311650"/>
          <p14:tracePt t="97381" x="9918700" y="4311650"/>
          <p14:tracePt t="97389" x="9928225" y="4303713"/>
          <p14:tracePt t="97397" x="9944100" y="4303713"/>
          <p14:tracePt t="97406" x="9961563" y="4303713"/>
          <p14:tracePt t="97422" x="9969500" y="4303713"/>
          <p14:tracePt t="97430" x="9985375" y="4303713"/>
          <p14:tracePt t="97446" x="10002838" y="4303713"/>
          <p14:tracePt t="97455" x="10010775" y="4287838"/>
          <p14:tracePt t="97471" x="10026650" y="4287838"/>
          <p14:tracePt t="97478" x="10044113" y="4287838"/>
          <p14:tracePt t="97503" x="10052050" y="4287838"/>
          <p14:tracePt t="97543" x="10069513" y="4287838"/>
          <p14:tracePt t="97559" x="10085388" y="4287838"/>
          <p14:tracePt t="97567" x="10085388" y="4270375"/>
          <p14:tracePt t="97583" x="10093325" y="4270375"/>
          <p14:tracePt t="97591" x="10110788" y="4270375"/>
          <p14:tracePt t="97713" x="10126663" y="4270375"/>
          <p14:tracePt t="97745" x="10126663" y="4262438"/>
          <p14:tracePt t="97793" x="10134600" y="4262438"/>
          <p14:tracePt t="97906" x="10110788" y="4262438"/>
          <p14:tracePt t="97914" x="10085388" y="4262438"/>
          <p14:tracePt t="97922" x="10026650" y="4262438"/>
          <p14:tracePt t="97930" x="10002838" y="4262438"/>
          <p14:tracePt t="97939" x="9961563" y="4262438"/>
          <p14:tracePt t="97947" x="9869488" y="4262438"/>
          <p14:tracePt t="97955" x="9828213" y="4262438"/>
          <p14:tracePt t="97962" x="9779000" y="4262438"/>
          <p14:tracePt t="97971" x="9720263" y="4262438"/>
          <p14:tracePt t="97979" x="9663113" y="4262438"/>
          <p14:tracePt t="97988" x="9620250" y="4262438"/>
          <p14:tracePt t="97995" x="9563100" y="4262438"/>
          <p14:tracePt t="98005" x="9512300" y="4262438"/>
          <p14:tracePt t="98011" x="9413875" y="4262438"/>
          <p14:tracePt t="98020" x="9355138" y="4262438"/>
          <p14:tracePt t="98027" x="9256713" y="4270375"/>
          <p14:tracePt t="98035" x="9190038" y="4270375"/>
          <p14:tracePt t="98044" x="9090025" y="4287838"/>
          <p14:tracePt t="98051" x="9007475" y="4303713"/>
          <p14:tracePt t="98060" x="8948738" y="4303713"/>
          <p14:tracePt t="98068" x="8882063" y="4303713"/>
          <p14:tracePt t="98076" x="8799513" y="4311650"/>
          <p14:tracePt t="98084" x="8724900" y="4329113"/>
          <p14:tracePt t="98092" x="8675688" y="4329113"/>
          <p14:tracePt t="98100" x="8642350" y="4344988"/>
          <p14:tracePt t="98108" x="8601075" y="4344988"/>
          <p14:tracePt t="98116" x="8593138" y="4344988"/>
          <p14:tracePt t="98124" x="8559800" y="4344988"/>
          <p14:tracePt t="98132" x="8550275" y="4362450"/>
          <p14:tracePt t="98140" x="8534400" y="4362450"/>
          <p14:tracePt t="98366" x="8518525" y="4362450"/>
          <p14:tracePt t="98383" x="8493125" y="4362450"/>
          <p14:tracePt t="98391" x="8475663" y="4344988"/>
          <p14:tracePt t="98399" x="8451850" y="4329113"/>
          <p14:tracePt t="98407" x="8418513" y="4303713"/>
          <p14:tracePt t="98415" x="8410575" y="4287838"/>
          <p14:tracePt t="98423" x="8377238" y="4270375"/>
          <p14:tracePt t="98431" x="8369300" y="4262438"/>
          <p14:tracePt t="98439" x="8335963" y="4246563"/>
          <p14:tracePt t="98447" x="8326438" y="4221163"/>
          <p14:tracePt t="98455" x="8326438" y="4203700"/>
          <p14:tracePt t="98463" x="8310563" y="4187825"/>
          <p14:tracePt t="98471" x="8310563" y="4179888"/>
          <p14:tracePt t="98488" x="8310563" y="4162425"/>
          <p14:tracePt t="98496" x="8310563" y="4146550"/>
          <p14:tracePt t="98505" x="8310563" y="4138613"/>
          <p14:tracePt t="98512" x="8310563" y="4121150"/>
          <p14:tracePt t="98521" x="8310563" y="4105275"/>
          <p14:tracePt t="98528" x="8310563" y="4097338"/>
          <p14:tracePt t="98538" x="8335963" y="4079875"/>
          <p14:tracePt t="98544" x="8369300" y="4064000"/>
          <p14:tracePt t="98552" x="8377238" y="4038600"/>
          <p14:tracePt t="98560" x="8418513" y="4005263"/>
          <p14:tracePt t="98568" x="8451850" y="3997325"/>
          <p14:tracePt t="98576" x="8493125" y="3979863"/>
          <p14:tracePt t="98584" x="8534400" y="3963988"/>
          <p14:tracePt t="98592" x="8575675" y="3963988"/>
          <p14:tracePt t="98600" x="8601075" y="3963988"/>
          <p14:tracePt t="98609" x="8642350" y="3963988"/>
          <p14:tracePt t="98617" x="8675688" y="3963988"/>
          <p14:tracePt t="98625" x="8699500" y="3963988"/>
          <p14:tracePt t="98633" x="8742363" y="3963988"/>
          <p14:tracePt t="98641" x="8758238" y="3963988"/>
          <p14:tracePt t="98649" x="8799513" y="3963988"/>
          <p14:tracePt t="98657" x="8824913" y="3963988"/>
          <p14:tracePt t="98665" x="8858250" y="3963988"/>
          <p14:tracePt t="98673" x="8882063" y="3963988"/>
          <p14:tracePt t="98681" x="8907463" y="3963988"/>
          <p14:tracePt t="98689" x="8948738" y="3979863"/>
          <p14:tracePt t="98697" x="8966200" y="3979863"/>
          <p14:tracePt t="98705" x="8990013" y="3997325"/>
          <p14:tracePt t="98714" x="9007475" y="4005263"/>
          <p14:tracePt t="98722" x="9031288" y="4021138"/>
          <p14:tracePt t="98730" x="9048750" y="4021138"/>
          <p14:tracePt t="98738" x="9064625" y="4038600"/>
          <p14:tracePt t="98746" x="9082088" y="4046538"/>
          <p14:tracePt t="98755" x="9090025" y="4064000"/>
          <p14:tracePt t="98762" x="9105900" y="4079875"/>
          <p14:tracePt t="98771" x="9123363" y="4097338"/>
          <p14:tracePt t="98778" x="9131300" y="4105275"/>
          <p14:tracePt t="98794" x="9131300" y="4121150"/>
          <p14:tracePt t="98804" x="9148763" y="4121150"/>
          <p14:tracePt t="98819" x="9148763" y="4138613"/>
          <p14:tracePt t="98851" x="9148763" y="4146550"/>
          <p14:tracePt t="98867" x="9148763" y="4162425"/>
          <p14:tracePt t="98883" x="9148763" y="4179888"/>
          <p14:tracePt t="98891" x="9148763" y="4187825"/>
          <p14:tracePt t="98899" x="9148763" y="4203700"/>
          <p14:tracePt t="98915" x="9148763" y="4221163"/>
          <p14:tracePt t="98924" x="9148763" y="4229100"/>
          <p14:tracePt t="98939" x="9148763" y="4246563"/>
          <p14:tracePt t="98947" x="9148763" y="4262438"/>
          <p14:tracePt t="98980" x="9148763" y="4270375"/>
          <p14:tracePt t="99005" x="9148763" y="4287838"/>
          <p14:tracePt t="99013" x="9131300" y="4287838"/>
          <p14:tracePt t="99028" x="9123363" y="4287838"/>
          <p14:tracePt t="99038" x="9105900" y="4303713"/>
          <p14:tracePt t="99045" x="9090025" y="4303713"/>
          <p14:tracePt t="99054" x="9082088" y="4311650"/>
          <p14:tracePt t="99061" x="9048750" y="4329113"/>
          <p14:tracePt t="99071" x="9031288" y="4344988"/>
          <p14:tracePt t="99077" x="9007475" y="4362450"/>
          <p14:tracePt t="99085" x="8990013" y="4362450"/>
          <p14:tracePt t="99093" x="8982075" y="4370388"/>
          <p14:tracePt t="99101" x="8948738" y="4386263"/>
          <p14:tracePt t="99109" x="8940800" y="4386263"/>
          <p14:tracePt t="99117" x="8924925" y="4403725"/>
          <p14:tracePt t="99133" x="8907463" y="4403725"/>
          <p14:tracePt t="99230" x="8907463" y="4411663"/>
          <p14:tracePt t="99279" x="8899525" y="4411663"/>
          <p14:tracePt t="99295" x="8882063" y="4427538"/>
          <p14:tracePt t="99311" x="8858250" y="4427538"/>
          <p14:tracePt t="99320" x="8840788" y="4445000"/>
          <p14:tracePt t="99327" x="8816975" y="4445000"/>
          <p14:tracePt t="99335" x="8783638" y="4445000"/>
          <p14:tracePt t="99343" x="8758238" y="4445000"/>
          <p14:tracePt t="99351" x="8716963" y="4445000"/>
          <p14:tracePt t="99360" x="8683625" y="4445000"/>
          <p14:tracePt t="99367" x="8658225" y="4445000"/>
          <p14:tracePt t="99376" x="8634413" y="4445000"/>
          <p14:tracePt t="99384" x="8601075" y="4445000"/>
          <p14:tracePt t="99392" x="8575675" y="4427538"/>
          <p14:tracePt t="99400" x="8550275" y="4403725"/>
          <p14:tracePt t="99408" x="8534400" y="4370388"/>
          <p14:tracePt t="99416" x="8518525" y="4362450"/>
          <p14:tracePt t="99424" x="8501063" y="4344988"/>
          <p14:tracePt t="99432" x="8501063" y="4311650"/>
          <p14:tracePt t="99440" x="8493125" y="4303713"/>
          <p14:tracePt t="99448" x="8493125" y="4270375"/>
          <p14:tracePt t="99456" x="8475663" y="4262438"/>
          <p14:tracePt t="99464" x="8475663" y="4246563"/>
          <p14:tracePt t="99472" x="8475663" y="4229100"/>
          <p14:tracePt t="99480" x="8475663" y="4221163"/>
          <p14:tracePt t="99497" x="8475663" y="4203700"/>
          <p14:tracePt t="99505" x="8475663" y="4187825"/>
          <p14:tracePt t="99513" x="8475663" y="4179888"/>
          <p14:tracePt t="99529" x="8493125" y="4162425"/>
          <p14:tracePt t="99538" x="8501063" y="4146550"/>
          <p14:tracePt t="99545" x="8534400" y="4138613"/>
          <p14:tracePt t="99555" x="8559800" y="4121150"/>
          <p14:tracePt t="99561" x="8575675" y="4105275"/>
          <p14:tracePt t="99571" x="8616950" y="4097338"/>
          <p14:tracePt t="99577" x="8634413" y="4079875"/>
          <p14:tracePt t="99585" x="8675688" y="4079875"/>
          <p14:tracePt t="99594" x="8699500" y="4064000"/>
          <p14:tracePt t="99602" x="8716963" y="4064000"/>
          <p14:tracePt t="99610" x="8742363" y="4064000"/>
          <p14:tracePt t="99618" x="8758238" y="4064000"/>
          <p14:tracePt t="99626" x="8783638" y="4064000"/>
          <p14:tracePt t="99634" x="8816975" y="4064000"/>
          <p14:tracePt t="99642" x="8824913" y="4064000"/>
          <p14:tracePt t="99650" x="8858250" y="4064000"/>
          <p14:tracePt t="99658" x="8866188" y="4064000"/>
          <p14:tracePt t="99666" x="8899525" y="4064000"/>
          <p14:tracePt t="99674" x="8924925" y="4079875"/>
          <p14:tracePt t="99682" x="8940800" y="4097338"/>
          <p14:tracePt t="99691" x="8966200" y="4105275"/>
          <p14:tracePt t="99698" x="8982075" y="4121150"/>
          <p14:tracePt t="99707" x="9007475" y="4138613"/>
          <p14:tracePt t="99715" x="9023350" y="4162425"/>
          <p14:tracePt t="99723" x="9048750" y="4179888"/>
          <p14:tracePt t="99731" x="9064625" y="4187825"/>
          <p14:tracePt t="99739" x="9082088" y="4221163"/>
          <p14:tracePt t="99747" x="9090025" y="4229100"/>
          <p14:tracePt t="99756" x="9105900" y="4262438"/>
          <p14:tracePt t="99763" x="9123363" y="4303713"/>
          <p14:tracePt t="99771" x="9131300" y="4311650"/>
          <p14:tracePt t="99779" x="9131300" y="4344988"/>
          <p14:tracePt t="99788" x="9148763" y="4362450"/>
          <p14:tracePt t="99796" x="9148763" y="4386263"/>
          <p14:tracePt t="99804" x="9148763" y="4411663"/>
          <p14:tracePt t="99812" x="9148763" y="4427538"/>
          <p14:tracePt t="99822" x="9148763" y="4470400"/>
          <p14:tracePt t="99828" x="9148763" y="4494213"/>
          <p14:tracePt t="99838" x="9148763" y="4535488"/>
          <p14:tracePt t="99844" x="9131300" y="4576763"/>
          <p14:tracePt t="99855" x="9123363" y="4594225"/>
          <p14:tracePt t="99860" x="9105900" y="4635500"/>
          <p14:tracePt t="99871" x="9090025" y="4651375"/>
          <p14:tracePt t="99876" x="9082088" y="4668838"/>
          <p14:tracePt t="99888" x="9064625" y="4694238"/>
          <p14:tracePt t="99892" x="9048750" y="4710113"/>
          <p14:tracePt t="99904" x="9031288" y="4710113"/>
          <p14:tracePt t="99908" x="9007475" y="4718050"/>
          <p14:tracePt t="99924" x="8982075" y="4718050"/>
          <p14:tracePt t="99938" x="8948738" y="4735513"/>
          <p14:tracePt t="99941" x="8924925" y="4735513"/>
          <p14:tracePt t="99954" x="8882063" y="4735513"/>
          <p14:tracePt t="99957" x="8858250" y="4735513"/>
          <p14:tracePt t="99971" x="8824913" y="4735513"/>
          <p14:tracePt t="99974" x="8783638" y="4718050"/>
          <p14:tracePt t="99988" x="8766175" y="4710113"/>
          <p14:tracePt t="99991" x="8742363" y="4694238"/>
          <p14:tracePt t="100006" x="8724900" y="4668838"/>
          <p14:tracePt t="100010" x="8716963" y="4668838"/>
          <p14:tracePt t="100013" x="8699500" y="4651375"/>
          <p14:tracePt t="100022" x="8699500" y="4635500"/>
          <p14:tracePt t="100029" x="8683625" y="4635500"/>
          <p14:tracePt t="100038" x="8683625" y="4627563"/>
          <p14:tracePt t="100046" x="8675688" y="4627563"/>
          <p14:tracePt t="100055" x="8675688" y="4610100"/>
          <p14:tracePt t="100062" x="8658225" y="4576763"/>
          <p14:tracePt t="100078" x="8642350" y="4552950"/>
          <p14:tracePt t="100088" x="8616950" y="4527550"/>
          <p14:tracePt t="100103" x="8601075" y="4511675"/>
          <p14:tracePt t="100110" x="8601075" y="4494213"/>
          <p14:tracePt t="100118" x="8593138" y="4486275"/>
          <p14:tracePt t="100135" x="8593138" y="4470400"/>
          <p14:tracePt t="100151" x="8575675" y="4452938"/>
          <p14:tracePt t="100167" x="8575675" y="4445000"/>
          <p14:tracePt t="100175" x="8575675" y="4427538"/>
          <p14:tracePt t="100183" x="8575675" y="4411663"/>
          <p14:tracePt t="100199" x="8575675" y="4403725"/>
          <p14:tracePt t="100207" x="8575675" y="4386263"/>
          <p14:tracePt t="100215" x="8575675" y="4370388"/>
          <p14:tracePt t="100223" x="8575675" y="4362450"/>
          <p14:tracePt t="100231" x="8575675" y="4344988"/>
          <p14:tracePt t="100239" x="8575675" y="4329113"/>
          <p14:tracePt t="100247" x="8575675" y="4303713"/>
          <p14:tracePt t="100256" x="8575675" y="4287838"/>
          <p14:tracePt t="100264" x="8575675" y="4262438"/>
          <p14:tracePt t="100272" x="8575675" y="4229100"/>
          <p14:tracePt t="100280" x="8575675" y="4203700"/>
          <p14:tracePt t="100288" x="8593138" y="4179888"/>
          <p14:tracePt t="100296" x="8593138" y="4162425"/>
          <p14:tracePt t="100305" x="8601075" y="4138613"/>
          <p14:tracePt t="100312" x="8601075" y="4121150"/>
          <p14:tracePt t="100322" x="8616950" y="4105275"/>
          <p14:tracePt t="100328" x="8616950" y="4097338"/>
          <p14:tracePt t="100338" x="8616950" y="4064000"/>
          <p14:tracePt t="100345" x="8634413" y="4046538"/>
          <p14:tracePt t="100354" x="8642350" y="4038600"/>
          <p14:tracePt t="100361" x="8658225" y="4038600"/>
          <p14:tracePt t="100369" x="8675688" y="4021138"/>
          <p14:tracePt t="100377" x="8683625" y="4021138"/>
          <p14:tracePt t="100385" x="8716963" y="4005263"/>
          <p14:tracePt t="100393" x="8742363" y="4005263"/>
          <p14:tracePt t="100401" x="8758238" y="4005263"/>
          <p14:tracePt t="100409" x="8783638" y="4005263"/>
          <p14:tracePt t="100417" x="8816975" y="4005263"/>
          <p14:tracePt t="100425" x="8840788" y="4005263"/>
          <p14:tracePt t="100433" x="8882063" y="4005263"/>
          <p14:tracePt t="100441" x="8907463" y="4005263"/>
          <p14:tracePt t="100449" x="8948738" y="4005263"/>
          <p14:tracePt t="100457" x="9007475" y="4005263"/>
          <p14:tracePt t="100465" x="9031288" y="4005263"/>
          <p14:tracePt t="100474" x="9082088" y="4021138"/>
          <p14:tracePt t="100482" x="9105900" y="4046538"/>
          <p14:tracePt t="100490" x="9148763" y="4079875"/>
          <p14:tracePt t="100498" x="9190038" y="4105275"/>
          <p14:tracePt t="100506" x="9213850" y="4138613"/>
          <p14:tracePt t="100514" x="9256713" y="4179888"/>
          <p14:tracePt t="100522" x="9288463" y="4221163"/>
          <p14:tracePt t="100530" x="9313863" y="4262438"/>
          <p14:tracePt t="100538" x="9339263" y="4311650"/>
          <p14:tracePt t="100546" x="9355138" y="4362450"/>
          <p14:tracePt t="100555" x="9355138" y="4386263"/>
          <p14:tracePt t="100563" x="9372600" y="4427538"/>
          <p14:tracePt t="100572" x="9388475" y="4452938"/>
          <p14:tracePt t="100579" x="9388475" y="4494213"/>
          <p14:tracePt t="100588" x="9388475" y="4535488"/>
          <p14:tracePt t="100595" x="9388475" y="4568825"/>
          <p14:tracePt t="100604" x="9388475" y="4610100"/>
          <p14:tracePt t="100611" x="9388475" y="4627563"/>
          <p14:tracePt t="100621" x="9388475" y="4668838"/>
          <p14:tracePt t="100627" x="9372600" y="4676775"/>
          <p14:tracePt t="100638" x="9339263" y="4718050"/>
          <p14:tracePt t="100643" x="9331325" y="4751388"/>
          <p14:tracePt t="100655" x="9313863" y="4759325"/>
          <p14:tracePt t="100659" x="9297988" y="4776788"/>
          <p14:tracePt t="100671" x="9272588" y="4792663"/>
          <p14:tracePt t="100676" x="9247188" y="4802188"/>
          <p14:tracePt t="100688" x="9231313" y="4818063"/>
          <p14:tracePt t="100692" x="9213850" y="4818063"/>
          <p14:tracePt t="100704" x="9190038" y="4833938"/>
          <p14:tracePt t="100716" x="9172575" y="4843463"/>
          <p14:tracePt t="100724" x="9164638" y="4843463"/>
          <p14:tracePt t="100740" x="9148763" y="4843463"/>
          <p14:tracePt t="100788" x="9148763" y="4833938"/>
          <p14:tracePt t="100805" x="9148763" y="4818063"/>
          <p14:tracePt t="100813" x="9148763" y="4802188"/>
          <p14:tracePt t="100829" x="9148763" y="4792663"/>
          <p14:tracePt t="100838" x="9148763" y="4776788"/>
          <p14:tracePt t="100877" x="9148763" y="4759325"/>
          <p14:tracePt t="101031" x="9148763" y="4751388"/>
          <p14:tracePt t="101039" x="9131300" y="4751388"/>
          <p14:tracePt t="101103" x="9131300" y="4735513"/>
          <p14:tracePt t="101136" x="9148763" y="4718050"/>
          <p14:tracePt t="101144" x="9148763" y="4710113"/>
          <p14:tracePt t="101152" x="9164638" y="4710113"/>
          <p14:tracePt t="101168" x="9172575" y="4694238"/>
          <p14:tracePt t="101184" x="9190038" y="4694238"/>
          <p14:tracePt t="101273" x="9164638" y="4694238"/>
          <p14:tracePt t="101289" x="9131300" y="4710113"/>
          <p14:tracePt t="101297" x="9105900" y="4718050"/>
          <p14:tracePt t="101305" x="9090025" y="4735513"/>
          <p14:tracePt t="101313" x="9064625" y="4759325"/>
          <p14:tracePt t="101321" x="9048750" y="4759325"/>
          <p14:tracePt t="101329" x="9023350" y="4776788"/>
          <p14:tracePt t="101338" x="9007475" y="4792663"/>
          <p14:tracePt t="101346" x="8990013" y="4802188"/>
          <p14:tracePt t="101355" x="8982075" y="4818063"/>
          <p14:tracePt t="101362" x="8966200" y="4833938"/>
          <p14:tracePt t="101371" x="8948738" y="4833938"/>
          <p14:tracePt t="101378" x="8948738" y="4843463"/>
          <p14:tracePt t="101387" x="8940800" y="4859338"/>
          <p14:tracePt t="101394" x="8940800" y="4876800"/>
          <p14:tracePt t="101402" x="8924925" y="4876800"/>
          <p14:tracePt t="101410" x="8907463" y="4892675"/>
          <p14:tracePt t="101426" x="8907463" y="4900613"/>
          <p14:tracePt t="101435" x="8899525" y="4900613"/>
          <p14:tracePt t="101443" x="8899525" y="4918075"/>
          <p14:tracePt t="101451" x="8882063" y="4918075"/>
          <p14:tracePt t="101459" x="8866188" y="4933950"/>
          <p14:tracePt t="101483" x="8858250" y="4941888"/>
          <p14:tracePt t="101499" x="8840788" y="4959350"/>
          <p14:tracePt t="101531" x="8824913" y="4975225"/>
          <p14:tracePt t="101555" x="8816975" y="4983163"/>
          <p14:tracePt t="101572" x="8816975" y="5000625"/>
          <p14:tracePt t="101580" x="8799513" y="5000625"/>
          <p14:tracePt t="101588" x="8783638" y="5016500"/>
          <p14:tracePt t="101596" x="8783638" y="5026025"/>
          <p14:tracePt t="101605" x="8766175" y="5041900"/>
          <p14:tracePt t="101612" x="8742363" y="5057775"/>
          <p14:tracePt t="101621" x="8724900" y="5067300"/>
          <p14:tracePt t="101628" x="8716963" y="5083175"/>
          <p14:tracePt t="101637" x="8683625" y="5108575"/>
          <p14:tracePt t="101644" x="8658225" y="5124450"/>
          <p14:tracePt t="101654" x="8642350" y="5141913"/>
          <p14:tracePt t="101661" x="8634413" y="5157788"/>
          <p14:tracePt t="101668" x="8616950" y="5157788"/>
          <p14:tracePt t="101677" x="8593138" y="5165725"/>
          <p14:tracePt t="101685" x="8575675" y="5183188"/>
          <p14:tracePt t="101709" x="8559800" y="5183188"/>
          <p14:tracePt t="101757" x="8550275" y="5183188"/>
          <p14:tracePt t="101790" x="8534400" y="5183188"/>
          <p14:tracePt t="101806" x="8518525" y="5183188"/>
          <p14:tracePt t="101814" x="8501063" y="5183188"/>
          <p14:tracePt t="101822" x="8493125" y="5183188"/>
          <p14:tracePt t="101830" x="8475663" y="5183188"/>
          <p14:tracePt t="101838" x="8459788" y="5165725"/>
          <p14:tracePt t="101855" x="8451850" y="5165725"/>
          <p14:tracePt t="101862" x="8434388" y="5165725"/>
          <p14:tracePt t="101871" x="8434388" y="5157788"/>
          <p14:tracePt t="101887" x="8418513" y="5157788"/>
          <p14:tracePt t="101894" x="8418513" y="5141913"/>
          <p14:tracePt t="101919" x="8410575" y="5124450"/>
          <p14:tracePt t="101935" x="8410575" y="5108575"/>
          <p14:tracePt t="101943" x="8410575" y="5100638"/>
          <p14:tracePt t="101951" x="8410575" y="5083175"/>
          <p14:tracePt t="101959" x="8410575" y="5067300"/>
          <p14:tracePt t="101967" x="8410575" y="5057775"/>
          <p14:tracePt t="101975" x="8410575" y="5041900"/>
          <p14:tracePt t="101983" x="8410575" y="5016500"/>
          <p14:tracePt t="101992" x="8410575" y="4983163"/>
          <p14:tracePt t="102001" x="8410575" y="4959350"/>
          <p14:tracePt t="102008" x="8410575" y="4933950"/>
          <p14:tracePt t="102016" x="8410575" y="4918075"/>
          <p14:tracePt t="102024" x="8410575" y="4900613"/>
          <p14:tracePt t="102032" x="8410575" y="4892675"/>
          <p14:tracePt t="102048" x="8410575" y="4876800"/>
          <p14:tracePt t="102056" x="8418513" y="4876800"/>
          <p14:tracePt t="102064" x="8434388" y="4859338"/>
          <p14:tracePt t="102080" x="8451850" y="4859338"/>
          <p14:tracePt t="102096" x="8459788" y="4859338"/>
          <p14:tracePt t="102104" x="8475663" y="4859338"/>
          <p14:tracePt t="102113" x="8493125" y="4859338"/>
          <p14:tracePt t="102121" x="8501063" y="4859338"/>
          <p14:tracePt t="102129" x="8518525" y="4859338"/>
          <p14:tracePt t="102138" x="8534400" y="4876800"/>
          <p14:tracePt t="102145" x="8550275" y="4900613"/>
          <p14:tracePt t="102155" x="8550275" y="4918075"/>
          <p14:tracePt t="102161" x="8550275" y="4933950"/>
          <p14:tracePt t="102170" x="8559800" y="4941888"/>
          <p14:tracePt t="102177" x="8559800" y="4959350"/>
          <p14:tracePt t="102185" x="8575675" y="4983163"/>
          <p14:tracePt t="102201" x="8575675" y="5016500"/>
          <p14:tracePt t="102210" x="8575675" y="5026025"/>
          <p14:tracePt t="102218" x="8575675" y="5041900"/>
          <p14:tracePt t="102225" x="8575675" y="5057775"/>
          <p14:tracePt t="102234" x="8575675" y="5067300"/>
          <p14:tracePt t="102250" x="8559800" y="5083175"/>
          <p14:tracePt t="102258" x="8550275" y="5100638"/>
          <p14:tracePt t="102266" x="8534400" y="5108575"/>
          <p14:tracePt t="102282" x="8518525" y="5124450"/>
          <p14:tracePt t="102290" x="8501063" y="5141913"/>
          <p14:tracePt t="102298" x="8475663" y="5141913"/>
          <p14:tracePt t="102306" x="8459788" y="5157788"/>
          <p14:tracePt t="102314" x="8434388" y="5165725"/>
          <p14:tracePt t="102323" x="8418513" y="5165725"/>
          <p14:tracePt t="102331" x="8377238" y="5183188"/>
          <p14:tracePt t="102338" x="8335963" y="5199063"/>
          <p14:tracePt t="102347" x="8310563" y="5207000"/>
          <p14:tracePt t="102355" x="8251825" y="5224463"/>
          <p14:tracePt t="102363" x="8210550" y="5224463"/>
          <p14:tracePt t="102371" x="8186738" y="5240338"/>
          <p14:tracePt t="102379" x="8128000" y="5249863"/>
          <p14:tracePt t="102388" x="8086725" y="5249863"/>
          <p14:tracePt t="102395" x="8069263" y="5249863"/>
          <p14:tracePt t="102404" x="8027988" y="5249863"/>
          <p14:tracePt t="102411" x="8004175" y="5249863"/>
          <p14:tracePt t="102421" x="7970838" y="5249863"/>
          <p14:tracePt t="102427" x="7962900" y="5249863"/>
          <p14:tracePt t="102435" x="7945438" y="5249863"/>
          <p14:tracePt t="102443" x="7920038" y="5249863"/>
          <p14:tracePt t="102451" x="7904163" y="5249863"/>
          <p14:tracePt t="102460" x="7886700" y="5249863"/>
          <p14:tracePt t="102468" x="7878763" y="5249863"/>
          <p14:tracePt t="102476" x="7845425" y="5249863"/>
          <p14:tracePt t="102484" x="7837488" y="5249863"/>
          <p14:tracePt t="102492" x="7804150" y="5249863"/>
          <p14:tracePt t="102500" x="7780338" y="5249863"/>
          <p14:tracePt t="102508" x="7762875" y="5240338"/>
          <p14:tracePt t="102516" x="7737475" y="5240338"/>
          <p14:tracePt t="102524" x="7721600" y="5224463"/>
          <p14:tracePt t="102532" x="7705725" y="5224463"/>
          <p14:tracePt t="102540" x="7696200" y="5207000"/>
          <p14:tracePt t="102549" x="7680325" y="5207000"/>
          <p14:tracePt t="102557" x="7662863" y="5207000"/>
          <p14:tracePt t="102565" x="7654925" y="5207000"/>
          <p14:tracePt t="102581" x="7639050" y="5207000"/>
          <p14:tracePt t="102605" x="7621588" y="5199063"/>
          <p14:tracePt t="102621" x="7613650" y="5199063"/>
          <p14:tracePt t="102710" x="7597775" y="5199063"/>
          <p14:tracePt t="102831" x="7597775" y="5183188"/>
          <p14:tracePt t="102847" x="7613650" y="5183188"/>
          <p14:tracePt t="102856" x="7662863" y="5165725"/>
          <p14:tracePt t="102863" x="7737475" y="5165725"/>
          <p14:tracePt t="102871" x="7837488" y="5157788"/>
          <p14:tracePt t="102879" x="7945438" y="5157788"/>
          <p14:tracePt t="102888" x="8069263" y="5157788"/>
          <p14:tracePt t="102896" x="8251825" y="5141913"/>
          <p14:tracePt t="102904" x="8410575" y="5141913"/>
          <p14:tracePt t="102912" x="8559800" y="5124450"/>
          <p14:tracePt t="102921" x="8616950" y="5124450"/>
          <p14:tracePt t="102928" x="8742363" y="5124450"/>
          <p14:tracePt t="102938" x="8840788" y="5124450"/>
          <p14:tracePt t="102944" x="8907463" y="5124450"/>
          <p14:tracePt t="102954" x="8982075" y="5124450"/>
          <p14:tracePt t="102960" x="9031288" y="5124450"/>
          <p14:tracePt t="102968" x="9090025" y="5124450"/>
          <p14:tracePt t="102977" x="9123363" y="5124450"/>
          <p14:tracePt t="102984" x="9172575" y="5124450"/>
          <p14:tracePt t="102993" x="9205913" y="5124450"/>
          <p14:tracePt t="103001" x="9247188" y="5124450"/>
          <p14:tracePt t="103009" x="9288463" y="5124450"/>
          <p14:tracePt t="103017" x="9313863" y="5124450"/>
          <p14:tracePt t="103025" x="9372600" y="5124450"/>
          <p14:tracePt t="103033" x="9471025" y="5124450"/>
          <p14:tracePt t="103041" x="9521825" y="5124450"/>
          <p14:tracePt t="103049" x="9555163" y="5124450"/>
          <p14:tracePt t="103057" x="9620250" y="5141913"/>
          <p14:tracePt t="103065" x="9678988" y="5141913"/>
          <p14:tracePt t="103073" x="9745663" y="5141913"/>
          <p14:tracePt t="103081" x="9802813" y="5157788"/>
          <p14:tracePt t="103089" x="9861550" y="5165725"/>
          <p14:tracePt t="103097" x="9902825" y="5183188"/>
          <p14:tracePt t="103106" x="9918700" y="5183188"/>
          <p14:tracePt t="103114" x="9944100" y="5183188"/>
          <p14:tracePt t="103122" x="9961563" y="5183188"/>
          <p14:tracePt t="103146" x="9969500" y="5183188"/>
          <p14:tracePt t="103178" x="9969500" y="5199063"/>
          <p14:tracePt t="103211" x="9961563" y="5199063"/>
          <p14:tracePt t="103219" x="9944100" y="5207000"/>
          <p14:tracePt t="103227" x="9886950" y="5224463"/>
          <p14:tracePt t="103235" x="9820275" y="5240338"/>
          <p14:tracePt t="103243" x="9761538" y="5240338"/>
          <p14:tracePt t="103251" x="9694863" y="5249863"/>
          <p14:tracePt t="103259" x="9637713" y="5265738"/>
          <p14:tracePt t="103267" x="9512300" y="5281613"/>
          <p14:tracePt t="103275" x="9455150" y="5281613"/>
          <p14:tracePt t="103283" x="9388475" y="5281613"/>
          <p14:tracePt t="103291" x="9288463" y="5281613"/>
          <p14:tracePt t="103299" x="9213850" y="5281613"/>
          <p14:tracePt t="103307" x="9148763" y="5281613"/>
          <p14:tracePt t="103315" x="9082088" y="5281613"/>
          <p14:tracePt t="103324" x="8990013" y="5281613"/>
          <p14:tracePt t="103332" x="8924925" y="5281613"/>
          <p14:tracePt t="103340" x="8858250" y="5281613"/>
          <p14:tracePt t="103348" x="8799513" y="5265738"/>
          <p14:tracePt t="103356" x="8742363" y="5265738"/>
          <p14:tracePt t="103364" x="8683625" y="5265738"/>
          <p14:tracePt t="103372" x="8642350" y="5249863"/>
          <p14:tracePt t="103380" x="8601075" y="5249863"/>
          <p14:tracePt t="103388" x="8575675" y="5240338"/>
          <p14:tracePt t="103396" x="8534400" y="5240338"/>
          <p14:tracePt t="103405" x="8493125" y="5240338"/>
          <p14:tracePt t="103412" x="8459788" y="5240338"/>
          <p14:tracePt t="103421" x="8418513" y="5240338"/>
          <p14:tracePt t="103428" x="8393113" y="5240338"/>
          <p14:tracePt t="103438" x="8351838" y="5224463"/>
          <p14:tracePt t="103445" x="8310563" y="5224463"/>
          <p14:tracePt t="103455" x="8285163" y="5207000"/>
          <p14:tracePt t="103461" x="8235950" y="5207000"/>
          <p14:tracePt t="103471" x="8210550" y="5207000"/>
          <p14:tracePt t="103477" x="8153400" y="5199063"/>
          <p14:tracePt t="103488" x="8112125" y="5199063"/>
          <p14:tracePt t="103493" x="8069263" y="5199063"/>
          <p14:tracePt t="103505" x="8027988" y="5183188"/>
          <p14:tracePt t="103509" x="7986713" y="5183188"/>
          <p14:tracePt t="103521" x="7962900" y="5183188"/>
          <p14:tracePt t="103525" x="7929563" y="5183188"/>
          <p14:tracePt t="103538" x="7904163" y="5183188"/>
          <p14:tracePt t="103541" x="7878763" y="5165725"/>
          <p14:tracePt t="103555" x="7862888" y="5165725"/>
          <p14:tracePt t="103558" x="7845425" y="5165725"/>
          <p14:tracePt t="103571" x="7837488" y="5165725"/>
          <p14:tracePt t="103574" x="7821613" y="5157788"/>
          <p14:tracePt t="103588" x="7804150" y="5157788"/>
          <p14:tracePt t="103590" x="7796213" y="5157788"/>
          <p14:tracePt t="103604" x="7796213" y="5141913"/>
          <p14:tracePt t="103621" x="7780338" y="5141913"/>
          <p14:tracePt t="103630" x="7762875" y="5141913"/>
          <p14:tracePt t="103647" x="7762875" y="5124450"/>
          <p14:tracePt t="103679" x="7754938" y="5124450"/>
          <p14:tracePt t="103759" x="7737475" y="5124450"/>
          <p14:tracePt t="103840" x="7754938" y="5124450"/>
          <p14:tracePt t="103848" x="7780338" y="5108575"/>
          <p14:tracePt t="103856" x="7878763" y="5108575"/>
          <p14:tracePt t="103864" x="8004175" y="5100638"/>
          <p14:tracePt t="103873" x="8153400" y="5057775"/>
          <p14:tracePt t="103881" x="8369300" y="5041900"/>
          <p14:tracePt t="103889" x="8593138" y="5026025"/>
          <p14:tracePt t="103897" x="8858250" y="4975225"/>
          <p14:tracePt t="103905" x="9105900" y="4959350"/>
          <p14:tracePt t="103913" x="9372600" y="4933950"/>
          <p14:tracePt t="103921" x="9596438" y="4900613"/>
          <p14:tracePt t="103929" x="9694863" y="4900613"/>
          <p14:tracePt t="103938" x="9828213" y="4876800"/>
          <p14:tracePt t="103945" x="9985375" y="4859338"/>
          <p14:tracePt t="103954" x="10085388" y="4859338"/>
          <p14:tracePt t="103961" x="10152063" y="4843463"/>
          <p14:tracePt t="103971" x="10234613" y="4843463"/>
          <p14:tracePt t="103977" x="10267950" y="4843463"/>
          <p14:tracePt t="103987" x="10293350" y="4843463"/>
          <p14:tracePt t="103994" x="10309225" y="4843463"/>
          <p14:tracePt t="104018" x="10317163" y="4843463"/>
          <p14:tracePt t="104284" x="10309225" y="4843463"/>
          <p14:tracePt t="104292" x="10293350" y="4843463"/>
          <p14:tracePt t="104300" x="10234613" y="4843463"/>
          <p14:tracePt t="104309" x="10185400" y="4843463"/>
          <p14:tracePt t="104317" x="10085388" y="4843463"/>
          <p14:tracePt t="104325" x="9985375" y="4843463"/>
          <p14:tracePt t="104333" x="9869488" y="4843463"/>
          <p14:tracePt t="104341" x="9745663" y="4843463"/>
          <p14:tracePt t="104349" x="9596438" y="4843463"/>
          <p14:tracePt t="104357" x="9471025" y="4843463"/>
          <p14:tracePt t="104365" x="9355138" y="4843463"/>
          <p14:tracePt t="104373" x="9231313" y="4833938"/>
          <p14:tracePt t="104381" x="9105900" y="4833938"/>
          <p14:tracePt t="104389" x="8982075" y="4818063"/>
          <p14:tracePt t="104397" x="8866188" y="4802188"/>
          <p14:tracePt t="104406" x="8742363" y="4776788"/>
          <p14:tracePt t="104413" x="8642350" y="4759325"/>
          <p14:tracePt t="104422" x="8593138" y="4751388"/>
          <p14:tracePt t="104430" x="8518525" y="4735513"/>
          <p14:tracePt t="104438" x="8451850" y="4718050"/>
          <p14:tracePt t="104446" x="8393113" y="4718050"/>
          <p14:tracePt t="104454" x="8335963" y="4710113"/>
          <p14:tracePt t="104462" x="8310563" y="4710113"/>
          <p14:tracePt t="104471" x="8285163" y="4710113"/>
          <p14:tracePt t="104478" x="8251825" y="4694238"/>
          <p14:tracePt t="104488" x="8235950" y="4694238"/>
          <p14:tracePt t="104504" x="8228013" y="4694238"/>
          <p14:tracePt t="104510" x="8210550" y="4694238"/>
          <p14:tracePt t="104526" x="8194675" y="4694238"/>
          <p14:tracePt t="104551" x="8186738" y="4694238"/>
          <p14:tracePt t="104591" x="8186738" y="4676775"/>
          <p14:tracePt t="104631" x="8186738" y="4668838"/>
          <p14:tracePt t="104648" x="8194675" y="4651375"/>
          <p14:tracePt t="104656" x="8228013" y="4651375"/>
          <p14:tracePt t="104664" x="8293100" y="4627563"/>
          <p14:tracePt t="104672" x="8393113" y="4594225"/>
          <p14:tracePt t="104680" x="8518525" y="4576763"/>
          <p14:tracePt t="104688" x="8699500" y="4535488"/>
          <p14:tracePt t="104696" x="8882063" y="4527550"/>
          <p14:tracePt t="104705" x="9105900" y="4494213"/>
          <p14:tracePt t="104712" x="9288463" y="4486275"/>
          <p14:tracePt t="104721" x="9480550" y="4470400"/>
          <p14:tracePt t="104728" x="9663113" y="4452938"/>
          <p14:tracePt t="104738" x="9844088" y="4427538"/>
          <p14:tracePt t="104745" x="10002838" y="4411663"/>
          <p14:tracePt t="104754" x="10152063" y="4403725"/>
          <p14:tracePt t="104761" x="10226675" y="4403725"/>
          <p14:tracePt t="104769" x="10317163" y="4403725"/>
          <p14:tracePt t="104777" x="10391775" y="4403725"/>
          <p14:tracePt t="104785" x="10458450" y="4403725"/>
          <p14:tracePt t="104793" x="10499725" y="4403725"/>
          <p14:tracePt t="104801" x="10533063" y="4403725"/>
          <p14:tracePt t="104809" x="10541000" y="4403725"/>
          <p14:tracePt t="104817" x="10558463" y="4403725"/>
          <p14:tracePt t="104833" x="10574338" y="4403725"/>
          <p14:tracePt t="105068" x="10558463" y="4403725"/>
          <p14:tracePt t="105100" x="10541000" y="4403725"/>
          <p14:tracePt t="105116" x="10533063" y="4411663"/>
          <p14:tracePt t="105124" x="10517188" y="4411663"/>
          <p14:tracePt t="105132" x="10499725" y="4427538"/>
          <p14:tracePt t="105140" x="10491788" y="4427538"/>
          <p14:tracePt t="105148" x="10458450" y="4445000"/>
          <p14:tracePt t="105156" x="10450513" y="4445000"/>
          <p14:tracePt t="105164" x="10401300" y="4470400"/>
          <p14:tracePt t="105172" x="10350500" y="4470400"/>
          <p14:tracePt t="105181" x="10317163" y="4494213"/>
          <p14:tracePt t="105188" x="10267950" y="4511675"/>
          <p14:tracePt t="105197" x="10167938" y="4535488"/>
          <p14:tracePt t="105205" x="10126663" y="4552950"/>
          <p14:tracePt t="105213" x="10052050" y="4568825"/>
          <p14:tracePt t="105221" x="10002838" y="4594225"/>
          <p14:tracePt t="105229" x="9886950" y="4627563"/>
          <p14:tracePt t="105238" x="9786938" y="4651375"/>
          <p14:tracePt t="105245" x="9694863" y="4676775"/>
          <p14:tracePt t="105254" x="9596438" y="4710113"/>
          <p14:tracePt t="105261" x="9496425" y="4718050"/>
          <p14:tracePt t="105271" x="9437688" y="4735513"/>
          <p14:tracePt t="105277" x="9339263" y="4751388"/>
          <p14:tracePt t="105287" x="9164638" y="4776788"/>
          <p14:tracePt t="105294" x="8907463" y="4776788"/>
          <p14:tracePt t="105585" x="8899525" y="4776788"/>
          <p14:tracePt t="105592" x="8824913" y="4776788"/>
          <p14:tracePt t="105600" x="8742363" y="4833938"/>
          <p14:tracePt t="105609" x="8634413" y="4892675"/>
          <p14:tracePt t="105616" x="8575675" y="4918075"/>
          <p14:tracePt t="105625" x="8493125" y="4959350"/>
          <p14:tracePt t="105633" x="8410575" y="5000625"/>
          <p14:tracePt t="105641" x="8369300" y="5016500"/>
          <p14:tracePt t="105649" x="8326438" y="5041900"/>
          <p14:tracePt t="105657" x="8293100" y="5057775"/>
          <p14:tracePt t="105665" x="8285163" y="5057775"/>
          <p14:tracePt t="105673" x="8269288" y="5067300"/>
          <p14:tracePt t="105689" x="8251825" y="5067300"/>
          <p14:tracePt t="105705" x="8251825" y="5083175"/>
          <p14:tracePt t="106755" x="8194675" y="5108575"/>
          <p14:tracePt t="106763" x="8128000" y="5141913"/>
          <p14:tracePt t="106772" x="8027988" y="5183188"/>
          <p14:tracePt t="106779" x="7962900" y="5207000"/>
          <p14:tracePt t="106788" x="7904163" y="5240338"/>
          <p14:tracePt t="106795" x="7837488" y="5249863"/>
          <p14:tracePt t="106805" x="7780338" y="5249863"/>
          <p14:tracePt t="106811" x="7680325" y="5265738"/>
          <p14:tracePt t="106821" x="7572375" y="5281613"/>
          <p14:tracePt t="106828" x="7472363" y="5281613"/>
          <p14:tracePt t="106837" x="7373938" y="5281613"/>
          <p14:tracePt t="106844" x="7248525" y="5281613"/>
          <p14:tracePt t="106851" x="7173913" y="5281613"/>
          <p14:tracePt t="106860" x="7124700" y="5281613"/>
          <p14:tracePt t="106868" x="7024688" y="5281613"/>
          <p14:tracePt t="106876" x="6958013" y="5281613"/>
          <p14:tracePt t="106884" x="6883400" y="5265738"/>
          <p14:tracePt t="106892" x="6818313" y="5265738"/>
          <p14:tracePt t="106900" x="6759575" y="5249863"/>
          <p14:tracePt t="106908" x="6700838" y="5240338"/>
          <p14:tracePt t="106916" x="6659563" y="5224463"/>
          <p14:tracePt t="106925" x="6635750" y="5224463"/>
          <p14:tracePt t="106932" x="6592888" y="5224463"/>
          <p14:tracePt t="106941" x="6561138" y="5224463"/>
          <p14:tracePt t="106949" x="6535738" y="5207000"/>
          <p14:tracePt t="106957" x="6510338" y="5207000"/>
          <p14:tracePt t="106965" x="6494463" y="5199063"/>
          <p14:tracePt t="106973" x="6469063" y="5199063"/>
          <p14:tracePt t="106981" x="6435725" y="5183188"/>
          <p14:tracePt t="106989" x="6411913" y="5165725"/>
          <p14:tracePt t="107002" x="6386513" y="5165725"/>
          <p14:tracePt t="107006" x="6353175" y="5157788"/>
          <p14:tracePt t="107013" x="6327775" y="5141913"/>
          <p14:tracePt t="107022" x="6294438" y="5124450"/>
          <p14:tracePt t="107029" x="6253163" y="5108575"/>
          <p14:tracePt t="107038" x="6211888" y="5067300"/>
          <p14:tracePt t="107046" x="6162675" y="5057775"/>
          <p14:tracePt t="107055" x="6070600" y="5000625"/>
          <p14:tracePt t="107061" x="6046788" y="4983163"/>
          <p14:tracePt t="107072" x="5988050" y="4959350"/>
          <p14:tracePt t="107078" x="5938838" y="4933950"/>
          <p14:tracePt t="107088" x="5880100" y="4918075"/>
          <p14:tracePt t="107094" x="5838825" y="4892675"/>
          <p14:tracePt t="107105" x="5780088" y="4876800"/>
          <p14:tracePt t="107110" x="5738813" y="4859338"/>
          <p14:tracePt t="107121" x="5697538" y="4843463"/>
          <p14:tracePt t="107126" x="5656263" y="4833938"/>
          <p14:tracePt t="107138" x="5614988" y="4833938"/>
          <p14:tracePt t="107142" x="5589588" y="4818063"/>
          <p14:tracePt t="107154" x="5540375" y="4802188"/>
          <p14:tracePt t="107159" x="5532438" y="4802188"/>
          <p14:tracePt t="107171" x="5491163" y="4792663"/>
          <p14:tracePt t="107175" x="5457825" y="4792663"/>
          <p14:tracePt t="107188" x="5448300" y="4776788"/>
          <p14:tracePt t="107191" x="5416550" y="4776788"/>
          <p14:tracePt t="107205" x="5407025" y="4759325"/>
          <p14:tracePt t="107208" x="5407025" y="4751388"/>
          <p14:tracePt t="107221" x="5391150" y="4751388"/>
          <p14:tracePt t="107224" x="5373688" y="4735513"/>
          <p14:tracePt t="107240" x="5373688" y="4718050"/>
          <p14:tracePt t="107254" x="5365750" y="4718050"/>
          <p14:tracePt t="107256" x="5365750" y="4710113"/>
          <p14:tracePt t="107271" x="5365750" y="4694238"/>
          <p14:tracePt t="107272" x="5349875" y="4694238"/>
          <p14:tracePt t="107280" x="5349875" y="4676775"/>
          <p14:tracePt t="107288" x="5349875" y="4668838"/>
          <p14:tracePt t="107305" x="5349875" y="4651375"/>
          <p14:tracePt t="107312" x="5349875" y="4635500"/>
          <p14:tracePt t="107377" x="5349875" y="4627563"/>
          <p14:tracePt t="107401" x="5349875" y="4610100"/>
          <p14:tracePt t="107417" x="5332413" y="4594225"/>
          <p14:tracePt t="107425" x="5332413" y="4568825"/>
          <p14:tracePt t="107433" x="5332413" y="4552950"/>
          <p14:tracePt t="107441" x="5324475" y="4527550"/>
          <p14:tracePt t="107449" x="5308600" y="4511675"/>
          <p14:tracePt t="107457" x="5291138" y="4470400"/>
          <p14:tracePt t="107465" x="5275263" y="4445000"/>
          <p14:tracePt t="107473" x="5275263" y="4427538"/>
          <p14:tracePt t="107481" x="5267325" y="4403725"/>
          <p14:tracePt t="107489" x="5249863" y="4386263"/>
          <p14:tracePt t="107497" x="5233988" y="4370388"/>
          <p14:tracePt t="107506" x="5233988" y="4362450"/>
          <p14:tracePt t="107522" x="5224463" y="4344988"/>
          <p14:tracePt t="107538" x="5224463" y="4329113"/>
          <p14:tracePt t="107546" x="5208588" y="4329113"/>
          <p14:tracePt t="107562" x="5208588" y="4311650"/>
          <p14:tracePt t="107587" x="5208588" y="4303713"/>
          <p14:tracePt t="107619" x="5208588" y="4287838"/>
          <p14:tracePt t="107707" x="5224463" y="4287838"/>
          <p14:tracePt t="107732" x="5233988" y="4287838"/>
          <p14:tracePt t="107740" x="5249863" y="4287838"/>
          <p14:tracePt t="107748" x="5275263" y="4287838"/>
          <p14:tracePt t="107764" x="5308600" y="4287838"/>
          <p14:tracePt t="107772" x="5324475" y="4287838"/>
          <p14:tracePt t="107780" x="5332413" y="4287838"/>
          <p14:tracePt t="107788" x="5349875" y="4287838"/>
          <p14:tracePt t="107804" x="5365750" y="4287838"/>
          <p14:tracePt t="107829" x="5373688" y="4287838"/>
          <p14:tracePt t="107861" x="5373688" y="4303713"/>
          <p14:tracePt t="107885" x="5373688" y="4311650"/>
          <p14:tracePt t="107893" x="5373688" y="4329113"/>
          <p14:tracePt t="107909" x="5373688" y="4344988"/>
          <p14:tracePt t="107917" x="5373688" y="4362450"/>
          <p14:tracePt t="107934" x="5373688" y="4370388"/>
          <p14:tracePt t="107942" x="5373688" y="4403725"/>
          <p14:tracePt t="107950" x="5373688" y="4411663"/>
          <p14:tracePt t="107958" x="5373688" y="4427538"/>
          <p14:tracePt t="107966" x="5373688" y="4452938"/>
          <p14:tracePt t="107974" x="5373688" y="4486275"/>
          <p14:tracePt t="107982" x="5373688" y="4527550"/>
          <p14:tracePt t="107990" x="5373688" y="4568825"/>
          <p14:tracePt t="108001" x="5373688" y="4610100"/>
          <p14:tracePt t="108006" x="5373688" y="4668838"/>
          <p14:tracePt t="108014" x="5373688" y="4718050"/>
          <p14:tracePt t="108022" x="5373688" y="4776788"/>
          <p14:tracePt t="108030" x="5373688" y="4818063"/>
          <p14:tracePt t="108038" x="5373688" y="4859338"/>
          <p14:tracePt t="108046" x="5373688" y="4900613"/>
          <p14:tracePt t="108055" x="5373688" y="4933950"/>
          <p14:tracePt t="108063" x="5373688" y="4975225"/>
          <p14:tracePt t="108072" x="5373688" y="4983163"/>
          <p14:tracePt t="108079" x="5373688" y="5000625"/>
          <p14:tracePt t="108088" x="5373688" y="5026025"/>
          <p14:tracePt t="108095" x="5373688" y="5041900"/>
          <p14:tracePt t="108111" x="5373688" y="5057775"/>
          <p14:tracePt t="108135" x="5373688" y="5067300"/>
          <p14:tracePt t="108143" x="5365750" y="5067300"/>
          <p14:tracePt t="108192" x="5365750" y="5083175"/>
          <p14:tracePt t="108216" x="5349875" y="5083175"/>
          <p14:tracePt t="108224" x="5349875" y="5100638"/>
          <p14:tracePt t="108248" x="5332413" y="5100638"/>
          <p14:tracePt t="108257" x="5332413" y="5108575"/>
          <p14:tracePt t="108265" x="5324475" y="5108575"/>
          <p14:tracePt t="108273" x="5308600" y="5124450"/>
          <p14:tracePt t="108281" x="5291138" y="5124450"/>
          <p14:tracePt t="108289" x="5291138" y="5141913"/>
          <p14:tracePt t="108297" x="5267325" y="5157788"/>
          <p14:tracePt t="108305" x="5249863" y="5157788"/>
          <p14:tracePt t="108313" x="5233988" y="5165725"/>
          <p14:tracePt t="108321" x="5224463" y="5183188"/>
          <p14:tracePt t="108329" x="5192713" y="5183188"/>
          <p14:tracePt t="108338" x="5183188" y="5199063"/>
          <p14:tracePt t="108345" x="5149850" y="5199063"/>
          <p14:tracePt t="108355" x="5141913" y="5207000"/>
          <p14:tracePt t="108361" x="5108575" y="5207000"/>
          <p14:tracePt t="108371" x="5100638" y="5224463"/>
          <p14:tracePt t="108378" x="5067300" y="5240338"/>
          <p14:tracePt t="108387" x="5059363" y="5249863"/>
          <p14:tracePt t="108394" x="5041900" y="5265738"/>
          <p14:tracePt t="108402" x="5018088" y="5265738"/>
          <p14:tracePt t="108410" x="5000625" y="5281613"/>
          <p14:tracePt t="108418" x="4967288" y="5291138"/>
          <p14:tracePt t="108426" x="4943475" y="5307013"/>
          <p14:tracePt t="108434" x="4943475" y="5324475"/>
          <p14:tracePt t="108442" x="4918075" y="5324475"/>
          <p14:tracePt t="108450" x="4902200" y="5332413"/>
          <p14:tracePt t="108458" x="4884738" y="5332413"/>
          <p14:tracePt t="108466" x="4876800" y="5348288"/>
          <p14:tracePt t="108498" x="4860925" y="5348288"/>
          <p14:tracePt t="108555" x="4843463" y="5348288"/>
          <p14:tracePt t="108701" x="4860925" y="5348288"/>
          <p14:tracePt t="108709" x="4918075" y="5348288"/>
          <p14:tracePt t="108717" x="4984750" y="5348288"/>
          <p14:tracePt t="108725" x="5067300" y="5348288"/>
          <p14:tracePt t="108733" x="5141913" y="5348288"/>
          <p14:tracePt t="108741" x="5192713" y="5348288"/>
          <p14:tracePt t="108749" x="5267325" y="5348288"/>
          <p14:tracePt t="108757" x="5332413" y="5365750"/>
          <p14:tracePt t="108765" x="5432425" y="5373688"/>
          <p14:tracePt t="108773" x="5499100" y="5389563"/>
          <p14:tracePt t="108781" x="5573713" y="5407025"/>
          <p14:tracePt t="108789" x="5630863" y="5422900"/>
          <p14:tracePt t="108797" x="5756275" y="5432425"/>
          <p14:tracePt t="108805" x="5780088" y="5448300"/>
          <p14:tracePt t="108813" x="5864225" y="5448300"/>
          <p14:tracePt t="108822" x="5938838" y="5448300"/>
          <p14:tracePt t="108830" x="5988050" y="5448300"/>
          <p14:tracePt t="108838" x="6062663" y="5448300"/>
          <p14:tracePt t="108846" x="6121400" y="5448300"/>
          <p14:tracePt t="108855" x="6145213" y="5448300"/>
          <p14:tracePt t="108862" x="6203950" y="5448300"/>
          <p14:tracePt t="108871" x="6245225" y="5448300"/>
          <p14:tracePt t="108878" x="6270625" y="5448300"/>
          <p14:tracePt t="108888" x="6327775" y="5448300"/>
          <p14:tracePt t="108894" x="6353175" y="5448300"/>
          <p14:tracePt t="108905" x="6394450" y="5448300"/>
          <p14:tracePt t="108911" x="6435725" y="5448300"/>
          <p14:tracePt t="108922" x="6469063" y="5448300"/>
          <p14:tracePt t="108927" x="6518275" y="5448300"/>
          <p14:tracePt t="108938" x="6551613" y="5448300"/>
          <p14:tracePt t="108943" x="6577013" y="5448300"/>
          <p14:tracePt t="108955" x="6618288" y="5448300"/>
          <p14:tracePt t="108959" x="6651625" y="5448300"/>
          <p14:tracePt t="108971" x="6692900" y="5448300"/>
          <p14:tracePt t="108975" x="6718300" y="5448300"/>
          <p14:tracePt t="108988" x="6743700" y="5448300"/>
          <p14:tracePt t="108991" x="6775450" y="5448300"/>
          <p14:tracePt t="109007" x="6784975" y="5448300"/>
          <p14:tracePt t="109011" x="6826250" y="5448300"/>
          <p14:tracePt t="109015" x="6842125" y="5432425"/>
          <p14:tracePt t="109023" x="6883400" y="5432425"/>
          <p14:tracePt t="109031" x="6916738" y="5422900"/>
          <p14:tracePt t="109040" x="6942138" y="5422900"/>
          <p14:tracePt t="109048" x="6967538" y="5407025"/>
          <p14:tracePt t="109056" x="6983413" y="5407025"/>
          <p14:tracePt t="109064" x="7008813" y="5407025"/>
          <p14:tracePt t="109072" x="7042150" y="5389563"/>
          <p14:tracePt t="109088" x="7050088" y="5373688"/>
          <p14:tracePt t="109096" x="7065963" y="5373688"/>
          <p14:tracePt t="109104" x="7083425" y="5373688"/>
          <p14:tracePt t="109121" x="7091363" y="5365750"/>
          <p14:tracePt t="109128" x="7124700" y="5348288"/>
          <p14:tracePt t="109138" x="7132638" y="5348288"/>
          <p14:tracePt t="109144" x="7150100" y="5332413"/>
          <p14:tracePt t="109154" x="7173913" y="5324475"/>
          <p14:tracePt t="109161" x="7191375" y="5307013"/>
          <p14:tracePt t="109170" x="7224713" y="5307013"/>
          <p14:tracePt t="109177" x="7248525" y="5281613"/>
          <p14:tracePt t="109193" x="7265988" y="5281613"/>
          <p14:tracePt t="109201" x="7273925" y="5265738"/>
          <p14:tracePt t="109217" x="7289800" y="5265738"/>
          <p14:tracePt t="109241" x="7307263" y="5265738"/>
          <p14:tracePt t="109557" x="7289800" y="5265738"/>
          <p14:tracePt t="109564" x="7248525" y="5265738"/>
          <p14:tracePt t="109572" x="7191375" y="5265738"/>
          <p14:tracePt t="109580" x="7107238" y="5265738"/>
          <p14:tracePt t="109589" x="7024688" y="5265738"/>
          <p14:tracePt t="109597" x="6924675" y="5291138"/>
          <p14:tracePt t="109605" x="6842125" y="5307013"/>
          <p14:tracePt t="109613" x="6743700" y="5332413"/>
          <p14:tracePt t="109621" x="6618288" y="5348288"/>
          <p14:tracePt t="109629" x="6494463" y="5389563"/>
          <p14:tracePt t="109638" x="6337300" y="5422900"/>
          <p14:tracePt t="109645" x="6229350" y="5432425"/>
          <p14:tracePt t="109655" x="6029325" y="5448300"/>
          <p14:tracePt t="109661" x="5880100" y="5473700"/>
          <p14:tracePt t="109671" x="5697538" y="5489575"/>
          <p14:tracePt t="109677" x="5540375" y="5507038"/>
          <p14:tracePt t="109685" x="5473700" y="5507038"/>
          <p14:tracePt t="109694" x="5349875" y="5507038"/>
          <p14:tracePt t="109702" x="5249863" y="5507038"/>
          <p14:tracePt t="109710" x="5167313" y="5507038"/>
          <p14:tracePt t="109718" x="5108575" y="5507038"/>
          <p14:tracePt t="109726" x="5059363" y="5507038"/>
          <p14:tracePt t="109734" x="5000625" y="5507038"/>
          <p14:tracePt t="109742" x="4967288" y="5507038"/>
          <p14:tracePt t="109750" x="4943475" y="5507038"/>
          <p14:tracePt t="109758" x="4902200" y="5507038"/>
          <p14:tracePt t="109766" x="4884738" y="5507038"/>
          <p14:tracePt t="109774" x="4860925" y="5507038"/>
          <p14:tracePt t="109782" x="4843463" y="5489575"/>
          <p14:tracePt t="109791" x="4835525" y="5489575"/>
          <p14:tracePt t="109799" x="4802188" y="5489575"/>
          <p14:tracePt t="109807" x="4794250" y="5489575"/>
          <p14:tracePt t="109815" x="4752975" y="5489575"/>
          <p14:tracePt t="109823" x="4719638" y="5473700"/>
          <p14:tracePt t="109831" x="4702175" y="5473700"/>
          <p14:tracePt t="109839" x="4660900" y="5473700"/>
          <p14:tracePt t="109847" x="4652963" y="5473700"/>
          <p14:tracePt t="109855" x="4619625" y="5473700"/>
          <p14:tracePt t="109863" x="4594225" y="5473700"/>
          <p14:tracePt t="109871" x="4578350" y="5473700"/>
          <p14:tracePt t="109879" x="4552950" y="5473700"/>
          <p14:tracePt t="109888" x="4537075" y="5473700"/>
          <p14:tracePt t="109895" x="4529138" y="5464175"/>
          <p14:tracePt t="109905" x="4511675" y="5464175"/>
          <p14:tracePt t="109911" x="4495800" y="5464175"/>
          <p14:tracePt t="109922" x="4486275" y="5448300"/>
          <p14:tracePt t="109944" x="4470400" y="5432425"/>
          <p14:tracePt t="109976" x="4470400" y="5422900"/>
          <p14:tracePt t="110025" x="4470400" y="5407025"/>
          <p14:tracePt t="110065" x="4486275" y="5407025"/>
          <p14:tracePt t="110130" x="4495800" y="5407025"/>
          <p14:tracePt t="110154" x="4511675" y="5407025"/>
          <p14:tracePt t="110162" x="4552950" y="5407025"/>
          <p14:tracePt t="110171" x="4611688" y="5407025"/>
          <p14:tracePt t="110178" x="4702175" y="5365750"/>
          <p14:tracePt t="110188" x="4818063" y="5291138"/>
          <p14:tracePt t="110194" x="4984750" y="5183188"/>
          <p14:tracePt t="110204" x="5149850" y="5100638"/>
          <p14:tracePt t="110210" x="5324475" y="4983163"/>
          <p14:tracePt t="110218" x="5540375" y="4833938"/>
          <p14:tracePt t="110227" x="5715000" y="4694238"/>
          <p14:tracePt t="110235" x="5880100" y="4576763"/>
          <p14:tracePt t="110243" x="5946775" y="4511675"/>
          <p14:tracePt t="110251" x="6070600" y="4411663"/>
          <p14:tracePt t="110259" x="6162675" y="4344988"/>
          <p14:tracePt t="110267" x="6203950" y="4303713"/>
          <p14:tracePt t="110275" x="6245225" y="4262438"/>
          <p14:tracePt t="110283" x="6270625" y="4221163"/>
          <p14:tracePt t="110291" x="6286500" y="4203700"/>
          <p14:tracePt t="110299" x="6286500" y="4187825"/>
          <p14:tracePt t="110307" x="6294438" y="4179888"/>
          <p14:tracePt t="110331" x="6294438" y="4162425"/>
          <p14:tracePt t="110380" x="6286500" y="4162425"/>
          <p14:tracePt t="110396" x="6253163" y="4162425"/>
          <p14:tracePt t="110404" x="6245225" y="4162425"/>
          <p14:tracePt t="110412" x="6229350" y="4162425"/>
          <p14:tracePt t="110421" x="6186488" y="4162425"/>
          <p14:tracePt t="110428" x="6162675" y="4179888"/>
          <p14:tracePt t="110438" x="6145213" y="4179888"/>
          <p14:tracePt t="110445" x="6103938" y="4187825"/>
          <p14:tracePt t="110454" x="6070600" y="4203700"/>
          <p14:tracePt t="110461" x="6046788" y="4221163"/>
          <p14:tracePt t="110469" x="6021388" y="4229100"/>
          <p14:tracePt t="110477" x="5988050" y="4246563"/>
          <p14:tracePt t="110485" x="5962650" y="4262438"/>
          <p14:tracePt t="110493" x="5946775" y="4270375"/>
          <p14:tracePt t="110501" x="5921375" y="4287838"/>
          <p14:tracePt t="110509" x="5897563" y="4303713"/>
          <p14:tracePt t="110517" x="5897563" y="4311650"/>
          <p14:tracePt t="110525" x="5864225" y="4311650"/>
          <p14:tracePt t="110533" x="5854700" y="4329113"/>
          <p14:tracePt t="110541" x="5838825" y="4344988"/>
          <p14:tracePt t="110550" x="5822950" y="4362450"/>
          <p14:tracePt t="110557" x="5805488" y="4362450"/>
          <p14:tracePt t="110566" x="5780088" y="4386263"/>
          <p14:tracePt t="110574" x="5756275" y="4403725"/>
          <p14:tracePt t="110582" x="5738813" y="4411663"/>
          <p14:tracePt t="110590" x="5722938" y="4427538"/>
          <p14:tracePt t="110598" x="5715000" y="4445000"/>
          <p14:tracePt t="110606" x="5697538" y="4445000"/>
          <p14:tracePt t="110614" x="5681663" y="4452938"/>
          <p14:tracePt t="110622" x="5673725" y="4470400"/>
          <p14:tracePt t="110638" x="5656263" y="4486275"/>
          <p14:tracePt t="110646" x="5640388" y="4494213"/>
          <p14:tracePt t="110662" x="5630863" y="4511675"/>
          <p14:tracePt t="110671" x="5614988" y="4511675"/>
          <p14:tracePt t="110679" x="5599113" y="4527550"/>
          <p14:tracePt t="110688" x="5589588" y="4535488"/>
          <p14:tracePt t="110695" x="5573713" y="4535488"/>
          <p14:tracePt t="110705" x="5556250" y="4552950"/>
          <p14:tracePt t="110711" x="5532438" y="4552950"/>
          <p14:tracePt t="110719" x="5514975" y="4568825"/>
          <p14:tracePt t="110727" x="5499100" y="4568825"/>
          <p14:tracePt t="110735" x="5491163" y="4568825"/>
          <p14:tracePt t="110743" x="5473700" y="4568825"/>
          <p14:tracePt t="110751" x="5457825" y="4568825"/>
          <p14:tracePt t="110759" x="5448300" y="4568825"/>
          <p14:tracePt t="110767" x="5432425" y="4568825"/>
          <p14:tracePt t="110784" x="5416550" y="4568825"/>
          <p14:tracePt t="110799" x="5407025" y="4568825"/>
          <p14:tracePt t="110808" x="5407025" y="4552950"/>
          <p14:tracePt t="110816" x="5391150" y="4535488"/>
          <p14:tracePt t="110832" x="5391150" y="4527550"/>
          <p14:tracePt t="110840" x="5373688" y="4511675"/>
          <p14:tracePt t="110848" x="5373688" y="4494213"/>
          <p14:tracePt t="110856" x="5365750" y="4494213"/>
          <p14:tracePt t="110864" x="5365750" y="4486275"/>
          <p14:tracePt t="110872" x="5349875" y="4470400"/>
          <p14:tracePt t="110888" x="5349875" y="4452938"/>
          <p14:tracePt t="110896" x="5332413" y="4445000"/>
          <p14:tracePt t="110921" x="5324475" y="4427538"/>
          <p14:tracePt t="110929" x="5324475" y="4411663"/>
          <p14:tracePt t="110938" x="5308600" y="4411663"/>
          <p14:tracePt t="110945" x="5308600" y="4403725"/>
          <p14:tracePt t="110955" x="5291138" y="4386263"/>
          <p14:tracePt t="110961" x="5291138" y="4370388"/>
          <p14:tracePt t="110970" x="5275263" y="4362450"/>
          <p14:tracePt t="110985" x="5267325" y="4329113"/>
          <p14:tracePt t="110993" x="5267325" y="4311650"/>
          <p14:tracePt t="111001" x="5249863" y="4303713"/>
          <p14:tracePt t="111010" x="5249863" y="4287838"/>
          <p14:tracePt t="111018" x="5233988" y="4270375"/>
          <p14:tracePt t="111026" x="5233988" y="4262438"/>
          <p14:tracePt t="111042" x="5233988" y="4246563"/>
          <p14:tracePt t="111058" x="5233988" y="4229100"/>
          <p14:tracePt t="111066" x="5233988" y="4221163"/>
          <p14:tracePt t="111114" x="5233988" y="4203700"/>
          <p14:tracePt t="111155" x="5233988" y="4187825"/>
          <p14:tracePt t="111171" x="5249863" y="4187825"/>
          <p14:tracePt t="111203" x="5267325" y="4187825"/>
          <p14:tracePt t="111220" x="5275263" y="4187825"/>
          <p14:tracePt t="111228" x="5291138" y="4179888"/>
          <p14:tracePt t="111237" x="5308600" y="4179888"/>
          <p14:tracePt t="111244" x="5324475" y="4179888"/>
          <p14:tracePt t="111252" x="5349875" y="4162425"/>
          <p14:tracePt t="111260" x="5365750" y="4162425"/>
          <p14:tracePt t="111268" x="5391150" y="4162425"/>
          <p14:tracePt t="111276" x="5407025" y="4146550"/>
          <p14:tracePt t="111284" x="5432425" y="4146550"/>
          <p14:tracePt t="111292" x="5448300" y="4146550"/>
          <p14:tracePt t="111300" x="5457825" y="4146550"/>
          <p14:tracePt t="111308" x="5473700" y="4146550"/>
          <p14:tracePt t="111316" x="5491163" y="4146550"/>
          <p14:tracePt t="111325" x="5499100" y="4146550"/>
          <p14:tracePt t="111332" x="5532438" y="4146550"/>
          <p14:tracePt t="111348" x="5540375" y="4146550"/>
          <p14:tracePt t="111357" x="5556250" y="4146550"/>
          <p14:tracePt t="111373" x="5573713" y="4146550"/>
          <p14:tracePt t="111381" x="5589588" y="4146550"/>
          <p14:tracePt t="111389" x="5599113" y="4146550"/>
          <p14:tracePt t="111413" x="5614988" y="4146550"/>
          <p14:tracePt t="111445" x="5630863" y="4146550"/>
          <p14:tracePt t="111454" x="5630863" y="4162425"/>
          <p14:tracePt t="111486" x="5630863" y="4179888"/>
          <p14:tracePt t="111510" x="5630863" y="4187825"/>
          <p14:tracePt t="111518" x="5630863" y="4203700"/>
          <p14:tracePt t="111534" x="5630863" y="4221163"/>
          <p14:tracePt t="111550" x="5630863" y="4229100"/>
          <p14:tracePt t="111567" x="5630863" y="4246563"/>
          <p14:tracePt t="111583" x="5630863" y="4262438"/>
          <p14:tracePt t="111607" x="5630863" y="4270375"/>
          <p14:tracePt t="111655" x="5630863" y="4287838"/>
          <p14:tracePt t="111688" x="5630863" y="4303713"/>
          <p14:tracePt t="111720" x="5614988" y="4311650"/>
          <p14:tracePt t="111744" x="5614988" y="4329113"/>
          <p14:tracePt t="111760" x="5599113" y="4329113"/>
          <p14:tracePt t="111769" x="5599113" y="4344988"/>
          <p14:tracePt t="111793" x="5589588" y="4344988"/>
          <p14:tracePt t="111801" x="5589588" y="4362450"/>
          <p14:tracePt t="111817" x="5573713" y="4362450"/>
          <p14:tracePt t="111825" x="5556250" y="4362450"/>
          <p14:tracePt t="111833" x="5556250" y="4370388"/>
          <p14:tracePt t="111849" x="5540375" y="4370388"/>
          <p14:tracePt t="111865" x="5532438" y="4370388"/>
          <p14:tracePt t="111889" x="5514975" y="4386263"/>
          <p14:tracePt t="111906" x="5499100" y="4386263"/>
          <p14:tracePt t="111922" x="5491163" y="4403725"/>
          <p14:tracePt t="111938" x="5473700" y="4403725"/>
          <p14:tracePt t="111946" x="5457825" y="4403725"/>
          <p14:tracePt t="111955" x="5457825" y="4411663"/>
          <p14:tracePt t="111962" x="5448300" y="4411663"/>
          <p14:tracePt t="111971" x="5432425" y="4427538"/>
          <p14:tracePt t="111988" x="5416550" y="4427538"/>
          <p14:tracePt t="112004" x="5407025" y="4427538"/>
          <p14:tracePt t="112011" x="5391150" y="4445000"/>
          <p14:tracePt t="112035" x="5373688" y="4445000"/>
          <p14:tracePt t="112051" x="5365750" y="4445000"/>
          <p14:tracePt t="112067" x="5349875" y="4445000"/>
          <p14:tracePt t="112091" x="5332413" y="4445000"/>
          <p14:tracePt t="112099" x="5324475" y="4445000"/>
          <p14:tracePt t="112124" x="5308600" y="4445000"/>
          <p14:tracePt t="112156" x="5291138" y="4445000"/>
          <p14:tracePt t="112172" x="5291138" y="4427538"/>
          <p14:tracePt t="112180" x="5275263" y="4427538"/>
          <p14:tracePt t="112188" x="5275263" y="4411663"/>
          <p14:tracePt t="112205" x="5267325" y="4403725"/>
          <p14:tracePt t="112212" x="5267325" y="4386263"/>
          <p14:tracePt t="112221" x="5267325" y="4370388"/>
          <p14:tracePt t="112229" x="5267325" y="4362450"/>
          <p14:tracePt t="112238" x="5267325" y="4344988"/>
          <p14:tracePt t="112245" x="5267325" y="4329113"/>
          <p14:tracePt t="112261" x="5267325" y="4311650"/>
          <p14:tracePt t="112271" x="5267325" y="4303713"/>
          <p14:tracePt t="112285" x="5267325" y="4287838"/>
          <p14:tracePt t="112301" x="5267325" y="4270375"/>
          <p14:tracePt t="112317" x="5267325" y="4262438"/>
          <p14:tracePt t="112334" x="5267325" y="4246563"/>
          <p14:tracePt t="112350" x="5267325" y="4229100"/>
          <p14:tracePt t="112358" x="5267325" y="4221163"/>
          <p14:tracePt t="112382" x="5267325" y="4203700"/>
          <p14:tracePt t="112390" x="5275263" y="4203700"/>
          <p14:tracePt t="112422" x="5275263" y="4187825"/>
          <p14:tracePt t="112430" x="5291138" y="4187825"/>
          <p14:tracePt t="112479" x="5308600" y="4187825"/>
          <p14:tracePt t="112511" x="5324475" y="4187825"/>
          <p14:tracePt t="112544" x="5332413" y="4187825"/>
          <p14:tracePt t="112551" x="5349875" y="4187825"/>
          <p14:tracePt t="112568" x="5373688" y="4187825"/>
          <p14:tracePt t="112576" x="5391150" y="4187825"/>
          <p14:tracePt t="112584" x="5407025" y="4187825"/>
          <p14:tracePt t="112592" x="5416550" y="4187825"/>
          <p14:tracePt t="112600" x="5448300" y="4187825"/>
          <p14:tracePt t="112608" x="5473700" y="4187825"/>
          <p14:tracePt t="112616" x="5491163" y="4187825"/>
          <p14:tracePt t="112624" x="5514975" y="4187825"/>
          <p14:tracePt t="112632" x="5532438" y="4187825"/>
          <p14:tracePt t="112640" x="5540375" y="4187825"/>
          <p14:tracePt t="112648" x="5573713" y="4187825"/>
          <p14:tracePt t="112657" x="5589588" y="4187825"/>
          <p14:tracePt t="112664" x="5599113" y="4187825"/>
          <p14:tracePt t="112673" x="5614988" y="4187825"/>
          <p14:tracePt t="112689" x="5630863" y="4187825"/>
          <p14:tracePt t="112705" x="5640388" y="4203700"/>
          <p14:tracePt t="112729" x="5656263" y="4203700"/>
          <p14:tracePt t="112745" x="5656263" y="4221163"/>
          <p14:tracePt t="112770" x="5656263" y="4229100"/>
          <p14:tracePt t="112778" x="5656263" y="4246563"/>
          <p14:tracePt t="112794" x="5656263" y="4262438"/>
          <p14:tracePt t="112802" x="5656263" y="4270375"/>
          <p14:tracePt t="112818" x="5673725" y="4270375"/>
          <p14:tracePt t="112826" x="5673725" y="4287838"/>
          <p14:tracePt t="112842" x="5673725" y="4303713"/>
          <p14:tracePt t="112858" x="5673725" y="4311650"/>
          <p14:tracePt t="112866" x="5673725" y="4329113"/>
          <p14:tracePt t="112883" x="5673725" y="4344988"/>
          <p14:tracePt t="112899" x="5673725" y="4362450"/>
          <p14:tracePt t="112915" x="5673725" y="4370388"/>
          <p14:tracePt t="112931" x="5673725" y="4386263"/>
          <p14:tracePt t="112947" x="5673725" y="4403725"/>
          <p14:tracePt t="112955" x="5673725" y="4411663"/>
          <p14:tracePt t="112971" x="5673725" y="4427538"/>
          <p14:tracePt t="112996" x="5673725" y="4445000"/>
          <p14:tracePt t="113005" x="5673725" y="4452938"/>
          <p14:tracePt t="113021" x="5673725" y="4470400"/>
          <p14:tracePt t="113028" x="5656263" y="4470400"/>
          <p14:tracePt t="113044" x="5640388" y="4486275"/>
          <p14:tracePt t="113052" x="5630863" y="4494213"/>
          <p14:tracePt t="113060" x="5614988" y="4494213"/>
          <p14:tracePt t="113076" x="5589588" y="4511675"/>
          <p14:tracePt t="113084" x="5573713" y="4527550"/>
          <p14:tracePt t="113093" x="5556250" y="4535488"/>
          <p14:tracePt t="113101" x="5532438" y="4535488"/>
          <p14:tracePt t="113109" x="5499100" y="4568825"/>
          <p14:tracePt t="113117" x="5491163" y="4568825"/>
          <p14:tracePt t="113125" x="5457825" y="4576763"/>
          <p14:tracePt t="113133" x="5432425" y="4576763"/>
          <p14:tracePt t="113141" x="5407025" y="4594225"/>
          <p14:tracePt t="113149" x="5373688" y="4594225"/>
          <p14:tracePt t="113157" x="5349875" y="4610100"/>
          <p14:tracePt t="113165" x="5324475" y="4610100"/>
          <p14:tracePt t="113173" x="5308600" y="4610100"/>
          <p14:tracePt t="113181" x="5275263" y="4610100"/>
          <p14:tracePt t="113189" x="5267325" y="4610100"/>
          <p14:tracePt t="113197" x="5249863" y="4610100"/>
          <p14:tracePt t="113206" x="5233988" y="4610100"/>
          <p14:tracePt t="113222" x="5224463" y="4610100"/>
          <p14:tracePt t="113246" x="5208588" y="4594225"/>
          <p14:tracePt t="113254" x="5208588" y="4576763"/>
          <p14:tracePt t="113271" x="5208588" y="4568825"/>
          <p14:tracePt t="113278" x="5208588" y="4552950"/>
          <p14:tracePt t="113288" x="5192713" y="4535488"/>
          <p14:tracePt t="113294" x="5192713" y="4527550"/>
          <p14:tracePt t="113304" x="5192713" y="4511675"/>
          <p14:tracePt t="113311" x="5192713" y="4494213"/>
          <p14:tracePt t="113318" x="5192713" y="4486275"/>
          <p14:tracePt t="113327" x="5192713" y="4470400"/>
          <p14:tracePt t="113335" x="5192713" y="4452938"/>
          <p14:tracePt t="113343" x="5192713" y="4445000"/>
          <p14:tracePt t="113359" x="5192713" y="4427538"/>
          <p14:tracePt t="113367" x="5192713" y="4411663"/>
          <p14:tracePt t="113383" x="5208588" y="4403725"/>
          <p14:tracePt t="113391" x="5208588" y="4386263"/>
          <p14:tracePt t="113407" x="5208588" y="4370388"/>
          <p14:tracePt t="113415" x="5208588" y="4362450"/>
          <p14:tracePt t="113431" x="5208588" y="4344988"/>
          <p14:tracePt t="113440" x="5208588" y="4329113"/>
          <p14:tracePt t="113448" x="5224463" y="4329113"/>
          <p14:tracePt t="113456" x="5224463" y="4311650"/>
          <p14:tracePt t="113464" x="5224463" y="4303713"/>
          <p14:tracePt t="113472" x="5233988" y="4303713"/>
          <p14:tracePt t="113496" x="5233988" y="4287838"/>
          <p14:tracePt t="113520" x="5249863" y="4287838"/>
          <p14:tracePt t="113553" x="5249863" y="4270375"/>
          <p14:tracePt t="113577" x="5267325" y="4270375"/>
          <p14:tracePt t="113609" x="5275263" y="4270375"/>
          <p14:tracePt t="113642" x="5291138" y="4262438"/>
          <p14:tracePt t="113666" x="5308600" y="4262438"/>
          <p14:tracePt t="113674" x="5324475" y="4262438"/>
          <p14:tracePt t="113682" x="5332413" y="4246563"/>
          <p14:tracePt t="113690" x="5349875" y="4246563"/>
          <p14:tracePt t="113698" x="5365750" y="4229100"/>
          <p14:tracePt t="113706" x="5373688" y="4229100"/>
          <p14:tracePt t="113714" x="5391150" y="4221163"/>
          <p14:tracePt t="113722" x="5407025" y="4221163"/>
          <p14:tracePt t="113730" x="5416550" y="4221163"/>
          <p14:tracePt t="113739" x="5432425" y="4221163"/>
          <p14:tracePt t="113755" x="5448300" y="4221163"/>
          <p14:tracePt t="113763" x="5457825" y="4221163"/>
          <p14:tracePt t="113771" x="5457825" y="4203700"/>
          <p14:tracePt t="113779" x="5473700" y="4203700"/>
          <p14:tracePt t="113787" x="5491163" y="4203700"/>
          <p14:tracePt t="113804" x="5499100" y="4203700"/>
          <p14:tracePt t="113827" x="5514975" y="4203700"/>
          <p14:tracePt t="113851" x="5532438" y="4203700"/>
          <p14:tracePt t="113884" x="5540375" y="4203700"/>
          <p14:tracePt t="113892" x="5540375" y="4221163"/>
          <p14:tracePt t="113916" x="5556250" y="4229100"/>
          <p14:tracePt t="113948" x="5573713" y="4246563"/>
          <p14:tracePt t="113972" x="5573713" y="4262438"/>
          <p14:tracePt t="113981" x="5573713" y="4270375"/>
          <p14:tracePt t="114005" x="5589588" y="4270375"/>
          <p14:tracePt t="114013" x="5589588" y="4287838"/>
          <p14:tracePt t="114021" x="5589588" y="4303713"/>
          <p14:tracePt t="114045" x="5589588" y="4311650"/>
          <p14:tracePt t="114077" x="5589588" y="4329113"/>
          <p14:tracePt t="114102" x="5589588" y="4344988"/>
          <p14:tracePt t="114126" x="5589588" y="4362450"/>
          <p14:tracePt t="114150" x="5589588" y="4370388"/>
          <p14:tracePt t="114182" x="5589588" y="4386263"/>
          <p14:tracePt t="114207" x="5589588" y="4403725"/>
          <p14:tracePt t="114239" x="5589588" y="4411663"/>
          <p14:tracePt t="114263" x="5589588" y="4427538"/>
          <p14:tracePt t="114296" x="5589588" y="4445000"/>
          <p14:tracePt t="114304" x="5573713" y="4445000"/>
          <p14:tracePt t="114321" x="5556250" y="4445000"/>
          <p14:tracePt t="114337" x="5540375" y="4445000"/>
          <p14:tracePt t="114360" x="5532438" y="4445000"/>
          <p14:tracePt t="114392" x="5514975" y="4445000"/>
          <p14:tracePt t="114416" x="5499100" y="4445000"/>
          <p14:tracePt t="114432" x="5491163" y="4445000"/>
          <p14:tracePt t="114457" x="5473700" y="4445000"/>
          <p14:tracePt t="114465" x="5457825" y="4445000"/>
          <p14:tracePt t="114481" x="5448300" y="4445000"/>
          <p14:tracePt t="114489" x="5432425" y="4445000"/>
          <p14:tracePt t="114505" x="5416550" y="4445000"/>
          <p14:tracePt t="114513" x="5407025" y="4445000"/>
          <p14:tracePt t="114522" x="5391150" y="4445000"/>
          <p14:tracePt t="114530" x="5365750" y="4445000"/>
          <p14:tracePt t="114538" x="5365750" y="4452938"/>
          <p14:tracePt t="114546" x="5332413" y="4452938"/>
          <p14:tracePt t="114555" x="5324475" y="4452938"/>
          <p14:tracePt t="114562" x="5291138" y="4470400"/>
          <p14:tracePt t="114578" x="5275263" y="4470400"/>
          <p14:tracePt t="114588" x="5267325" y="4470400"/>
          <p14:tracePt t="114594" x="5249863" y="4470400"/>
          <p14:tracePt t="114610" x="5233988" y="4470400"/>
          <p14:tracePt t="114643" x="5224463" y="4470400"/>
          <p14:tracePt t="114667" x="5208588" y="4470400"/>
          <p14:tracePt t="114699" x="5192713" y="4470400"/>
          <p14:tracePt t="114731" x="5192713" y="4452938"/>
          <p14:tracePt t="114748" x="5183188" y="4445000"/>
          <p14:tracePt t="114755" x="5183188" y="4427538"/>
          <p14:tracePt t="114772" x="5183188" y="4411663"/>
          <p14:tracePt t="114780" x="5183188" y="4403725"/>
          <p14:tracePt t="114788" x="5183188" y="4386263"/>
          <p14:tracePt t="114804" x="5183188" y="4370388"/>
          <p14:tracePt t="114812" x="5183188" y="4362450"/>
          <p14:tracePt t="114821" x="5183188" y="4344988"/>
          <p14:tracePt t="114838" x="5183188" y="4329113"/>
          <p14:tracePt t="114844" x="5183188" y="4311650"/>
          <p14:tracePt t="114854" x="5183188" y="4303713"/>
          <p14:tracePt t="114861" x="5183188" y="4287838"/>
          <p14:tracePt t="114877" x="5183188" y="4270375"/>
          <p14:tracePt t="114885" x="5183188" y="4262438"/>
          <p14:tracePt t="114893" x="5183188" y="4246563"/>
          <p14:tracePt t="114909" x="5183188" y="4229100"/>
          <p14:tracePt t="114917" x="5192713" y="4221163"/>
          <p14:tracePt t="114933" x="5192713" y="4203700"/>
          <p14:tracePt t="114941" x="5192713" y="4187825"/>
          <p14:tracePt t="114949" x="5208588" y="4187825"/>
          <p14:tracePt t="114957" x="5208588" y="4179888"/>
          <p14:tracePt t="114966" x="5208588" y="4162425"/>
          <p14:tracePt t="114989" x="5208588" y="4146550"/>
          <p14:tracePt t="115001" x="5224463" y="4146550"/>
          <p14:tracePt t="115046" x="5233988" y="4146550"/>
          <p14:tracePt t="115070" x="5249863" y="4146550"/>
          <p14:tracePt t="115095" x="5267325" y="4146550"/>
          <p14:tracePt t="115104" x="5275263" y="4146550"/>
          <p14:tracePt t="115111" x="5291138" y="4138613"/>
          <p14:tracePt t="115119" x="5324475" y="4138613"/>
          <p14:tracePt t="115127" x="5332413" y="4138613"/>
          <p14:tracePt t="115135" x="5365750" y="4138613"/>
          <p14:tracePt t="115143" x="5373688" y="4121150"/>
          <p14:tracePt t="115151" x="5407025" y="4121150"/>
          <p14:tracePt t="115159" x="5432425" y="4105275"/>
          <p14:tracePt t="115168" x="5448300" y="4105275"/>
          <p14:tracePt t="115176" x="5473700" y="4105275"/>
          <p14:tracePt t="115183" x="5491163" y="4105275"/>
          <p14:tracePt t="115192" x="5499100" y="4097338"/>
          <p14:tracePt t="115200" x="5532438" y="4097338"/>
          <p14:tracePt t="115208" x="5540375" y="4097338"/>
          <p14:tracePt t="115216" x="5556250" y="4097338"/>
          <p14:tracePt t="115232" x="5573713" y="4097338"/>
          <p14:tracePt t="115240" x="5589588" y="4097338"/>
          <p14:tracePt t="115248" x="5614988" y="4097338"/>
          <p14:tracePt t="115264" x="5630863" y="4097338"/>
          <p14:tracePt t="115272" x="5640388" y="4105275"/>
          <p14:tracePt t="115296" x="5656263" y="4105275"/>
          <p14:tracePt t="115305" x="5656263" y="4121150"/>
          <p14:tracePt t="115313" x="5656263" y="4138613"/>
          <p14:tracePt t="115329" x="5656263" y="4146550"/>
          <p14:tracePt t="115338" x="5656263" y="4162425"/>
          <p14:tracePt t="115354" x="5656263" y="4179888"/>
          <p14:tracePt t="115370" x="5656263" y="4187825"/>
          <p14:tracePt t="115385" x="5656263" y="4203700"/>
          <p14:tracePt t="115394" x="5656263" y="4221163"/>
          <p14:tracePt t="115401" x="5656263" y="4229100"/>
          <p14:tracePt t="115410" x="5656263" y="4246563"/>
          <p14:tracePt t="115426" x="5656263" y="4262438"/>
          <p14:tracePt t="115434" x="5656263" y="4270375"/>
          <p14:tracePt t="115450" x="5656263" y="4287838"/>
          <p14:tracePt t="115458" x="5656263" y="4303713"/>
          <p14:tracePt t="115474" x="5656263" y="4311650"/>
          <p14:tracePt t="115498" x="5656263" y="4329113"/>
          <p14:tracePt t="115506" x="5656263" y="4344988"/>
          <p14:tracePt t="115515" x="5656263" y="4362450"/>
          <p14:tracePt t="115523" x="5656263" y="4370388"/>
          <p14:tracePt t="115531" x="5656263" y="4386263"/>
          <p14:tracePt t="115539" x="5656263" y="4403725"/>
          <p14:tracePt t="115547" x="5656263" y="4411663"/>
          <p14:tracePt t="115555" x="5656263" y="4427538"/>
          <p14:tracePt t="115563" x="5656263" y="4445000"/>
          <p14:tracePt t="115571" x="5656263" y="4452938"/>
          <p14:tracePt t="115579" x="5656263" y="4470400"/>
          <p14:tracePt t="115588" x="5656263" y="4494213"/>
          <p14:tracePt t="115595" x="5656263" y="4527550"/>
          <p14:tracePt t="115605" x="5656263" y="4568825"/>
          <p14:tracePt t="115611" x="5673725" y="4594225"/>
          <p14:tracePt t="115620" x="5673725" y="4635500"/>
          <p14:tracePt t="115628" x="5681663" y="4694238"/>
          <p14:tracePt t="115637" x="5681663" y="4718050"/>
          <p14:tracePt t="115644" x="5697538" y="4759325"/>
          <p14:tracePt t="115652" x="5697538" y="4802188"/>
          <p14:tracePt t="115660" x="5697538" y="4818063"/>
          <p14:tracePt t="115668" x="5697538" y="4843463"/>
          <p14:tracePt t="115676" x="5697538" y="4859338"/>
          <p14:tracePt t="115684" x="5715000" y="4859338"/>
          <p14:tracePt t="115692" x="5715000" y="4892675"/>
          <p14:tracePt t="115700" x="5715000" y="4900613"/>
          <p14:tracePt t="115708" x="5715000" y="4918075"/>
          <p14:tracePt t="115716" x="5715000" y="4933950"/>
          <p14:tracePt t="115732" x="5715000" y="4941888"/>
          <p14:tracePt t="115741" x="5715000" y="4959350"/>
          <p14:tracePt t="115749" x="5715000" y="4975225"/>
          <p14:tracePt t="115757" x="5715000" y="4983163"/>
          <p14:tracePt t="115765" x="5715000" y="5000625"/>
          <p14:tracePt t="115781" x="5715000" y="5016500"/>
          <p14:tracePt t="115789" x="5715000" y="5026025"/>
          <p14:tracePt t="115797" x="5715000" y="5041900"/>
          <p14:tracePt t="115813" x="5715000" y="5057775"/>
          <p14:tracePt t="115821" x="5697538" y="5067300"/>
          <p14:tracePt t="115829" x="5697538" y="5083175"/>
          <p14:tracePt t="115838" x="5697538" y="5100638"/>
          <p14:tracePt t="115845" x="5681663" y="5108575"/>
          <p14:tracePt t="115854" x="5681663" y="5141913"/>
          <p14:tracePt t="115862" x="5673725" y="5157788"/>
          <p14:tracePt t="115871" x="5673725" y="5165725"/>
          <p14:tracePt t="115878" x="5656263" y="5183188"/>
          <p14:tracePt t="115887" x="5640388" y="5207000"/>
          <p14:tracePt t="115902" x="5614988" y="5240338"/>
          <p14:tracePt t="115910" x="5614988" y="5249863"/>
          <p14:tracePt t="115918" x="5599113" y="5265738"/>
          <p14:tracePt t="115926" x="5589588" y="5281613"/>
          <p14:tracePt t="115934" x="5573713" y="5291138"/>
          <p14:tracePt t="115943" x="5556250" y="5307013"/>
          <p14:tracePt t="115951" x="5532438" y="5324475"/>
          <p14:tracePt t="115959" x="5532438" y="5332413"/>
          <p14:tracePt t="115967" x="5499100" y="5348288"/>
          <p14:tracePt t="115975" x="5491163" y="5348288"/>
          <p14:tracePt t="115983" x="5473700" y="5365750"/>
          <p14:tracePt t="115991" x="5457825" y="5365750"/>
          <p14:tracePt t="116001" x="5448300" y="5373688"/>
          <p14:tracePt t="116007" x="5432425" y="5373688"/>
          <p14:tracePt t="116015" x="5416550" y="5389563"/>
          <p14:tracePt t="116023" x="5407025" y="5389563"/>
          <p14:tracePt t="116039" x="5391150" y="5389563"/>
          <p14:tracePt t="116056" x="5373688" y="5389563"/>
          <p14:tracePt t="116072" x="5365750" y="5389563"/>
          <p14:tracePt t="116088" x="5349875" y="5373688"/>
          <p14:tracePt t="116096" x="5349875" y="5365750"/>
          <p14:tracePt t="116105" x="5332413" y="5365750"/>
          <p14:tracePt t="116112" x="5332413" y="5348288"/>
          <p14:tracePt t="116121" x="5332413" y="5332413"/>
          <p14:tracePt t="116128" x="5324475" y="5324475"/>
          <p14:tracePt t="116138" x="5324475" y="5291138"/>
          <p14:tracePt t="116153" x="5308600" y="5281613"/>
          <p14:tracePt t="116161" x="5308600" y="5249863"/>
          <p14:tracePt t="116169" x="5308600" y="5240338"/>
          <p14:tracePt t="116177" x="5291138" y="5224463"/>
          <p14:tracePt t="116185" x="5291138" y="5199063"/>
          <p14:tracePt t="116193" x="5291138" y="5183188"/>
          <p14:tracePt t="116201" x="5291138" y="5157788"/>
          <p14:tracePt t="116209" x="5275263" y="5141913"/>
          <p14:tracePt t="116217" x="5275263" y="5124450"/>
          <p14:tracePt t="116225" x="5275263" y="5100638"/>
          <p14:tracePt t="116233" x="5275263" y="5083175"/>
          <p14:tracePt t="116241" x="5275263" y="5057775"/>
          <p14:tracePt t="116257" x="5275263" y="5041900"/>
          <p14:tracePt t="116265" x="5275263" y="5026025"/>
          <p14:tracePt t="116274" x="5275263" y="5016500"/>
          <p14:tracePt t="116290" x="5275263" y="5000625"/>
          <p14:tracePt t="116338" x="5275263" y="4983163"/>
          <p14:tracePt t="116379" x="5291138" y="4983163"/>
          <p14:tracePt t="116427" x="5308600" y="4983163"/>
          <p14:tracePt t="116443" x="5324475" y="4983163"/>
          <p14:tracePt t="116451" x="5332413" y="4983163"/>
          <p14:tracePt t="116459" x="5349875" y="4983163"/>
          <p14:tracePt t="116467" x="5373688" y="4983163"/>
          <p14:tracePt t="116475" x="5391150" y="4983163"/>
          <p14:tracePt t="116483" x="5407025" y="4983163"/>
          <p14:tracePt t="116491" x="5432425" y="4983163"/>
          <p14:tracePt t="116499" x="5448300" y="4983163"/>
          <p14:tracePt t="116508" x="5473700" y="4983163"/>
          <p14:tracePt t="116515" x="5499100" y="5000625"/>
          <p14:tracePt t="116524" x="5514975" y="5000625"/>
          <p14:tracePt t="116532" x="5540375" y="5000625"/>
          <p14:tracePt t="116540" x="5556250" y="5016500"/>
          <p14:tracePt t="116548" x="5573713" y="5016500"/>
          <p14:tracePt t="116556" x="5599113" y="5026025"/>
          <p14:tracePt t="116564" x="5614988" y="5041900"/>
          <p14:tracePt t="116572" x="5630863" y="5041900"/>
          <p14:tracePt t="116580" x="5630863" y="5057775"/>
          <p14:tracePt t="116588" x="5640388" y="5067300"/>
          <p14:tracePt t="116596" x="5656263" y="5083175"/>
          <p14:tracePt t="116605" x="5673725" y="5083175"/>
          <p14:tracePt t="116613" x="5673725" y="5100638"/>
          <p14:tracePt t="116621" x="5681663" y="5124450"/>
          <p14:tracePt t="116629" x="5681663" y="5141913"/>
          <p14:tracePt t="116638" x="5697538" y="5157788"/>
          <p14:tracePt t="116654" x="5715000" y="5165725"/>
          <p14:tracePt t="116661" x="5715000" y="5183188"/>
          <p14:tracePt t="116671" x="5715000" y="5199063"/>
          <p14:tracePt t="116677" x="5715000" y="5207000"/>
          <p14:tracePt t="116701" x="5715000" y="5224463"/>
          <p14:tracePt t="116709" x="5715000" y="5240338"/>
          <p14:tracePt t="116734" x="5715000" y="5249863"/>
          <p14:tracePt t="116750" x="5715000" y="5265738"/>
          <p14:tracePt t="116758" x="5697538" y="5265738"/>
          <p14:tracePt t="116766" x="5681663" y="5265738"/>
          <p14:tracePt t="116774" x="5681663" y="5281613"/>
          <p14:tracePt t="116782" x="5673725" y="5281613"/>
          <p14:tracePt t="116790" x="5656263" y="5291138"/>
          <p14:tracePt t="116798" x="5640388" y="5291138"/>
          <p14:tracePt t="116806" x="5630863" y="5307013"/>
          <p14:tracePt t="116814" x="5614988" y="5307013"/>
          <p14:tracePt t="116830" x="5599113" y="5324475"/>
          <p14:tracePt t="116839" x="5573713" y="5324475"/>
          <p14:tracePt t="116847" x="5556250" y="5324475"/>
          <p14:tracePt t="116855" x="5540375" y="5332413"/>
          <p14:tracePt t="116863" x="5514975" y="5332413"/>
          <p14:tracePt t="116871" x="5491163" y="5332413"/>
          <p14:tracePt t="116879" x="5473700" y="5348288"/>
          <p14:tracePt t="116888" x="5448300" y="5348288"/>
          <p14:tracePt t="116895" x="5432425" y="5348288"/>
          <p14:tracePt t="116905" x="5407025" y="5348288"/>
          <p14:tracePt t="116911" x="5391150" y="5348288"/>
          <p14:tracePt t="116920" x="5373688" y="5348288"/>
          <p14:tracePt t="116928" x="5365750" y="5348288"/>
          <p14:tracePt t="116935" x="5349875" y="5348288"/>
          <p14:tracePt t="116951" x="5332413" y="5348288"/>
          <p14:tracePt t="116959" x="5324475" y="5348288"/>
          <p14:tracePt t="116976" x="5308600" y="5348288"/>
          <p14:tracePt t="117002" x="5308600" y="5332413"/>
          <p14:tracePt t="117008" x="5291138" y="5324475"/>
          <p14:tracePt t="117024" x="5291138" y="5307013"/>
          <p14:tracePt t="117040" x="5291138" y="5291138"/>
          <p14:tracePt t="117056" x="5291138" y="5281613"/>
          <p14:tracePt t="117073" x="5291138" y="5265738"/>
          <p14:tracePt t="117080" x="5291138" y="5249863"/>
          <p14:tracePt t="117097" x="5291138" y="5240338"/>
          <p14:tracePt t="117105" x="5291138" y="5224463"/>
          <p14:tracePt t="117121" x="5291138" y="5207000"/>
          <p14:tracePt t="117129" x="5291138" y="5199063"/>
          <p14:tracePt t="117138" x="5291138" y="5183188"/>
          <p14:tracePt t="117145" x="5291138" y="5165725"/>
          <p14:tracePt t="117155" x="5291138" y="5157788"/>
          <p14:tracePt t="117161" x="5291138" y="5141913"/>
          <p14:tracePt t="117178" x="5291138" y="5124450"/>
          <p14:tracePt t="117187" x="5291138" y="5108575"/>
          <p14:tracePt t="117202" x="5291138" y="5100638"/>
          <p14:tracePt t="117218" x="5291138" y="5083175"/>
          <p14:tracePt t="117234" x="5291138" y="5067300"/>
          <p14:tracePt t="117266" x="5291138" y="5057775"/>
          <p14:tracePt t="117291" x="5308600" y="5057775"/>
          <p14:tracePt t="117355" x="5324475" y="5057775"/>
          <p14:tracePt t="117379" x="5332413" y="5057775"/>
          <p14:tracePt t="117387" x="5365750" y="5057775"/>
          <p14:tracePt t="117395" x="5373688" y="5041900"/>
          <p14:tracePt t="117406" x="5391150" y="5041900"/>
          <p14:tracePt t="117412" x="5407025" y="5041900"/>
          <p14:tracePt t="117421" x="5416550" y="5041900"/>
          <p14:tracePt t="117428" x="5432425" y="5041900"/>
          <p14:tracePt t="117438" x="5448300" y="5041900"/>
          <p14:tracePt t="117444" x="5473700" y="5041900"/>
          <p14:tracePt t="117454" x="5491163" y="5041900"/>
          <p14:tracePt t="117460" x="5499100" y="5041900"/>
          <p14:tracePt t="117476" x="5514975" y="5041900"/>
          <p14:tracePt t="117488" x="5532438" y="5041900"/>
          <p14:tracePt t="117517" x="5540375" y="5041900"/>
          <p14:tracePt t="117541" x="5540375" y="5057775"/>
          <p14:tracePt t="117581" x="5540375" y="5067300"/>
          <p14:tracePt t="117621" x="5540375" y="5083175"/>
          <p14:tracePt t="117646" x="5540375" y="5100638"/>
          <p14:tracePt t="117670" x="5540375" y="5108575"/>
          <p14:tracePt t="117702" x="5540375" y="5124450"/>
          <p14:tracePt t="117727" x="5540375" y="5141913"/>
          <p14:tracePt t="117751" x="5540375" y="5157788"/>
          <p14:tracePt t="117775" x="5540375" y="5165725"/>
          <p14:tracePt t="117791" x="5540375" y="5183188"/>
          <p14:tracePt t="117815" x="5540375" y="5199063"/>
          <p14:tracePt t="117823" x="5532438" y="5199063"/>
          <p14:tracePt t="117840" x="5514975" y="5207000"/>
          <p14:tracePt t="117848" x="5499100" y="5207000"/>
          <p14:tracePt t="117856" x="5491163" y="5207000"/>
          <p14:tracePt t="117872" x="5473700" y="5207000"/>
          <p14:tracePt t="117880" x="5457825" y="5207000"/>
          <p14:tracePt t="117888" x="5448300" y="5224463"/>
          <p14:tracePt t="117896" x="5432425" y="5224463"/>
          <p14:tracePt t="117904" x="5416550" y="5224463"/>
          <p14:tracePt t="117912" x="5407025" y="5224463"/>
          <p14:tracePt t="117921" x="5373688" y="5224463"/>
          <p14:tracePt t="117928" x="5365750" y="5224463"/>
          <p14:tracePt t="117938" x="5349875" y="5224463"/>
          <p14:tracePt t="117944" x="5324475" y="5224463"/>
          <p14:tracePt t="117954" x="5291138" y="5224463"/>
          <p14:tracePt t="117961" x="5275263" y="5224463"/>
          <p14:tracePt t="117970" x="5249863" y="5224463"/>
          <p14:tracePt t="117977" x="5233988" y="5224463"/>
          <p14:tracePt t="117985" x="5224463" y="5224463"/>
          <p14:tracePt t="117993" x="5208588" y="5224463"/>
          <p14:tracePt t="118001" x="5192713" y="5224463"/>
          <p14:tracePt t="118009" x="5183188" y="5207000"/>
          <p14:tracePt t="118017" x="5167313" y="5207000"/>
          <p14:tracePt t="118025" x="5167313" y="5199063"/>
          <p14:tracePt t="118033" x="5149850" y="5183188"/>
          <p14:tracePt t="118041" x="5149850" y="5165725"/>
          <p14:tracePt t="118050" x="5149850" y="5157788"/>
          <p14:tracePt t="118058" x="5141913" y="5157788"/>
          <p14:tracePt t="118066" x="5141913" y="5141913"/>
          <p14:tracePt t="118074" x="5141913" y="5124450"/>
          <p14:tracePt t="118090" x="5141913" y="5108575"/>
          <p14:tracePt t="118098" x="5141913" y="5100638"/>
          <p14:tracePt t="118114" x="5141913" y="5083175"/>
          <p14:tracePt t="118138" x="5149850" y="5067300"/>
          <p14:tracePt t="118146" x="5149850" y="5057775"/>
          <p14:tracePt t="118163" x="5167313" y="5041900"/>
          <p14:tracePt t="118187" x="5183188" y="5026025"/>
          <p14:tracePt t="118195" x="5192713" y="5026025"/>
          <p14:tracePt t="118211" x="5208588" y="5016500"/>
          <p14:tracePt t="118221" x="5224463" y="5000625"/>
          <p14:tracePt t="118227" x="5233988" y="5000625"/>
          <p14:tracePt t="118235" x="5249863" y="4983163"/>
          <p14:tracePt t="118243" x="5275263" y="4975225"/>
          <p14:tracePt t="118252" x="5291138" y="4975225"/>
          <p14:tracePt t="118260" x="5324475" y="4959350"/>
          <p14:tracePt t="118267" x="5332413" y="4959350"/>
          <p14:tracePt t="118276" x="5349875" y="4959350"/>
          <p14:tracePt t="118284" x="5373688" y="4941888"/>
          <p14:tracePt t="118292" x="5391150" y="4941888"/>
          <p14:tracePt t="118308" x="5407025" y="4941888"/>
          <p14:tracePt t="118316" x="5416550" y="4941888"/>
          <p14:tracePt t="118332" x="5432425" y="4941888"/>
          <p14:tracePt t="118340" x="5448300" y="4941888"/>
          <p14:tracePt t="118356" x="5457825" y="4941888"/>
          <p14:tracePt t="118364" x="5473700" y="4959350"/>
          <p14:tracePt t="118373" x="5491163" y="4959350"/>
          <p14:tracePt t="118381" x="5499100" y="4975225"/>
          <p14:tracePt t="118389" x="5514975" y="4983163"/>
          <p14:tracePt t="118397" x="5532438" y="5000625"/>
          <p14:tracePt t="118405" x="5540375" y="5016500"/>
          <p14:tracePt t="118413" x="5573713" y="5026025"/>
          <p14:tracePt t="118422" x="5589588" y="5041900"/>
          <p14:tracePt t="118429" x="5599113" y="5067300"/>
          <p14:tracePt t="118438" x="5614988" y="5083175"/>
          <p14:tracePt t="118445" x="5630863" y="5100638"/>
          <p14:tracePt t="118455" x="5640388" y="5108575"/>
          <p14:tracePt t="118461" x="5656263" y="5124450"/>
          <p14:tracePt t="118471" x="5656263" y="5141913"/>
          <p14:tracePt t="118477" x="5673725" y="5141913"/>
          <p14:tracePt t="118485" x="5673725" y="5157788"/>
          <p14:tracePt t="118493" x="5681663" y="5165725"/>
          <p14:tracePt t="118510" x="5681663" y="5183188"/>
          <p14:tracePt t="118518" x="5681663" y="5199063"/>
          <p14:tracePt t="118534" x="5681663" y="5207000"/>
          <p14:tracePt t="118542" x="5681663" y="5224463"/>
          <p14:tracePt t="118558" x="5681663" y="5240338"/>
          <p14:tracePt t="118566" x="5681663" y="5249863"/>
          <p14:tracePt t="118591" x="5681663" y="5265738"/>
          <p14:tracePt t="118623" x="5681663" y="5281613"/>
          <p14:tracePt t="118631" x="5673725" y="5281613"/>
          <p14:tracePt t="118647" x="5656263" y="5281613"/>
          <p14:tracePt t="118655" x="5640388" y="5291138"/>
          <p14:tracePt t="118663" x="5630863" y="5291138"/>
          <p14:tracePt t="118679" x="5599113" y="5291138"/>
          <p14:tracePt t="118688" x="5589588" y="5291138"/>
          <p14:tracePt t="118695" x="5573713" y="5291138"/>
          <p14:tracePt t="118704" x="5556250" y="5291138"/>
          <p14:tracePt t="118721" x="5540375" y="5291138"/>
          <p14:tracePt t="118728" x="5514975" y="5291138"/>
          <p14:tracePt t="118737" x="5499100" y="5291138"/>
          <p14:tracePt t="118744" x="5491163" y="5291138"/>
          <p14:tracePt t="118752" x="5457825" y="5291138"/>
          <p14:tracePt t="118760" x="5448300" y="5291138"/>
          <p14:tracePt t="118768" x="5432425" y="5291138"/>
          <p14:tracePt t="118776" x="5407025" y="5291138"/>
          <p14:tracePt t="118784" x="5373688" y="5291138"/>
          <p14:tracePt t="118793" x="5365750" y="5291138"/>
          <p14:tracePt t="118800" x="5332413" y="5291138"/>
          <p14:tracePt t="118808" x="5324475" y="5291138"/>
          <p14:tracePt t="118817" x="5308600" y="5291138"/>
          <p14:tracePt t="118825" x="5291138" y="5291138"/>
          <p14:tracePt t="118833" x="5275263" y="5291138"/>
          <p14:tracePt t="118841" x="5267325" y="5291138"/>
          <p14:tracePt t="118857" x="5249863" y="5291138"/>
          <p14:tracePt t="118897" x="5249863" y="5281613"/>
          <p14:tracePt t="118921" x="5249863" y="5265738"/>
          <p14:tracePt t="119051" x="5249863" y="5281613"/>
          <p14:tracePt t="119067" x="5267325" y="5281613"/>
          <p14:tracePt t="119083" x="5267325" y="5291138"/>
          <p14:tracePt t="119204" x="5249863" y="5291138"/>
          <p14:tracePt t="119244" x="5249863" y="5281613"/>
          <p14:tracePt t="119463" x="5267325" y="5281613"/>
          <p14:tracePt t="119487" x="5275263" y="5281613"/>
          <p14:tracePt t="119494" x="5275263" y="5265738"/>
          <p14:tracePt t="119519" x="5291138" y="5265738"/>
          <p14:tracePt t="119543" x="5308600" y="5265738"/>
          <p14:tracePt t="119576" x="5308600" y="5249863"/>
          <p14:tracePt t="119591" x="5324475" y="5249863"/>
          <p14:tracePt t="119616" x="5332413" y="5249863"/>
          <p14:tracePt t="119632" x="5332413" y="5240338"/>
          <p14:tracePt t="119648" x="5349875" y="5240338"/>
          <p14:tracePt t="119672" x="5365750" y="5224463"/>
          <p14:tracePt t="119680" x="5373688" y="5224463"/>
          <p14:tracePt t="119696" x="5391150" y="5224463"/>
          <p14:tracePt t="119713" x="5407025" y="5207000"/>
          <p14:tracePt t="119737" x="5416550" y="5207000"/>
          <p14:tracePt t="119745" x="5432425" y="5207000"/>
          <p14:tracePt t="119754" x="5432425" y="5199063"/>
          <p14:tracePt t="119770" x="5448300" y="5199063"/>
          <p14:tracePt t="119947" x="5448300" y="5207000"/>
          <p14:tracePt t="119971" x="5448300" y="5224463"/>
          <p14:tracePt t="119979" x="5448300" y="5240338"/>
          <p14:tracePt t="119988" x="5448300" y="5249863"/>
          <p14:tracePt t="119995" x="5448300" y="5265738"/>
          <p14:tracePt t="120005" x="5448300" y="5281613"/>
          <p14:tracePt t="120021" x="5448300" y="5291138"/>
          <p14:tracePt t="120028" x="5448300" y="5307013"/>
          <p14:tracePt t="120044" x="5448300" y="5324475"/>
          <p14:tracePt t="120052" x="5448300" y="5332413"/>
          <p14:tracePt t="120084" x="5448300" y="5348288"/>
          <p14:tracePt t="120116" x="5448300" y="5365750"/>
          <p14:tracePt t="120318" x="5448300" y="5348288"/>
          <p14:tracePt t="120359" x="5448300" y="5332413"/>
          <p14:tracePt t="120399" x="5457825" y="5332413"/>
          <p14:tracePt t="122369" x="5491163" y="5332413"/>
          <p14:tracePt t="122377" x="5540375" y="5332413"/>
          <p14:tracePt t="122385" x="5573713" y="5332413"/>
          <p14:tracePt t="122393" x="5630863" y="5332413"/>
          <p14:tracePt t="122401" x="5681663" y="5332413"/>
          <p14:tracePt t="122409" x="5715000" y="5332413"/>
          <p14:tracePt t="122417" x="5756275" y="5332413"/>
          <p14:tracePt t="122425" x="5780088" y="5332413"/>
          <p14:tracePt t="122433" x="5805488" y="5332413"/>
          <p14:tracePt t="122441" x="5838825" y="5332413"/>
          <p14:tracePt t="122449" x="5838825" y="5348288"/>
          <p14:tracePt t="122458" x="5854700" y="5348288"/>
          <p14:tracePt t="122466" x="5864225" y="5348288"/>
          <p14:tracePt t="122490" x="5880100" y="5348288"/>
          <p14:tracePt t="122571" x="5880100" y="5365750"/>
          <p14:tracePt t="122627" x="5880100" y="5373688"/>
          <p14:tracePt t="122643" x="5864225" y="5373688"/>
          <p14:tracePt t="122651" x="5854700" y="5373688"/>
          <p14:tracePt t="122660" x="5822950" y="5373688"/>
          <p14:tracePt t="122676" x="5797550" y="5373688"/>
          <p14:tracePt t="122684" x="5756275" y="5373688"/>
          <p14:tracePt t="122692" x="5738813" y="5373688"/>
          <p14:tracePt t="122700" x="5697538" y="5373688"/>
          <p14:tracePt t="122708" x="5673725" y="5373688"/>
          <p14:tracePt t="122716" x="5614988" y="5373688"/>
          <p14:tracePt t="122724" x="5556250" y="5373688"/>
          <p14:tracePt t="122732" x="5532438" y="5373688"/>
          <p14:tracePt t="122740" x="5473700" y="5373688"/>
          <p14:tracePt t="122748" x="5432425" y="5373688"/>
          <p14:tracePt t="122756" x="5407025" y="5373688"/>
          <p14:tracePt t="122764" x="5365750" y="5373688"/>
          <p14:tracePt t="122773" x="5324475" y="5373688"/>
          <p14:tracePt t="122781" x="5308600" y="5373688"/>
          <p14:tracePt t="122788" x="5275263" y="5373688"/>
          <p14:tracePt t="122797" x="5267325" y="5373688"/>
          <p14:tracePt t="122805" x="5249863" y="5373688"/>
          <p14:tracePt t="122813" x="5233988" y="5373688"/>
          <p14:tracePt t="122821" x="5224463" y="5373688"/>
          <p14:tracePt t="122838" x="5208588" y="5373688"/>
          <p14:tracePt t="122854" x="5192713" y="5373688"/>
          <p14:tracePt t="122861" x="5183188" y="5373688"/>
          <p14:tracePt t="122877" x="5167313" y="5373688"/>
          <p14:tracePt t="122885" x="5149850" y="5373688"/>
          <p14:tracePt t="122901" x="5141913" y="5373688"/>
          <p14:tracePt t="122910" x="5126038" y="5373688"/>
          <p14:tracePt t="122918" x="5108575" y="5373688"/>
          <p14:tracePt t="122926" x="5084763" y="5373688"/>
          <p14:tracePt t="122942" x="5059363" y="5373688"/>
          <p14:tracePt t="122950" x="5026025" y="5373688"/>
          <p14:tracePt t="122958" x="5018088" y="5365750"/>
          <p14:tracePt t="122966" x="4984750" y="5365750"/>
          <p14:tracePt t="122974" x="4967288" y="5348288"/>
          <p14:tracePt t="122982" x="4959350" y="5332413"/>
          <p14:tracePt t="122990" x="4926013" y="5332413"/>
          <p14:tracePt t="123001" x="4918075" y="5324475"/>
          <p14:tracePt t="123007" x="4902200" y="5307013"/>
          <p14:tracePt t="123015" x="4876800" y="5307013"/>
          <p14:tracePt t="123023" x="4860925" y="5291138"/>
          <p14:tracePt t="123031" x="4843463" y="5291138"/>
          <p14:tracePt t="123039" x="4843463" y="5281613"/>
          <p14:tracePt t="123047" x="4835525" y="5265738"/>
          <p14:tracePt t="123055" x="4835525" y="5249863"/>
          <p14:tracePt t="123063" x="4818063" y="5249863"/>
          <p14:tracePt t="123072" x="4818063" y="5240338"/>
          <p14:tracePt t="123079" x="4802188" y="5224463"/>
          <p14:tracePt t="123088" x="4802188" y="5207000"/>
          <p14:tracePt t="123105" x="4794250" y="5183188"/>
          <p14:tracePt t="123112" x="4794250" y="5165725"/>
          <p14:tracePt t="123121" x="4794250" y="5157788"/>
          <p14:tracePt t="123128" x="4776788" y="5141913"/>
          <p14:tracePt t="123138" x="4776788" y="5108575"/>
          <p14:tracePt t="123144" x="4776788" y="5100638"/>
          <p14:tracePt t="123152" x="4776788" y="5083175"/>
          <p14:tracePt t="123160" x="4776788" y="5057775"/>
          <p14:tracePt t="123168" x="4776788" y="5041900"/>
          <p14:tracePt t="123176" x="4776788" y="5016500"/>
          <p14:tracePt t="123184" x="4776788" y="5000625"/>
          <p14:tracePt t="123193" x="4776788" y="4975225"/>
          <p14:tracePt t="123200" x="4776788" y="4959350"/>
          <p14:tracePt t="123208" x="4776788" y="4933950"/>
          <p14:tracePt t="123216" x="4776788" y="4918075"/>
          <p14:tracePt t="123225" x="4776788" y="4900613"/>
          <p14:tracePt t="123233" x="4776788" y="4876800"/>
          <p14:tracePt t="123241" x="4776788" y="4843463"/>
          <p14:tracePt t="123249" x="4776788" y="4833938"/>
          <p14:tracePt t="123257" x="4794250" y="4802188"/>
          <p14:tracePt t="123265" x="4794250" y="4792663"/>
          <p14:tracePt t="123273" x="4802188" y="4776788"/>
          <p14:tracePt t="123281" x="4802188" y="4751388"/>
          <p14:tracePt t="123289" x="4818063" y="4718050"/>
          <p14:tracePt t="123297" x="4835525" y="4718050"/>
          <p14:tracePt t="123305" x="4843463" y="4694238"/>
          <p14:tracePt t="123313" x="4860925" y="4676775"/>
          <p14:tracePt t="123322" x="4876800" y="4668838"/>
          <p14:tracePt t="123338" x="4884738" y="4651375"/>
          <p14:tracePt t="123346" x="4902200" y="4635500"/>
          <p14:tracePt t="123362" x="4918075" y="4635500"/>
          <p14:tracePt t="123378" x="4926013" y="4627563"/>
          <p14:tracePt t="123403" x="4943475" y="4627563"/>
          <p14:tracePt t="123410" x="4959350" y="4627563"/>
          <p14:tracePt t="123426" x="4967288" y="4627563"/>
          <p14:tracePt t="123434" x="4984750" y="4627563"/>
          <p14:tracePt t="123451" x="5000625" y="4627563"/>
          <p14:tracePt t="123459" x="5018088" y="4627563"/>
          <p14:tracePt t="123475" x="5041900" y="4627563"/>
          <p14:tracePt t="123483" x="5059363" y="4635500"/>
          <p14:tracePt t="123491" x="5067300" y="4651375"/>
          <p14:tracePt t="123499" x="5126038" y="4676775"/>
          <p14:tracePt t="123507" x="5141913" y="4710113"/>
          <p14:tracePt t="123515" x="5208588" y="4751388"/>
          <p14:tracePt t="123523" x="5233988" y="4776788"/>
          <p14:tracePt t="123531" x="5267325" y="4818063"/>
          <p14:tracePt t="123540" x="5308600" y="4892675"/>
          <p14:tracePt t="123547" x="5349875" y="4933950"/>
          <p14:tracePt t="123556" x="5391150" y="4975225"/>
          <p14:tracePt t="123564" x="5416550" y="5016500"/>
          <p14:tracePt t="123572" x="5432425" y="5057775"/>
          <p14:tracePt t="123580" x="5457825" y="5100638"/>
          <p14:tracePt t="123588" x="5473700" y="5124450"/>
          <p14:tracePt t="123596" x="5491163" y="5165725"/>
          <p14:tracePt t="123604" x="5499100" y="5199063"/>
          <p14:tracePt t="123612" x="5499100" y="5240338"/>
          <p14:tracePt t="123621" x="5514975" y="5265738"/>
          <p14:tracePt t="123628" x="5532438" y="5291138"/>
          <p14:tracePt t="123638" x="5532438" y="5324475"/>
          <p14:tracePt t="123644" x="5540375" y="5348288"/>
          <p14:tracePt t="123653" x="5540375" y="5389563"/>
          <p14:tracePt t="123661" x="5540375" y="5422900"/>
          <p14:tracePt t="123669" x="5540375" y="5448300"/>
          <p14:tracePt t="123677" x="5540375" y="5489575"/>
          <p14:tracePt t="123685" x="5540375" y="5507038"/>
          <p14:tracePt t="123693" x="5540375" y="5548313"/>
          <p14:tracePt t="123701" x="5540375" y="5556250"/>
          <p14:tracePt t="123709" x="5532438" y="5572125"/>
          <p14:tracePt t="123717" x="5514975" y="5597525"/>
          <p14:tracePt t="123725" x="5499100" y="5613400"/>
          <p14:tracePt t="123733" x="5473700" y="5638800"/>
          <p14:tracePt t="123741" x="5448300" y="5656263"/>
          <p14:tracePt t="123749" x="5416550" y="5688013"/>
          <p14:tracePt t="123757" x="5391150" y="5713413"/>
          <p14:tracePt t="123766" x="5349875" y="5730875"/>
          <p14:tracePt t="123773" x="5291138" y="5738813"/>
          <p14:tracePt t="123781" x="5249863" y="5754688"/>
          <p14:tracePt t="123790" x="5208588" y="5772150"/>
          <p14:tracePt t="123798" x="5149850" y="5780088"/>
          <p14:tracePt t="123806" x="5100638" y="5780088"/>
          <p14:tracePt t="123814" x="5059363" y="5780088"/>
          <p14:tracePt t="123822" x="5000625" y="5780088"/>
          <p14:tracePt t="123830" x="4959350" y="5780088"/>
          <p14:tracePt t="123838" x="4918075" y="5780088"/>
          <p14:tracePt t="123846" x="4876800" y="5780088"/>
          <p14:tracePt t="123855" x="4835525" y="5780088"/>
          <p14:tracePt t="123862" x="4802188" y="5780088"/>
          <p14:tracePt t="123871" x="4776788" y="5772150"/>
          <p14:tracePt t="123878" x="4760913" y="5754688"/>
          <p14:tracePt t="123888" x="4735513" y="5738813"/>
          <p14:tracePt t="123895" x="4719638" y="5730875"/>
          <p14:tracePt t="123905" x="4694238" y="5697538"/>
          <p14:tracePt t="123911" x="4694238" y="5688013"/>
          <p14:tracePt t="123921" x="4678363" y="5656263"/>
          <p14:tracePt t="123927" x="4660900" y="5630863"/>
          <p14:tracePt t="123938" x="4652963" y="5597525"/>
          <p14:tracePt t="123943" x="4652963" y="5556250"/>
          <p14:tracePt t="123954" x="4635500" y="5530850"/>
          <p14:tracePt t="123959" x="4635500" y="5489575"/>
          <p14:tracePt t="123972" x="4635500" y="5464175"/>
          <p14:tracePt t="123975" x="4635500" y="5407025"/>
          <p14:tracePt t="123988" x="4635500" y="5365750"/>
          <p14:tracePt t="123992" x="4635500" y="5332413"/>
          <p14:tracePt t="124007" x="4635500" y="5291138"/>
          <p14:tracePt t="124012" x="4635500" y="5265738"/>
          <p14:tracePt t="124021" x="4635500" y="5224463"/>
          <p14:tracePt t="124024" x="4635500" y="5165725"/>
          <p14:tracePt t="124038" x="4635500" y="5067300"/>
          <p14:tracePt t="124041" x="4660900" y="5000625"/>
          <p14:tracePt t="124054" x="4694238" y="4941888"/>
          <p14:tracePt t="124057" x="4702175" y="4918075"/>
          <p14:tracePt t="124071" x="4735513" y="4843463"/>
          <p14:tracePt t="124072" x="4776788" y="4792663"/>
          <p14:tracePt t="124080" x="4802188" y="4718050"/>
          <p14:tracePt t="124089" x="4860925" y="4651375"/>
          <p14:tracePt t="124097" x="4884738" y="4594225"/>
          <p14:tracePt t="124105" x="4918075" y="4552950"/>
          <p14:tracePt t="124113" x="4943475" y="4527550"/>
          <p14:tracePt t="124121" x="4967288" y="4494213"/>
          <p14:tracePt t="124129" x="5000625" y="4486275"/>
          <p14:tracePt t="124138" x="5018088" y="4470400"/>
          <p14:tracePt t="124145" x="5026025" y="4452938"/>
          <p14:tracePt t="124154" x="5041900" y="4452938"/>
          <p14:tracePt t="124171" x="5059363" y="4452938"/>
          <p14:tracePt t="124177" x="5067300" y="4452938"/>
          <p14:tracePt t="124193" x="5084763" y="4452938"/>
          <p14:tracePt t="124201" x="5100638" y="4452938"/>
          <p14:tracePt t="124210" x="5126038" y="4452938"/>
          <p14:tracePt t="124218" x="5141913" y="4452938"/>
          <p14:tracePt t="124226" x="5149850" y="4452938"/>
          <p14:tracePt t="124234" x="5167313" y="4452938"/>
          <p14:tracePt t="124242" x="5192713" y="4452938"/>
          <p14:tracePt t="124258" x="5224463" y="4452938"/>
          <p14:tracePt t="124266" x="5233988" y="4470400"/>
          <p14:tracePt t="124274" x="5249863" y="4486275"/>
          <p14:tracePt t="124282" x="5275263" y="4511675"/>
          <p14:tracePt t="124290" x="5291138" y="4535488"/>
          <p14:tracePt t="124298" x="5324475" y="4552950"/>
          <p14:tracePt t="124306" x="5349875" y="4594225"/>
          <p14:tracePt t="124314" x="5373688" y="4635500"/>
          <p14:tracePt t="124323" x="5391150" y="4694238"/>
          <p14:tracePt t="124331" x="5416550" y="4751388"/>
          <p14:tracePt t="124339" x="5432425" y="4792663"/>
          <p14:tracePt t="124347" x="5457825" y="4876800"/>
          <p14:tracePt t="124355" x="5491163" y="4918075"/>
          <p14:tracePt t="124363" x="5499100" y="5000625"/>
          <p14:tracePt t="124371" x="5499100" y="5067300"/>
          <p14:tracePt t="124379" x="5514975" y="5124450"/>
          <p14:tracePt t="124388" x="5514975" y="5199063"/>
          <p14:tracePt t="124395" x="5514975" y="5265738"/>
          <p14:tracePt t="124404" x="5514975" y="5332413"/>
          <p14:tracePt t="124412" x="5514975" y="5389563"/>
          <p14:tracePt t="124421" x="5514975" y="5464175"/>
          <p14:tracePt t="124428" x="5491163" y="5507038"/>
          <p14:tracePt t="124437" x="5473700" y="5548313"/>
          <p14:tracePt t="124444" x="5432425" y="5589588"/>
          <p14:tracePt t="124452" x="5407025" y="5613400"/>
          <p14:tracePt t="124460" x="5391150" y="5630863"/>
          <p14:tracePt t="124468" x="5365750" y="5638800"/>
          <p14:tracePt t="124476" x="5349875" y="5656263"/>
          <p14:tracePt t="124484" x="5332413" y="5656263"/>
          <p14:tracePt t="124492" x="5324475" y="5672138"/>
          <p14:tracePt t="124500" x="5308600" y="5672138"/>
          <p14:tracePt t="124508" x="5291138" y="5688013"/>
          <p14:tracePt t="124516" x="5275263" y="5688013"/>
          <p14:tracePt t="124532" x="5267325" y="5688013"/>
          <p14:tracePt t="124557" x="5249863" y="5688013"/>
          <p14:tracePt t="124589" x="5249863" y="5672138"/>
          <p14:tracePt t="124605" x="5249863" y="5656263"/>
          <p14:tracePt t="124613" x="5249863" y="5638800"/>
          <p14:tracePt t="124637" x="5249863" y="5630863"/>
          <p14:tracePt t="124669" x="5267325" y="5630863"/>
          <p14:tracePt t="124687" x="5275263" y="5630863"/>
          <p14:tracePt t="124694" x="5291138" y="5630863"/>
          <p14:tracePt t="124704" x="5291138" y="5613400"/>
          <p14:tracePt t="124710" x="5324475" y="5613400"/>
          <p14:tracePt t="124718" x="5349875" y="5613400"/>
          <p14:tracePt t="124726" x="5365750" y="5597525"/>
          <p14:tracePt t="124734" x="5407025" y="5597525"/>
          <p14:tracePt t="124742" x="5432425" y="5589588"/>
          <p14:tracePt t="124750" x="5473700" y="5589588"/>
          <p14:tracePt t="124759" x="5499100" y="5572125"/>
          <p14:tracePt t="124767" x="5532438" y="5572125"/>
          <p14:tracePt t="124775" x="5556250" y="5556250"/>
          <p14:tracePt t="124783" x="5573713" y="5556250"/>
          <p14:tracePt t="124791" x="5599113" y="5548313"/>
          <p14:tracePt t="124799" x="5614988" y="5548313"/>
          <p14:tracePt t="124807" x="5630863" y="5530850"/>
          <p14:tracePt t="124823" x="5640388" y="5530850"/>
          <p14:tracePt t="124847" x="5656263" y="5514975"/>
          <p14:tracePt t="124880" x="5673725" y="5514975"/>
          <p14:tracePt t="124896" x="5673725" y="5507038"/>
          <p14:tracePt t="124985" x="5673725" y="5489575"/>
          <p14:tracePt t="125033" x="5681663" y="5489575"/>
          <p14:tracePt t="125073" x="5681663" y="5473700"/>
          <p14:tracePt t="125090" x="5697538" y="5473700"/>
          <p14:tracePt t="126608" x="5697538" y="5432425"/>
          <p14:tracePt t="126616" x="5697538" y="5373688"/>
          <p14:tracePt t="126623" x="5697538" y="5348288"/>
          <p14:tracePt t="126632" x="5697538" y="5291138"/>
          <p14:tracePt t="126640" x="5715000" y="5224463"/>
          <p14:tracePt t="126648" x="5722938" y="5165725"/>
          <p14:tracePt t="126656" x="5722938" y="5108575"/>
          <p14:tracePt t="126664" x="5722938" y="5057775"/>
          <p14:tracePt t="126672" x="5722938" y="5026025"/>
          <p14:tracePt t="126680" x="5722938" y="4975225"/>
          <p14:tracePt t="126688" x="5722938" y="4941888"/>
          <p14:tracePt t="126696" x="5738813" y="4900613"/>
          <p14:tracePt t="126705" x="5738813" y="4876800"/>
          <p14:tracePt t="126712" x="5756275" y="4843463"/>
          <p14:tracePt t="126722" x="5756275" y="4802188"/>
          <p14:tracePt t="126728" x="5756275" y="4792663"/>
          <p14:tracePt t="126738" x="5756275" y="4751388"/>
          <p14:tracePt t="126745" x="5764213" y="4718050"/>
          <p14:tracePt t="126755" x="5764213" y="4710113"/>
          <p14:tracePt t="126761" x="5764213" y="4676775"/>
          <p14:tracePt t="126771" x="5764213" y="4668838"/>
          <p14:tracePt t="126777" x="5764213" y="4651375"/>
          <p14:tracePt t="126788" x="5764213" y="4635500"/>
          <p14:tracePt t="126793" x="5764213" y="4627563"/>
          <p14:tracePt t="126804" x="5764213" y="4594225"/>
          <p14:tracePt t="126817" x="5764213" y="4576763"/>
          <p14:tracePt t="126825" x="5764213" y="4568825"/>
          <p14:tracePt t="126842" x="5764213" y="4552950"/>
          <p14:tracePt t="126866" x="5756275" y="4552950"/>
          <p14:tracePt t="126874" x="5756275" y="4535488"/>
          <p14:tracePt t="126882" x="5738813" y="4535488"/>
          <p14:tracePt t="126890" x="5722938" y="4535488"/>
          <p14:tracePt t="126906" x="5715000" y="4535488"/>
          <p14:tracePt t="126914" x="5697538" y="4535488"/>
          <p14:tracePt t="126930" x="5681663" y="4535488"/>
          <p14:tracePt t="126938" x="5673725" y="4535488"/>
          <p14:tracePt t="126955" x="5656263" y="4535488"/>
          <p14:tracePt t="126963" x="5640388" y="4535488"/>
          <p14:tracePt t="126979" x="5630863" y="4535488"/>
          <p14:tracePt t="126988" x="5614988" y="4535488"/>
          <p14:tracePt t="126995" x="5589588" y="4535488"/>
          <p14:tracePt t="127005" x="5573713" y="4535488"/>
          <p14:tracePt t="127021" x="5540375" y="4535488"/>
          <p14:tracePt t="127027" x="5532438" y="4535488"/>
          <p14:tracePt t="127035" x="5499100" y="4527550"/>
          <p14:tracePt t="127051" x="5473700" y="4527550"/>
          <p14:tracePt t="127059" x="5448300" y="4511675"/>
          <p14:tracePt t="127068" x="5432425" y="4511675"/>
          <p14:tracePt t="127076" x="5407025" y="4511675"/>
          <p14:tracePt t="127084" x="5391150" y="4494213"/>
          <p14:tracePt t="127092" x="5373688" y="4494213"/>
          <p14:tracePt t="127100" x="5349875" y="4486275"/>
          <p14:tracePt t="127108" x="5332413" y="4486275"/>
          <p14:tracePt t="127116" x="5324475" y="4470400"/>
          <p14:tracePt t="127124" x="5308600" y="4470400"/>
          <p14:tracePt t="127132" x="5291138" y="4452938"/>
          <p14:tracePt t="127140" x="5267325" y="4452938"/>
          <p14:tracePt t="127148" x="5267325" y="4445000"/>
          <p14:tracePt t="127156" x="5249863" y="4427538"/>
          <p14:tracePt t="127164" x="5233988" y="4427538"/>
          <p14:tracePt t="127172" x="5233988" y="4411663"/>
          <p14:tracePt t="127181" x="5224463" y="4403725"/>
          <p14:tracePt t="127197" x="5208588" y="4386263"/>
          <p14:tracePt t="127205" x="5208588" y="4370388"/>
          <p14:tracePt t="127213" x="5208588" y="4362450"/>
          <p14:tracePt t="127221" x="5192713" y="4344988"/>
          <p14:tracePt t="127229" x="5192713" y="4329113"/>
          <p14:tracePt t="127238" x="5183188" y="4311650"/>
          <p14:tracePt t="127254" x="5183188" y="4303713"/>
          <p14:tracePt t="127261" x="5183188" y="4287838"/>
          <p14:tracePt t="127277" x="5183188" y="4270375"/>
          <p14:tracePt t="127287" x="5183188" y="4262438"/>
          <p14:tracePt t="127318" x="5183188" y="4246563"/>
          <p14:tracePt t="127374" x="5192713" y="4229100"/>
          <p14:tracePt t="127382" x="5224463" y="4229100"/>
          <p14:tracePt t="127391" x="5249863" y="4229100"/>
          <p14:tracePt t="127399" x="5267325" y="4229100"/>
          <p14:tracePt t="127407" x="5291138" y="4229100"/>
          <p14:tracePt t="127415" x="5324475" y="4229100"/>
          <p14:tracePt t="127423" x="5365750" y="4229100"/>
          <p14:tracePt t="127431" x="5391150" y="4229100"/>
          <p14:tracePt t="127439" x="5432425" y="4229100"/>
          <p14:tracePt t="127447" x="5473700" y="4229100"/>
          <p14:tracePt t="127455" x="5491163" y="4229100"/>
          <p14:tracePt t="127463" x="5532438" y="4229100"/>
          <p14:tracePt t="127471" x="5540375" y="4229100"/>
          <p14:tracePt t="127479" x="5573713" y="4229100"/>
          <p14:tracePt t="127488" x="5589588" y="4229100"/>
          <p14:tracePt t="127495" x="5599113" y="4229100"/>
          <p14:tracePt t="127504" x="5614988" y="4246563"/>
          <p14:tracePt t="127521" x="5614988" y="4262438"/>
          <p14:tracePt t="127528" x="5630863" y="4270375"/>
          <p14:tracePt t="127544" x="5630863" y="4287838"/>
          <p14:tracePt t="127552" x="5640388" y="4303713"/>
          <p14:tracePt t="127568" x="5640388" y="4311650"/>
          <p14:tracePt t="127576" x="5640388" y="4329113"/>
          <p14:tracePt t="127592" x="5640388" y="4344988"/>
          <p14:tracePt t="127600" x="5640388" y="4362450"/>
          <p14:tracePt t="127616" x="5640388" y="4370388"/>
          <p14:tracePt t="127625" x="5640388" y="4386263"/>
          <p14:tracePt t="127641" x="5630863" y="4403725"/>
          <p14:tracePt t="127649" x="5630863" y="4411663"/>
          <p14:tracePt t="127657" x="5614988" y="4411663"/>
          <p14:tracePt t="127665" x="5599113" y="4427538"/>
          <p14:tracePt t="127673" x="5589588" y="4445000"/>
          <p14:tracePt t="127681" x="5573713" y="4445000"/>
          <p14:tracePt t="127689" x="5540375" y="4452938"/>
          <p14:tracePt t="127697" x="5532438" y="4452938"/>
          <p14:tracePt t="127705" x="5499100" y="4470400"/>
          <p14:tracePt t="127713" x="5491163" y="4470400"/>
          <p14:tracePt t="127721" x="5473700" y="4470400"/>
          <p14:tracePt t="127730" x="5448300" y="4470400"/>
          <p14:tracePt t="127738" x="5416550" y="4470400"/>
          <p14:tracePt t="127754" x="5391150" y="4470400"/>
          <p14:tracePt t="127762" x="5373688" y="4470400"/>
          <p14:tracePt t="127771" x="5365750" y="4470400"/>
          <p14:tracePt t="127778" x="5349875" y="4470400"/>
          <p14:tracePt t="127794" x="5349875" y="4452938"/>
          <p14:tracePt t="127804" x="5332413" y="4445000"/>
          <p14:tracePt t="127818" x="5332413" y="4427538"/>
          <p14:tracePt t="127826" x="5332413" y="4411663"/>
          <p14:tracePt t="127843" x="5332413" y="4403725"/>
          <p14:tracePt t="127851" x="5332413" y="4386263"/>
          <p14:tracePt t="127859" x="5332413" y="4370388"/>
          <p14:tracePt t="127875" x="5332413" y="4362450"/>
          <p14:tracePt t="127883" x="5332413" y="4344988"/>
          <p14:tracePt t="127899" x="5332413" y="4329113"/>
          <p14:tracePt t="127923" x="5332413" y="4311650"/>
          <p14:tracePt t="127955" x="5349875" y="4311650"/>
          <p14:tracePt t="127964" x="5349875" y="4303713"/>
          <p14:tracePt t="127980" x="5365750" y="4303713"/>
          <p14:tracePt t="128001" x="5373688" y="4303713"/>
          <p14:tracePt t="128004" x="5391150" y="4287838"/>
          <p14:tracePt t="128012" x="5407025" y="4287838"/>
          <p14:tracePt t="128028" x="5432425" y="4270375"/>
          <p14:tracePt t="128038" x="5448300" y="4270375"/>
          <p14:tracePt t="128045" x="5457825" y="4270375"/>
          <p14:tracePt t="128054" x="5491163" y="4270375"/>
          <p14:tracePt t="128061" x="5514975" y="4270375"/>
          <p14:tracePt t="128071" x="5532438" y="4270375"/>
          <p14:tracePt t="128077" x="5540375" y="4270375"/>
          <p14:tracePt t="128088" x="5573713" y="4270375"/>
          <p14:tracePt t="128093" x="5589588" y="4270375"/>
          <p14:tracePt t="128104" x="5614988" y="4270375"/>
          <p14:tracePt t="128109" x="5630863" y="4270375"/>
          <p14:tracePt t="128121" x="5640388" y="4287838"/>
          <p14:tracePt t="128125" x="5656263" y="4311650"/>
          <p14:tracePt t="128138" x="5673725" y="4344988"/>
          <p14:tracePt t="128141" x="5681663" y="4362450"/>
          <p14:tracePt t="128154" x="5697538" y="4386263"/>
          <p14:tracePt t="128157" x="5715000" y="4403725"/>
          <p14:tracePt t="128171" x="5715000" y="4427538"/>
          <p14:tracePt t="128173" x="5722938" y="4452938"/>
          <p14:tracePt t="128187" x="5722938" y="4470400"/>
          <p14:tracePt t="128190" x="5722938" y="4494213"/>
          <p14:tracePt t="128204" x="5722938" y="4511675"/>
          <p14:tracePt t="128221" x="5722938" y="4527550"/>
          <p14:tracePt t="128223" x="5722938" y="4535488"/>
          <p14:tracePt t="128239" x="5715000" y="4535488"/>
          <p14:tracePt t="128246" x="5697538" y="4552950"/>
          <p14:tracePt t="128255" x="5681663" y="4552950"/>
          <p14:tracePt t="128262" x="5673725" y="4552950"/>
          <p14:tracePt t="128271" x="5640388" y="4552950"/>
          <p14:tracePt t="128288" x="5614988" y="4552950"/>
          <p14:tracePt t="128295" x="5589588" y="4552950"/>
          <p14:tracePt t="128304" x="5573713" y="4552950"/>
          <p14:tracePt t="128311" x="5556250" y="4552950"/>
          <p14:tracePt t="128320" x="5532438" y="4552950"/>
          <p14:tracePt t="128327" x="5514975" y="4535488"/>
          <p14:tracePt t="128335" x="5499100" y="4535488"/>
          <p14:tracePt t="128343" x="5491163" y="4527550"/>
          <p14:tracePt t="128351" x="5473700" y="4511675"/>
          <p14:tracePt t="128359" x="5457825" y="4494213"/>
          <p14:tracePt t="128367" x="5448300" y="4486275"/>
          <p14:tracePt t="128375" x="5432425" y="4452938"/>
          <p14:tracePt t="128383" x="5416550" y="4445000"/>
          <p14:tracePt t="128392" x="5407025" y="4411663"/>
          <p14:tracePt t="128400" x="5391150" y="4403725"/>
          <p14:tracePt t="128408" x="5373688" y="4362450"/>
          <p14:tracePt t="128416" x="5365750" y="4311650"/>
          <p14:tracePt t="128424" x="5349875" y="4287838"/>
          <p14:tracePt t="128432" x="5332413" y="4229100"/>
          <p14:tracePt t="128440" x="5324475" y="4203700"/>
          <p14:tracePt t="128448" x="5324475" y="4146550"/>
          <p14:tracePt t="128456" x="5308600" y="4097338"/>
          <p14:tracePt t="128464" x="5308600" y="4046538"/>
          <p14:tracePt t="128472" x="5308600" y="4021138"/>
          <p14:tracePt t="128480" x="5308600" y="3963988"/>
          <p14:tracePt t="128488" x="5308600" y="3938588"/>
          <p14:tracePt t="128496" x="5308600" y="3922713"/>
          <p14:tracePt t="128505" x="5308600" y="3897313"/>
          <p14:tracePt t="128513" x="5308600" y="3881438"/>
          <p14:tracePt t="128521" x="5308600" y="3871913"/>
          <p14:tracePt t="128529" x="5324475" y="3856038"/>
          <p14:tracePt t="128545" x="5332413" y="3856038"/>
          <p14:tracePt t="128554" x="5332413" y="3840163"/>
          <p14:tracePt t="128578" x="5349875" y="3840163"/>
          <p14:tracePt t="128593" x="5365750" y="3840163"/>
          <p14:tracePt t="128609" x="5391150" y="3840163"/>
          <p14:tracePt t="128617" x="5407025" y="3840163"/>
          <p14:tracePt t="128626" x="5432425" y="3871913"/>
          <p14:tracePt t="128634" x="5473700" y="3914775"/>
          <p14:tracePt t="128642" x="5499100" y="3963988"/>
          <p14:tracePt t="128650" x="5540375" y="4021138"/>
          <p14:tracePt t="128658" x="5573713" y="4064000"/>
          <p14:tracePt t="128666" x="5614988" y="4121150"/>
          <p14:tracePt t="128674" x="5656263" y="4203700"/>
          <p14:tracePt t="128682" x="5681663" y="4246563"/>
          <p14:tracePt t="128691" x="5715000" y="4303713"/>
          <p14:tracePt t="128698" x="5722938" y="4344988"/>
          <p14:tracePt t="128706" x="5738813" y="4370388"/>
          <p14:tracePt t="128714" x="5756275" y="4411663"/>
          <p14:tracePt t="128723" x="5756275" y="4427538"/>
          <p14:tracePt t="128731" x="5756275" y="4445000"/>
          <p14:tracePt t="128739" x="5756275" y="4452938"/>
          <p14:tracePt t="128747" x="5756275" y="4470400"/>
          <p14:tracePt t="128755" x="5756275" y="4486275"/>
          <p14:tracePt t="128763" x="5756275" y="4494213"/>
          <p14:tracePt t="128787" x="5756275" y="4511675"/>
          <p14:tracePt t="128804" x="5738813" y="4511675"/>
          <p14:tracePt t="128811" x="5722938" y="4527550"/>
          <p14:tracePt t="128828" x="5715000" y="4527550"/>
          <p14:tracePt t="128837" x="5697538" y="4527550"/>
          <p14:tracePt t="128844" x="5681663" y="4527550"/>
          <p14:tracePt t="128852" x="5656263" y="4527550"/>
          <p14:tracePt t="128868" x="5630863" y="4527550"/>
          <p14:tracePt t="128876" x="5614988" y="4527550"/>
          <p14:tracePt t="128884" x="5599113" y="4527550"/>
          <p14:tracePt t="128900" x="5589588" y="4527550"/>
          <p14:tracePt t="128908" x="5573713" y="4511675"/>
          <p14:tracePt t="128916" x="5556250" y="4511675"/>
          <p14:tracePt t="128924" x="5540375" y="4494213"/>
          <p14:tracePt t="128933" x="5532438" y="4486275"/>
          <p14:tracePt t="128940" x="5514975" y="4486275"/>
          <p14:tracePt t="128949" x="5491163" y="4470400"/>
          <p14:tracePt t="128957" x="5473700" y="4470400"/>
          <p14:tracePt t="128965" x="5457825" y="4452938"/>
          <p14:tracePt t="128973" x="5448300" y="4452938"/>
          <p14:tracePt t="128981" x="5416550" y="4452938"/>
          <p14:tracePt t="128989" x="5407025" y="4452938"/>
          <p14:tracePt t="129001" x="5373688" y="4445000"/>
          <p14:tracePt t="129005" x="5349875" y="4445000"/>
          <p14:tracePt t="129013" x="5332413" y="4445000"/>
          <p14:tracePt t="129021" x="5308600" y="4445000"/>
          <p14:tracePt t="129029" x="5291138" y="4445000"/>
          <p14:tracePt t="129038" x="5249863" y="4445000"/>
          <p14:tracePt t="129045" x="5224463" y="4445000"/>
          <p14:tracePt t="129054" x="5208588" y="4445000"/>
          <p14:tracePt t="129061" x="5183188" y="4445000"/>
          <p14:tracePt t="129072" x="5167313" y="4445000"/>
          <p14:tracePt t="129078" x="5141913" y="4427538"/>
          <p14:tracePt t="129088" x="5108575" y="4427538"/>
          <p14:tracePt t="129102" x="5100638" y="4411663"/>
          <p14:tracePt t="129110" x="5084763" y="4411663"/>
          <p14:tracePt t="129126" x="5067300" y="4403725"/>
          <p14:tracePt t="129151" x="5067300" y="4386263"/>
          <p14:tracePt t="129183" x="5067300" y="4370388"/>
          <p14:tracePt t="129191" x="5067300" y="4362450"/>
          <p14:tracePt t="129207" x="5067300" y="4344988"/>
          <p14:tracePt t="129215" x="5084763" y="4344988"/>
          <p14:tracePt t="129223" x="5100638" y="4329113"/>
          <p14:tracePt t="129231" x="5100638" y="4311650"/>
          <p14:tracePt t="129239" x="5126038" y="4303713"/>
          <p14:tracePt t="129247" x="5149850" y="4287838"/>
          <p14:tracePt t="129255" x="5167313" y="4270375"/>
          <p14:tracePt t="129263" x="5208588" y="4262438"/>
          <p14:tracePt t="129271" x="5224463" y="4246563"/>
          <p14:tracePt t="129279" x="5275263" y="4229100"/>
          <p14:tracePt t="129288" x="5324475" y="4229100"/>
          <p14:tracePt t="129296" x="5349875" y="4221163"/>
          <p14:tracePt t="129304" x="5407025" y="4203700"/>
          <p14:tracePt t="129312" x="5448300" y="4203700"/>
          <p14:tracePt t="129321" x="5457825" y="4203700"/>
          <p14:tracePt t="129328" x="5499100" y="4203700"/>
          <p14:tracePt t="129337" x="5514975" y="4203700"/>
          <p14:tracePt t="129344" x="5540375" y="4203700"/>
          <p14:tracePt t="129354" x="5573713" y="4203700"/>
          <p14:tracePt t="129360" x="5614988" y="4246563"/>
          <p14:tracePt t="129368" x="5640388" y="4303713"/>
          <p14:tracePt t="129377" x="5681663" y="4403725"/>
          <p14:tracePt t="129385" x="5722938" y="4527550"/>
          <p14:tracePt t="129393" x="5764213" y="4635500"/>
          <p14:tracePt t="129401" x="5797550" y="4718050"/>
          <p14:tracePt t="129409" x="5838825" y="4818063"/>
          <p14:tracePt t="129417" x="5864225" y="4900613"/>
          <p14:tracePt t="129425" x="5880100" y="5000625"/>
          <p14:tracePt t="129433" x="5905500" y="5057775"/>
          <p14:tracePt t="129441" x="5905500" y="5108575"/>
          <p14:tracePt t="129449" x="5921375" y="5124450"/>
          <p14:tracePt t="129457" x="5921375" y="5157788"/>
          <p14:tracePt t="129465" x="5921375" y="5165725"/>
          <p14:tracePt t="129473" x="5921375" y="5183188"/>
          <p14:tracePt t="129497" x="5921375" y="5199063"/>
          <p14:tracePt t="129514" x="5905500" y="5199063"/>
          <p14:tracePt t="129530" x="5897563" y="5199063"/>
          <p14:tracePt t="129538" x="5880100" y="5199063"/>
          <p14:tracePt t="129546" x="5864225" y="5199063"/>
          <p14:tracePt t="129562" x="5854700" y="5199063"/>
          <p14:tracePt t="129571" x="5838825" y="5199063"/>
          <p14:tracePt t="129594" x="5822950" y="5183188"/>
          <p14:tracePt t="129619" x="5822950" y="5165725"/>
          <p14:tracePt t="129707" x="5822950" y="5183188"/>
          <p14:tracePt t="129716" x="5805488" y="5207000"/>
          <p14:tracePt t="129732" x="5805488" y="5240338"/>
          <p14:tracePt t="129740" x="5797550" y="5265738"/>
          <p14:tracePt t="129748" x="5780088" y="5291138"/>
          <p14:tracePt t="129756" x="5764213" y="5324475"/>
          <p14:tracePt t="129764" x="5764213" y="5332413"/>
          <p14:tracePt t="129772" x="5756275" y="5348288"/>
          <p14:tracePt t="129780" x="5738813" y="5373688"/>
          <p14:tracePt t="129788" x="5722938" y="5389563"/>
          <p14:tracePt t="129796" x="5697538" y="5389563"/>
          <p14:tracePt t="129805" x="5681663" y="5407025"/>
          <p14:tracePt t="129812" x="5656263" y="5407025"/>
          <p14:tracePt t="129821" x="5640388" y="5422900"/>
          <p14:tracePt t="129828" x="5630863" y="5422900"/>
          <p14:tracePt t="129838" x="5599113" y="5422900"/>
          <p14:tracePt t="129845" x="5589588" y="5422900"/>
          <p14:tracePt t="129854" x="5573713" y="5422900"/>
          <p14:tracePt t="129861" x="5556250" y="5422900"/>
          <p14:tracePt t="129870" x="5540375" y="5422900"/>
          <p14:tracePt t="129885" x="5532438" y="5407025"/>
          <p14:tracePt t="129893" x="5532438" y="5389563"/>
          <p14:tracePt t="129901" x="5514975" y="5373688"/>
          <p14:tracePt t="129909" x="5514975" y="5365750"/>
          <p14:tracePt t="129917" x="5499100" y="5332413"/>
          <p14:tracePt t="129926" x="5491163" y="5307013"/>
          <p14:tracePt t="129934" x="5491163" y="5291138"/>
          <p14:tracePt t="129942" x="5491163" y="5249863"/>
          <p14:tracePt t="129950" x="5473700" y="5240338"/>
          <p14:tracePt t="129958" x="5473700" y="5207000"/>
          <p14:tracePt t="129966" x="5473700" y="5183188"/>
          <p14:tracePt t="129974" x="5473700" y="5165725"/>
          <p14:tracePt t="129982" x="5473700" y="5157788"/>
          <p14:tracePt t="129990" x="5473700" y="5141913"/>
          <p14:tracePt t="130002" x="5473700" y="5124450"/>
          <p14:tracePt t="130014" x="5473700" y="5108575"/>
          <p14:tracePt t="130104" x="5473700" y="5141913"/>
          <p14:tracePt t="130111" x="5473700" y="5157788"/>
          <p14:tracePt t="130121" x="5473700" y="5165725"/>
          <p14:tracePt t="130127" x="5473700" y="5199063"/>
          <p14:tracePt t="130135" x="5473700" y="5207000"/>
          <p14:tracePt t="130143" x="5473700" y="5240338"/>
          <p14:tracePt t="130152" x="5473700" y="5249863"/>
          <p14:tracePt t="130159" x="5473700" y="5265738"/>
          <p14:tracePt t="130168" x="5473700" y="5291138"/>
          <p14:tracePt t="130176" x="5473700" y="5307013"/>
          <p14:tracePt t="130184" x="5457825" y="5324475"/>
          <p14:tracePt t="130192" x="5432425" y="5332413"/>
          <p14:tracePt t="130200" x="5416550" y="5348288"/>
          <p14:tracePt t="130208" x="5407025" y="5365750"/>
          <p14:tracePt t="130216" x="5365750" y="5373688"/>
          <p14:tracePt t="130224" x="5349875" y="5389563"/>
          <p14:tracePt t="130232" x="5308600" y="5389563"/>
          <p14:tracePt t="130240" x="5275263" y="5407025"/>
          <p14:tracePt t="130248" x="5249863" y="5407025"/>
          <p14:tracePt t="130257" x="5224463" y="5407025"/>
          <p14:tracePt t="130264" x="5192713" y="5407025"/>
          <p14:tracePt t="130273" x="5149850" y="5407025"/>
          <p14:tracePt t="130281" x="5126038" y="5407025"/>
          <p14:tracePt t="130289" x="5108575" y="5407025"/>
          <p14:tracePt t="130297" x="5067300" y="5407025"/>
          <p14:tracePt t="130305" x="5059363" y="5407025"/>
          <p14:tracePt t="130313" x="5026025" y="5407025"/>
          <p14:tracePt t="130321" x="5000625" y="5407025"/>
          <p14:tracePt t="130329" x="4984750" y="5407025"/>
          <p14:tracePt t="130338" x="4959350" y="5407025"/>
          <p14:tracePt t="130345" x="4943475" y="5407025"/>
          <p14:tracePt t="130354" x="4926013" y="5407025"/>
          <p14:tracePt t="130361" x="4902200" y="5407025"/>
          <p14:tracePt t="130372" x="4884738" y="5407025"/>
          <p14:tracePt t="130378" x="4843463" y="5407025"/>
          <p14:tracePt t="130388" x="4818063" y="5407025"/>
          <p14:tracePt t="130394" x="4802188" y="5407025"/>
          <p14:tracePt t="130405" x="4776788" y="5407025"/>
          <p14:tracePt t="130410" x="4760913" y="5407025"/>
          <p14:tracePt t="130421" x="4752975" y="5407025"/>
          <p14:tracePt t="130426" x="4719638" y="5407025"/>
          <p14:tracePt t="130438" x="4702175" y="5407025"/>
          <p14:tracePt t="130442" x="4694238" y="5407025"/>
          <p14:tracePt t="130458" x="4678363" y="5407025"/>
          <p14:tracePt t="130555" x="4719638" y="5407025"/>
          <p14:tracePt t="130563" x="4752975" y="5389563"/>
          <p14:tracePt t="130571" x="4843463" y="5373688"/>
          <p14:tracePt t="130579" x="4943475" y="5365750"/>
          <p14:tracePt t="130588" x="5000625" y="5348288"/>
          <p14:tracePt t="130595" x="5100638" y="5348288"/>
          <p14:tracePt t="130604" x="5167313" y="5348288"/>
          <p14:tracePt t="130612" x="5233988" y="5348288"/>
          <p14:tracePt t="130621" x="5291138" y="5332413"/>
          <p14:tracePt t="130628" x="5324475" y="5332413"/>
          <p14:tracePt t="130637" x="5349875" y="5332413"/>
          <p14:tracePt t="130652" x="5365750" y="5332413"/>
          <p14:tracePt t="130717" x="5349875" y="5332413"/>
          <p14:tracePt t="130733" x="5332413" y="5332413"/>
          <p14:tracePt t="130741" x="5324475" y="5332413"/>
          <p14:tracePt t="130749" x="5308600" y="5332413"/>
          <p14:tracePt t="130757" x="5291138" y="5332413"/>
          <p14:tracePt t="130765" x="5267325" y="5332413"/>
          <p14:tracePt t="130773" x="5267325" y="5324475"/>
          <p14:tracePt t="130781" x="5233988" y="5324475"/>
          <p14:tracePt t="130789" x="5208588" y="5307013"/>
          <p14:tracePt t="130797" x="5192713" y="5307013"/>
          <p14:tracePt t="130805" x="5167313" y="5291138"/>
          <p14:tracePt t="130814" x="5149850" y="5281613"/>
          <p14:tracePt t="130821" x="5141913" y="5281613"/>
          <p14:tracePt t="130830" x="5141913" y="5265738"/>
          <p14:tracePt t="130838" x="5126038" y="5265738"/>
          <p14:tracePt t="130846" x="5108575" y="5265738"/>
          <p14:tracePt t="130862" x="5108575" y="5249863"/>
          <p14:tracePt t="130918" x="5100638" y="5249863"/>
          <p14:tracePt t="130935" x="5100638" y="5265738"/>
          <p14:tracePt t="130943" x="5100638" y="5281613"/>
          <p14:tracePt t="130959" x="5100638" y="5291138"/>
          <p14:tracePt t="130972" x="5100638" y="5307013"/>
          <p14:tracePt t="131001" x="5100638" y="5324475"/>
          <p14:tracePt t="131031" x="5108575" y="5324475"/>
          <p14:tracePt t="131040" x="5126038" y="5324475"/>
          <p14:tracePt t="131056" x="5149850" y="5324475"/>
          <p14:tracePt t="131072" x="5183188" y="5324475"/>
          <p14:tracePt t="131080" x="5208588" y="5324475"/>
          <p14:tracePt t="131088" x="5224463" y="5324475"/>
          <p14:tracePt t="131096" x="5267325" y="5324475"/>
          <p14:tracePt t="131105" x="5324475" y="5324475"/>
          <p14:tracePt t="131112" x="5349875" y="5324475"/>
          <p14:tracePt t="131121" x="5407025" y="5324475"/>
          <p14:tracePt t="131128" x="5457825" y="5324475"/>
          <p14:tracePt t="131138" x="5491163" y="5324475"/>
          <p14:tracePt t="131144" x="5532438" y="5324475"/>
          <p14:tracePt t="131154" x="5556250" y="5324475"/>
          <p14:tracePt t="131161" x="5589588" y="5324475"/>
          <p14:tracePt t="131169" x="5614988" y="5324475"/>
          <p14:tracePt t="131185" x="5630863" y="5324475"/>
          <p14:tracePt t="131209" x="5640388" y="5324475"/>
          <p14:tracePt t="131266" x="5630863" y="5324475"/>
          <p14:tracePt t="131274" x="5614988" y="5324475"/>
          <p14:tracePt t="131290" x="5589588" y="5324475"/>
          <p14:tracePt t="131306" x="5556250" y="5324475"/>
          <p14:tracePt t="131314" x="5532438" y="5332413"/>
          <p14:tracePt t="131322" x="5499100" y="5332413"/>
          <p14:tracePt t="131330" x="5473700" y="5332413"/>
          <p14:tracePt t="131338" x="5448300" y="5348288"/>
          <p14:tracePt t="131346" x="5407025" y="5348288"/>
          <p14:tracePt t="131355" x="5365750" y="5348288"/>
          <p14:tracePt t="131362" x="5332413" y="5348288"/>
          <p14:tracePt t="131371" x="5291138" y="5348288"/>
          <p14:tracePt t="131379" x="5275263" y="5348288"/>
          <p14:tracePt t="131388" x="5233988" y="5348288"/>
          <p14:tracePt t="131395" x="5224463" y="5348288"/>
          <p14:tracePt t="131404" x="5192713" y="5348288"/>
          <p14:tracePt t="131411" x="5183188" y="5348288"/>
          <p14:tracePt t="131420" x="5167313" y="5348288"/>
          <p14:tracePt t="131427" x="5149850" y="5348288"/>
          <p14:tracePt t="131443" x="5141913" y="5348288"/>
          <p14:tracePt t="131564" x="5149850" y="5348288"/>
          <p14:tracePt t="131572" x="5149850" y="5332413"/>
          <p14:tracePt t="131589" x="5167313" y="5332413"/>
          <p14:tracePt t="131613" x="5183188" y="5332413"/>
          <p14:tracePt t="131629" x="5192713" y="5332413"/>
          <p14:tracePt t="131638" x="5224463" y="5324475"/>
          <p14:tracePt t="131645" x="5267325" y="5324475"/>
          <p14:tracePt t="131654" x="5324475" y="5324475"/>
          <p14:tracePt t="131661" x="5416550" y="5307013"/>
          <p14:tracePt t="131671" x="5499100" y="5307013"/>
          <p14:tracePt t="131677" x="5656263" y="5291138"/>
          <p14:tracePt t="131685" x="5805488" y="5281613"/>
          <p14:tracePt t="131693" x="6029325" y="5281613"/>
          <p14:tracePt t="131702" x="6211888" y="5249863"/>
          <p14:tracePt t="131710" x="6435725" y="5240338"/>
          <p14:tracePt t="131718" x="6618288" y="5240338"/>
          <p14:tracePt t="131726" x="6775450" y="5224463"/>
          <p14:tracePt t="131734" x="6900863" y="5224463"/>
          <p14:tracePt t="131742" x="6958013" y="5224463"/>
          <p14:tracePt t="131750" x="7165975" y="5199063"/>
          <p14:tracePt t="131758" x="7207250" y="5199063"/>
          <p14:tracePt t="131766" x="7307263" y="5199063"/>
          <p14:tracePt t="131774" x="7373938" y="5199063"/>
          <p14:tracePt t="131782" x="7439025" y="5199063"/>
          <p14:tracePt t="131790" x="7497763" y="5199063"/>
          <p14:tracePt t="131798" x="7556500" y="5199063"/>
          <p14:tracePt t="131806" x="7580313" y="5199063"/>
          <p14:tracePt t="131815" x="7621588" y="5199063"/>
          <p14:tracePt t="131823" x="7662863" y="5199063"/>
          <p14:tracePt t="131831" x="7680325" y="5199063"/>
          <p14:tracePt t="131839" x="7705725" y="5207000"/>
          <p14:tracePt t="131847" x="7721600" y="5207000"/>
          <p14:tracePt t="131855" x="7737475" y="5224463"/>
          <p14:tracePt t="131863" x="7754938" y="5224463"/>
          <p14:tracePt t="131871" x="7762875" y="5224463"/>
          <p14:tracePt t="131879" x="7780338" y="5224463"/>
          <p14:tracePt t="131888" x="7780338" y="5240338"/>
          <p14:tracePt t="131904" x="7796213" y="5240338"/>
          <p14:tracePt t="132008" x="7780338" y="5240338"/>
          <p14:tracePt t="132017" x="7754938" y="5240338"/>
          <p14:tracePt t="132024" x="7737475" y="5249863"/>
          <p14:tracePt t="132033" x="7705725" y="5249863"/>
          <p14:tracePt t="132041" x="7680325" y="5249863"/>
          <p14:tracePt t="132049" x="7639050" y="5265738"/>
          <p14:tracePt t="132057" x="7580313" y="5281613"/>
          <p14:tracePt t="132065" x="7531100" y="5281613"/>
          <p14:tracePt t="132073" x="7489825" y="5291138"/>
          <p14:tracePt t="132081" x="7431088" y="5291138"/>
          <p14:tracePt t="132089" x="7373938" y="5307013"/>
          <p14:tracePt t="132097" x="7307263" y="5307013"/>
          <p14:tracePt t="132105" x="7248525" y="5307013"/>
          <p14:tracePt t="132113" x="7173913" y="5307013"/>
          <p14:tracePt t="132121" x="7107238" y="5307013"/>
          <p14:tracePt t="132129" x="7050088" y="5307013"/>
          <p14:tracePt t="132138" x="6983413" y="5307013"/>
          <p14:tracePt t="132145" x="6924675" y="5307013"/>
          <p14:tracePt t="132154" x="6867525" y="5307013"/>
          <p14:tracePt t="132162" x="6818313" y="5307013"/>
          <p14:tracePt t="132171" x="6759575" y="5307013"/>
          <p14:tracePt t="132178" x="6734175" y="5307013"/>
          <p14:tracePt t="132187" x="6677025" y="5307013"/>
          <p14:tracePt t="132194" x="6618288" y="5307013"/>
          <p14:tracePt t="132204" x="6577013" y="5307013"/>
          <p14:tracePt t="132210" x="6518275" y="5307013"/>
          <p14:tracePt t="132218" x="6477000" y="5307013"/>
          <p14:tracePt t="132226" x="6427788" y="5307013"/>
          <p14:tracePt t="132234" x="6353175" y="5307013"/>
          <p14:tracePt t="132243" x="6294438" y="5307013"/>
          <p14:tracePt t="132251" x="6253163" y="5307013"/>
          <p14:tracePt t="132259" x="6203950" y="5307013"/>
          <p14:tracePt t="132267" x="6129338" y="5307013"/>
          <p14:tracePt t="132275" x="6070600" y="5307013"/>
          <p14:tracePt t="132283" x="6021388" y="5307013"/>
          <p14:tracePt t="132291" x="5962650" y="5307013"/>
          <p14:tracePt t="132299" x="5938838" y="5307013"/>
          <p14:tracePt t="132307" x="5880100" y="5307013"/>
          <p14:tracePt t="132315" x="5838825" y="5307013"/>
          <p14:tracePt t="132323" x="5805488" y="5307013"/>
          <p14:tracePt t="132331" x="5764213" y="5307013"/>
          <p14:tracePt t="132339" x="5756275" y="5307013"/>
          <p14:tracePt t="132347" x="5722938" y="5307013"/>
          <p14:tracePt t="132355" x="5697538" y="5307013"/>
          <p14:tracePt t="132364" x="5681663" y="5307013"/>
          <p14:tracePt t="132372" x="5673725" y="5307013"/>
          <p14:tracePt t="132380" x="5656263" y="5307013"/>
          <p14:tracePt t="132388" x="5640388" y="5307013"/>
          <p14:tracePt t="132396" x="5630863" y="5307013"/>
          <p14:tracePt t="132412" x="5614988" y="5307013"/>
          <p14:tracePt t="132421" x="5599113" y="5307013"/>
          <p14:tracePt t="132438" x="5589588" y="5307013"/>
          <p14:tracePt t="132444" x="5573713" y="5307013"/>
          <p14:tracePt t="132454" x="5540375" y="5324475"/>
          <p14:tracePt t="132460" x="5532438" y="5324475"/>
          <p14:tracePt t="132468" x="5514975" y="5324475"/>
          <p14:tracePt t="132477" x="5491163" y="5324475"/>
          <p14:tracePt t="132485" x="5457825" y="5324475"/>
          <p14:tracePt t="132493" x="5432425" y="5324475"/>
          <p14:tracePt t="132501" x="5391150" y="5332413"/>
          <p14:tracePt t="132509" x="5365750" y="5332413"/>
          <p14:tracePt t="132517" x="5324475" y="5332413"/>
          <p14:tracePt t="132525" x="5308600" y="5332413"/>
          <p14:tracePt t="132533" x="5267325" y="5332413"/>
          <p14:tracePt t="132541" x="5233988" y="5332413"/>
          <p14:tracePt t="132549" x="5224463" y="5332413"/>
          <p14:tracePt t="132557" x="5208588" y="5332413"/>
          <p14:tracePt t="132565" x="5183188" y="5332413"/>
          <p14:tracePt t="132581" x="5167313" y="5332413"/>
          <p14:tracePt t="132590" x="5149850" y="5332413"/>
          <p14:tracePt t="132606" x="5141913" y="5332413"/>
          <p14:tracePt t="132630" x="5126038" y="5332413"/>
          <p14:tracePt t="132646" x="5126038" y="5348288"/>
          <p14:tracePt t="132654" x="5108575" y="5348288"/>
          <p14:tracePt t="132678" x="5100638" y="5365750"/>
          <p14:tracePt t="132694" x="5067300" y="5373688"/>
          <p14:tracePt t="132711" x="5059363" y="5373688"/>
          <p14:tracePt t="132719" x="5026025" y="5389563"/>
          <p14:tracePt t="132727" x="5018088" y="5407025"/>
          <p14:tracePt t="132743" x="5000625" y="5422900"/>
          <p14:tracePt t="132759" x="4984750" y="5432425"/>
          <p14:tracePt t="132767" x="4984750" y="5448300"/>
          <p14:tracePt t="132783" x="4984750" y="5464175"/>
          <p14:tracePt t="132791" x="4984750" y="5473700"/>
          <p14:tracePt t="132799" x="4984750" y="5489575"/>
          <p14:tracePt t="132808" x="4984750" y="5507038"/>
          <p14:tracePt t="132816" x="5000625" y="5530850"/>
          <p14:tracePt t="132824" x="5000625" y="5556250"/>
          <p14:tracePt t="132832" x="5026025" y="5597525"/>
          <p14:tracePt t="132840" x="5041900" y="5638800"/>
          <p14:tracePt t="132848" x="5041900" y="5688013"/>
          <p14:tracePt t="132856" x="5059363" y="5713413"/>
          <p14:tracePt t="132864" x="5059363" y="5754688"/>
          <p14:tracePt t="132872" x="5059363" y="5772150"/>
          <p14:tracePt t="132880" x="5059363" y="5780088"/>
          <p14:tracePt t="132888" x="5059363" y="5795963"/>
          <p14:tracePt t="132905" x="5059363" y="5813425"/>
          <p14:tracePt t="133203" x="5059363" y="5821363"/>
          <p14:tracePt t="133227" x="5059363" y="5837238"/>
          <p14:tracePt t="133237" x="5067300" y="5837238"/>
          <p14:tracePt t="133260" x="5067300" y="5854700"/>
          <p14:tracePt t="133268" x="5067300" y="5862638"/>
          <p14:tracePt t="133276" x="5067300" y="5880100"/>
          <p14:tracePt t="133284" x="5067300" y="5895975"/>
          <p14:tracePt t="133292" x="5067300" y="5903913"/>
          <p14:tracePt t="133300" x="5067300" y="5921375"/>
          <p14:tracePt t="133308" x="5067300" y="5937250"/>
          <p14:tracePt t="133316" x="5067300" y="5954713"/>
          <p14:tracePt t="133332" x="5067300" y="5962650"/>
          <p14:tracePt t="133518" x="5059363" y="5962650"/>
          <p14:tracePt t="133558" x="5059363" y="5954713"/>
          <p14:tracePt t="133566" x="5059363" y="5937250"/>
          <p14:tracePt t="133583" x="5059363" y="5921375"/>
          <p14:tracePt t="133591" x="5059363" y="5903913"/>
          <p14:tracePt t="133607" x="5059363" y="5895975"/>
          <p14:tracePt t="133615" x="5059363" y="5880100"/>
          <p14:tracePt t="133631" x="5059363" y="5862638"/>
          <p14:tracePt t="133655" x="5059363" y="5854700"/>
          <p14:tracePt t="133687" x="5067300" y="5854700"/>
          <p14:tracePt t="133825" x="5059363" y="5854700"/>
          <p14:tracePt t="133833" x="5059363" y="5862638"/>
          <p14:tracePt t="133849" x="5041900" y="5880100"/>
          <p14:tracePt t="133857" x="5026025" y="5880100"/>
          <p14:tracePt t="133865" x="5026025" y="5895975"/>
          <p14:tracePt t="133873" x="5018088" y="5895975"/>
          <p14:tracePt t="133881" x="5018088" y="5903913"/>
          <p14:tracePt t="133897" x="5000625" y="5903913"/>
          <p14:tracePt t="133962" x="5000625" y="5895975"/>
          <p14:tracePt t="133972" x="5000625" y="5880100"/>
          <p14:tracePt t="133978" x="5000625" y="5837238"/>
          <p14:tracePt t="133986" x="5018088" y="5821363"/>
          <p14:tracePt t="134007" x="5026025" y="5772150"/>
          <p14:tracePt t="134013" x="5026025" y="5738813"/>
          <p14:tracePt t="134021" x="5026025" y="5713413"/>
          <p14:tracePt t="134026" x="5041900" y="5697538"/>
          <p14:tracePt t="134038" x="5041900" y="5672138"/>
          <p14:tracePt t="134043" x="5041900" y="5656263"/>
          <p14:tracePt t="134054" x="5041900" y="5638800"/>
          <p14:tracePt t="134059" x="5041900" y="5630863"/>
          <p14:tracePt t="134072" x="5041900" y="5613400"/>
          <p14:tracePt t="134123" x="5026025" y="5613400"/>
          <p14:tracePt t="134140" x="5026025" y="5630863"/>
          <p14:tracePt t="134148" x="5018088" y="5656263"/>
          <p14:tracePt t="134156" x="5018088" y="5672138"/>
          <p14:tracePt t="134164" x="5018088" y="5697538"/>
          <p14:tracePt t="134172" x="5000625" y="5730875"/>
          <p14:tracePt t="134180" x="4984750" y="5754688"/>
          <p14:tracePt t="134188" x="4984750" y="5780088"/>
          <p14:tracePt t="134196" x="4984750" y="5795963"/>
          <p14:tracePt t="134204" x="4967288" y="5837238"/>
          <p14:tracePt t="134212" x="4967288" y="5854700"/>
          <p14:tracePt t="134221" x="4967288" y="5880100"/>
          <p14:tracePt t="134228" x="4959350" y="5895975"/>
          <p14:tracePt t="134238" x="4959350" y="5903913"/>
          <p14:tracePt t="134245" x="4959350" y="5921375"/>
          <p14:tracePt t="134254" x="4943475" y="5921375"/>
          <p14:tracePt t="134261" x="4943475" y="5937250"/>
          <p14:tracePt t="134325" x="4943475" y="5921375"/>
          <p14:tracePt t="134333" x="4943475" y="5903913"/>
          <p14:tracePt t="134341" x="4959350" y="5903913"/>
          <p14:tracePt t="134350" x="4967288" y="5895975"/>
          <p14:tracePt t="134358" x="5000625" y="5862638"/>
          <p14:tracePt t="134372" x="5018088" y="5862638"/>
          <p14:tracePt t="134374" x="5059363" y="5854700"/>
          <p14:tracePt t="134388" x="5100638" y="5837238"/>
          <p14:tracePt t="134391" x="5126038" y="5837238"/>
          <p14:tracePt t="134404" x="5149850" y="5821363"/>
          <p14:tracePt t="134407" x="5183188" y="5821363"/>
          <p14:tracePt t="134421" x="5192713" y="5821363"/>
          <p14:tracePt t="134423" x="5208588" y="5821363"/>
          <p14:tracePt t="134438" x="5224463" y="5821363"/>
          <p14:tracePt t="134446" x="5233988" y="5821363"/>
          <p14:tracePt t="134471" x="5233988" y="5837238"/>
          <p14:tracePt t="134495" x="5233988" y="5854700"/>
          <p14:tracePt t="134519" x="5233988" y="5862638"/>
          <p14:tracePt t="134543" x="5233988" y="5880100"/>
          <p14:tracePt t="134551" x="5233988" y="5895975"/>
          <p14:tracePt t="134567" x="5233988" y="5903913"/>
          <p14:tracePt t="134584" x="5233988" y="5921375"/>
          <p14:tracePt t="134592" x="5233988" y="5937250"/>
          <p14:tracePt t="134664" x="5224463" y="5937250"/>
          <p14:tracePt t="134769" x="5224463" y="5921375"/>
          <p14:tracePt t="134826" x="5233988" y="5921375"/>
          <p14:tracePt t="134842" x="5249863" y="5921375"/>
          <p14:tracePt t="134850" x="5267325" y="5921375"/>
          <p14:tracePt t="134858" x="5324475" y="5921375"/>
          <p14:tracePt t="134866" x="5332413" y="5921375"/>
          <p14:tracePt t="134874" x="5407025" y="5921375"/>
          <p14:tracePt t="134882" x="5491163" y="5921375"/>
          <p14:tracePt t="134891" x="5556250" y="5921375"/>
          <p14:tracePt t="134898" x="5656263" y="5921375"/>
          <p14:tracePt t="134907" x="5738813" y="5921375"/>
          <p14:tracePt t="134915" x="5864225" y="5921375"/>
          <p14:tracePt t="134923" x="5988050" y="5921375"/>
          <p14:tracePt t="134931" x="6121400" y="5921375"/>
          <p14:tracePt t="134939" x="6270625" y="5903913"/>
          <p14:tracePt t="134947" x="6427788" y="5903913"/>
          <p14:tracePt t="134955" x="6561138" y="5895975"/>
          <p14:tracePt t="134963" x="6759575" y="5895975"/>
          <p14:tracePt t="134971" x="6867525" y="5895975"/>
          <p14:tracePt t="134979" x="6924675" y="5895975"/>
          <p14:tracePt t="134988" x="7050088" y="5895975"/>
          <p14:tracePt t="134996" x="7150100" y="5895975"/>
          <p14:tracePt t="135005" x="7224713" y="5895975"/>
          <p14:tracePt t="135011" x="7289800" y="5895975"/>
          <p14:tracePt t="135021" x="7348538" y="5895975"/>
          <p14:tracePt t="135028" x="7389813" y="5895975"/>
          <p14:tracePt t="135037" x="7431088" y="5895975"/>
          <p14:tracePt t="135044" x="7472363" y="5895975"/>
          <p14:tracePt t="135052" x="7497763" y="5880100"/>
          <p14:tracePt t="135060" x="7531100" y="5880100"/>
          <p14:tracePt t="135068" x="7572375" y="5880100"/>
          <p14:tracePt t="135076" x="7597775" y="5862638"/>
          <p14:tracePt t="135084" x="7639050" y="5862638"/>
          <p14:tracePt t="135092" x="7662863" y="5862638"/>
          <p14:tracePt t="135100" x="7696200" y="5862638"/>
          <p14:tracePt t="135108" x="7737475" y="5854700"/>
          <p14:tracePt t="135117" x="7754938" y="5854700"/>
          <p14:tracePt t="135125" x="7780338" y="5854700"/>
          <p14:tracePt t="135133" x="7796213" y="5837238"/>
          <p14:tracePt t="135141" x="7804150" y="5837238"/>
          <p14:tracePt t="135149" x="7821613" y="5837238"/>
          <p14:tracePt t="135165" x="7837488" y="5837238"/>
          <p14:tracePt t="135173" x="7837488" y="5821363"/>
          <p14:tracePt t="135246" x="7821613" y="5821363"/>
          <p14:tracePt t="135255" x="7804150" y="5821363"/>
          <p14:tracePt t="135262" x="7780338" y="5821363"/>
          <p14:tracePt t="135270" x="7754938" y="5821363"/>
          <p14:tracePt t="135288" x="7621588" y="5821363"/>
          <p14:tracePt t="135294" x="7556500" y="5837238"/>
          <p14:tracePt t="135305" x="7489825" y="5854700"/>
          <p14:tracePt t="135310" x="7389813" y="5862638"/>
          <p14:tracePt t="135321" x="7289800" y="5880100"/>
          <p14:tracePt t="135326" x="7165975" y="5895975"/>
          <p14:tracePt t="135338" x="7050088" y="5903913"/>
          <p14:tracePt t="135343" x="6924675" y="5903913"/>
          <p14:tracePt t="135355" x="6867525" y="5921375"/>
          <p14:tracePt t="135359" x="6743700" y="5921375"/>
          <p14:tracePt t="135371" x="6677025" y="5921375"/>
          <p14:tracePt t="135375" x="6577013" y="5921375"/>
          <p14:tracePt t="135388" x="6510338" y="5921375"/>
          <p14:tracePt t="135391" x="6435725" y="5921375"/>
          <p14:tracePt t="135404" x="6369050" y="5921375"/>
          <p14:tracePt t="135407" x="6286500" y="5921375"/>
          <p14:tracePt t="135421" x="6170613" y="5921375"/>
          <p14:tracePt t="135424" x="6088063" y="5921375"/>
          <p14:tracePt t="135438" x="6021388" y="5921375"/>
          <p14:tracePt t="135440" x="5962650" y="5921375"/>
          <p14:tracePt t="135454" x="5897563" y="5921375"/>
          <p14:tracePt t="135457" x="5797550" y="5921375"/>
          <p14:tracePt t="135471" x="5722938" y="5921375"/>
          <p14:tracePt t="135472" x="5656263" y="5921375"/>
          <p14:tracePt t="135480" x="5599113" y="5921375"/>
          <p14:tracePt t="135488" x="5540375" y="5921375"/>
          <p14:tracePt t="135496" x="5499100" y="5921375"/>
          <p14:tracePt t="135505" x="5448300" y="5921375"/>
          <p14:tracePt t="135512" x="5407025" y="5921375"/>
          <p14:tracePt t="135521" x="5373688" y="5903913"/>
          <p14:tracePt t="135528" x="5349875" y="5903913"/>
          <p14:tracePt t="135538" x="5308600" y="5880100"/>
          <p14:tracePt t="135554" x="5275263" y="5854700"/>
          <p14:tracePt t="135561" x="5267325" y="5854700"/>
          <p14:tracePt t="135569" x="5267325" y="5821363"/>
          <p14:tracePt t="135577" x="5249863" y="5821363"/>
          <p14:tracePt t="135585" x="5249863" y="5813425"/>
          <p14:tracePt t="135593" x="5249863" y="5795963"/>
          <p14:tracePt t="135601" x="5249863" y="5772150"/>
          <p14:tracePt t="135609" x="5249863" y="5754688"/>
          <p14:tracePt t="135625" x="5249863" y="5738813"/>
          <p14:tracePt t="135633" x="5249863" y="5730875"/>
          <p14:tracePt t="135649" x="5267325" y="5713413"/>
          <p14:tracePt t="135657" x="5291138" y="5713413"/>
          <p14:tracePt t="135665" x="5349875" y="5688013"/>
          <p14:tracePt t="135674" x="5373688" y="5672138"/>
          <p14:tracePt t="135682" x="5448300" y="5630863"/>
          <p14:tracePt t="135690" x="5540375" y="5597525"/>
          <p14:tracePt t="135698" x="5673725" y="5572125"/>
          <p14:tracePt t="135706" x="5797550" y="5556250"/>
          <p14:tracePt t="135714" x="5946775" y="5548313"/>
          <p14:tracePt t="135722" x="6070600" y="5530850"/>
          <p14:tracePt t="135730" x="6186488" y="5530850"/>
          <p14:tracePt t="135738" x="6311900" y="5530850"/>
          <p14:tracePt t="135746" x="6353175" y="5530850"/>
          <p14:tracePt t="135754" x="6535738" y="5530850"/>
          <p14:tracePt t="135762" x="6635750" y="5530850"/>
          <p14:tracePt t="135771" x="6700838" y="5548313"/>
          <p14:tracePt t="135779" x="6818313" y="5597525"/>
          <p14:tracePt t="135788" x="6883400" y="5656263"/>
          <p14:tracePt t="135795" x="6967538" y="5713413"/>
          <p14:tracePt t="135804" x="7050088" y="5780088"/>
          <p14:tracePt t="135811" x="7091363" y="5813425"/>
          <p14:tracePt t="135819" x="7165975" y="5880100"/>
          <p14:tracePt t="135827" x="7207250" y="5921375"/>
          <p14:tracePt t="135835" x="7232650" y="5962650"/>
          <p14:tracePt t="135843" x="7273925" y="6003925"/>
          <p14:tracePt t="135851" x="7289800" y="6037263"/>
          <p14:tracePt t="135859" x="7307263" y="6045200"/>
          <p14:tracePt t="135867" x="7307263" y="6062663"/>
          <p14:tracePt t="135875" x="7315200" y="6062663"/>
          <p14:tracePt t="135883" x="7315200" y="6078538"/>
          <p14:tracePt t="135891" x="7315200" y="6086475"/>
          <p14:tracePt t="135932" x="7307263" y="6086475"/>
          <p14:tracePt t="135964" x="7289800" y="6086475"/>
          <p14:tracePt t="135999" x="7273925" y="6086475"/>
          <p14:tracePt t="136005" x="7265988" y="6086475"/>
          <p14:tracePt t="136021" x="7232650" y="6103938"/>
          <p14:tracePt t="136029" x="7173913" y="6119813"/>
          <p14:tracePt t="136038" x="7124700" y="6119813"/>
          <p14:tracePt t="136045" x="7050088" y="6127750"/>
          <p14:tracePt t="136054" x="6924675" y="6145213"/>
          <p14:tracePt t="136061" x="6818313" y="6169025"/>
          <p14:tracePt t="136071" x="6618288" y="6186488"/>
          <p14:tracePt t="136077" x="6435725" y="6202363"/>
          <p14:tracePt t="136087" x="6253163" y="6202363"/>
          <p14:tracePt t="136094" x="6029325" y="6202363"/>
          <p14:tracePt t="136102" x="5805488" y="6202363"/>
          <p14:tracePt t="136110" x="5630863" y="6202363"/>
          <p14:tracePt t="136118" x="5448300" y="6202363"/>
          <p14:tracePt t="136126" x="5291138" y="6202363"/>
          <p14:tracePt t="136134" x="5167313" y="6202363"/>
          <p14:tracePt t="136142" x="5059363" y="6169025"/>
          <p14:tracePt t="136150" x="5000625" y="6161088"/>
          <p14:tracePt t="136158" x="4902200" y="6127750"/>
          <p14:tracePt t="136166" x="4835525" y="6119813"/>
          <p14:tracePt t="136174" x="4776788" y="6086475"/>
          <p14:tracePt t="136182" x="4719638" y="6062663"/>
          <p14:tracePt t="136190" x="4694238" y="6045200"/>
          <p14:tracePt t="136206" x="4678363" y="6037263"/>
          <p14:tracePt t="136214" x="4660900" y="6019800"/>
          <p14:tracePt t="136231" x="4660900" y="6003925"/>
          <p14:tracePt t="136239" x="4660900" y="5995988"/>
          <p14:tracePt t="136263" x="4678363" y="5978525"/>
          <p14:tracePt t="136271" x="4694238" y="5978525"/>
          <p14:tracePt t="136279" x="4702175" y="5978525"/>
          <p14:tracePt t="136288" x="4719638" y="5962650"/>
          <p14:tracePt t="136295" x="4735513" y="5954713"/>
          <p14:tracePt t="136305" x="4760913" y="5954713"/>
          <p14:tracePt t="136311" x="4794250" y="5937250"/>
          <p14:tracePt t="136321" x="4802188" y="5921375"/>
          <p14:tracePt t="136327" x="4843463" y="5903913"/>
          <p14:tracePt t="136337" x="4876800" y="5895975"/>
          <p14:tracePt t="136344" x="4926013" y="5880100"/>
          <p14:tracePt t="136352" x="4967288" y="5880100"/>
          <p14:tracePt t="136360" x="5000625" y="5862638"/>
          <p14:tracePt t="136368" x="5026025" y="5862638"/>
          <p14:tracePt t="136376" x="5041900" y="5862638"/>
          <p14:tracePt t="136384" x="5059363" y="5862638"/>
          <p14:tracePt t="136392" x="5067300" y="5862638"/>
          <p14:tracePt t="136424" x="5067300" y="5880100"/>
          <p14:tracePt t="136440" x="5067300" y="5895975"/>
          <p14:tracePt t="136448" x="5067300" y="5903913"/>
          <p14:tracePt t="136457" x="5067300" y="5921375"/>
          <p14:tracePt t="136464" x="5067300" y="5937250"/>
          <p14:tracePt t="136473" x="5059363" y="5954713"/>
          <p14:tracePt t="136481" x="5026025" y="5962650"/>
          <p14:tracePt t="136489" x="5018088" y="5978525"/>
          <p14:tracePt t="136497" x="4967288" y="5995988"/>
          <p14:tracePt t="136505" x="4926013" y="6003925"/>
          <p14:tracePt t="136513" x="4902200" y="6019800"/>
          <p14:tracePt t="136521" x="4860925" y="6037263"/>
          <p14:tracePt t="136529" x="4835525" y="6045200"/>
          <p14:tracePt t="136538" x="4794250" y="6062663"/>
          <p14:tracePt t="136545" x="4760913" y="6062663"/>
          <p14:tracePt t="136554" x="4752975" y="6078538"/>
          <p14:tracePt t="136562" x="4719638" y="6078538"/>
          <p14:tracePt t="136571" x="4702175" y="6078538"/>
          <p14:tracePt t="136594" x="4694238" y="6078538"/>
          <p14:tracePt t="136626" x="4694238" y="6062663"/>
          <p14:tracePt t="136642" x="4694238" y="6045200"/>
          <p14:tracePt t="136666" x="4694238" y="6037263"/>
          <p14:tracePt t="136675" x="4702175" y="6037263"/>
          <p14:tracePt t="136699" x="4719638" y="6019800"/>
          <p14:tracePt t="136723" x="4735513" y="6019800"/>
          <p14:tracePt t="136747" x="4752975" y="6019800"/>
          <p14:tracePt t="136771" x="4752975" y="6003925"/>
          <p14:tracePt t="136788" x="4760913" y="6003925"/>
          <p14:tracePt t="136796" x="4776788" y="6003925"/>
          <p14:tracePt t="136812" x="4818063" y="5995988"/>
          <p14:tracePt t="136821" x="4876800" y="5978525"/>
          <p14:tracePt t="136828" x="4943475" y="5962650"/>
          <p14:tracePt t="136838" x="5041900" y="5954713"/>
          <p14:tracePt t="136844" x="5167313" y="5937250"/>
          <p14:tracePt t="136853" x="5275263" y="5921375"/>
          <p14:tracePt t="136860" x="5407025" y="5903913"/>
          <p14:tracePt t="136868" x="5532438" y="5895975"/>
          <p14:tracePt t="136876" x="5599113" y="5895975"/>
          <p14:tracePt t="136884" x="5780088" y="5880100"/>
          <p14:tracePt t="136893" x="5880100" y="5862638"/>
          <p14:tracePt t="136901" x="5938838" y="5862638"/>
          <p14:tracePt t="136909" x="6029325" y="5854700"/>
          <p14:tracePt t="136917" x="6103938" y="5854700"/>
          <p14:tracePt t="136925" x="6170613" y="5854700"/>
          <p14:tracePt t="136933" x="6229350" y="5854700"/>
          <p14:tracePt t="136941" x="6286500" y="5837238"/>
          <p14:tracePt t="136949" x="6337300" y="5837238"/>
          <p14:tracePt t="136957" x="6369050" y="5837238"/>
          <p14:tracePt t="136965" x="6394450" y="5837238"/>
          <p14:tracePt t="136973" x="6411913" y="5837238"/>
          <p14:tracePt t="136981" x="6427788" y="5837238"/>
          <p14:tracePt t="136990" x="6453188" y="5837238"/>
          <p14:tracePt t="137002" x="6469063" y="5837238"/>
          <p14:tracePt t="137014" x="6477000" y="5837238"/>
          <p14:tracePt t="137038" x="6494463" y="5837238"/>
          <p14:tracePt t="137062" x="6510338" y="5837238"/>
          <p14:tracePt t="137094" x="6518275" y="5837238"/>
          <p14:tracePt t="137118" x="6535738" y="5837238"/>
          <p14:tracePt t="137127" x="6561138" y="5837238"/>
          <p14:tracePt t="137135" x="6602413" y="5837238"/>
          <p14:tracePt t="137143" x="6659563" y="5837238"/>
          <p14:tracePt t="137151" x="6734175" y="5837238"/>
          <p14:tracePt t="137159" x="6818313" y="5837238"/>
          <p14:tracePt t="137167" x="6900863" y="5837238"/>
          <p14:tracePt t="137175" x="6999288" y="5837238"/>
          <p14:tracePt t="137183" x="7050088" y="5837238"/>
          <p14:tracePt t="137191" x="7124700" y="5837238"/>
          <p14:tracePt t="137199" x="7207250" y="5854700"/>
          <p14:tracePt t="137207" x="7273925" y="5862638"/>
          <p14:tracePt t="137215" x="7307263" y="5862638"/>
          <p14:tracePt t="137224" x="7348538" y="5880100"/>
          <p14:tracePt t="137232" x="7373938" y="5880100"/>
          <p14:tracePt t="137240" x="7373938" y="5895975"/>
          <p14:tracePt t="137248" x="7389813" y="5895975"/>
          <p14:tracePt t="137256" x="7397750" y="5895975"/>
          <p14:tracePt t="137272" x="7397750" y="5903913"/>
          <p14:tracePt t="137353" x="7397750" y="5921375"/>
          <p14:tracePt t="137377" x="7397750" y="5937250"/>
          <p14:tracePt t="137401" x="7397750" y="5954713"/>
          <p14:tracePt t="137425" x="7397750" y="5962650"/>
          <p14:tracePt t="137433" x="7389813" y="5978525"/>
          <p14:tracePt t="137441" x="7389813" y="5995988"/>
          <p14:tracePt t="137450" x="7373938" y="5995988"/>
          <p14:tracePt t="137458" x="7348538" y="6019800"/>
          <p14:tracePt t="137466" x="7331075" y="6037263"/>
          <p14:tracePt t="137474" x="7315200" y="6045200"/>
          <p14:tracePt t="137482" x="7289800" y="6062663"/>
          <p14:tracePt t="137490" x="7265988" y="6078538"/>
          <p14:tracePt t="137498" x="7248525" y="6086475"/>
          <p14:tracePt t="137506" x="7224713" y="6103938"/>
          <p14:tracePt t="137514" x="7207250" y="6103938"/>
          <p14:tracePt t="137522" x="7191375" y="6119813"/>
          <p14:tracePt t="137530" x="7173913" y="6119813"/>
          <p14:tracePt t="137539" x="7165975" y="6119813"/>
          <p14:tracePt t="137555" x="7150100" y="6119813"/>
          <p14:tracePt t="137635" x="7150100" y="6103938"/>
          <p14:tracePt t="137668" x="7165975" y="6103938"/>
          <p14:tracePt t="137676" x="7173913" y="6103938"/>
          <p14:tracePt t="137692" x="7191375" y="6086475"/>
          <p14:tracePt t="137700" x="7207250" y="6086475"/>
          <p14:tracePt t="137716" x="7224713" y="6086475"/>
          <p14:tracePt t="137740" x="7232650" y="6086475"/>
          <p14:tracePt t="137805" x="7224713" y="6103938"/>
          <p14:tracePt t="137822" x="7207250" y="6103938"/>
          <p14:tracePt t="137829" x="7191375" y="6119813"/>
          <p14:tracePt t="137845" x="7173913" y="6119813"/>
          <p14:tracePt t="137871" x="7165975" y="6119813"/>
          <p14:tracePt t="137902" x="7150100" y="6119813"/>
          <p14:tracePt t="138023" x="7150100" y="6103938"/>
          <p14:tracePt t="138063" x="7150100" y="6086475"/>
          <p14:tracePt t="138104" x="7165975" y="6086475"/>
          <p14:tracePt t="138111" x="7165975" y="6078538"/>
          <p14:tracePt t="138152" x="7173913" y="6078538"/>
          <p14:tracePt t="138225" x="7165975" y="6078538"/>
          <p14:tracePt t="138240" x="7150100" y="6086475"/>
          <p14:tracePt t="138257" x="7132638" y="6103938"/>
          <p14:tracePt t="138265" x="7124700" y="6119813"/>
          <p14:tracePt t="138273" x="7107238" y="6119813"/>
          <p14:tracePt t="138289" x="7091363" y="6127750"/>
          <p14:tracePt t="138305" x="7083425" y="6127750"/>
          <p14:tracePt t="138322" x="7065963" y="6127750"/>
          <p14:tracePt t="138556" x="7050088" y="6127750"/>
          <p14:tracePt t="138580" x="7042150" y="6127750"/>
          <p14:tracePt t="138604" x="7024688" y="6127750"/>
          <p14:tracePt t="138676" x="7008813" y="6127750"/>
          <p14:tracePt t="138717" x="6999288" y="6127750"/>
          <p14:tracePt t="138741" x="6983413" y="6127750"/>
          <p14:tracePt t="138757" x="6967538" y="6127750"/>
          <p14:tracePt t="138766" x="6958013" y="6127750"/>
          <p14:tracePt t="138781" x="6942138" y="6127750"/>
          <p14:tracePt t="138790" x="6924675" y="6127750"/>
          <p14:tracePt t="138798" x="6916738" y="6127750"/>
          <p14:tracePt t="138806" x="6883400" y="6127750"/>
          <p14:tracePt t="138814" x="6867525" y="6127750"/>
          <p14:tracePt t="138830" x="6859588" y="6127750"/>
          <p14:tracePt t="138838" x="6842125" y="6127750"/>
          <p14:tracePt t="138846" x="6826250" y="6127750"/>
          <p14:tracePt t="138862" x="6818313" y="6127750"/>
          <p14:tracePt t="138871" x="6818313" y="6145213"/>
          <p14:tracePt t="138888" x="6800850" y="6145213"/>
          <p14:tracePt t="138904" x="6800850" y="6161088"/>
          <p14:tracePt t="138927" x="6800850" y="6169025"/>
          <p14:tracePt t="138959" x="6800850" y="6186488"/>
          <p14:tracePt t="138967" x="6800850" y="6202363"/>
          <p14:tracePt t="138984" x="6800850" y="6219825"/>
          <p14:tracePt t="139002" x="6800850" y="6227763"/>
          <p14:tracePt t="139007" x="6800850" y="6243638"/>
          <p14:tracePt t="139024" x="6800850" y="6261100"/>
          <p14:tracePt t="139032" x="6800850" y="6269038"/>
          <p14:tracePt t="139040" x="6800850" y="6286500"/>
          <p14:tracePt t="139056" x="6800850" y="6302375"/>
          <p14:tracePt t="139064" x="6784975" y="6302375"/>
          <p14:tracePt t="139072" x="6784975" y="6310313"/>
          <p14:tracePt t="139088" x="6775450" y="6310313"/>
          <p14:tracePt t="139096" x="6775450" y="6327775"/>
          <p14:tracePt t="139113" x="6759575" y="6327775"/>
          <p14:tracePt t="139137" x="6743700" y="6327775"/>
          <p14:tracePt t="139209" x="6734175" y="6343650"/>
          <p14:tracePt t="139234" x="6718300" y="6343650"/>
          <p14:tracePt t="139242" x="6718300" y="6351588"/>
          <p14:tracePt t="139250" x="6700838" y="6351588"/>
          <p14:tracePt t="139258" x="6692900" y="6351588"/>
          <p14:tracePt t="139266" x="6692900" y="6369050"/>
          <p14:tracePt t="139274" x="6659563" y="6369050"/>
          <p14:tracePt t="139282" x="6635750" y="6384925"/>
          <p14:tracePt t="139290" x="6592888" y="6392863"/>
          <p14:tracePt t="139298" x="6551613" y="6410325"/>
          <p14:tracePt t="139306" x="6494463" y="6426200"/>
          <p14:tracePt t="139314" x="6435725" y="6426200"/>
          <p14:tracePt t="139323" x="6394450" y="6435725"/>
          <p14:tracePt t="139330" x="6337300" y="6451600"/>
          <p14:tracePt t="139339" x="6286500" y="6467475"/>
          <p14:tracePt t="139347" x="6245225" y="6467475"/>
          <p14:tracePt t="139355" x="6211888" y="6484938"/>
          <p14:tracePt t="139363" x="6170613" y="6484938"/>
          <p14:tracePt t="139371" x="6162675" y="6484938"/>
          <p14:tracePt t="139379" x="6129338" y="6484938"/>
          <p14:tracePt t="139388" x="6121400" y="6484938"/>
          <p14:tracePt t="139395" x="6088063" y="6484938"/>
          <p14:tracePt t="139405" x="6062663" y="6484938"/>
          <p14:tracePt t="139411" x="6046788" y="6484938"/>
          <p14:tracePt t="139421" x="6029325" y="6484938"/>
          <p14:tracePt t="139428" x="6021388" y="6484938"/>
          <p14:tracePt t="139438" x="6005513" y="6484938"/>
          <p14:tracePt t="139444" x="5988050" y="6484938"/>
          <p14:tracePt t="139460" x="5980113" y="6484938"/>
          <p14:tracePt t="139613" x="5980113" y="6492875"/>
          <p14:tracePt t="139637" x="5980113" y="6510338"/>
          <p14:tracePt t="139645" x="5962650" y="6510338"/>
          <p14:tracePt t="139661" x="5938838" y="6526213"/>
          <p14:tracePt t="139672" x="5905500" y="6526213"/>
          <p14:tracePt t="139678" x="5864225" y="6534150"/>
          <p14:tracePt t="139687" x="5805488" y="6534150"/>
          <p14:tracePt t="139694" x="5738813" y="6551613"/>
          <p14:tracePt t="139702" x="5656263" y="6567488"/>
          <p14:tracePt t="139710" x="5573713" y="6567488"/>
          <p14:tracePt t="139718" x="5491163" y="6567488"/>
          <p14:tracePt t="139726" x="5448300" y="6567488"/>
          <p14:tracePt t="139734" x="5349875" y="6567488"/>
          <p14:tracePt t="139742" x="5249863" y="6567488"/>
          <p14:tracePt t="139750" x="5183188" y="6567488"/>
          <p14:tracePt t="139758" x="5126038" y="6567488"/>
          <p14:tracePt t="139767" x="5067300" y="6567488"/>
          <p14:tracePt t="139775" x="5026025" y="6567488"/>
          <p14:tracePt t="139783" x="5000625" y="6567488"/>
          <p14:tracePt t="139791" x="4959350" y="6567488"/>
          <p14:tracePt t="139799" x="4943475" y="6567488"/>
          <p14:tracePt t="139807" x="4926013" y="6567488"/>
          <p14:tracePt t="139815" x="4902200" y="6567488"/>
          <p14:tracePt t="139823" x="4884738" y="6567488"/>
          <p14:tracePt t="139839" x="4860925" y="6567488"/>
          <p14:tracePt t="139847" x="4843463" y="6567488"/>
          <p14:tracePt t="139855" x="4835525" y="6567488"/>
          <p14:tracePt t="139864" x="4818063" y="6567488"/>
          <p14:tracePt t="139872" x="4802188" y="6567488"/>
          <p14:tracePt t="139880" x="4776788" y="6567488"/>
          <p14:tracePt t="139888" x="4760913" y="6567488"/>
          <p14:tracePt t="139896" x="4735513" y="6567488"/>
          <p14:tracePt t="139905" x="4702175" y="6551613"/>
          <p14:tracePt t="139912" x="4694238" y="6534150"/>
          <p14:tracePt t="139921" x="4678363" y="6526213"/>
          <p14:tracePt t="139928" x="4652963" y="6526213"/>
          <p14:tracePt t="139938" x="4652963" y="6510338"/>
          <p14:tracePt t="139944" x="4619625" y="6484938"/>
          <p14:tracePt t="139954" x="4619625" y="6467475"/>
          <p14:tracePt t="139960" x="4611688" y="6467475"/>
          <p14:tracePt t="139968" x="4594225" y="6435725"/>
          <p14:tracePt t="139976" x="4594225" y="6426200"/>
          <p14:tracePt t="139985" x="4578350" y="6410325"/>
          <p14:tracePt t="139993" x="4578350" y="6392863"/>
          <p14:tracePt t="140001" x="4578350" y="6384925"/>
          <p14:tracePt t="140009" x="4570413" y="6369050"/>
          <p14:tracePt t="140017" x="4570413" y="6351588"/>
          <p14:tracePt t="140033" x="4570413" y="6343650"/>
          <p14:tracePt t="140049" x="4570413" y="6327775"/>
          <p14:tracePt t="140065" x="4570413" y="6310313"/>
          <p14:tracePt t="140073" x="4578350" y="6310313"/>
          <p14:tracePt t="140089" x="4578350" y="6302375"/>
          <p14:tracePt t="140097" x="4594225" y="6302375"/>
          <p14:tracePt t="140106" x="4611688" y="6302375"/>
          <p14:tracePt t="140114" x="4619625" y="6302375"/>
          <p14:tracePt t="140122" x="4635500" y="6286500"/>
          <p14:tracePt t="140130" x="4678363" y="6269038"/>
          <p14:tracePt t="140138" x="4719638" y="6269038"/>
          <p14:tracePt t="140146" x="4776788" y="6269038"/>
          <p14:tracePt t="140154" x="4818063" y="6269038"/>
          <p14:tracePt t="140162" x="4884738" y="6269038"/>
          <p14:tracePt t="140171" x="4959350" y="6269038"/>
          <p14:tracePt t="140178" x="5026025" y="6269038"/>
          <p14:tracePt t="140188" x="5108575" y="6269038"/>
          <p14:tracePt t="140194" x="5183188" y="6269038"/>
          <p14:tracePt t="140204" x="5249863" y="6269038"/>
          <p14:tracePt t="140211" x="5407025" y="6269038"/>
          <p14:tracePt t="140219" x="5473700" y="6269038"/>
          <p14:tracePt t="140227" x="5514975" y="6269038"/>
          <p14:tracePt t="140235" x="5589588" y="6286500"/>
          <p14:tracePt t="140243" x="5656263" y="6302375"/>
          <p14:tracePt t="140251" x="5722938" y="6327775"/>
          <p14:tracePt t="140259" x="5780088" y="6343650"/>
          <p14:tracePt t="140267" x="5854700" y="6369050"/>
          <p14:tracePt t="140275" x="5905500" y="6384925"/>
          <p14:tracePt t="140283" x="5962650" y="6392863"/>
          <p14:tracePt t="140291" x="6021388" y="6426200"/>
          <p14:tracePt t="140299" x="6062663" y="6435725"/>
          <p14:tracePt t="140307" x="6103938" y="6467475"/>
          <p14:tracePt t="140316" x="6162675" y="6484938"/>
          <p14:tracePt t="140324" x="6186488" y="6492875"/>
          <p14:tracePt t="140332" x="6229350" y="6526213"/>
          <p14:tracePt t="140340" x="6270625" y="6534150"/>
          <p14:tracePt t="140348" x="6286500" y="6551613"/>
          <p14:tracePt t="140356" x="6311900" y="6567488"/>
          <p14:tracePt t="140364" x="6327775" y="6575425"/>
          <p14:tracePt t="140380" x="6337300" y="6592888"/>
          <p14:tracePt t="140396" x="6353175" y="6608763"/>
          <p14:tracePt t="140412" x="6353175" y="6618288"/>
          <p14:tracePt t="140428" x="6353175" y="6634163"/>
          <p14:tracePt t="140453" x="6353175" y="6650038"/>
          <p14:tracePt t="140461" x="6353175" y="6659563"/>
          <p14:tracePt t="140469" x="6337300" y="6659563"/>
          <p14:tracePt t="140477" x="6327775" y="6675438"/>
          <p14:tracePt t="140485" x="6311900" y="6675438"/>
          <p14:tracePt t="140493" x="6294438" y="6692900"/>
          <p14:tracePt t="140501" x="6270625" y="6692900"/>
          <p14:tracePt t="140509" x="6253163" y="6700838"/>
          <p14:tracePt t="140517" x="6229350" y="6716713"/>
          <p14:tracePt t="140526" x="6186488" y="6716713"/>
          <p14:tracePt t="140534" x="6162675" y="6734175"/>
          <p14:tracePt t="140542" x="6088063" y="6757988"/>
          <p14:tracePt t="140550" x="6029325" y="6775450"/>
          <p14:tracePt t="140558" x="5962650" y="6791325"/>
          <p14:tracePt t="140566" x="5880100" y="6799263"/>
          <p14:tracePt t="140574" x="5805488" y="6816725"/>
          <p14:tracePt t="140582" x="5715000" y="6832600"/>
          <p14:tracePt t="140590" x="5614988" y="6842125"/>
          <p14:tracePt t="140889" x="4486275" y="6842125"/>
          <p14:tracePt t="140897" x="4470400" y="6832600"/>
          <p14:tracePt t="140905" x="4470400" y="6816725"/>
          <p14:tracePt t="140913" x="4454525" y="6816725"/>
          <p14:tracePt t="140921" x="4454525" y="6799263"/>
          <p14:tracePt t="140929" x="4437063" y="6791325"/>
          <p14:tracePt t="140945" x="4437063" y="6775450"/>
          <p14:tracePt t="140955" x="4437063" y="6757988"/>
          <p14:tracePt t="140961" x="4437063" y="6750050"/>
          <p14:tracePt t="140971" x="4437063" y="6734175"/>
          <p14:tracePt t="140978" x="4437063" y="6716713"/>
          <p14:tracePt t="140988" x="4437063" y="6700838"/>
          <p14:tracePt t="141002" x="4437063" y="6692900"/>
          <p14:tracePt t="141018" x="4454525" y="6675438"/>
          <p14:tracePt t="141042" x="4470400" y="6659563"/>
          <p14:tracePt t="141058" x="4486275" y="6650038"/>
          <p14:tracePt t="141066" x="4495800" y="6650038"/>
          <p14:tracePt t="141074" x="4511675" y="6634163"/>
          <p14:tracePt t="141082" x="4537075" y="6618288"/>
          <p14:tracePt t="141091" x="4552950" y="6608763"/>
          <p14:tracePt t="141099" x="4578350" y="6575425"/>
          <p14:tracePt t="141107" x="4594225" y="6567488"/>
          <p14:tracePt t="141115" x="4635500" y="6551613"/>
          <p14:tracePt t="141123" x="4702175" y="6526213"/>
          <p14:tracePt t="141131" x="4760913" y="6484938"/>
          <p14:tracePt t="141139" x="4835525" y="6467475"/>
          <p14:tracePt t="141147" x="4926013" y="6426200"/>
          <p14:tracePt t="141155" x="5000625" y="6392863"/>
          <p14:tracePt t="141163" x="5059363" y="6369050"/>
          <p14:tracePt t="141171" x="5126038" y="6351588"/>
          <p14:tracePt t="141179" x="5192713" y="6327775"/>
          <p14:tracePt t="141188" x="5275263" y="6302375"/>
          <p14:tracePt t="141195" x="5324475" y="6286500"/>
          <p14:tracePt t="141204" x="5373688" y="6286500"/>
          <p14:tracePt t="141211" x="5432425" y="6269038"/>
          <p14:tracePt t="141221" x="5491163" y="6261100"/>
          <p14:tracePt t="141228" x="5514975" y="6243638"/>
          <p14:tracePt t="141237" x="5573713" y="6243638"/>
          <p14:tracePt t="141244" x="5630863" y="6243638"/>
          <p14:tracePt t="141252" x="5681663" y="6227763"/>
          <p14:tracePt t="141260" x="5722938" y="6227763"/>
          <p14:tracePt t="141268" x="5780088" y="6227763"/>
          <p14:tracePt t="141276" x="5822950" y="6227763"/>
          <p14:tracePt t="141284" x="5880100" y="6227763"/>
          <p14:tracePt t="141293" x="5905500" y="6227763"/>
          <p14:tracePt t="141301" x="5946775" y="6227763"/>
          <p14:tracePt t="141309" x="5980113" y="6227763"/>
          <p14:tracePt t="141316" x="6005513" y="6227763"/>
          <p14:tracePt t="141325" x="6046788" y="6227763"/>
          <p14:tracePt t="141333" x="6062663" y="6227763"/>
          <p14:tracePt t="141341" x="6103938" y="6243638"/>
          <p14:tracePt t="141349" x="6121400" y="6261100"/>
          <p14:tracePt t="141357" x="6162675" y="6269038"/>
          <p14:tracePt t="141365" x="6170613" y="6269038"/>
          <p14:tracePt t="141373" x="6203950" y="6286500"/>
          <p14:tracePt t="141381" x="6229350" y="6302375"/>
          <p14:tracePt t="141389" x="6245225" y="6310313"/>
          <p14:tracePt t="141397" x="6253163" y="6327775"/>
          <p14:tracePt t="141405" x="6270625" y="6343650"/>
          <p14:tracePt t="141413" x="6286500" y="6343650"/>
          <p14:tracePt t="141422" x="6286500" y="6351588"/>
          <p14:tracePt t="141430" x="6294438" y="6351588"/>
          <p14:tracePt t="141438" x="6294438" y="6369050"/>
          <p14:tracePt t="141454" x="6294438" y="6384925"/>
          <p14:tracePt t="141462" x="6294438" y="6392863"/>
          <p14:tracePt t="141478" x="6294438" y="6410325"/>
          <p14:tracePt t="141488" x="6294438" y="6426200"/>
          <p14:tracePt t="141503" x="6294438" y="6435725"/>
          <p14:tracePt t="141518" x="6270625" y="6451600"/>
          <p14:tracePt t="141526" x="6253163" y="6451600"/>
          <p14:tracePt t="141535" x="6245225" y="6467475"/>
          <p14:tracePt t="141543" x="6229350" y="6467475"/>
          <p14:tracePt t="141551" x="6203950" y="6467475"/>
          <p14:tracePt t="141559" x="6170613" y="6484938"/>
          <p14:tracePt t="141567" x="6145213" y="6484938"/>
          <p14:tracePt t="141575" x="6121400" y="6492875"/>
          <p14:tracePt t="141583" x="6062663" y="6510338"/>
          <p14:tracePt t="141591" x="6021388" y="6510338"/>
          <p14:tracePt t="141599" x="5980113" y="6534150"/>
          <p14:tracePt t="141607" x="5921375" y="6534150"/>
          <p14:tracePt t="141615" x="5864225" y="6551613"/>
          <p14:tracePt t="141623" x="5805488" y="6567488"/>
          <p14:tracePt t="141631" x="5756275" y="6575425"/>
          <p14:tracePt t="141640" x="5715000" y="6592888"/>
          <p14:tracePt t="141648" x="5656263" y="6608763"/>
          <p14:tracePt t="141656" x="5599113" y="6618288"/>
          <p14:tracePt t="141664" x="5556250" y="6634163"/>
          <p14:tracePt t="141672" x="5514975" y="6650038"/>
          <p14:tracePt t="141680" x="5457825" y="6659563"/>
          <p14:tracePt t="141688" x="5416550" y="6659563"/>
          <p14:tracePt t="141696" x="5373688" y="6675438"/>
          <p14:tracePt t="141704" x="5324475" y="6692900"/>
          <p14:tracePt t="141712" x="5275263" y="6692900"/>
          <p14:tracePt t="141722" x="5249863" y="6700838"/>
          <p14:tracePt t="141728" x="5192713" y="6716713"/>
          <p14:tracePt t="141738" x="5149850" y="6716713"/>
          <p14:tracePt t="141745" x="5126038" y="6716713"/>
          <p14:tracePt t="141754" x="5084763" y="6734175"/>
          <p14:tracePt t="141761" x="5041900" y="6750050"/>
          <p14:tracePt t="141771" x="5018088" y="6750050"/>
          <p14:tracePt t="141777" x="4967288" y="6750050"/>
          <p14:tracePt t="141788" x="4943475" y="6757988"/>
          <p14:tracePt t="141793" x="4902200" y="6775450"/>
          <p14:tracePt t="141804" x="4876800" y="6775450"/>
          <p14:tracePt t="141809" x="4835525" y="6775450"/>
          <p14:tracePt t="141821" x="4802188" y="6791325"/>
          <p14:tracePt t="141825" x="4776788" y="6791325"/>
          <p14:tracePt t="141838" x="4735513" y="6791325"/>
          <p14:tracePt t="141841" x="4719638" y="6791325"/>
          <p14:tracePt t="141855" x="4694238" y="6791325"/>
          <p14:tracePt t="141857" x="4652963" y="6791325"/>
          <p14:tracePt t="141871" x="4635500" y="6791325"/>
          <p14:tracePt t="141874" x="4611688" y="6791325"/>
          <p14:tracePt t="141888" x="4594225" y="6791325"/>
          <p14:tracePt t="141890" x="4570413" y="6791325"/>
          <p14:tracePt t="141904" x="4537075" y="6791325"/>
          <p14:tracePt t="141907" x="4529138" y="6775450"/>
          <p14:tracePt t="141921" x="4495800" y="6757988"/>
          <p14:tracePt t="141922" x="4486275" y="6750050"/>
          <p14:tracePt t="141930" x="4470400" y="6734175"/>
          <p14:tracePt t="141939" x="4454525" y="6716713"/>
          <p14:tracePt t="141946" x="4429125" y="6692900"/>
          <p14:tracePt t="141955" x="4411663" y="6675438"/>
          <p14:tracePt t="141962" x="4395788" y="6659563"/>
          <p14:tracePt t="141971" x="4387850" y="6634163"/>
          <p14:tracePt t="141978" x="4387850" y="6618288"/>
          <p14:tracePt t="141988" x="4370388" y="6592888"/>
          <p14:tracePt t="141995" x="4370388" y="6567488"/>
          <p14:tracePt t="142007" x="4354513" y="6534150"/>
          <p14:tracePt t="142012" x="4354513" y="6526213"/>
          <p14:tracePt t="142022" x="4354513" y="6492875"/>
          <p14:tracePt t="142027" x="4354513" y="6484938"/>
          <p14:tracePt t="142038" x="4354513" y="6451600"/>
          <p14:tracePt t="142043" x="4354513" y="6435725"/>
          <p14:tracePt t="142055" x="4354513" y="6426200"/>
          <p14:tracePt t="142059" x="4354513" y="6410325"/>
          <p14:tracePt t="142071" x="4354513" y="6392863"/>
          <p14:tracePt t="142084" x="4370388" y="6384925"/>
          <p14:tracePt t="142100" x="4370388" y="6369050"/>
          <p14:tracePt t="142108" x="4387850" y="6351588"/>
          <p14:tracePt t="142116" x="4411663" y="6343650"/>
          <p14:tracePt t="142124" x="4454525" y="6310313"/>
          <p14:tracePt t="142132" x="4486275" y="6302375"/>
          <p14:tracePt t="142140" x="4537075" y="6269038"/>
          <p14:tracePt t="142148" x="4611688" y="6243638"/>
          <p14:tracePt t="142156" x="4694238" y="6219825"/>
          <p14:tracePt t="142164" x="4760913" y="6186488"/>
          <p14:tracePt t="142172" x="4860925" y="6169025"/>
          <p14:tracePt t="142180" x="4959350" y="6145213"/>
          <p14:tracePt t="142188" x="5041900" y="6127750"/>
          <p14:tracePt t="142196" x="5167313" y="6127750"/>
          <p14:tracePt t="142205" x="5267325" y="6127750"/>
          <p14:tracePt t="142213" x="5324475" y="6127750"/>
          <p14:tracePt t="142221" x="5391150" y="6127750"/>
          <p14:tracePt t="142229" x="5491163" y="6127750"/>
          <p14:tracePt t="142237" x="5556250" y="6127750"/>
          <p14:tracePt t="142245" x="5614988" y="6127750"/>
          <p14:tracePt t="142254" x="5673725" y="6127750"/>
          <p14:tracePt t="142261" x="5715000" y="6127750"/>
          <p14:tracePt t="142270" x="5764213" y="6127750"/>
          <p14:tracePt t="142277" x="5805488" y="6145213"/>
          <p14:tracePt t="142287" x="5864225" y="6161088"/>
          <p14:tracePt t="142294" x="5897563" y="6161088"/>
          <p14:tracePt t="142302" x="5946775" y="6169025"/>
          <p14:tracePt t="142309" x="5988050" y="6186488"/>
          <p14:tracePt t="142318" x="6029325" y="6186488"/>
          <p14:tracePt t="142326" x="6088063" y="6202363"/>
          <p14:tracePt t="142334" x="6145213" y="6227763"/>
          <p14:tracePt t="142342" x="6170613" y="6227763"/>
          <p14:tracePt t="142350" x="6211888" y="6261100"/>
          <p14:tracePt t="142358" x="6245225" y="6261100"/>
          <p14:tracePt t="142366" x="6253163" y="6269038"/>
          <p14:tracePt t="142375" x="6286500" y="6286500"/>
          <p14:tracePt t="142382" x="6294438" y="6286500"/>
          <p14:tracePt t="142398" x="6311900" y="6302375"/>
          <p14:tracePt t="142406" x="6311900" y="6310313"/>
          <p14:tracePt t="142414" x="6327775" y="6310313"/>
          <p14:tracePt t="142430" x="6327775" y="6327775"/>
          <p14:tracePt t="142447" x="6337300" y="6327775"/>
          <p14:tracePt t="142463" x="6337300" y="6343650"/>
          <p14:tracePt t="142487" x="6337300" y="6351588"/>
          <p14:tracePt t="142511" x="6337300" y="6369050"/>
          <p14:tracePt t="142528" x="6337300" y="6384925"/>
          <p14:tracePt t="142537" x="6327775" y="6384925"/>
          <p14:tracePt t="142544" x="6311900" y="6392863"/>
          <p14:tracePt t="142552" x="6286500" y="6392863"/>
          <p14:tracePt t="142560" x="6270625" y="6410325"/>
          <p14:tracePt t="142568" x="6253163" y="6410325"/>
          <p14:tracePt t="142576" x="6229350" y="6426200"/>
          <p14:tracePt t="142584" x="6211888" y="6426200"/>
          <p14:tracePt t="142592" x="6186488" y="6435725"/>
          <p14:tracePt t="142600" x="6170613" y="6435725"/>
          <p14:tracePt t="142608" x="6129338" y="6467475"/>
          <p14:tracePt t="142617" x="6103938" y="6467475"/>
          <p14:tracePt t="142624" x="6070600" y="6484938"/>
          <p14:tracePt t="142632" x="6029325" y="6510338"/>
          <p14:tracePt t="142641" x="6005513" y="6526213"/>
          <p14:tracePt t="142649" x="5946775" y="6534150"/>
          <p14:tracePt t="142657" x="5880100" y="6575425"/>
          <p14:tracePt t="142665" x="5838825" y="6592888"/>
          <p14:tracePt t="142673" x="5780088" y="6608763"/>
          <p14:tracePt t="142681" x="5722938" y="6634163"/>
          <p14:tracePt t="142689" x="5681663" y="6634163"/>
          <p14:tracePt t="142697" x="5630863" y="6650038"/>
          <p14:tracePt t="142705" x="5573713" y="6675438"/>
          <p14:tracePt t="142713" x="5514975" y="6675438"/>
          <p14:tracePt t="142721" x="5457825" y="6692900"/>
          <p14:tracePt t="142729" x="5432425" y="6700838"/>
          <p14:tracePt t="142738" x="5373688" y="6700838"/>
          <p14:tracePt t="142746" x="5349875" y="6716713"/>
          <p14:tracePt t="142755" x="5308600" y="6716713"/>
          <p14:tracePt t="142762" x="5267325" y="6716713"/>
          <p14:tracePt t="142771" x="5233988" y="6716713"/>
          <p14:tracePt t="142778" x="5192713" y="6716713"/>
          <p14:tracePt t="142788" x="5183188" y="6734175"/>
          <p14:tracePt t="142794" x="5141913" y="6734175"/>
          <p14:tracePt t="142805" x="5108575" y="6734175"/>
          <p14:tracePt t="142810" x="5084763" y="6734175"/>
          <p14:tracePt t="142821" x="5041900" y="6734175"/>
          <p14:tracePt t="142826" x="5018088" y="6734175"/>
          <p14:tracePt t="142838" x="4967288" y="6734175"/>
          <p14:tracePt t="142843" x="4943475" y="6734175"/>
          <p14:tracePt t="142854" x="4902200" y="6734175"/>
          <p14:tracePt t="142859" x="4876800" y="6734175"/>
          <p14:tracePt t="142871" x="4843463" y="6734175"/>
          <p14:tracePt t="142874" x="4802188" y="6734175"/>
          <p14:tracePt t="142888" x="4794250" y="6734175"/>
          <p14:tracePt t="142891" x="4760913" y="6734175"/>
          <p14:tracePt t="142904" x="4735513" y="6734175"/>
          <p14:tracePt t="142907" x="4719638" y="6716713"/>
          <p14:tracePt t="142921" x="4702175" y="6700838"/>
          <p14:tracePt t="142924" x="4694238" y="6692900"/>
          <p14:tracePt t="142938" x="4678363" y="6659563"/>
          <p14:tracePt t="142940" x="4660900" y="6659563"/>
          <p14:tracePt t="142954" x="4660900" y="6634163"/>
          <p14:tracePt t="142955" x="4652963" y="6618288"/>
          <p14:tracePt t="142963" x="4652963" y="6592888"/>
          <p14:tracePt t="142980" x="4652963" y="6575425"/>
          <p14:tracePt t="142988" x="4652963" y="6551613"/>
          <p14:tracePt t="142996" x="4652963" y="6534150"/>
          <p14:tracePt t="143005" x="4652963" y="6526213"/>
          <p14:tracePt t="143021" x="4652963" y="6510338"/>
          <p14:tracePt t="143028" x="4652963" y="6492875"/>
          <p14:tracePt t="143038" x="4652963" y="6484938"/>
          <p14:tracePt t="143044" x="4652963" y="6467475"/>
          <p14:tracePt t="143060" x="4652963" y="6451600"/>
          <p14:tracePt t="143077" x="4652963" y="6435725"/>
          <p14:tracePt t="143093" x="4660900" y="6426200"/>
          <p14:tracePt t="143109" x="4678363" y="6426200"/>
          <p14:tracePt t="143125" x="4678363" y="6410325"/>
          <p14:tracePt t="143133" x="4694238" y="6410325"/>
          <p14:tracePt t="143141" x="4702175" y="6410325"/>
          <p14:tracePt t="143157" x="4719638" y="6392863"/>
          <p14:tracePt t="143165" x="4735513" y="6392863"/>
          <p14:tracePt t="143174" x="4752975" y="6392863"/>
          <p14:tracePt t="143181" x="4794250" y="6384925"/>
          <p14:tracePt t="143189" x="4843463" y="6351588"/>
          <p14:tracePt t="143197" x="4884738" y="6343650"/>
          <p14:tracePt t="143206" x="4967288" y="6310313"/>
          <p14:tracePt t="143214" x="5059363" y="6269038"/>
          <p14:tracePt t="143222" x="5141913" y="6227763"/>
          <p14:tracePt t="143230" x="5183188" y="6227763"/>
          <p14:tracePt t="143238" x="5267325" y="6186488"/>
          <p14:tracePt t="143246" x="5365750" y="6169025"/>
          <p14:tracePt t="143255" x="5407025" y="6145213"/>
          <p14:tracePt t="143262" x="5491163" y="6145213"/>
          <p14:tracePt t="143271" x="5532438" y="6145213"/>
          <p14:tracePt t="143278" x="5589588" y="6145213"/>
          <p14:tracePt t="143288" x="5640388" y="6145213"/>
          <p14:tracePt t="143294" x="5673725" y="6145213"/>
          <p14:tracePt t="143304" x="5715000" y="6145213"/>
          <p14:tracePt t="143311" x="5756275" y="6145213"/>
          <p14:tracePt t="143319" x="5780088" y="6145213"/>
          <p14:tracePt t="143327" x="5822950" y="6145213"/>
          <p14:tracePt t="143335" x="5854700" y="6145213"/>
          <p14:tracePt t="143343" x="5897563" y="6145213"/>
          <p14:tracePt t="143351" x="5921375" y="6161088"/>
          <p14:tracePt t="143359" x="5938838" y="6169025"/>
          <p14:tracePt t="143367" x="5946775" y="6186488"/>
          <p14:tracePt t="143375" x="5980113" y="6202363"/>
          <p14:tracePt t="143383" x="5980113" y="6219825"/>
          <p14:tracePt t="143391" x="5988050" y="6227763"/>
          <p14:tracePt t="143400" x="6005513" y="6243638"/>
          <p14:tracePt t="143408" x="6021388" y="6261100"/>
          <p14:tracePt t="143424" x="6029325" y="6269038"/>
          <p14:tracePt t="143432" x="6046788" y="6286500"/>
          <p14:tracePt t="143440" x="6046788" y="6302375"/>
          <p14:tracePt t="143448" x="6062663" y="6310313"/>
          <p14:tracePt t="143456" x="6070600" y="6310313"/>
          <p14:tracePt t="143464" x="6070600" y="6327775"/>
          <p14:tracePt t="143480" x="6088063" y="6343650"/>
          <p14:tracePt t="143496" x="6088063" y="6351588"/>
          <p14:tracePt t="143504" x="6088063" y="6369050"/>
          <p14:tracePt t="143528" x="6088063" y="6384925"/>
          <p14:tracePt t="143544" x="6088063" y="6392863"/>
          <p14:tracePt t="143554" x="6088063" y="6410325"/>
          <p14:tracePt t="143570" x="6088063" y="6426200"/>
          <p14:tracePt t="143577" x="6088063" y="6435725"/>
          <p14:tracePt t="143593" x="6088063" y="6451600"/>
          <p14:tracePt t="143601" x="6070600" y="6467475"/>
          <p14:tracePt t="143609" x="6062663" y="6467475"/>
          <p14:tracePt t="143626" x="6046788" y="6484938"/>
          <p14:tracePt t="143633" x="6029325" y="6484938"/>
          <p14:tracePt t="143649" x="6021388" y="6492875"/>
          <p14:tracePt t="143682" x="6005513" y="6492875"/>
          <p14:tracePt t="144070" x="6021388" y="6492875"/>
          <p14:tracePt t="144078" x="6088063" y="6492875"/>
          <p14:tracePt t="144088" x="6162675" y="6492875"/>
          <p14:tracePt t="144093" x="6253163" y="6492875"/>
          <p14:tracePt t="144102" x="6327775" y="6492875"/>
          <p14:tracePt t="144122" x="6551613" y="6492875"/>
          <p14:tracePt t="144126" x="6700838" y="6492875"/>
          <p14:tracePt t="144138" x="6826250" y="6492875"/>
          <p14:tracePt t="144142" x="6900863" y="6492875"/>
          <p14:tracePt t="144154" x="6999288" y="6492875"/>
          <p14:tracePt t="144158" x="7091363" y="6492875"/>
          <p14:tracePt t="144171" x="7165975" y="6492875"/>
          <p14:tracePt t="144174" x="7224713" y="6492875"/>
          <p14:tracePt t="144188" x="7273925" y="6510338"/>
          <p14:tracePt t="144191" x="7307263" y="6510338"/>
          <p14:tracePt t="144204" x="7331075" y="6510338"/>
          <p14:tracePt t="144207" x="7348538" y="6510338"/>
          <p14:tracePt t="144221" x="7348538" y="6526213"/>
          <p14:tracePt t="144224" x="7356475" y="6526213"/>
          <p14:tracePt t="144255" x="7373938" y="6526213"/>
          <p14:tracePt t="144344" x="7373938" y="6510338"/>
          <p14:tracePt t="144352" x="7373938" y="6492875"/>
          <p14:tracePt t="144360" x="7356475" y="6484938"/>
          <p14:tracePt t="144368" x="7315200" y="6435725"/>
          <p14:tracePt t="144376" x="7273925" y="6392863"/>
          <p14:tracePt t="144384" x="7232650" y="6351588"/>
          <p14:tracePt t="144393" x="7165975" y="6286500"/>
          <p14:tracePt t="144400" x="7107238" y="6219825"/>
          <p14:tracePt t="144408" x="7065963" y="6169025"/>
          <p14:tracePt t="144417" x="6999288" y="6103938"/>
          <p14:tracePt t="144425" x="6942138" y="6045200"/>
          <p14:tracePt t="144433" x="6900863" y="5995988"/>
          <p14:tracePt t="144441" x="6842125" y="5921375"/>
          <p14:tracePt t="144449" x="6818313" y="5854700"/>
          <p14:tracePt t="144457" x="6775450" y="5795963"/>
          <p14:tracePt t="144465" x="6759575" y="5730875"/>
          <p14:tracePt t="144473" x="6718300" y="5630863"/>
          <p14:tracePt t="144481" x="6692900" y="5556250"/>
          <p14:tracePt t="144489" x="6677025" y="5514975"/>
          <p14:tracePt t="144497" x="6651625" y="5448300"/>
          <p14:tracePt t="144505" x="6618288" y="5389563"/>
          <p14:tracePt t="144513" x="6602413" y="5365750"/>
          <p14:tracePt t="144522" x="6592888" y="5307013"/>
          <p14:tracePt t="144529" x="6592888" y="5265738"/>
          <p14:tracePt t="144538" x="6577013" y="5249863"/>
          <p14:tracePt t="144546" x="6577013" y="5224463"/>
          <p14:tracePt t="144555" x="6561138" y="5207000"/>
          <p14:tracePt t="144562" x="6561138" y="5199063"/>
          <p14:tracePt t="144571" x="6561138" y="5183188"/>
          <p14:tracePt t="144578" x="6561138" y="5165725"/>
          <p14:tracePt t="144588" x="6561138" y="5141913"/>
          <p14:tracePt t="144602" x="6561138" y="5124450"/>
          <p14:tracePt t="144610" x="6561138" y="5100638"/>
          <p14:tracePt t="144618" x="6561138" y="5083175"/>
          <p14:tracePt t="144626" x="6561138" y="5067300"/>
          <p14:tracePt t="144635" x="6561138" y="5041900"/>
          <p14:tracePt t="144643" x="6551613" y="5000625"/>
          <p14:tracePt t="144651" x="6535738" y="4975225"/>
          <p14:tracePt t="144659" x="6535738" y="4933950"/>
          <p14:tracePt t="144667" x="6510338" y="4859338"/>
          <p14:tracePt t="144675" x="6477000" y="4802188"/>
          <p14:tracePt t="144683" x="6435725" y="4710113"/>
          <p14:tracePt t="144691" x="6327775" y="4511675"/>
          <p14:tracePt t="144699" x="6170613" y="4303713"/>
          <p14:tracePt t="144707" x="5838825" y="3740150"/>
          <p14:tracePt t="144715" x="5640388" y="3433763"/>
          <p14:tracePt t="144723" x="5291138" y="2976563"/>
          <p14:tracePt t="144731" x="4967288" y="2554288"/>
          <p14:tracePt t="144739" x="4835525" y="2371725"/>
          <p14:tracePt t="144747" x="4537075" y="2081213"/>
          <p14:tracePt t="144756" x="4470400" y="1998663"/>
          <p14:tracePt t="144764" x="4305300" y="1800225"/>
          <p14:tracePt t="144772" x="4205288" y="1716088"/>
          <p14:tracePt t="144780" x="4122738" y="1617663"/>
          <p14:tracePt t="144788" x="4079875" y="1592263"/>
          <p14:tracePt t="144796" x="4038600" y="1566863"/>
          <p14:tracePt t="144804" x="4022725" y="1566863"/>
          <p14:tracePt t="144812" x="4005263" y="1566863"/>
          <p14:tracePt t="144828" x="3997325" y="1566863"/>
          <p14:tracePt t="144838" x="3981450" y="1566863"/>
          <p14:tracePt t="144861" x="3981450" y="1576388"/>
          <p14:tracePt t="144869" x="3963988" y="1592263"/>
          <p14:tracePt t="144877" x="3963988" y="1633538"/>
          <p14:tracePt t="144885" x="3956050" y="1692275"/>
          <p14:tracePt t="144893" x="3940175" y="1757363"/>
          <p14:tracePt t="144901" x="3922713" y="1800225"/>
          <p14:tracePt t="144909" x="3922713" y="1874838"/>
          <p14:tracePt t="144917" x="3922713" y="1924050"/>
          <p14:tracePt t="144925" x="3922713" y="1998663"/>
          <p14:tracePt t="144933" x="3922713" y="2055813"/>
          <p14:tracePt t="144941" x="3922713" y="2098675"/>
          <p14:tracePt t="144949" x="3922713" y="2147888"/>
          <p14:tracePt t="144957" x="3922713" y="2181225"/>
          <p14:tracePt t="144965" x="3922713" y="2206625"/>
          <p14:tracePt t="144974" x="3922713" y="2230438"/>
          <p14:tracePt t="144982" x="3922713" y="2247900"/>
          <p14:tracePt t="144989" x="3922713" y="2281238"/>
          <p14:tracePt t="145002" x="3922713" y="2305050"/>
          <p14:tracePt t="145006" x="3922713" y="2330450"/>
          <p14:tracePt t="145014" x="3922713" y="2363788"/>
          <p14:tracePt t="145022" x="3922713" y="2387600"/>
          <p14:tracePt t="145030" x="3922713" y="2430463"/>
          <p14:tracePt t="145038" x="3906838" y="2471738"/>
          <p14:tracePt t="145046" x="3906838" y="2495550"/>
          <p14:tracePt t="145055" x="3898900" y="2546350"/>
          <p14:tracePt t="145062" x="3898900" y="2570163"/>
          <p14:tracePt t="145071" x="3898900" y="2595563"/>
          <p14:tracePt t="145078" x="3881438" y="2611438"/>
          <p14:tracePt t="145088" x="3881438" y="2636838"/>
          <p14:tracePt t="145095" x="3881438" y="2670175"/>
          <p14:tracePt t="145105" x="3865563" y="2678113"/>
          <p14:tracePt t="145111" x="3856038" y="2695575"/>
          <p14:tracePt t="145122" x="3856038" y="2711450"/>
          <p14:tracePt t="145127" x="3840163" y="2736850"/>
          <p14:tracePt t="145143" x="3822700" y="2752725"/>
          <p14:tracePt t="145167" x="3814763" y="2760663"/>
          <p14:tracePt t="145184" x="3798888" y="2760663"/>
          <p14:tracePt t="149177" x="3798888" y="2719388"/>
          <p14:tracePt t="149185" x="3814763" y="2670175"/>
          <p14:tracePt t="149193" x="3856038" y="2611438"/>
          <p14:tracePt t="149201" x="3906838" y="2528888"/>
          <p14:tracePt t="149209" x="3981450" y="2454275"/>
          <p14:tracePt t="149218" x="4005263" y="2413000"/>
          <p14:tracePt t="149226" x="4079875" y="2346325"/>
          <p14:tracePt t="149234" x="4146550" y="2305050"/>
          <p14:tracePt t="149242" x="4187825" y="2263775"/>
          <p14:tracePt t="149250" x="4229100" y="2222500"/>
          <p14:tracePt t="149258" x="4271963" y="2181225"/>
          <p14:tracePt t="149266" x="4287838" y="2163763"/>
          <p14:tracePt t="149274" x="4305300" y="2147888"/>
          <p14:tracePt t="149282" x="4313238" y="2139950"/>
          <p14:tracePt t="149290" x="4313238" y="2122488"/>
          <p14:tracePt t="149298" x="4329113" y="2122488"/>
          <p14:tracePt t="149314" x="4329113" y="2106613"/>
          <p14:tracePt t="149557" x="4329113" y="2098675"/>
          <p14:tracePt t="149564" x="4346575" y="2098675"/>
          <p14:tracePt t="149573" x="4354513" y="2081213"/>
          <p14:tracePt t="149581" x="4354513" y="2065338"/>
          <p14:tracePt t="149589" x="4370388" y="2055813"/>
          <p14:tracePt t="149597" x="4387850" y="2039938"/>
          <p14:tracePt t="149605" x="4395788" y="2024063"/>
          <p14:tracePt t="149613" x="4411663" y="2014538"/>
          <p14:tracePt t="149622" x="4437063" y="1981200"/>
          <p14:tracePt t="149629" x="4486275" y="1957388"/>
          <p14:tracePt t="149638" x="4552950" y="1882775"/>
          <p14:tracePt t="149645" x="4611688" y="1841500"/>
          <p14:tracePt t="149655" x="4660900" y="1816100"/>
          <p14:tracePt t="149661" x="4735513" y="1774825"/>
          <p14:tracePt t="149671" x="4818063" y="1733550"/>
          <p14:tracePt t="149677" x="4918075" y="1692275"/>
          <p14:tracePt t="149687" x="4943475" y="1674813"/>
          <p14:tracePt t="149694" x="5026025" y="1633538"/>
          <p14:tracePt t="149702" x="5100638" y="1617663"/>
          <p14:tracePt t="149710" x="5149850" y="1576388"/>
          <p14:tracePt t="149718" x="5192713" y="1566863"/>
          <p14:tracePt t="149726" x="5233988" y="1550988"/>
          <p14:tracePt t="149734" x="5275263" y="1533525"/>
          <p14:tracePt t="149742" x="5291138" y="1525588"/>
          <p14:tracePt t="149750" x="5308600" y="1525588"/>
          <p14:tracePt t="149758" x="5324475" y="1509713"/>
          <p14:tracePt t="149782" x="5332413" y="1509713"/>
          <p14:tracePt t="149879" x="5332413" y="1492250"/>
          <p14:tracePt t="149888" x="5324475" y="1492250"/>
          <p14:tracePt t="149895" x="5308600" y="1492250"/>
          <p14:tracePt t="149905" x="5275263" y="1484313"/>
          <p14:tracePt t="149912" x="5267325" y="1484313"/>
          <p14:tracePt t="149921" x="5192713" y="1468438"/>
          <p14:tracePt t="149928" x="5141913" y="1450975"/>
          <p14:tracePt t="149937" x="5067300" y="1450975"/>
          <p14:tracePt t="149944" x="4984750" y="1450975"/>
          <p14:tracePt t="149952" x="4902200" y="1450975"/>
          <p14:tracePt t="149960" x="4843463" y="1450975"/>
          <p14:tracePt t="149968" x="4776788" y="1435100"/>
          <p14:tracePt t="149976" x="4694238" y="1435100"/>
          <p14:tracePt t="149984" x="4619625" y="1435100"/>
          <p14:tracePt t="149993" x="4570413" y="1435100"/>
          <p14:tracePt t="150001" x="4537075" y="1435100"/>
          <p14:tracePt t="150009" x="4511675" y="1425575"/>
          <p14:tracePt t="150017" x="4495800" y="1425575"/>
          <p14:tracePt t="150025" x="4486275" y="1425575"/>
          <p14:tracePt t="150033" x="4470400" y="1425575"/>
          <p14:tracePt t="150219" x="4495800" y="1425575"/>
          <p14:tracePt t="150226" x="4511675" y="1425575"/>
          <p14:tracePt t="150235" x="4537075" y="1425575"/>
          <p14:tracePt t="150243" x="4611688" y="1409700"/>
          <p14:tracePt t="150251" x="4652963" y="1393825"/>
          <p14:tracePt t="150259" x="4735513" y="1350963"/>
          <p14:tracePt t="150267" x="4818063" y="1309688"/>
          <p14:tracePt t="150275" x="4918075" y="1285875"/>
          <p14:tracePt t="150283" x="4984750" y="1260475"/>
          <p14:tracePt t="150291" x="5084763" y="1219200"/>
          <p14:tracePt t="150299" x="5108575" y="1201738"/>
          <p14:tracePt t="150307" x="5183188" y="1169988"/>
          <p14:tracePt t="150315" x="5267325" y="1144588"/>
          <p14:tracePt t="150323" x="5332413" y="1127125"/>
          <p14:tracePt t="150331" x="5391150" y="1103313"/>
          <p14:tracePt t="150340" x="5416550" y="1103313"/>
          <p14:tracePt t="150348" x="5473700" y="1085850"/>
          <p14:tracePt t="150355" x="5499100" y="1085850"/>
          <p14:tracePt t="150364" x="5532438" y="1077913"/>
          <p14:tracePt t="150372" x="5540375" y="1077913"/>
          <p14:tracePt t="150380" x="5573713" y="1062038"/>
          <p14:tracePt t="150388" x="5589588" y="1062038"/>
          <p14:tracePt t="150396" x="5599113" y="1062038"/>
          <p14:tracePt t="150404" x="5614988" y="1062038"/>
          <p14:tracePt t="150412" x="5630863" y="1062038"/>
          <p14:tracePt t="150422" x="5640388" y="1062038"/>
          <p14:tracePt t="150428" x="5656263" y="1062038"/>
          <p14:tracePt t="150438" x="5673725" y="1062038"/>
          <p14:tracePt t="150445" x="5681663" y="1062038"/>
          <p14:tracePt t="150455" x="5681663" y="1044575"/>
          <p14:tracePt t="150469" x="5697538" y="1044575"/>
          <p14:tracePt t="150655" x="5681663" y="1062038"/>
          <p14:tracePt t="150662" x="5673725" y="1062038"/>
          <p14:tracePt t="150679" x="5656263" y="1077913"/>
          <p14:tracePt t="150688" x="5640388" y="1077913"/>
          <p14:tracePt t="150695" x="5630863" y="1085850"/>
          <p14:tracePt t="150705" x="5599113" y="1103313"/>
          <p14:tracePt t="150720" x="5589588" y="1103313"/>
          <p14:tracePt t="150727" x="5589588" y="1119188"/>
          <p14:tracePt t="150735" x="5573713" y="1127125"/>
          <p14:tracePt t="150751" x="5556250" y="1127125"/>
          <p14:tracePt t="150775" x="5556250" y="1144588"/>
          <p14:tracePt t="150994" x="5573713" y="1144588"/>
          <p14:tracePt t="151010" x="5599113" y="1144588"/>
          <p14:tracePt t="151017" x="5640388" y="1144588"/>
          <p14:tracePt t="151026" x="5715000" y="1144588"/>
          <p14:tracePt t="151034" x="5805488" y="1144588"/>
          <p14:tracePt t="151042" x="5905500" y="1144588"/>
          <p14:tracePt t="151050" x="6029325" y="1144588"/>
          <p14:tracePt t="151058" x="6186488" y="1144588"/>
          <p14:tracePt t="151066" x="6294438" y="1144588"/>
          <p14:tracePt t="151074" x="6453188" y="1144588"/>
          <p14:tracePt t="151082" x="6577013" y="1144588"/>
          <p14:tracePt t="151090" x="6700838" y="1144588"/>
          <p14:tracePt t="151098" x="6818313" y="1144588"/>
          <p14:tracePt t="151107" x="6916738" y="1144588"/>
          <p14:tracePt t="151115" x="7042150" y="1144588"/>
          <p14:tracePt t="151122" x="7132638" y="1144588"/>
          <p14:tracePt t="151131" x="7232650" y="1144588"/>
          <p14:tracePt t="151139" x="7331075" y="1144588"/>
          <p14:tracePt t="151147" x="7439025" y="1160463"/>
          <p14:tracePt t="151155" x="7489825" y="1160463"/>
          <p14:tracePt t="151163" x="7580313" y="1169988"/>
          <p14:tracePt t="151171" x="7680325" y="1185863"/>
          <p14:tracePt t="151179" x="7754938" y="1201738"/>
          <p14:tracePt t="151188" x="7821613" y="1219200"/>
          <p14:tracePt t="151195" x="7886700" y="1227138"/>
          <p14:tracePt t="151205" x="7970838" y="1227138"/>
          <p14:tracePt t="151211" x="8086725" y="1227138"/>
          <p14:tracePt t="151222" x="8169275" y="1227138"/>
          <p14:tracePt t="151228" x="8210550" y="1227138"/>
          <p14:tracePt t="151238" x="8293100" y="1244600"/>
          <p14:tracePt t="151244" x="8369300" y="1244600"/>
          <p14:tracePt t="151255" x="8434388" y="1260475"/>
          <p14:tracePt t="151260" x="8501063" y="1268413"/>
          <p14:tracePt t="151271" x="8575675" y="1285875"/>
          <p14:tracePt t="151276" x="8658225" y="1285875"/>
          <p14:tracePt t="151288" x="8724900" y="1301750"/>
          <p14:tracePt t="151292" x="8783638" y="1309688"/>
          <p14:tracePt t="151304" x="8858250" y="1309688"/>
          <p14:tracePt t="151308" x="8907463" y="1327150"/>
          <p14:tracePt t="151321" x="8948738" y="1343025"/>
          <p14:tracePt t="151324" x="9007475" y="1343025"/>
          <p14:tracePt t="151337" x="9064625" y="1343025"/>
          <p14:tracePt t="151340" x="9105900" y="1350963"/>
          <p14:tracePt t="151354" x="9131300" y="1350963"/>
          <p14:tracePt t="151357" x="9172575" y="1368425"/>
          <p14:tracePt t="151371" x="9190038" y="1368425"/>
          <p14:tracePt t="151373" x="9213850" y="1368425"/>
          <p14:tracePt t="151388" x="9247188" y="1384300"/>
          <p14:tracePt t="151390" x="9256713" y="1384300"/>
          <p14:tracePt t="151404" x="9288463" y="1384300"/>
          <p14:tracePt t="151405" x="9297988" y="1384300"/>
          <p14:tracePt t="151413" x="9313863" y="1393825"/>
          <p14:tracePt t="151422" x="9331325" y="1393825"/>
          <p14:tracePt t="151429" x="9339263" y="1393825"/>
          <p14:tracePt t="151438" x="9355138" y="1393825"/>
          <p14:tracePt t="151445" x="9372600" y="1393825"/>
          <p14:tracePt t="151461" x="9388475" y="1409700"/>
          <p14:tracePt t="151487" x="9396413" y="1409700"/>
          <p14:tracePt t="151583" x="9396413" y="1425575"/>
          <p14:tracePt t="151591" x="9372600" y="1425575"/>
          <p14:tracePt t="151599" x="9339263" y="1435100"/>
          <p14:tracePt t="151607" x="9331325" y="1435100"/>
          <p14:tracePt t="151615" x="9272588" y="1450975"/>
          <p14:tracePt t="151623" x="9205913" y="1484313"/>
          <p14:tracePt t="151631" x="9131300" y="1492250"/>
          <p14:tracePt t="151639" x="9007475" y="1509713"/>
          <p14:tracePt t="151647" x="8858250" y="1525588"/>
          <p14:tracePt t="151655" x="8675688" y="1525588"/>
          <p14:tracePt t="151663" x="8451850" y="1525588"/>
          <p14:tracePt t="151671" x="8228013" y="1525588"/>
          <p14:tracePt t="151679" x="8004175" y="1525588"/>
          <p14:tracePt t="151688" x="7796213" y="1525588"/>
          <p14:tracePt t="151696" x="7572375" y="1525588"/>
          <p14:tracePt t="151704" x="7497763" y="1525588"/>
          <p14:tracePt t="151712" x="7373938" y="1525588"/>
          <p14:tracePt t="151721" x="7248525" y="1525588"/>
          <p14:tracePt t="151728" x="7173913" y="1533525"/>
          <p14:tracePt t="151737" x="7124700" y="1533525"/>
          <p14:tracePt t="151744" x="7065963" y="1550988"/>
          <p14:tracePt t="151754" x="7050088" y="1566863"/>
          <p14:tracePt t="151760" x="7024688" y="1566863"/>
          <p14:tracePt t="151768" x="7008813" y="1576388"/>
          <p14:tracePt t="151793" x="6999288" y="1592263"/>
          <p14:tracePt t="151906" x="7008813" y="1592263"/>
          <p14:tracePt t="151914" x="7065963" y="1592263"/>
          <p14:tracePt t="151922" x="7165975" y="1592263"/>
          <p14:tracePt t="151930" x="7273925" y="1592263"/>
          <p14:tracePt t="151938" x="7397750" y="1592263"/>
          <p14:tracePt t="151946" x="7556500" y="1592263"/>
          <p14:tracePt t="151955" x="7705725" y="1592263"/>
          <p14:tracePt t="151962" x="7862888" y="1592263"/>
          <p14:tracePt t="151971" x="8045450" y="1592263"/>
          <p14:tracePt t="151978" x="8194675" y="1592263"/>
          <p14:tracePt t="151988" x="8351838" y="1592263"/>
          <p14:tracePt t="151994" x="8534400" y="1592263"/>
          <p14:tracePt t="152004" x="8683625" y="1592263"/>
          <p14:tracePt t="152011" x="8840788" y="1592263"/>
          <p14:tracePt t="152019" x="8990013" y="1592263"/>
          <p14:tracePt t="152027" x="9131300" y="1592263"/>
          <p14:tracePt t="152035" x="9256713" y="1592263"/>
          <p14:tracePt t="152043" x="9388475" y="1608138"/>
          <p14:tracePt t="152051" x="9512300" y="1617663"/>
          <p14:tracePt t="152059" x="9555163" y="1617663"/>
          <p14:tracePt t="152067" x="9653588" y="1617663"/>
          <p14:tracePt t="152075" x="9737725" y="1617663"/>
          <p14:tracePt t="152083" x="9802813" y="1617663"/>
          <p14:tracePt t="152091" x="9869488" y="1617663"/>
          <p14:tracePt t="152099" x="9928225" y="1617663"/>
          <p14:tracePt t="152107" x="9961563" y="1617663"/>
          <p14:tracePt t="152115" x="10002838" y="1617663"/>
          <p14:tracePt t="152124" x="10044113" y="1617663"/>
          <p14:tracePt t="152132" x="10052050" y="1617663"/>
          <p14:tracePt t="152140" x="10085388" y="1617663"/>
          <p14:tracePt t="152148" x="10093325" y="1617663"/>
          <p14:tracePt t="152156" x="10110788" y="1617663"/>
          <p14:tracePt t="152164" x="10126663" y="1617663"/>
          <p14:tracePt t="152172" x="10134600" y="1617663"/>
          <p14:tracePt t="152180" x="10152063" y="1617663"/>
          <p14:tracePt t="152204" x="10167938" y="1617663"/>
          <p14:tracePt t="152293" x="10167938" y="1633538"/>
          <p14:tracePt t="152301" x="10152063" y="1633538"/>
          <p14:tracePt t="152309" x="10134600" y="1651000"/>
          <p14:tracePt t="152317" x="10085388" y="1692275"/>
          <p14:tracePt t="152326" x="10044113" y="1716088"/>
          <p14:tracePt t="152334" x="9969500" y="1749425"/>
          <p14:tracePt t="152342" x="9902825" y="1774825"/>
          <p14:tracePt t="152349" x="9779000" y="1800225"/>
          <p14:tracePt t="152358" x="9653588" y="1857375"/>
          <p14:tracePt t="152366" x="9512300" y="1882775"/>
          <p14:tracePt t="152374" x="9355138" y="1916113"/>
          <p14:tracePt t="152382" x="9164638" y="1957388"/>
          <p14:tracePt t="152390" x="8982075" y="1998663"/>
          <p14:tracePt t="152398" x="8758238" y="2039938"/>
          <p14:tracePt t="152406" x="8575675" y="2098675"/>
          <p14:tracePt t="152414" x="8351838" y="2122488"/>
          <p14:tracePt t="152422" x="8143875" y="2189163"/>
          <p14:tracePt t="152431" x="7920038" y="2247900"/>
          <p14:tracePt t="152438" x="7696200" y="2289175"/>
          <p14:tracePt t="152446" x="7472363" y="2330450"/>
          <p14:tracePt t="152455" x="7248525" y="2371725"/>
          <p14:tracePt t="152462" x="7042150" y="2413000"/>
          <p14:tracePt t="152471" x="6842125" y="2454275"/>
          <p14:tracePt t="152479" x="6659563" y="2495550"/>
          <p14:tracePt t="152488" x="6510338" y="2554288"/>
          <p14:tracePt t="152495" x="6353175" y="2595563"/>
          <p14:tracePt t="152505" x="6245225" y="2636838"/>
          <p14:tracePt t="152511" x="6145213" y="2678113"/>
          <p14:tracePt t="152521" x="6021388" y="2719388"/>
          <p14:tracePt t="152527" x="5897563" y="2778125"/>
          <p14:tracePt t="152537" x="5797550" y="2819400"/>
          <p14:tracePt t="152543" x="5756275" y="2852738"/>
          <p14:tracePt t="152555" x="5656263" y="2894013"/>
          <p14:tracePt t="152559" x="5556250" y="2919413"/>
          <p14:tracePt t="152571" x="5491163" y="2943225"/>
          <p14:tracePt t="152576" x="5407025" y="2976563"/>
          <p14:tracePt t="152588" x="5365750" y="3001963"/>
          <p14:tracePt t="152592" x="5308600" y="3027363"/>
          <p14:tracePt t="152604" x="5249863" y="3043238"/>
          <p14:tracePt t="152608" x="5183188" y="3076575"/>
          <p14:tracePt t="152621" x="5108575" y="3101975"/>
          <p14:tracePt t="152624" x="5026025" y="3117850"/>
          <p14:tracePt t="152637" x="4943475" y="3143250"/>
          <p14:tracePt t="152640" x="4678363" y="3209925"/>
          <p14:tracePt t="152654" x="4454525" y="3225800"/>
          <p14:tracePt t="152657" x="4105275" y="3251200"/>
          <p14:tracePt t="152671" x="3716338" y="3251200"/>
          <p14:tracePt t="152673" x="3533775" y="3251200"/>
          <p14:tracePt t="152688" x="3184525" y="3251200"/>
          <p14:tracePt t="152689" x="3086100" y="3251200"/>
          <p14:tracePt t="152697" x="2860675" y="3251200"/>
          <p14:tracePt t="152705" x="2711450" y="3251200"/>
          <p14:tracePt t="152713" x="2587625" y="3251200"/>
          <p14:tracePt t="152721" x="2513013" y="3251200"/>
          <p14:tracePt t="152729" x="2487613" y="3251200"/>
          <p14:tracePt t="152738" x="2446338" y="3251200"/>
          <p14:tracePt t="152745" x="2430463" y="3251200"/>
          <p14:tracePt t="152923" x="2430463" y="3267075"/>
          <p14:tracePt t="152955" x="2430463" y="3284538"/>
          <p14:tracePt t="152979" x="2430463" y="3292475"/>
          <p14:tracePt t="152988" x="2430463" y="3308350"/>
          <p14:tracePt t="152995" x="2430463" y="3325813"/>
          <p14:tracePt t="153004" x="2430463" y="3341688"/>
          <p14:tracePt t="153012" x="2430463" y="3349625"/>
          <p14:tracePt t="153021" x="2430463" y="3382963"/>
          <p14:tracePt t="153028" x="2430463" y="3408363"/>
          <p14:tracePt t="153037" x="2413000" y="3433763"/>
          <p14:tracePt t="153044" x="2413000" y="3475038"/>
          <p14:tracePt t="153052" x="2413000" y="3490913"/>
          <p14:tracePt t="153060" x="2413000" y="3516313"/>
          <p14:tracePt t="153068" x="2405063" y="3532188"/>
          <p14:tracePt t="153076" x="2405063" y="3549650"/>
          <p14:tracePt t="153084" x="2405063" y="3573463"/>
          <p14:tracePt t="153100" x="2405063" y="3590925"/>
          <p14:tracePt t="153116" x="2405063" y="3606800"/>
          <p14:tracePt t="163733" x="2446338" y="3573463"/>
          <p14:tracePt t="163741" x="2487613" y="3549650"/>
          <p14:tracePt t="163749" x="2513013" y="3516313"/>
          <p14:tracePt t="163757" x="2595563" y="3449638"/>
          <p14:tracePt t="163765" x="2670175" y="3367088"/>
          <p14:tracePt t="163773" x="2695575" y="3349625"/>
          <p14:tracePt t="163781" x="2762250" y="3284538"/>
          <p14:tracePt t="163789" x="2803525" y="3209925"/>
          <p14:tracePt t="163797" x="2860675" y="3159125"/>
          <p14:tracePt t="163805" x="2903538" y="3101975"/>
          <p14:tracePt t="163813" x="2944813" y="3060700"/>
          <p14:tracePt t="163821" x="2978150" y="3001963"/>
          <p14:tracePt t="163830" x="3001963" y="2960688"/>
          <p14:tracePt t="163838" x="3027363" y="2919413"/>
          <p14:tracePt t="163846" x="3068638" y="2860675"/>
          <p14:tracePt t="163854" x="3101975" y="2819400"/>
          <p14:tracePt t="163862" x="3160713" y="2711450"/>
          <p14:tracePt t="163871" x="3201988" y="2654300"/>
          <p14:tracePt t="163878" x="3209925" y="2587625"/>
          <p14:tracePt t="163888" x="3251200" y="2487613"/>
          <p14:tracePt t="163894" x="3284538" y="2387600"/>
          <p14:tracePt t="163905" x="3325813" y="2281238"/>
          <p14:tracePt t="163910" x="3367088" y="2147888"/>
          <p14:tracePt t="163921" x="3392488" y="2024063"/>
          <p14:tracePt t="163926" x="3425825" y="1898650"/>
          <p14:tracePt t="163938" x="3433763" y="1790700"/>
          <p14:tracePt t="163943" x="3449638" y="1633538"/>
          <p14:tracePt t="163955" x="3467100" y="1509713"/>
          <p14:tracePt t="163959" x="3492500" y="1350963"/>
          <p14:tracePt t="163971" x="3508375" y="1201738"/>
          <p14:tracePt t="163975" x="3516313" y="1144588"/>
          <p14:tracePt t="163988" x="3516313" y="1062038"/>
          <p14:tracePt t="163991" x="3516313" y="962025"/>
          <p14:tracePt t="164007" x="3516313" y="895350"/>
          <p14:tracePt t="164011" x="3516313" y="838200"/>
          <p14:tracePt t="164015" x="3516313" y="779463"/>
          <p14:tracePt t="164023" x="3516313" y="738188"/>
          <p14:tracePt t="164031" x="3516313" y="730250"/>
          <p14:tracePt t="164039" x="3508375" y="696913"/>
          <p14:tracePt t="164048" x="3492500" y="688975"/>
          <p14:tracePt t="164056" x="3467100" y="671513"/>
          <p14:tracePt t="164064" x="3449638" y="671513"/>
          <p14:tracePt t="164071" x="3408363" y="655638"/>
          <p14:tracePt t="164080" x="3367088" y="655638"/>
          <p14:tracePt t="164088" x="3333750" y="638175"/>
          <p14:tracePt t="164096" x="3284538" y="638175"/>
          <p14:tracePt t="164105" x="3243263" y="638175"/>
          <p14:tracePt t="164112" x="3225800" y="638175"/>
          <p14:tracePt t="164121" x="3184525" y="638175"/>
          <p14:tracePt t="164128" x="3160713" y="638175"/>
          <p14:tracePt t="164138" x="3127375" y="638175"/>
          <p14:tracePt t="164144" x="3086100" y="638175"/>
          <p14:tracePt t="164154" x="3068638" y="638175"/>
          <p14:tracePt t="164161" x="3027363" y="638175"/>
          <p14:tracePt t="164171" x="3019425" y="638175"/>
          <p14:tracePt t="164177" x="2986088" y="638175"/>
          <p14:tracePt t="164188" x="2944813" y="638175"/>
          <p14:tracePt t="164193" x="2903538" y="638175"/>
          <p14:tracePt t="164205" x="2860675" y="671513"/>
          <p14:tracePt t="164209" x="2836863" y="688975"/>
          <p14:tracePt t="164221" x="2778125" y="712788"/>
          <p14:tracePt t="164225" x="2736850" y="730250"/>
          <p14:tracePt t="164238" x="2679700" y="754063"/>
          <p14:tracePt t="164241" x="2670175" y="771525"/>
          <p14:tracePt t="164254" x="2628900" y="795338"/>
          <p14:tracePt t="164257" x="2595563" y="812800"/>
          <p14:tracePt t="164271" x="2571750" y="838200"/>
          <p14:tracePt t="164274" x="2554288" y="862013"/>
          <p14:tracePt t="164288" x="2528888" y="895350"/>
          <p14:tracePt t="164290" x="2513013" y="920750"/>
          <p14:tracePt t="164304" x="2497138" y="936625"/>
          <p14:tracePt t="164307" x="2487613" y="962025"/>
          <p14:tracePt t="164321" x="2471738" y="977900"/>
          <p14:tracePt t="164323" x="2454275" y="1003300"/>
          <p14:tracePt t="164338" x="2446338" y="1036638"/>
          <p14:tracePt t="164339" x="2430463" y="1044575"/>
          <p14:tracePt t="164346" x="2405063" y="1085850"/>
          <p14:tracePt t="164354" x="2389188" y="1103313"/>
          <p14:tracePt t="164362" x="2371725" y="1144588"/>
          <p14:tracePt t="164371" x="2363788" y="1160463"/>
          <p14:tracePt t="164379" x="2347913" y="1185863"/>
          <p14:tracePt t="164387" x="2347913" y="1201738"/>
          <p14:tracePt t="164395" x="2330450" y="1227138"/>
          <p14:tracePt t="164411" x="2322513" y="1227138"/>
          <p14:tracePt t="164427" x="2322513" y="1244600"/>
          <p14:tracePt t="164475" x="2330450" y="1227138"/>
          <p14:tracePt t="164483" x="2363788" y="1227138"/>
          <p14:tracePt t="164492" x="2446338" y="1219200"/>
          <p14:tracePt t="164499" x="2538413" y="1219200"/>
          <p14:tracePt t="164508" x="2754313" y="1219200"/>
          <p14:tracePt t="164516" x="2878138" y="1219200"/>
          <p14:tracePt t="164524" x="3101975" y="1219200"/>
          <p14:tracePt t="164532" x="3325813" y="1219200"/>
          <p14:tracePt t="164540" x="3575050" y="1219200"/>
          <p14:tracePt t="164548" x="3840163" y="1244600"/>
          <p14:tracePt t="164556" x="4064000" y="1268413"/>
          <p14:tracePt t="164564" x="4271963" y="1301750"/>
          <p14:tracePt t="164572" x="4495800" y="1309688"/>
          <p14:tracePt t="164580" x="4678363" y="1350963"/>
          <p14:tracePt t="164588" x="4735513" y="1368425"/>
          <p14:tracePt t="164597" x="4884738" y="1384300"/>
          <p14:tracePt t="164604" x="4984750" y="1393825"/>
          <p14:tracePt t="164613" x="5084763" y="1409700"/>
          <p14:tracePt t="164621" x="5149850" y="1409700"/>
          <p14:tracePt t="164629" x="5224463" y="1425575"/>
          <p14:tracePt t="164638" x="5267325" y="1425575"/>
          <p14:tracePt t="164645" x="5291138" y="1425575"/>
          <p14:tracePt t="164655" x="5324475" y="1425575"/>
          <p14:tracePt t="164661" x="5349875" y="1425575"/>
          <p14:tracePt t="164677" x="5365750" y="1425575"/>
          <p14:tracePt t="164701" x="5373688" y="1425575"/>
          <p14:tracePt t="164766" x="5365750" y="1425575"/>
          <p14:tracePt t="164774" x="5349875" y="1425575"/>
          <p14:tracePt t="164790" x="5332413" y="1425575"/>
          <p14:tracePt t="164798" x="5308600" y="1425575"/>
          <p14:tracePt t="164806" x="5291138" y="1425575"/>
          <p14:tracePt t="164815" x="5275263" y="1425575"/>
          <p14:tracePt t="164823" x="5267325" y="1425575"/>
          <p14:tracePt t="164831" x="5233988" y="1425575"/>
          <p14:tracePt t="164839" x="5224463" y="1425575"/>
          <p14:tracePt t="164847" x="5192713" y="1425575"/>
          <p14:tracePt t="164855" x="5149850" y="1425575"/>
          <p14:tracePt t="164863" x="5108575" y="1425575"/>
          <p14:tracePt t="164871" x="5059363" y="1425575"/>
          <p14:tracePt t="164879" x="5018088" y="1425575"/>
          <p14:tracePt t="164888" x="4943475" y="1425575"/>
          <p14:tracePt t="164895" x="4884738" y="1425575"/>
          <p14:tracePt t="164905" x="4835525" y="1425575"/>
          <p14:tracePt t="164911" x="4794250" y="1435100"/>
          <p14:tracePt t="164921" x="4735513" y="1435100"/>
          <p14:tracePt t="164927" x="4694238" y="1435100"/>
          <p14:tracePt t="164937" x="4660900" y="1450975"/>
          <p14:tracePt t="164944" x="4619625" y="1450975"/>
          <p14:tracePt t="164952" x="4594225" y="1450975"/>
          <p14:tracePt t="164960" x="4552950" y="1450975"/>
          <p14:tracePt t="164968" x="4529138" y="1450975"/>
          <p14:tracePt t="164976" x="4511675" y="1450975"/>
          <p14:tracePt t="164984" x="4486275" y="1450975"/>
          <p14:tracePt t="164992" x="4470400" y="1450975"/>
          <p14:tracePt t="165001" x="4437063" y="1450975"/>
          <p14:tracePt t="165008" x="4411663" y="1450975"/>
          <p14:tracePt t="165016" x="4411663" y="1468438"/>
          <p14:tracePt t="165024" x="4395788" y="1468438"/>
          <p14:tracePt t="165032" x="4370388" y="1468438"/>
          <p14:tracePt t="165040" x="4354513" y="1468438"/>
          <p14:tracePt t="165048" x="4346575" y="1468438"/>
          <p14:tracePt t="165065" x="4329113" y="1468438"/>
          <p14:tracePt t="165089" x="4313238" y="1468438"/>
          <p14:tracePt t="165194" x="4329113" y="1468438"/>
          <p14:tracePt t="165218" x="4346575" y="1468438"/>
          <p14:tracePt t="165646" x="4354513" y="1468438"/>
          <p14:tracePt t="165655" x="4370388" y="1484313"/>
          <p14:tracePt t="165662" x="4395788" y="1492250"/>
          <p14:tracePt t="165672" x="4411663" y="1525588"/>
          <p14:tracePt t="165678" x="4429125" y="1533525"/>
          <p14:tracePt t="165688" x="4437063" y="1566863"/>
          <p14:tracePt t="165694" x="4437063" y="1592263"/>
          <p14:tracePt t="165705" x="4454525" y="1608138"/>
          <p14:tracePt t="165710" x="4454525" y="1633538"/>
          <p14:tracePt t="165719" x="4454525" y="1651000"/>
          <p14:tracePt t="165727" x="4454525" y="1674813"/>
          <p14:tracePt t="165735" x="4454525" y="1692275"/>
          <p14:tracePt t="165743" x="4437063" y="1700213"/>
          <p14:tracePt t="165751" x="4411663" y="1716088"/>
          <p14:tracePt t="165759" x="4370388" y="1757363"/>
          <p14:tracePt t="165767" x="4329113" y="1774825"/>
          <p14:tracePt t="165775" x="4287838" y="1800225"/>
          <p14:tracePt t="165783" x="4205288" y="1841500"/>
          <p14:tracePt t="165791" x="4130675" y="1874838"/>
          <p14:tracePt t="165799" x="4038600" y="1916113"/>
          <p14:tracePt t="165807" x="3922713" y="1957388"/>
          <p14:tracePt t="165815" x="3773488" y="1998663"/>
          <p14:tracePt t="165824" x="3616325" y="2055813"/>
          <p14:tracePt t="165832" x="3492500" y="2098675"/>
          <p14:tracePt t="165840" x="3333750" y="2163763"/>
          <p14:tracePt t="165848" x="3184525" y="2222500"/>
          <p14:tracePt t="165856" x="3060700" y="2281238"/>
          <p14:tracePt t="165864" x="2944813" y="2346325"/>
          <p14:tracePt t="165872" x="2903538" y="2363788"/>
          <p14:tracePt t="165880" x="2711450" y="2454275"/>
          <p14:tracePt t="165888" x="2670175" y="2471738"/>
          <p14:tracePt t="165896" x="2613025" y="2513013"/>
          <p14:tracePt t="165905" x="2571750" y="2546350"/>
          <p14:tracePt t="165913" x="2513013" y="2570163"/>
          <p14:tracePt t="165921" x="2471738" y="2595563"/>
          <p14:tracePt t="165928" x="2430463" y="2636838"/>
          <p14:tracePt t="165938" x="2405063" y="2670175"/>
          <p14:tracePt t="165945" x="2371725" y="2695575"/>
          <p14:tracePt t="165954" x="2363788" y="2711450"/>
          <p14:tracePt t="165961" x="2347913" y="2736850"/>
          <p14:tracePt t="165971" x="2330450" y="2752725"/>
          <p14:tracePt t="165977" x="2322513" y="2760663"/>
          <p14:tracePt t="165988" x="2322513" y="2778125"/>
          <p14:tracePt t="165993" x="2322513" y="2811463"/>
          <p14:tracePt t="166011" x="2322513" y="2819400"/>
          <p14:tracePt t="166017" x="2322513" y="2836863"/>
          <p14:tracePt t="166034" x="2322513" y="2852738"/>
          <p14:tracePt t="166042" x="2322513" y="2860675"/>
          <p14:tracePt t="166066" x="2330450" y="2878138"/>
          <p14:tracePt t="166074" x="2347913" y="2894013"/>
          <p14:tracePt t="166090" x="2363788" y="2901950"/>
          <p14:tracePt t="166098" x="2371725" y="2919413"/>
          <p14:tracePt t="166106" x="2389188" y="2935288"/>
          <p14:tracePt t="166114" x="2389188" y="2943225"/>
          <p14:tracePt t="166122" x="2413000" y="2960688"/>
          <p14:tracePt t="166131" x="2430463" y="2976563"/>
          <p14:tracePt t="166138" x="2454275" y="3001963"/>
          <p14:tracePt t="166146" x="2487613" y="3027363"/>
          <p14:tracePt t="166155" x="2513013" y="3060700"/>
          <p14:tracePt t="166163" x="2538413" y="3076575"/>
          <p14:tracePt t="166171" x="2571750" y="3101975"/>
          <p14:tracePt t="166179" x="2587625" y="3125788"/>
          <p14:tracePt t="166187" x="2613025" y="3159125"/>
          <p14:tracePt t="166195" x="2628900" y="3167063"/>
          <p14:tracePt t="166204" x="2654300" y="3184525"/>
          <p14:tracePt t="166211" x="2670175" y="3200400"/>
          <p14:tracePt t="166220" x="2695575" y="3209925"/>
          <p14:tracePt t="166227" x="2720975" y="3225800"/>
          <p14:tracePt t="166235" x="2754313" y="3241675"/>
          <p14:tracePt t="166243" x="2803525" y="3267075"/>
          <p14:tracePt t="166251" x="2860675" y="3292475"/>
          <p14:tracePt t="166260" x="2935288" y="3325813"/>
          <p14:tracePt t="166267" x="3001963" y="3349625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0CB4CC-C921-DF59-A1A4-E30BEE81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C35DCE-4813-CD66-9EF2-7BB907EDB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use multiple samples to naturally construct a REINFORCE baseline.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without Replacement could be fulfilled via Threshold Sampling or Priority Sampling, both are unbiased (in general).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with Replacement in the REINFORCE setting (REINFORCE Leave-One-Out, RLOO) is also unbiased.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RLOO is data-efficient for using multiple samples as estimation for a single datapoint, i.e., multiple trajectories per one given state.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RLOO avoids training a Critic network, which may require additional computation.</a:t>
            </a:r>
          </a:p>
        </p:txBody>
      </p:sp>
      <p:pic>
        <p:nvPicPr>
          <p:cNvPr id="5" name="音訊 4">
            <a:extLst>
              <a:ext uri="{FF2B5EF4-FFF2-40B4-BE49-F238E27FC236}">
                <a16:creationId xmlns:a16="http://schemas.microsoft.com/office/drawing/2014/main" id="{FECDF21A-4465-B317-CD79-FE596027AD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0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880"/>
    </mc:Choice>
    <mc:Fallback xmlns="">
      <p:transition spd="slow" advTm="858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87" x="3019425" y="3349625"/>
          <p14:tracePt t="995" x="3168650" y="3284538"/>
          <p14:tracePt t="1003" x="3367088" y="3184525"/>
          <p14:tracePt t="1011" x="3590925" y="3101975"/>
          <p14:tracePt t="1019" x="3865563" y="2976563"/>
          <p14:tracePt t="1027" x="4171950" y="2901950"/>
          <p14:tracePt t="1035" x="4529138" y="2836863"/>
          <p14:tracePt t="1046" x="5275263" y="2695575"/>
          <p14:tracePt t="1051" x="6029325" y="2587625"/>
          <p14:tracePt t="1059" x="6800850" y="2546350"/>
          <p14:tracePt t="1067" x="7556500" y="2546350"/>
          <p14:tracePt t="1075" x="7862888" y="2546350"/>
          <p14:tracePt t="1084" x="8369300" y="2546350"/>
          <p14:tracePt t="1092" x="8816975" y="2546350"/>
          <p14:tracePt t="1100" x="8907463" y="2554288"/>
          <p14:tracePt t="1108" x="9172575" y="2587625"/>
          <p14:tracePt t="1116" x="9313863" y="2611438"/>
          <p14:tracePt t="1124" x="9396413" y="2636838"/>
          <p14:tracePt t="1132" x="9429750" y="2654300"/>
          <p14:tracePt t="1140" x="9455150" y="2654300"/>
          <p14:tracePt t="1148" x="9455150" y="2670175"/>
          <p14:tracePt t="1156" x="9471025" y="2670175"/>
          <p14:tracePt t="1165" x="9471025" y="2678113"/>
          <p14:tracePt t="1172" x="9471025" y="2695575"/>
          <p14:tracePt t="1182" x="9455150" y="2719388"/>
          <p14:tracePt t="1189" x="9372600" y="2778125"/>
          <p14:tracePt t="1198" x="9288463" y="2852738"/>
          <p14:tracePt t="1205" x="9148763" y="2935288"/>
          <p14:tracePt t="1216" x="9007475" y="3017838"/>
          <p14:tracePt t="1221" x="8675688" y="3225800"/>
          <p14:tracePt t="1231" x="8393113" y="3367088"/>
          <p14:tracePt t="1237" x="8269288" y="3424238"/>
          <p14:tracePt t="1248" x="7986713" y="3565525"/>
          <p14:tracePt t="1253" x="7456488" y="3814763"/>
          <p14:tracePt t="1265" x="7331075" y="3871913"/>
          <p14:tracePt t="1269" x="7083425" y="3956050"/>
          <p14:tracePt t="1281" x="6818313" y="4038600"/>
          <p14:tracePt t="1285" x="6635750" y="4097338"/>
          <p14:tracePt t="1298" x="6561138" y="4105275"/>
          <p14:tracePt t="1302" x="6369050" y="4162425"/>
          <p14:tracePt t="1315" x="6162675" y="4203700"/>
          <p14:tracePt t="1318" x="6029325" y="4229100"/>
          <p14:tracePt t="1332" x="5905500" y="4246563"/>
          <p14:tracePt t="1335" x="5805488" y="4262438"/>
          <p14:tracePt t="1348" x="5715000" y="4262438"/>
          <p14:tracePt t="1350" x="5681663" y="4262438"/>
          <p14:tracePt t="1364" x="5532438" y="4262438"/>
          <p14:tracePt t="1367" x="5457825" y="4262438"/>
          <p14:tracePt t="1381" x="5365750" y="4221163"/>
          <p14:tracePt t="1382" x="5291138" y="4179888"/>
          <p14:tracePt t="1390" x="5249863" y="4162425"/>
          <p14:tracePt t="1398" x="5183188" y="4121150"/>
          <p14:tracePt t="1406" x="5100638" y="4097338"/>
          <p14:tracePt t="1415" x="5059363" y="4046538"/>
          <p14:tracePt t="1423" x="4967288" y="4038600"/>
          <p14:tracePt t="1431" x="4926013" y="3997325"/>
          <p14:tracePt t="1438" x="4876800" y="3997325"/>
          <p14:tracePt t="1449" x="4818063" y="3963988"/>
          <p14:tracePt t="1455" x="4760913" y="3956050"/>
          <p14:tracePt t="1464" x="4735513" y="3938588"/>
          <p14:tracePt t="1471" x="4678363" y="3922713"/>
          <p14:tracePt t="1482" x="4619625" y="3922713"/>
          <p14:tracePt t="1487" x="4594225" y="3914775"/>
          <p14:tracePt t="1498" x="4537075" y="3897313"/>
          <p14:tracePt t="1503" x="4486275" y="3881438"/>
          <p14:tracePt t="1515" x="4437063" y="3881438"/>
          <p14:tracePt t="1519" x="4395788" y="3881438"/>
          <p14:tracePt t="1531" x="4346575" y="3871913"/>
          <p14:tracePt t="1536" x="4305300" y="3856038"/>
          <p14:tracePt t="1549" x="4271963" y="3856038"/>
          <p14:tracePt t="1552" x="4229100" y="3840163"/>
          <p14:tracePt t="1565" x="4221163" y="3840163"/>
          <p14:tracePt t="1568" x="4187825" y="3830638"/>
          <p14:tracePt t="1581" x="4171950" y="3830638"/>
          <p14:tracePt t="1584" x="4164013" y="3830638"/>
          <p14:tracePt t="10734" x="4354513" y="3648075"/>
          <p14:tracePt t="10740" x="4529138" y="3508375"/>
          <p14:tracePt t="10751" x="4776788" y="3382963"/>
          <p14:tracePt t="10755" x="4967288" y="3284538"/>
          <p14:tracePt t="10767" x="5192713" y="3209925"/>
          <p14:tracePt t="10771" x="5448300" y="3159125"/>
          <p14:tracePt t="10783" x="5673725" y="3117850"/>
          <p14:tracePt t="10787" x="5854700" y="3076575"/>
          <p14:tracePt t="10799" x="6294438" y="2986088"/>
          <p14:tracePt t="10803" x="6651625" y="2943225"/>
          <p14:tracePt t="10815" x="6999288" y="2894013"/>
          <p14:tracePt t="10819" x="7307263" y="2860675"/>
          <p14:tracePt t="10831" x="7556500" y="2852738"/>
          <p14:tracePt t="10835" x="7821613" y="2819400"/>
          <p14:tracePt t="10848" x="8004175" y="2819400"/>
          <p14:tracePt t="10851" x="8228013" y="2811463"/>
          <p14:tracePt t="10866" x="8410575" y="2811463"/>
          <p14:tracePt t="10868" x="8593138" y="2811463"/>
          <p14:tracePt t="10882" x="8742363" y="2811463"/>
          <p14:tracePt t="10884" x="8824913" y="2811463"/>
          <p14:tracePt t="10900" x="9031288" y="2794000"/>
          <p14:tracePt t="10908" x="9105900" y="2794000"/>
          <p14:tracePt t="10915" x="9164638" y="2794000"/>
          <p14:tracePt t="10924" x="9205913" y="2794000"/>
          <p14:tracePt t="10932" x="9213850" y="2794000"/>
          <p14:tracePt t="10940" x="9231313" y="2778125"/>
          <p14:tracePt t="10949" x="9247188" y="2778125"/>
          <p14:tracePt t="10965" x="9256713" y="2778125"/>
          <p14:tracePt t="10988" x="9256713" y="2760663"/>
          <p14:tracePt t="11061" x="9272588" y="2752725"/>
          <p14:tracePt t="11093" x="9288463" y="2736850"/>
          <p14:tracePt t="11101" x="9297988" y="2736850"/>
          <p14:tracePt t="11117" x="9313863" y="2736850"/>
          <p14:tracePt t="11141" x="9331325" y="2736850"/>
          <p14:tracePt t="11400" x="9297988" y="2736850"/>
          <p14:tracePt t="11408" x="9272588" y="2736850"/>
          <p14:tracePt t="11416" x="9213850" y="2760663"/>
          <p14:tracePt t="11424" x="9164638" y="2778125"/>
          <p14:tracePt t="11432" x="9064625" y="2819400"/>
          <p14:tracePt t="11440" x="8966200" y="2852738"/>
          <p14:tracePt t="11449" x="8816975" y="2894013"/>
          <p14:tracePt t="11456" x="8675688" y="2919413"/>
          <p14:tracePt t="11465" x="8475663" y="2960688"/>
          <p14:tracePt t="11472" x="8269288" y="3017838"/>
          <p14:tracePt t="11482" x="8045450" y="3060700"/>
          <p14:tracePt t="11489" x="7862888" y="3117850"/>
          <p14:tracePt t="11498" x="7662863" y="3167063"/>
          <p14:tracePt t="11505" x="7489825" y="3225800"/>
          <p14:tracePt t="11514" x="7356475" y="3267075"/>
          <p14:tracePt t="11521" x="7315200" y="3292475"/>
          <p14:tracePt t="11529" x="7224713" y="3341688"/>
          <p14:tracePt t="11537" x="7132638" y="3367088"/>
          <p14:tracePt t="11545" x="7065963" y="3390900"/>
          <p14:tracePt t="11553" x="7042150" y="3408363"/>
          <p14:tracePt t="11561" x="6999288" y="3424238"/>
          <p14:tracePt t="11569" x="6958013" y="3433763"/>
          <p14:tracePt t="11577" x="6942138" y="3449638"/>
          <p14:tracePt t="11585" x="6916738" y="3449638"/>
          <p14:tracePt t="11593" x="6900863" y="3467100"/>
          <p14:tracePt t="11610" x="6883400" y="3467100"/>
          <p14:tracePt t="11618" x="6867525" y="3467100"/>
          <p14:tracePt t="11634" x="6859588" y="3467100"/>
          <p14:tracePt t="11642" x="6842125" y="3467100"/>
          <p14:tracePt t="11682" x="6842125" y="3475038"/>
          <p14:tracePt t="11715" x="6826250" y="3475038"/>
          <p14:tracePt t="16467" x="6759575" y="3475038"/>
          <p14:tracePt t="16473" x="6692900" y="3475038"/>
          <p14:tracePt t="16484" x="6535738" y="3475038"/>
          <p14:tracePt t="16489" x="6411913" y="3475038"/>
          <p14:tracePt t="16500" x="6253163" y="3475038"/>
          <p14:tracePt t="16505" x="6145213" y="3475038"/>
          <p14:tracePt t="16517" x="5988050" y="3475038"/>
          <p14:tracePt t="16521" x="5864225" y="3490913"/>
          <p14:tracePt t="16532" x="5805488" y="3508375"/>
          <p14:tracePt t="16537" x="5715000" y="3516313"/>
          <p14:tracePt t="16549" x="5640388" y="3532188"/>
          <p14:tracePt t="16553" x="5589588" y="3549650"/>
          <p14:tracePt t="16565" x="5532438" y="3549650"/>
          <p14:tracePt t="16569" x="5499100" y="3565525"/>
          <p14:tracePt t="16582" x="5457825" y="3565525"/>
          <p14:tracePt t="16585" x="5448300" y="3565525"/>
          <p14:tracePt t="16601" x="5432425" y="3565525"/>
          <p14:tracePt t="16615" x="5416550" y="3565525"/>
          <p14:tracePt t="16730" x="5432425" y="3565525"/>
          <p14:tracePt t="16763" x="5448300" y="3565525"/>
          <p14:tracePt t="16795" x="5473700" y="3565525"/>
          <p14:tracePt t="16803" x="5514975" y="3565525"/>
          <p14:tracePt t="16811" x="5614988" y="3565525"/>
          <p14:tracePt t="16820" x="5715000" y="3565525"/>
          <p14:tracePt t="16827" x="5805488" y="3565525"/>
          <p14:tracePt t="16835" x="5880100" y="3565525"/>
          <p14:tracePt t="16844" x="5980113" y="3565525"/>
          <p14:tracePt t="16852" x="6070600" y="3549650"/>
          <p14:tracePt t="16860" x="6170613" y="3532188"/>
          <p14:tracePt t="16868" x="6229350" y="3516313"/>
          <p14:tracePt t="16876" x="6270625" y="3508375"/>
          <p14:tracePt t="16884" x="6311900" y="3490913"/>
          <p14:tracePt t="16892" x="6327775" y="3490913"/>
          <p14:tracePt t="16900" x="6337300" y="3475038"/>
          <p14:tracePt t="16908" x="6353175" y="3475038"/>
          <p14:tracePt t="16924" x="6353175" y="3467100"/>
          <p14:tracePt t="16964" x="6353175" y="3449638"/>
          <p14:tracePt t="16997" x="6353175" y="3433763"/>
          <p14:tracePt t="17021" x="6353175" y="3390900"/>
          <p14:tracePt t="17031" x="6337300" y="3382963"/>
          <p14:tracePt t="17037" x="6327775" y="3349625"/>
          <p14:tracePt t="17046" x="6294438" y="3308350"/>
          <p14:tracePt t="17053" x="6286500" y="3267075"/>
          <p14:tracePt t="17062" x="6253163" y="3241675"/>
          <p14:tracePt t="17070" x="6245225" y="3209925"/>
          <p14:tracePt t="17078" x="6245225" y="3184525"/>
          <p14:tracePt t="17086" x="6229350" y="3167063"/>
          <p14:tracePt t="17094" x="6211888" y="3159125"/>
          <p14:tracePt t="17102" x="6211888" y="3143250"/>
          <p14:tracePt t="17110" x="6211888" y="3125788"/>
          <p14:tracePt t="17118" x="6203950" y="3117850"/>
          <p14:tracePt t="17134" x="6203950" y="3101975"/>
          <p14:tracePt t="17142" x="6203950" y="3084513"/>
          <p14:tracePt t="17159" x="6186488" y="3076575"/>
          <p14:tracePt t="17167" x="6186488" y="3060700"/>
          <p14:tracePt t="17183" x="6186488" y="3043238"/>
          <p14:tracePt t="17215" x="6186488" y="3027363"/>
          <p14:tracePt t="17336" x="6186488" y="3017838"/>
          <p14:tracePt t="17352" x="6229350" y="3001963"/>
          <p14:tracePt t="17360" x="6253163" y="2976563"/>
          <p14:tracePt t="17368" x="6337300" y="2960688"/>
          <p14:tracePt t="17377" x="6427788" y="2943225"/>
          <p14:tracePt t="17384" x="6518275" y="2935288"/>
          <p14:tracePt t="17393" x="6618288" y="2919413"/>
          <p14:tracePt t="17401" x="6743700" y="2919413"/>
          <p14:tracePt t="17409" x="6867525" y="2919413"/>
          <p14:tracePt t="17417" x="6916738" y="2901950"/>
          <p14:tracePt t="17425" x="7008813" y="2901950"/>
          <p14:tracePt t="17433" x="7107238" y="2901950"/>
          <p14:tracePt t="17441" x="7265988" y="2901950"/>
          <p14:tracePt t="17449" x="7307263" y="2901950"/>
          <p14:tracePt t="17457" x="7397750" y="2901950"/>
          <p14:tracePt t="17465" x="7472363" y="2901950"/>
          <p14:tracePt t="17473" x="7539038" y="2901950"/>
          <p14:tracePt t="17482" x="7613650" y="2901950"/>
          <p14:tracePt t="17489" x="7662863" y="2901950"/>
          <p14:tracePt t="17498" x="7721600" y="2901950"/>
          <p14:tracePt t="17505" x="7780338" y="2901950"/>
          <p14:tracePt t="17515" x="7804150" y="2901950"/>
          <p14:tracePt t="17522" x="7845425" y="2901950"/>
          <p14:tracePt t="17531" x="7862888" y="2901950"/>
          <p14:tracePt t="17538" x="7878763" y="2901950"/>
          <p14:tracePt t="17546" x="7904163" y="2901950"/>
          <p14:tracePt t="17554" x="7920038" y="2901950"/>
          <p14:tracePt t="17578" x="7920038" y="2894013"/>
          <p14:tracePt t="17586" x="7929563" y="2894013"/>
          <p14:tracePt t="17610" x="7945438" y="2894013"/>
          <p14:tracePt t="17723" x="7962900" y="2894013"/>
          <p14:tracePt t="17740" x="7970838" y="2878138"/>
          <p14:tracePt t="17756" x="7986713" y="2878138"/>
          <p14:tracePt t="17765" x="8004175" y="2878138"/>
          <p14:tracePt t="17772" x="8020050" y="2878138"/>
          <p14:tracePt t="17782" x="8027988" y="2878138"/>
          <p14:tracePt t="17797" x="8045450" y="2878138"/>
          <p14:tracePt t="17804" x="8061325" y="2860675"/>
          <p14:tracePt t="17812" x="8069263" y="2860675"/>
          <p14:tracePt t="17828" x="8086725" y="2860675"/>
          <p14:tracePt t="17845" x="8102600" y="2860675"/>
          <p14:tracePt t="17853" x="8112125" y="2860675"/>
          <p14:tracePt t="17861" x="8112125" y="2852738"/>
          <p14:tracePt t="17869" x="8128000" y="2852738"/>
          <p14:tracePt t="17877" x="8143875" y="2852738"/>
          <p14:tracePt t="17893" x="8153400" y="2852738"/>
          <p14:tracePt t="17901" x="8169275" y="2852738"/>
          <p14:tracePt t="17933" x="8186738" y="2852738"/>
          <p14:tracePt t="18224" x="8194675" y="2852738"/>
          <p14:tracePt t="18232" x="8210550" y="2852738"/>
          <p14:tracePt t="18240" x="8269288" y="2852738"/>
          <p14:tracePt t="18249" x="8310563" y="2852738"/>
          <p14:tracePt t="18256" x="8335963" y="2852738"/>
          <p14:tracePt t="18265" x="8393113" y="2852738"/>
          <p14:tracePt t="18272" x="8418513" y="2852738"/>
          <p14:tracePt t="18282" x="8451850" y="2852738"/>
          <p14:tracePt t="18289" x="8459788" y="2852738"/>
          <p14:tracePt t="18298" x="8475663" y="2852738"/>
          <p14:tracePt t="18305" x="8493125" y="2852738"/>
          <p14:tracePt t="18314" x="8501063" y="2852738"/>
          <p14:tracePt t="18474" x="8501063" y="2860675"/>
          <p14:tracePt t="18523" x="8493125" y="2860675"/>
          <p14:tracePt t="18539" x="8493125" y="2878138"/>
          <p14:tracePt t="18548" x="8475663" y="2878138"/>
          <p14:tracePt t="18571" x="8459788" y="2878138"/>
          <p14:tracePt t="18595" x="8451850" y="2878138"/>
          <p14:tracePt t="18612" x="8434388" y="2878138"/>
          <p14:tracePt t="18628" x="8418513" y="2878138"/>
          <p14:tracePt t="18636" x="8410575" y="2878138"/>
          <p14:tracePt t="18644" x="8393113" y="2878138"/>
          <p14:tracePt t="18652" x="8377238" y="2878138"/>
          <p14:tracePt t="18660" x="8351838" y="2860675"/>
          <p14:tracePt t="18668" x="8335963" y="2860675"/>
          <p14:tracePt t="18676" x="8326438" y="2860675"/>
          <p14:tracePt t="18684" x="8310563" y="2852738"/>
          <p14:tracePt t="18700" x="8293100" y="2852738"/>
          <p14:tracePt t="18708" x="8285163" y="2852738"/>
          <p14:tracePt t="18725" x="8285163" y="2836863"/>
          <p14:tracePt t="18830" x="8310563" y="2836863"/>
          <p14:tracePt t="18837" x="8377238" y="2836863"/>
          <p14:tracePt t="18846" x="8475663" y="2836863"/>
          <p14:tracePt t="18854" x="8601075" y="2836863"/>
          <p14:tracePt t="18862" x="8716963" y="2836863"/>
          <p14:tracePt t="18870" x="8866188" y="2836863"/>
          <p14:tracePt t="18878" x="9023350" y="2836863"/>
          <p14:tracePt t="18886" x="9172575" y="2836863"/>
          <p14:tracePt t="18894" x="9331325" y="2836863"/>
          <p14:tracePt t="18902" x="9480550" y="2852738"/>
          <p14:tracePt t="18910" x="9637713" y="2852738"/>
          <p14:tracePt t="18918" x="9779000" y="2860675"/>
          <p14:tracePt t="18926" x="9928225" y="2860675"/>
          <p14:tracePt t="18934" x="9985375" y="2878138"/>
          <p14:tracePt t="18942" x="10110788" y="2878138"/>
          <p14:tracePt t="18951" x="10209213" y="2894013"/>
          <p14:tracePt t="18958" x="10275888" y="2901950"/>
          <p14:tracePt t="18967" x="10334625" y="2901950"/>
          <p14:tracePt t="18974" x="10391775" y="2901950"/>
          <p14:tracePt t="18983" x="10401300" y="2901950"/>
          <p14:tracePt t="18991" x="10450513" y="2901950"/>
          <p14:tracePt t="18999" x="10458450" y="2901950"/>
          <p14:tracePt t="19007" x="10475913" y="2901950"/>
          <p14:tracePt t="19015" x="10491788" y="2901950"/>
          <p14:tracePt t="19023" x="10499725" y="2901950"/>
          <p14:tracePt t="19039" x="10517188" y="2901950"/>
          <p14:tracePt t="19049" x="10533063" y="2901950"/>
          <p14:tracePt t="19071" x="10541000" y="2901950"/>
          <p14:tracePt t="19096" x="10558463" y="2901950"/>
          <p14:tracePt t="19128" x="10574338" y="2901950"/>
          <p14:tracePt t="19298" x="10558463" y="2901950"/>
          <p14:tracePt t="19322" x="10541000" y="2901950"/>
          <p14:tracePt t="19346" x="10533063" y="2901950"/>
          <p14:tracePt t="19362" x="10517188" y="2901950"/>
          <p14:tracePt t="19370" x="10499725" y="2901950"/>
          <p14:tracePt t="19378" x="10491788" y="2901950"/>
          <p14:tracePt t="19386" x="10475913" y="2901950"/>
          <p14:tracePt t="19403" x="10458450" y="2901950"/>
          <p14:tracePt t="19419" x="10450513" y="2901950"/>
          <p14:tracePt t="19435" x="10433050" y="2901950"/>
          <p14:tracePt t="19467" x="10433050" y="2919413"/>
          <p14:tracePt t="19483" x="10417175" y="2919413"/>
          <p14:tracePt t="19604" x="10417175" y="2935288"/>
          <p14:tracePt t="19653" x="10417175" y="2960688"/>
          <p14:tracePt t="20266" x="10401300" y="2960688"/>
          <p14:tracePt t="20274" x="10358438" y="2960688"/>
          <p14:tracePt t="20282" x="10317163" y="2976563"/>
          <p14:tracePt t="20291" x="10293350" y="3001963"/>
          <p14:tracePt t="20299" x="10250488" y="3017838"/>
          <p14:tracePt t="20306" x="10226675" y="3027363"/>
          <p14:tracePt t="20315" x="10185400" y="3043238"/>
          <p14:tracePt t="20323" x="10152063" y="3043238"/>
          <p14:tracePt t="20332" x="10110788" y="3060700"/>
          <p14:tracePt t="20339" x="10085388" y="3076575"/>
          <p14:tracePt t="20348" x="10069513" y="3076575"/>
          <p14:tracePt t="20355" x="10052050" y="3084513"/>
          <p14:tracePt t="20365" x="10044113" y="3084513"/>
          <p14:tracePt t="20371" x="10026650" y="3084513"/>
          <p14:tracePt t="20381" x="10010775" y="3084513"/>
          <p14:tracePt t="20387" x="9985375" y="3084513"/>
          <p14:tracePt t="20396" x="9828213" y="3084513"/>
          <p14:tracePt t="21187" x="9678988" y="3084513"/>
          <p14:tracePt t="21195" x="9521825" y="3101975"/>
          <p14:tracePt t="21203" x="9372600" y="3143250"/>
          <p14:tracePt t="21211" x="9213850" y="3167063"/>
          <p14:tracePt t="21219" x="8907463" y="3209925"/>
          <p14:tracePt t="21227" x="8616950" y="3284538"/>
          <p14:tracePt t="21235" x="8351838" y="3349625"/>
          <p14:tracePt t="21243" x="8061325" y="3390900"/>
          <p14:tracePt t="21251" x="7796213" y="3467100"/>
          <p14:tracePt t="21259" x="7572375" y="3516313"/>
          <p14:tracePt t="21267" x="7315200" y="3565525"/>
          <p14:tracePt t="21275" x="7091363" y="3632200"/>
          <p14:tracePt t="21283" x="6867525" y="3690938"/>
          <p14:tracePt t="21291" x="6602413" y="3732213"/>
          <p14:tracePt t="21300" x="6394450" y="3781425"/>
          <p14:tracePt t="21308" x="6170613" y="3830638"/>
          <p14:tracePt t="21316" x="5988050" y="3871913"/>
          <p14:tracePt t="21324" x="5764213" y="3914775"/>
          <p14:tracePt t="21332" x="5614988" y="3938588"/>
          <p14:tracePt t="21340" x="5540375" y="3956050"/>
          <p14:tracePt t="21349" x="5416550" y="3979863"/>
          <p14:tracePt t="21356" x="5291138" y="4005263"/>
          <p14:tracePt t="21365" x="5224463" y="4021138"/>
          <p14:tracePt t="21372" x="5149850" y="4046538"/>
          <p14:tracePt t="21382" x="5067300" y="4064000"/>
          <p14:tracePt t="21388" x="5000625" y="4079875"/>
          <p14:tracePt t="21399" x="4902200" y="4097338"/>
          <p14:tracePt t="21404" x="4760913" y="4105275"/>
          <p14:tracePt t="25469" x="4752975" y="4105275"/>
          <p14:tracePt t="25484" x="4694238" y="4105275"/>
          <p14:tracePt t="25485" x="4660900" y="4105275"/>
          <p14:tracePt t="25493" x="4611688" y="4105275"/>
          <p14:tracePt t="25501" x="4537075" y="4121150"/>
          <p14:tracePt t="25509" x="4454525" y="4138613"/>
          <p14:tracePt t="25516" x="4354513" y="4162425"/>
          <p14:tracePt t="25524" x="4287838" y="4179888"/>
          <p14:tracePt t="25532" x="4229100" y="4179888"/>
          <p14:tracePt t="25541" x="4089400" y="4203700"/>
          <p14:tracePt t="25549" x="4048125" y="4203700"/>
          <p14:tracePt t="25557" x="3865563" y="4221163"/>
          <p14:tracePt t="25565" x="3798888" y="4229100"/>
          <p14:tracePt t="25573" x="3698875" y="4246563"/>
          <p14:tracePt t="25582" x="3598863" y="4262438"/>
          <p14:tracePt t="25589" x="3475038" y="4270375"/>
          <p14:tracePt t="25598" x="3375025" y="4270375"/>
          <p14:tracePt t="25605" x="3325813" y="4270375"/>
          <p14:tracePt t="25615" x="3225800" y="4270375"/>
          <p14:tracePt t="25621" x="3160713" y="4270375"/>
          <p14:tracePt t="25631" x="3060700" y="4270375"/>
          <p14:tracePt t="25638" x="2986088" y="4270375"/>
          <p14:tracePt t="25649" x="2919413" y="4270375"/>
          <p14:tracePt t="25654" x="2852738" y="4270375"/>
          <p14:tracePt t="25665" x="2795588" y="4270375"/>
          <p14:tracePt t="25670" x="2736850" y="4270375"/>
          <p14:tracePt t="25682" x="2679700" y="4270375"/>
          <p14:tracePt t="25686" x="2636838" y="4262438"/>
          <p14:tracePt t="25698" x="2587625" y="4246563"/>
          <p14:tracePt t="25702" x="2528888" y="4229100"/>
          <p14:tracePt t="25715" x="2471738" y="4221163"/>
          <p14:tracePt t="25718" x="2413000" y="4203700"/>
          <p14:tracePt t="25731" x="2389188" y="4187825"/>
          <p14:tracePt t="25735" x="2330450" y="4179888"/>
          <p14:tracePt t="25748" x="2305050" y="4162425"/>
          <p14:tracePt t="25751" x="2263775" y="4146550"/>
          <p14:tracePt t="25765" x="2222500" y="4138613"/>
          <p14:tracePt t="25767" x="2189163" y="4121150"/>
          <p14:tracePt t="25781" x="2165350" y="4105275"/>
          <p14:tracePt t="25784" x="2147888" y="4097338"/>
          <p14:tracePt t="25798" x="2139950" y="4097338"/>
          <p14:tracePt t="25799" x="2122488" y="4079875"/>
          <p14:tracePt t="25807" x="2098675" y="4079875"/>
          <p14:tracePt t="25815" x="2098675" y="4064000"/>
          <p14:tracePt t="25823" x="2081213" y="4064000"/>
          <p14:tracePt t="25839" x="2065338" y="4064000"/>
          <p14:tracePt t="25848" x="2065338" y="4046538"/>
          <p14:tracePt t="25865" x="2057400" y="4046538"/>
          <p14:tracePt t="25969" x="2039938" y="4046538"/>
          <p14:tracePt t="25976" x="2024063" y="4046538"/>
          <p14:tracePt t="25984" x="2006600" y="4046538"/>
          <p14:tracePt t="25993" x="1982788" y="4046538"/>
          <p14:tracePt t="26001" x="1924050" y="4046538"/>
          <p14:tracePt t="26009" x="1898650" y="4046538"/>
          <p14:tracePt t="26017" x="1833563" y="4046538"/>
          <p14:tracePt t="26025" x="1741488" y="4046538"/>
          <p14:tracePt t="26033" x="1658938" y="4046538"/>
          <p14:tracePt t="26046" x="1566863" y="4046538"/>
          <p14:tracePt t="26050" x="1468438" y="4038600"/>
          <p14:tracePt t="26057" x="1343025" y="4005263"/>
          <p14:tracePt t="26065" x="1244600" y="3963988"/>
          <p14:tracePt t="26073" x="1211263" y="3963988"/>
          <p14:tracePt t="26082" x="1119188" y="3938588"/>
          <p14:tracePt t="26089" x="1044575" y="3914775"/>
          <p14:tracePt t="26099" x="962025" y="3881438"/>
          <p14:tracePt t="26106" x="920750" y="3871913"/>
          <p14:tracePt t="26115" x="879475" y="3871913"/>
          <p14:tracePt t="26122" x="838200" y="3856038"/>
          <p14:tracePt t="26138" x="812800" y="3856038"/>
          <p14:tracePt t="26148" x="812800" y="3840163"/>
          <p14:tracePt t="26227" x="820738" y="3840163"/>
          <p14:tracePt t="26235" x="838200" y="3840163"/>
          <p14:tracePt t="26251" x="854075" y="3840163"/>
          <p14:tracePt t="26275" x="862013" y="3840163"/>
          <p14:tracePt t="26291" x="895350" y="3840163"/>
          <p14:tracePt t="26299" x="936625" y="3840163"/>
          <p14:tracePt t="26307" x="977900" y="3840163"/>
          <p14:tracePt t="26316" x="1062038" y="3840163"/>
          <p14:tracePt t="26324" x="1128713" y="3840163"/>
          <p14:tracePt t="26332" x="1227138" y="3840163"/>
          <p14:tracePt t="26340" x="1327150" y="3840163"/>
          <p14:tracePt t="26348" x="1435100" y="3840163"/>
          <p14:tracePt t="26356" x="1535113" y="3840163"/>
          <p14:tracePt t="26365" x="1658938" y="3840163"/>
          <p14:tracePt t="26372" x="1790700" y="3830638"/>
          <p14:tracePt t="26382" x="1898650" y="3830638"/>
          <p14:tracePt t="26388" x="1941513" y="3830638"/>
          <p14:tracePt t="26398" x="2039938" y="3830638"/>
          <p14:tracePt t="26404" x="2106613" y="3830638"/>
          <p14:tracePt t="26414" x="2206625" y="3830638"/>
          <p14:tracePt t="26420" x="2263775" y="3830638"/>
          <p14:tracePt t="26428" x="2330450" y="3830638"/>
          <p14:tracePt t="26437" x="2371725" y="3830638"/>
          <p14:tracePt t="26445" x="2413000" y="3830638"/>
          <p14:tracePt t="26453" x="2446338" y="3830638"/>
          <p14:tracePt t="26461" x="2487613" y="3830638"/>
          <p14:tracePt t="26469" x="2497138" y="3830638"/>
          <p14:tracePt t="26477" x="2513013" y="3830638"/>
          <p14:tracePt t="26485" x="2538413" y="3830638"/>
          <p14:tracePt t="26501" x="2554288" y="3830638"/>
          <p14:tracePt t="26509" x="2571750" y="3830638"/>
          <p14:tracePt t="26525" x="2587625" y="3830638"/>
          <p14:tracePt t="26533" x="2595563" y="3830638"/>
          <p14:tracePt t="26549" x="2613025" y="3830638"/>
          <p14:tracePt t="26558" x="2628900" y="3830638"/>
          <p14:tracePt t="26566" x="2654300" y="3830638"/>
          <p14:tracePt t="26582" x="2679700" y="3830638"/>
          <p14:tracePt t="26590" x="2711450" y="3830638"/>
          <p14:tracePt t="26598" x="2720975" y="3830638"/>
          <p14:tracePt t="26606" x="2736850" y="3830638"/>
          <p14:tracePt t="26615" x="2762250" y="3830638"/>
          <p14:tracePt t="26622" x="2795588" y="3830638"/>
          <p14:tracePt t="26632" x="2803525" y="3830638"/>
          <p14:tracePt t="26638" x="2836863" y="3830638"/>
          <p14:tracePt t="26648" x="2852738" y="3830638"/>
          <p14:tracePt t="26654" x="2860675" y="3830638"/>
          <p14:tracePt t="26664" x="2878138" y="3830638"/>
          <p14:tracePt t="26679" x="2894013" y="3830638"/>
          <p14:tracePt t="26695" x="2903538" y="3830638"/>
          <p14:tracePt t="27220" x="2919413" y="3830638"/>
          <p14:tracePt t="27228" x="2944813" y="3830638"/>
          <p14:tracePt t="27236" x="2960688" y="3830638"/>
          <p14:tracePt t="27244" x="2986088" y="3830638"/>
          <p14:tracePt t="27252" x="3019425" y="3830638"/>
          <p14:tracePt t="27260" x="3060700" y="3830638"/>
          <p14:tracePt t="27268" x="3109913" y="3830638"/>
          <p14:tracePt t="27276" x="3143250" y="3830638"/>
          <p14:tracePt t="27284" x="3184525" y="3830638"/>
          <p14:tracePt t="27292" x="3243263" y="3830638"/>
          <p14:tracePt t="27300" x="3267075" y="3830638"/>
          <p14:tracePt t="27308" x="3325813" y="3830638"/>
          <p14:tracePt t="27317" x="3367088" y="3830638"/>
          <p14:tracePt t="27324" x="3392488" y="3830638"/>
          <p14:tracePt t="27333" x="3449638" y="3830638"/>
          <p14:tracePt t="27341" x="3492500" y="3830638"/>
          <p14:tracePt t="27349" x="3516313" y="3830638"/>
          <p14:tracePt t="27357" x="3557588" y="3830638"/>
          <p14:tracePt t="27365" x="3590925" y="3830638"/>
          <p14:tracePt t="27373" x="3632200" y="3830638"/>
          <p14:tracePt t="27382" x="3657600" y="3830638"/>
          <p14:tracePt t="27389" x="3673475" y="3830638"/>
          <p14:tracePt t="27398" x="3716338" y="3830638"/>
          <p14:tracePt t="27405" x="3732213" y="3830638"/>
          <p14:tracePt t="27415" x="3757613" y="3830638"/>
          <p14:tracePt t="27421" x="3781425" y="3830638"/>
          <p14:tracePt t="27431" x="3814763" y="3830638"/>
          <p14:tracePt t="27438" x="3856038" y="3830638"/>
          <p14:tracePt t="27449" x="3881438" y="3830638"/>
          <p14:tracePt t="27454" x="3922713" y="3830638"/>
          <p14:tracePt t="27465" x="3956050" y="3830638"/>
          <p14:tracePt t="27470" x="4005263" y="3830638"/>
          <p14:tracePt t="27481" x="4048125" y="3830638"/>
          <p14:tracePt t="27486" x="4079875" y="3830638"/>
          <p14:tracePt t="27498" x="4130675" y="3830638"/>
          <p14:tracePt t="27502" x="4171950" y="3830638"/>
          <p14:tracePt t="27515" x="4205288" y="3830638"/>
          <p14:tracePt t="27518" x="4262438" y="3830638"/>
          <p14:tracePt t="27531" x="4305300" y="3830638"/>
          <p14:tracePt t="27535" x="4329113" y="3830638"/>
          <p14:tracePt t="27549" x="4370388" y="3830638"/>
          <p14:tracePt t="27551" x="4395788" y="3830638"/>
          <p14:tracePt t="27565" x="4437063" y="3830638"/>
          <p14:tracePt t="27568" x="4486275" y="3830638"/>
          <p14:tracePt t="27582" x="4495800" y="3830638"/>
          <p14:tracePt t="27584" x="4529138" y="3830638"/>
          <p14:tracePt t="27598" x="4537075" y="3830638"/>
          <p14:tracePt t="27600" x="4552950" y="3830638"/>
          <p14:tracePt t="27615" x="4570413" y="3830638"/>
          <p14:tracePt t="27623" x="4578350" y="3830638"/>
          <p14:tracePt t="27639" x="4594225" y="3830638"/>
          <p14:tracePt t="27648" x="4611688" y="3830638"/>
          <p14:tracePt t="27664" x="4619625" y="3814763"/>
          <p14:tracePt t="27672" x="4635500" y="3814763"/>
          <p14:tracePt t="27688" x="4652963" y="3814763"/>
          <p14:tracePt t="27697" x="4660900" y="3814763"/>
          <p14:tracePt t="27728" x="4678363" y="3814763"/>
          <p14:tracePt t="27962" x="4694238" y="3814763"/>
          <p14:tracePt t="27979" x="4702175" y="3814763"/>
          <p14:tracePt t="27987" x="4719638" y="3814763"/>
          <p14:tracePt t="27995" x="4752975" y="3814763"/>
          <p14:tracePt t="28003" x="4760913" y="3814763"/>
          <p14:tracePt t="28011" x="4776788" y="3814763"/>
          <p14:tracePt t="28019" x="4794250" y="3814763"/>
          <p14:tracePt t="28027" x="4818063" y="3814763"/>
          <p14:tracePt t="28035" x="4835525" y="3814763"/>
          <p14:tracePt t="28046" x="4860925" y="3814763"/>
          <p14:tracePt t="28051" x="4876800" y="3814763"/>
          <p14:tracePt t="28059" x="4902200" y="3814763"/>
          <p14:tracePt t="28068" x="4926013" y="3814763"/>
          <p14:tracePt t="28075" x="4943475" y="3797300"/>
          <p14:tracePt t="28084" x="4959350" y="3797300"/>
          <p14:tracePt t="28092" x="4984750" y="3797300"/>
          <p14:tracePt t="28108" x="5018088" y="3797300"/>
          <p14:tracePt t="28124" x="5026025" y="3797300"/>
          <p14:tracePt t="28132" x="5041900" y="3797300"/>
          <p14:tracePt t="28148" x="5059363" y="3797300"/>
          <p14:tracePt t="28165" x="5067300" y="3797300"/>
          <p14:tracePt t="28188" x="5084763" y="3797300"/>
          <p14:tracePt t="28212" x="5100638" y="3781425"/>
          <p14:tracePt t="28237" x="5108575" y="3781425"/>
          <p14:tracePt t="28253" x="5126038" y="3781425"/>
          <p14:tracePt t="28277" x="5141913" y="3773488"/>
          <p14:tracePt t="28285" x="5149850" y="3773488"/>
          <p14:tracePt t="28293" x="5167313" y="3773488"/>
          <p14:tracePt t="28302" x="5183188" y="3756025"/>
          <p14:tracePt t="28309" x="5208588" y="3756025"/>
          <p14:tracePt t="28318" x="5233988" y="3756025"/>
          <p14:tracePt t="28326" x="5249863" y="3740150"/>
          <p14:tracePt t="28334" x="5291138" y="3740150"/>
          <p14:tracePt t="28342" x="5324475" y="3732213"/>
          <p14:tracePt t="28350" x="5349875" y="3732213"/>
          <p14:tracePt t="28358" x="5407025" y="3714750"/>
          <p14:tracePt t="28366" x="5432425" y="3714750"/>
          <p14:tracePt t="28374" x="5491163" y="3714750"/>
          <p14:tracePt t="28382" x="5540375" y="3714750"/>
          <p14:tracePt t="28390" x="5573713" y="3714750"/>
          <p14:tracePt t="28398" x="5630863" y="3714750"/>
          <p14:tracePt t="28406" x="5681663" y="3714750"/>
          <p14:tracePt t="28416" x="5738813" y="3714750"/>
          <p14:tracePt t="28422" x="5764213" y="3714750"/>
          <p14:tracePt t="28431" x="5805488" y="3714750"/>
          <p14:tracePt t="28439" x="5854700" y="3714750"/>
          <p14:tracePt t="28449" x="5880100" y="3714750"/>
          <p14:tracePt t="28455" x="5905500" y="3714750"/>
          <p14:tracePt t="28465" x="5921375" y="3714750"/>
          <p14:tracePt t="28471" x="5938838" y="3714750"/>
          <p14:tracePt t="28482" x="5962650" y="3714750"/>
          <p14:tracePt t="28487" x="5980113" y="3714750"/>
          <p14:tracePt t="28503" x="5988050" y="3714750"/>
          <p14:tracePt t="28527" x="6005513" y="3714750"/>
          <p14:tracePt t="28552" x="6021388" y="3714750"/>
          <p14:tracePt t="28770" x="6005513" y="3714750"/>
          <p14:tracePt t="28826" x="5988050" y="3714750"/>
          <p14:tracePt t="28850" x="5980113" y="3714750"/>
          <p14:tracePt t="28899" x="5962650" y="3714750"/>
          <p14:tracePt t="29601" x="5980113" y="3714750"/>
          <p14:tracePt t="29609" x="5988050" y="3714750"/>
          <p14:tracePt t="29626" x="6029325" y="3714750"/>
          <p14:tracePt t="29633" x="6070600" y="3714750"/>
          <p14:tracePt t="29642" x="6103938" y="3714750"/>
          <p14:tracePt t="29649" x="6162675" y="3732213"/>
          <p14:tracePt t="29658" x="6211888" y="3740150"/>
          <p14:tracePt t="29666" x="6286500" y="3740150"/>
          <p14:tracePt t="29674" x="6337300" y="3756025"/>
          <p14:tracePt t="29682" x="6411913" y="3773488"/>
          <p14:tracePt t="29690" x="6477000" y="3781425"/>
          <p14:tracePt t="29698" x="6535738" y="3797300"/>
          <p14:tracePt t="29706" x="6602413" y="3814763"/>
          <p14:tracePt t="29715" x="6659563" y="3814763"/>
          <p14:tracePt t="29722" x="6692900" y="3830638"/>
          <p14:tracePt t="29732" x="6743700" y="3840163"/>
          <p14:tracePt t="29738" x="6784975" y="3840163"/>
          <p14:tracePt t="29748" x="6818313" y="3856038"/>
          <p14:tracePt t="29754" x="6842125" y="3871913"/>
          <p14:tracePt t="29764" x="6867525" y="3871913"/>
          <p14:tracePt t="29771" x="6883400" y="3881438"/>
          <p14:tracePt t="29779" x="6916738" y="3897313"/>
          <p14:tracePt t="29787" x="6924675" y="3914775"/>
          <p14:tracePt t="29795" x="6958013" y="3914775"/>
          <p14:tracePt t="29803" x="6967538" y="3922713"/>
          <p14:tracePt t="29811" x="6983413" y="3922713"/>
          <p14:tracePt t="29827" x="6983413" y="3938588"/>
          <p14:tracePt t="29835" x="6999288" y="3938588"/>
          <p14:tracePt t="30643" x="6983413" y="3938588"/>
          <p14:tracePt t="30651" x="6967538" y="3938588"/>
          <p14:tracePt t="30659" x="6942138" y="3938588"/>
          <p14:tracePt t="30667" x="6900863" y="3938588"/>
          <p14:tracePt t="30675" x="6867525" y="3938588"/>
          <p14:tracePt t="30683" x="6842125" y="3938588"/>
          <p14:tracePt t="30691" x="6826250" y="3938588"/>
          <p14:tracePt t="30699" x="6784975" y="3938588"/>
          <p14:tracePt t="30707" x="6759575" y="3938588"/>
          <p14:tracePt t="30723" x="6734175" y="3938588"/>
          <p14:tracePt t="30732" x="6718300" y="3938588"/>
          <p14:tracePt t="30739" x="6700838" y="3938588"/>
          <p14:tracePt t="30756" x="6692900" y="3938588"/>
          <p14:tracePt t="30772" x="6677025" y="3938588"/>
          <p14:tracePt t="30788" x="6659563" y="3938588"/>
          <p14:tracePt t="30797" x="6651625" y="3938588"/>
          <p14:tracePt t="30812" x="6635750" y="3938588"/>
          <p14:tracePt t="30820" x="6618288" y="3938588"/>
          <p14:tracePt t="30836" x="6592888" y="3938588"/>
          <p14:tracePt t="30844" x="6577013" y="3938588"/>
          <p14:tracePt t="30853" x="6561138" y="3922713"/>
          <p14:tracePt t="30860" x="6551613" y="3922713"/>
          <p14:tracePt t="30869" x="6535738" y="3922713"/>
          <p14:tracePt t="30877" x="6518275" y="3922713"/>
          <p14:tracePt t="30893" x="6510338" y="3922713"/>
          <p14:tracePt t="30901" x="6494463" y="3922713"/>
          <p14:tracePt t="30917" x="6477000" y="3922713"/>
          <p14:tracePt t="30933" x="6469063" y="3922713"/>
          <p14:tracePt t="30950" x="6453188" y="3922713"/>
          <p14:tracePt t="30965" x="6435725" y="3914775"/>
          <p14:tracePt t="30982" x="6427788" y="3914775"/>
          <p14:tracePt t="30998" x="6411913" y="3914775"/>
          <p14:tracePt t="31006" x="6394450" y="3914775"/>
          <p14:tracePt t="31022" x="6386513" y="3914775"/>
          <p14:tracePt t="31031" x="6369050" y="3914775"/>
          <p14:tracePt t="31054" x="6353175" y="3914775"/>
          <p14:tracePt t="31070" x="6337300" y="3914775"/>
          <p14:tracePt t="31240" x="6353175" y="3914775"/>
          <p14:tracePt t="31256" x="6353175" y="3897313"/>
          <p14:tracePt t="31265" x="6369050" y="3897313"/>
          <p14:tracePt t="31272" x="6394450" y="3897313"/>
          <p14:tracePt t="31282" x="6411913" y="3881438"/>
          <p14:tracePt t="31288" x="6427788" y="3881438"/>
          <p14:tracePt t="31298" x="6453188" y="3871913"/>
          <p14:tracePt t="31305" x="6469063" y="3871913"/>
          <p14:tracePt t="31314" x="6494463" y="3871913"/>
          <p14:tracePt t="31321" x="6510338" y="3856038"/>
          <p14:tracePt t="31329" x="6518275" y="3856038"/>
          <p14:tracePt t="31337" x="6535738" y="3856038"/>
          <p14:tracePt t="31345" x="6551613" y="3856038"/>
          <p14:tracePt t="31361" x="6561138" y="3840163"/>
          <p14:tracePt t="31385" x="6577013" y="3840163"/>
          <p14:tracePt t="31409" x="6592888" y="3830638"/>
          <p14:tracePt t="31418" x="6602413" y="3830638"/>
          <p14:tracePt t="31434" x="6618288" y="3830638"/>
          <p14:tracePt t="31442" x="6635750" y="3830638"/>
          <p14:tracePt t="31450" x="6651625" y="3830638"/>
          <p14:tracePt t="31458" x="6659563" y="3830638"/>
          <p14:tracePt t="31474" x="6677025" y="3830638"/>
          <p14:tracePt t="31482" x="6700838" y="3830638"/>
          <p14:tracePt t="31490" x="6718300" y="3830638"/>
          <p14:tracePt t="31498" x="6743700" y="3830638"/>
          <p14:tracePt t="31507" x="6775450" y="3830638"/>
          <p14:tracePt t="31515" x="6784975" y="3830638"/>
          <p14:tracePt t="31523" x="6818313" y="3830638"/>
          <p14:tracePt t="31532" x="6842125" y="3830638"/>
          <p14:tracePt t="31539" x="6867525" y="3830638"/>
          <p14:tracePt t="31548" x="6900863" y="3830638"/>
          <p14:tracePt t="31555" x="6916738" y="3830638"/>
          <p14:tracePt t="31565" x="6958013" y="3830638"/>
          <p14:tracePt t="31571" x="6983413" y="3830638"/>
          <p14:tracePt t="31579" x="7042150" y="3830638"/>
          <p14:tracePt t="31587" x="7107238" y="3830638"/>
          <p14:tracePt t="31595" x="7191375" y="3830638"/>
          <p14:tracePt t="31603" x="7273925" y="3830638"/>
          <p14:tracePt t="31611" x="7373938" y="3830638"/>
          <p14:tracePt t="31619" x="7497763" y="3830638"/>
          <p14:tracePt t="31627" x="7654925" y="3830638"/>
          <p14:tracePt t="31636" x="7780338" y="3840163"/>
          <p14:tracePt t="31644" x="7929563" y="3840163"/>
          <p14:tracePt t="31652" x="8045450" y="3856038"/>
          <p14:tracePt t="31660" x="8194675" y="3856038"/>
          <p14:tracePt t="31668" x="8351838" y="3856038"/>
          <p14:tracePt t="31676" x="8475663" y="3856038"/>
          <p14:tracePt t="31684" x="8601075" y="3856038"/>
          <p14:tracePt t="31692" x="8716963" y="3856038"/>
          <p14:tracePt t="31700" x="8816975" y="3856038"/>
          <p14:tracePt t="31708" x="8940800" y="3856038"/>
          <p14:tracePt t="31716" x="9031288" y="3856038"/>
          <p14:tracePt t="31724" x="9064625" y="3856038"/>
          <p14:tracePt t="31732" x="9164638" y="3856038"/>
          <p14:tracePt t="31741" x="9247188" y="3871913"/>
          <p14:tracePt t="31749" x="9288463" y="3881438"/>
          <p14:tracePt t="31757" x="9339263" y="3897313"/>
          <p14:tracePt t="31765" x="9396413" y="3897313"/>
          <p14:tracePt t="31773" x="9429750" y="3897313"/>
          <p14:tracePt t="31782" x="9471025" y="3897313"/>
          <p14:tracePt t="31789" x="9512300" y="3897313"/>
          <p14:tracePt t="31799" x="9537700" y="3897313"/>
          <p14:tracePt t="31805" x="9578975" y="3897313"/>
          <p14:tracePt t="31815" x="9596438" y="3897313"/>
          <p14:tracePt t="31821" x="9637713" y="3897313"/>
          <p14:tracePt t="31832" x="9663113" y="3897313"/>
          <p14:tracePt t="31838" x="9678988" y="3897313"/>
          <p14:tracePt t="31848" x="9720263" y="3897313"/>
          <p14:tracePt t="31854" x="9737725" y="3897313"/>
          <p14:tracePt t="31865" x="9779000" y="3897313"/>
          <p14:tracePt t="31870" x="9802813" y="3897313"/>
          <p14:tracePt t="31882" x="9844088" y="3897313"/>
          <p14:tracePt t="31886" x="9902825" y="3914775"/>
          <p14:tracePt t="31898" x="9928225" y="3914775"/>
          <p14:tracePt t="31902" x="9969500" y="3914775"/>
          <p14:tracePt t="31915" x="10010775" y="3914775"/>
          <p14:tracePt t="31918" x="10044113" y="3914775"/>
          <p14:tracePt t="31932" x="10085388" y="3914775"/>
          <p14:tracePt t="31934" x="10093325" y="3914775"/>
          <p14:tracePt t="31948" x="10126663" y="3914775"/>
          <p14:tracePt t="31950" x="10134600" y="3914775"/>
          <p14:tracePt t="31965" x="10152063" y="3914775"/>
          <p14:tracePt t="31981" x="10167938" y="3897313"/>
          <p14:tracePt t="31999" x="10185400" y="3881438"/>
          <p14:tracePt t="31999" x="10185400" y="3871913"/>
          <p14:tracePt t="32007" x="10193338" y="3856038"/>
          <p14:tracePt t="32015" x="10209213" y="3840163"/>
          <p14:tracePt t="32023" x="10226675" y="3830638"/>
          <p14:tracePt t="32032" x="10234613" y="3814763"/>
          <p14:tracePt t="32039" x="10250488" y="3797300"/>
          <p14:tracePt t="32049" x="10267950" y="3797300"/>
          <p14:tracePt t="32055" x="10267950" y="3781425"/>
          <p14:tracePt t="32065" x="10275888" y="3773488"/>
          <p14:tracePt t="32072" x="10293350" y="3773488"/>
          <p14:tracePt t="32095" x="10309225" y="3773488"/>
          <p14:tracePt t="32136" x="10293350" y="3773488"/>
          <p14:tracePt t="32144" x="10250488" y="3773488"/>
          <p14:tracePt t="32152" x="10209213" y="3773488"/>
          <p14:tracePt t="32161" x="10185400" y="3773488"/>
          <p14:tracePt t="32168" x="10085388" y="3781425"/>
          <p14:tracePt t="32177" x="10052050" y="3781425"/>
          <p14:tracePt t="32185" x="9969500" y="3797300"/>
          <p14:tracePt t="32192" x="9928225" y="3814763"/>
          <p14:tracePt t="32201" x="9869488" y="3840163"/>
          <p14:tracePt t="32209" x="9802813" y="3840163"/>
          <p14:tracePt t="32217" x="9761538" y="3856038"/>
          <p14:tracePt t="32225" x="9704388" y="3871913"/>
          <p14:tracePt t="32233" x="9653588" y="3881438"/>
          <p14:tracePt t="32241" x="9620250" y="3881438"/>
          <p14:tracePt t="32249" x="9563100" y="3897313"/>
          <p14:tracePt t="32257" x="9512300" y="3897313"/>
          <p14:tracePt t="32265" x="9471025" y="3914775"/>
          <p14:tracePt t="32273" x="9388475" y="3914775"/>
          <p14:tracePt t="32282" x="9331325" y="3914775"/>
          <p14:tracePt t="32290" x="9288463" y="3914775"/>
          <p14:tracePt t="32298" x="9205913" y="3914775"/>
          <p14:tracePt t="32306" x="9172575" y="3914775"/>
          <p14:tracePt t="32315" x="9123363" y="3914775"/>
          <p14:tracePt t="32322" x="9064625" y="3914775"/>
          <p14:tracePt t="32331" x="9031288" y="3914775"/>
          <p14:tracePt t="32338" x="8982075" y="3914775"/>
          <p14:tracePt t="32348" x="8940800" y="3914775"/>
          <p14:tracePt t="32354" x="8899525" y="3914775"/>
          <p14:tracePt t="32362" x="8840788" y="3922713"/>
          <p14:tracePt t="32370" x="8799513" y="3922713"/>
          <p14:tracePt t="32379" x="8742363" y="3938588"/>
          <p14:tracePt t="32387" x="8699500" y="3956050"/>
          <p14:tracePt t="32394" x="8601075" y="3963988"/>
          <p14:tracePt t="32403" x="8534400" y="3963988"/>
          <p14:tracePt t="32411" x="8434388" y="3979863"/>
          <p14:tracePt t="32419" x="8351838" y="3997325"/>
          <p14:tracePt t="32427" x="8235950" y="4005263"/>
          <p14:tracePt t="32435" x="8086725" y="4038600"/>
          <p14:tracePt t="32443" x="7821613" y="4046538"/>
          <p14:tracePt t="32451" x="7572375" y="4079875"/>
          <p14:tracePt t="32459" x="7265988" y="4097338"/>
          <p14:tracePt t="32467" x="7107238" y="4097338"/>
          <p14:tracePt t="32475" x="6818313" y="4097338"/>
          <p14:tracePt t="32483" x="6510338" y="4097338"/>
          <p14:tracePt t="32491" x="6286500" y="4097338"/>
          <p14:tracePt t="32499" x="6021388" y="4097338"/>
          <p14:tracePt t="32508" x="5838825" y="4097338"/>
          <p14:tracePt t="32516" x="5764213" y="4097338"/>
          <p14:tracePt t="32524" x="5640388" y="4079875"/>
          <p14:tracePt t="32532" x="5540375" y="4064000"/>
          <p14:tracePt t="32540" x="5473700" y="4046538"/>
          <p14:tracePt t="32549" x="5416550" y="4046538"/>
          <p14:tracePt t="32556" x="5407025" y="4046538"/>
          <p14:tracePt t="32565" x="5373688" y="4038600"/>
          <p14:tracePt t="32572" x="5365750" y="4038600"/>
          <p14:tracePt t="32588" x="5365750" y="4021138"/>
          <p14:tracePt t="32653" x="5391150" y="4021138"/>
          <p14:tracePt t="32661" x="5448300" y="4005263"/>
          <p14:tracePt t="32669" x="5514975" y="4005263"/>
          <p14:tracePt t="32677" x="5614988" y="3997325"/>
          <p14:tracePt t="32685" x="5722938" y="3963988"/>
          <p14:tracePt t="32693" x="6029325" y="3922713"/>
          <p14:tracePt t="32701" x="6294438" y="3914775"/>
          <p14:tracePt t="32709" x="6592888" y="3881438"/>
          <p14:tracePt t="32718" x="6743700" y="3871913"/>
          <p14:tracePt t="32726" x="7008813" y="3840163"/>
          <p14:tracePt t="32734" x="7307263" y="3797300"/>
          <p14:tracePt t="32742" x="7572375" y="3773488"/>
          <p14:tracePt t="32749" x="7878763" y="3756025"/>
          <p14:tracePt t="32758" x="8128000" y="3732213"/>
          <p14:tracePt t="32766" x="8393113" y="3698875"/>
          <p14:tracePt t="32774" x="8616950" y="3690938"/>
          <p14:tracePt t="32782" x="8866188" y="3657600"/>
          <p14:tracePt t="32790" x="9048750" y="3648075"/>
          <p14:tracePt t="32798" x="9247188" y="3632200"/>
          <p14:tracePt t="32806" x="9429750" y="3632200"/>
          <p14:tracePt t="32815" x="9604375" y="3632200"/>
          <p14:tracePt t="32822" x="9761538" y="3632200"/>
          <p14:tracePt t="32831" x="9820275" y="3632200"/>
          <p14:tracePt t="32838" x="9918700" y="3632200"/>
          <p14:tracePt t="32849" x="10002838" y="3632200"/>
          <p14:tracePt t="32855" x="10093325" y="3632200"/>
          <p14:tracePt t="32865" x="10152063" y="3648075"/>
          <p14:tracePt t="32871" x="10209213" y="3648075"/>
          <p14:tracePt t="32882" x="10267950" y="3657600"/>
          <p14:tracePt t="32887" x="10309225" y="3657600"/>
          <p14:tracePt t="32898" x="10358438" y="3657600"/>
          <p14:tracePt t="32903" x="10401300" y="3673475"/>
          <p14:tracePt t="32915" x="10433050" y="3673475"/>
          <p14:tracePt t="32919" x="10458450" y="3673475"/>
          <p14:tracePt t="32931" x="10499725" y="3673475"/>
          <p14:tracePt t="32935" x="10517188" y="3673475"/>
          <p14:tracePt t="32949" x="10558463" y="3673475"/>
          <p14:tracePt t="32951" x="10574338" y="3673475"/>
          <p14:tracePt t="32965" x="10582275" y="3673475"/>
          <p14:tracePt t="32968" x="10599738" y="3673475"/>
          <p14:tracePt t="32982" x="10615613" y="3673475"/>
          <p14:tracePt t="32998" x="10625138" y="3673475"/>
          <p14:tracePt t="33048" x="10625138" y="3690938"/>
          <p14:tracePt t="33073" x="10615613" y="3698875"/>
          <p14:tracePt t="33082" x="10599738" y="3698875"/>
          <p14:tracePt t="33089" x="10582275" y="3714750"/>
          <p14:tracePt t="33098" x="10574338" y="3714750"/>
          <p14:tracePt t="33105" x="10541000" y="3732213"/>
          <p14:tracePt t="33115" x="10517188" y="3732213"/>
          <p14:tracePt t="33121" x="10499725" y="3740150"/>
          <p14:tracePt t="33129" x="10475913" y="3740150"/>
          <p14:tracePt t="33137" x="10450513" y="3756025"/>
          <p14:tracePt t="33145" x="10417175" y="3756025"/>
          <p14:tracePt t="33154" x="10391775" y="3773488"/>
          <p14:tracePt t="33162" x="10358438" y="3781425"/>
          <p14:tracePt t="33170" x="10334625" y="3797300"/>
          <p14:tracePt t="33178" x="10309225" y="3814763"/>
          <p14:tracePt t="33186" x="10275888" y="3830638"/>
          <p14:tracePt t="33194" x="10250488" y="3830638"/>
          <p14:tracePt t="33202" x="10226675" y="3840163"/>
          <p14:tracePt t="33210" x="10193338" y="3856038"/>
          <p14:tracePt t="33218" x="10185400" y="3871913"/>
          <p14:tracePt t="33226" x="10134600" y="3881438"/>
          <p14:tracePt t="33234" x="10110788" y="3881438"/>
          <p14:tracePt t="33242" x="10026650" y="3897313"/>
          <p14:tracePt t="33250" x="9985375" y="3914775"/>
          <p14:tracePt t="33258" x="9944100" y="3922713"/>
          <p14:tracePt t="33266" x="9869488" y="3922713"/>
          <p14:tracePt t="33274" x="9820275" y="3938588"/>
          <p14:tracePt t="33283" x="9745663" y="3956050"/>
          <p14:tracePt t="33291" x="9678988" y="3956050"/>
          <p14:tracePt t="33299" x="9620250" y="3963988"/>
          <p14:tracePt t="33307" x="9555163" y="3963988"/>
          <p14:tracePt t="33316" x="9429750" y="3979863"/>
          <p14:tracePt t="33323" x="9355138" y="3997325"/>
          <p14:tracePt t="33331" x="9272588" y="3997325"/>
          <p14:tracePt t="33339" x="9205913" y="4005263"/>
          <p14:tracePt t="33349" x="9105900" y="4005263"/>
          <p14:tracePt t="33355" x="9082088" y="4005263"/>
          <p14:tracePt t="33365" x="8924925" y="4005263"/>
          <p14:tracePt t="33371" x="8882063" y="4005263"/>
          <p14:tracePt t="33382" x="8724900" y="4005263"/>
          <p14:tracePt t="33388" x="8634413" y="4005263"/>
          <p14:tracePt t="33398" x="8550275" y="4005263"/>
          <p14:tracePt t="33404" x="8418513" y="4005263"/>
          <p14:tracePt t="33415" x="8293100" y="4005263"/>
          <p14:tracePt t="33420" x="8143875" y="4005263"/>
          <p14:tracePt t="33432" x="8020050" y="4005263"/>
          <p14:tracePt t="33436" x="7904163" y="4005263"/>
          <p14:tracePt t="33449" x="7845425" y="4005263"/>
          <p14:tracePt t="33452" x="7662863" y="4005263"/>
          <p14:tracePt t="33465" x="7613650" y="4005263"/>
          <p14:tracePt t="33468" x="7431088" y="4005263"/>
          <p14:tracePt t="33482" x="7389813" y="4005263"/>
          <p14:tracePt t="33485" x="7315200" y="4005263"/>
          <p14:tracePt t="33498" x="7248525" y="4005263"/>
          <p14:tracePt t="33501" x="7165975" y="4005263"/>
          <p14:tracePt t="33515" x="7124700" y="4005263"/>
          <p14:tracePt t="33517" x="7065963" y="4005263"/>
          <p14:tracePt t="33532" x="7024688" y="4005263"/>
          <p14:tracePt t="33533" x="6999288" y="4021138"/>
          <p14:tracePt t="33541" x="6958013" y="4021138"/>
          <p14:tracePt t="33549" x="6942138" y="4021138"/>
          <p14:tracePt t="33557" x="6916738" y="4038600"/>
          <p14:tracePt t="33565" x="6900863" y="4038600"/>
          <p14:tracePt t="33573" x="6883400" y="4038600"/>
          <p14:tracePt t="33582" x="6867525" y="4038600"/>
          <p14:tracePt t="33598" x="6859588" y="4038600"/>
          <p14:tracePt t="33630" x="6842125" y="4038600"/>
          <p14:tracePt t="34227" x="6859588" y="4038600"/>
          <p14:tracePt t="34267" x="6867525" y="4038600"/>
          <p14:tracePt t="34276" x="6924675" y="4038600"/>
          <p14:tracePt t="34284" x="6967538" y="4038600"/>
          <p14:tracePt t="34292" x="7050088" y="4005263"/>
          <p14:tracePt t="34300" x="7165975" y="3979863"/>
          <p14:tracePt t="34308" x="7315200" y="3963988"/>
          <p14:tracePt t="34316" x="7472363" y="3938588"/>
          <p14:tracePt t="34324" x="7621588" y="3914775"/>
          <p14:tracePt t="34332" x="7804150" y="3897313"/>
          <p14:tracePt t="34340" x="8027988" y="3856038"/>
          <p14:tracePt t="34348" x="8210550" y="3830638"/>
          <p14:tracePt t="34356" x="8393113" y="3814763"/>
          <p14:tracePt t="34365" x="8550275" y="3781425"/>
          <p14:tracePt t="34372" x="8675688" y="3740150"/>
          <p14:tracePt t="34381" x="8824913" y="3714750"/>
          <p14:tracePt t="34389" x="8948738" y="3690938"/>
          <p14:tracePt t="34398" x="9023350" y="3690938"/>
          <p14:tracePt t="34405" x="9205913" y="3632200"/>
          <p14:tracePt t="34415" x="9256713" y="3632200"/>
          <p14:tracePt t="34421" x="9355138" y="3616325"/>
          <p14:tracePt t="34429" x="9429750" y="3606800"/>
          <p14:tracePt t="34437" x="9496425" y="3590925"/>
          <p14:tracePt t="34445" x="9555163" y="3590925"/>
          <p14:tracePt t="34453" x="9604375" y="3590925"/>
          <p14:tracePt t="34461" x="9663113" y="3590925"/>
          <p14:tracePt t="34469" x="9678988" y="3590925"/>
          <p14:tracePt t="34477" x="9720263" y="3590925"/>
          <p14:tracePt t="34485" x="9737725" y="3590925"/>
          <p14:tracePt t="34493" x="9745663" y="3590925"/>
          <p14:tracePt t="34502" x="9779000" y="3590925"/>
          <p14:tracePt t="34510" x="9786938" y="3590925"/>
          <p14:tracePt t="34518" x="9802813" y="3590925"/>
          <p14:tracePt t="34526" x="9820275" y="3590925"/>
          <p14:tracePt t="34534" x="9844088" y="3590925"/>
          <p14:tracePt t="34542" x="9861550" y="3606800"/>
          <p14:tracePt t="34550" x="9886950" y="3616325"/>
          <p14:tracePt t="34558" x="9902825" y="3632200"/>
          <p14:tracePt t="34566" x="9918700" y="3632200"/>
          <p14:tracePt t="34575" x="9928225" y="3648075"/>
          <p14:tracePt t="34582" x="9944100" y="3648075"/>
          <p14:tracePt t="34590" x="9944100" y="3657600"/>
          <p14:tracePt t="34598" x="9961563" y="3657600"/>
          <p14:tracePt t="34615" x="9961563" y="3673475"/>
          <p14:tracePt t="34623" x="9969500" y="3673475"/>
          <p14:tracePt t="34695" x="9969500" y="3690938"/>
          <p14:tracePt t="34711" x="9961563" y="3690938"/>
          <p14:tracePt t="34728" x="9944100" y="3690938"/>
          <p14:tracePt t="34736" x="9928225" y="3690938"/>
          <p14:tracePt t="34752" x="9918700" y="3698875"/>
          <p14:tracePt t="34760" x="9902825" y="3698875"/>
          <p14:tracePt t="34776" x="9886950" y="3698875"/>
          <p14:tracePt t="34784" x="9869488" y="3698875"/>
          <p14:tracePt t="34800" x="9861550" y="3714750"/>
          <p14:tracePt t="34816" x="9844088" y="3714750"/>
          <p14:tracePt t="34841" x="9828213" y="3714750"/>
          <p14:tracePt t="34881" x="9820275" y="3714750"/>
          <p14:tracePt t="35002" x="9802813" y="3714750"/>
          <p14:tracePt t="35034" x="9802813" y="3732213"/>
          <p14:tracePt t="35046" x="9786938" y="3732213"/>
          <p14:tracePt t="35083" x="9779000" y="3732213"/>
          <p14:tracePt t="35099" x="9761538" y="3740150"/>
          <p14:tracePt t="35115" x="9745663" y="3740150"/>
          <p14:tracePt t="35131" x="9737725" y="3740150"/>
          <p14:tracePt t="35139" x="9737725" y="3756025"/>
          <p14:tracePt t="35155" x="9720263" y="3756025"/>
          <p14:tracePt t="36270" x="9720263" y="3773488"/>
          <p14:tracePt t="36374" x="9720263" y="3781425"/>
          <p14:tracePt t="36455" x="9720263" y="3797300"/>
          <p14:tracePt t="36504" x="9704388" y="3814763"/>
          <p14:tracePt t="36528" x="9694863" y="3814763"/>
          <p14:tracePt t="36536" x="9694863" y="3830638"/>
          <p14:tracePt t="36552" x="9678988" y="3830638"/>
          <p14:tracePt t="36568" x="9678988" y="3840163"/>
          <p14:tracePt t="36576" x="9663113" y="3840163"/>
          <p14:tracePt t="36601" x="9653588" y="3856038"/>
          <p14:tracePt t="36617" x="9637713" y="3856038"/>
          <p14:tracePt t="36633" x="9637713" y="3871913"/>
          <p14:tracePt t="36641" x="9620250" y="3871913"/>
          <p14:tracePt t="36657" x="9604375" y="3871913"/>
          <p14:tracePt t="36665" x="9604375" y="3881438"/>
          <p14:tracePt t="36673" x="9596438" y="3881438"/>
          <p14:tracePt t="36689" x="9578975" y="3881438"/>
          <p14:tracePt t="36722" x="9563100" y="3881438"/>
          <p14:tracePt t="36762" x="9555163" y="3881438"/>
          <p14:tracePt t="36851" x="9537700" y="3881438"/>
          <p14:tracePt t="37368" x="9555163" y="3881438"/>
          <p14:tracePt t="37376" x="9596438" y="3881438"/>
          <p14:tracePt t="37384" x="9620250" y="3881438"/>
          <p14:tracePt t="37392" x="9663113" y="3871913"/>
          <p14:tracePt t="37400" x="9678988" y="3856038"/>
          <p14:tracePt t="37408" x="9704388" y="3856038"/>
          <p14:tracePt t="37416" x="9720263" y="3840163"/>
          <p14:tracePt t="37424" x="9737725" y="3840163"/>
          <p14:tracePt t="37433" x="9745663" y="3840163"/>
          <p14:tracePt t="37449" x="9761538" y="3840163"/>
          <p14:tracePt t="37570" x="9745663" y="3840163"/>
          <p14:tracePt t="37586" x="9737725" y="3840163"/>
          <p14:tracePt t="37594" x="9720263" y="3840163"/>
          <p14:tracePt t="37610" x="9704388" y="3840163"/>
          <p14:tracePt t="37618" x="9678988" y="3840163"/>
          <p14:tracePt t="37626" x="9663113" y="3840163"/>
          <p14:tracePt t="37634" x="9653588" y="3840163"/>
          <p14:tracePt t="37642" x="9620250" y="3840163"/>
          <p14:tracePt t="37650" x="9604375" y="3840163"/>
          <p14:tracePt t="37659" x="9596438" y="3840163"/>
          <p14:tracePt t="37666" x="9563100" y="3840163"/>
          <p14:tracePt t="37674" x="9555163" y="3840163"/>
          <p14:tracePt t="37683" x="9537700" y="3840163"/>
          <p14:tracePt t="37691" x="9521825" y="3840163"/>
          <p14:tracePt t="37707" x="9512300" y="3840163"/>
          <p14:tracePt t="37723" x="9496425" y="3840163"/>
          <p14:tracePt t="37755" x="9480550" y="3840163"/>
          <p14:tracePt t="37764" x="9480550" y="3830638"/>
          <p14:tracePt t="37909" x="9521825" y="3830638"/>
          <p14:tracePt t="37917" x="9555163" y="3830638"/>
          <p14:tracePt t="37925" x="9604375" y="3830638"/>
          <p14:tracePt t="37933" x="9663113" y="3830638"/>
          <p14:tracePt t="37941" x="9704388" y="3830638"/>
          <p14:tracePt t="37949" x="9761538" y="3830638"/>
          <p14:tracePt t="37957" x="9828213" y="3840163"/>
          <p14:tracePt t="37965" x="9918700" y="3856038"/>
          <p14:tracePt t="37974" x="9961563" y="3856038"/>
          <p14:tracePt t="37981" x="10010775" y="3856038"/>
          <p14:tracePt t="37989" x="10069513" y="3856038"/>
          <p14:tracePt t="37998" x="10110788" y="3856038"/>
          <p14:tracePt t="38006" x="10126663" y="3871913"/>
          <p14:tracePt t="38015" x="10152063" y="3871913"/>
          <p14:tracePt t="38022" x="10167938" y="3871913"/>
          <p14:tracePt t="38031" x="10185400" y="3871913"/>
          <p14:tracePt t="38047" x="10193338" y="3871913"/>
          <p14:tracePt t="38070" x="10209213" y="3871913"/>
          <p14:tracePt t="38345" x="10193338" y="3871913"/>
          <p14:tracePt t="38361" x="10185400" y="3871913"/>
          <p14:tracePt t="38369" x="10167938" y="3871913"/>
          <p14:tracePt t="38377" x="10134600" y="3871913"/>
          <p14:tracePt t="38385" x="10093325" y="3871913"/>
          <p14:tracePt t="38393" x="10069513" y="3871913"/>
          <p14:tracePt t="38401" x="10010775" y="3871913"/>
          <p14:tracePt t="38409" x="9969500" y="3871913"/>
          <p14:tracePt t="38417" x="9902825" y="3871913"/>
          <p14:tracePt t="38425" x="9844088" y="3871913"/>
          <p14:tracePt t="38433" x="9737725" y="3871913"/>
          <p14:tracePt t="38441" x="9694863" y="3871913"/>
          <p14:tracePt t="38449" x="9563100" y="3871913"/>
          <p14:tracePt t="38458" x="9496425" y="3871913"/>
          <p14:tracePt t="38466" x="9372600" y="3871913"/>
          <p14:tracePt t="38474" x="9272588" y="3871913"/>
          <p14:tracePt t="38482" x="9131300" y="3871913"/>
          <p14:tracePt t="38490" x="9007475" y="3897313"/>
          <p14:tracePt t="38498" x="8858250" y="3914775"/>
          <p14:tracePt t="38506" x="8675688" y="3956050"/>
          <p14:tracePt t="38515" x="8475663" y="3997325"/>
          <p14:tracePt t="38522" x="8335963" y="4021138"/>
          <p14:tracePt t="38532" x="8143875" y="4064000"/>
          <p14:tracePt t="38538" x="8004175" y="4105275"/>
          <p14:tracePt t="38549" x="7945438" y="4121150"/>
          <p14:tracePt t="38554" x="7796213" y="4179888"/>
          <p14:tracePt t="38565" x="7696200" y="4203700"/>
          <p14:tracePt t="38571" x="7597775" y="4221163"/>
          <p14:tracePt t="38582" x="7531100" y="4229100"/>
          <p14:tracePt t="38587" x="7472363" y="4262438"/>
          <p14:tracePt t="38598" x="7397750" y="4270375"/>
          <p14:tracePt t="38603" x="7356475" y="4270375"/>
          <p14:tracePt t="38615" x="7331075" y="4287838"/>
          <p14:tracePt t="38619" x="7289800" y="4303713"/>
          <p14:tracePt t="38631" x="7273925" y="4303713"/>
          <p14:tracePt t="38635" x="7248525" y="4311650"/>
          <p14:tracePt t="38648" x="7232650" y="4311650"/>
          <p14:tracePt t="38651" x="7224713" y="4311650"/>
          <p14:tracePt t="38665" x="7207250" y="4311650"/>
          <p14:tracePt t="38676" x="7191375" y="4311650"/>
          <p14:tracePt t="38708" x="7173913" y="4311650"/>
          <p14:tracePt t="38748" x="7173913" y="4303713"/>
          <p14:tracePt t="38772" x="7173913" y="4287838"/>
          <p14:tracePt t="38789" x="7191375" y="4287838"/>
          <p14:tracePt t="38798" x="7191375" y="4270375"/>
          <p14:tracePt t="38814" x="7207250" y="4270375"/>
          <p14:tracePt t="38821" x="7232650" y="4262438"/>
          <p14:tracePt t="38829" x="7248525" y="4246563"/>
          <p14:tracePt t="38837" x="7265988" y="4229100"/>
          <p14:tracePt t="38845" x="7307263" y="4221163"/>
          <p14:tracePt t="38853" x="7315200" y="4203700"/>
          <p14:tracePt t="38861" x="7356475" y="4179888"/>
          <p14:tracePt t="38870" x="7389813" y="4179888"/>
          <p14:tracePt t="38878" x="7397750" y="4162425"/>
          <p14:tracePt t="38886" x="7415213" y="4146550"/>
          <p14:tracePt t="38894" x="7431088" y="4146550"/>
          <p14:tracePt t="38902" x="7439025" y="4138613"/>
          <p14:tracePt t="38926" x="7456488" y="4138613"/>
          <p14:tracePt t="38991" x="7439025" y="4138613"/>
          <p14:tracePt t="39007" x="7415213" y="4138613"/>
          <p14:tracePt t="39015" x="7397750" y="4138613"/>
          <p14:tracePt t="39023" x="7389813" y="4138613"/>
          <p14:tracePt t="39032" x="7356475" y="4138613"/>
          <p14:tracePt t="39039" x="7331075" y="4138613"/>
          <p14:tracePt t="39053" x="7289800" y="4138613"/>
          <p14:tracePt t="39056" x="7232650" y="4138613"/>
          <p14:tracePt t="39066" x="7173913" y="4138613"/>
          <p14:tracePt t="39071" x="7132638" y="4138613"/>
          <p14:tracePt t="39081" x="7083425" y="4138613"/>
          <p14:tracePt t="39087" x="7024688" y="4138613"/>
          <p14:tracePt t="39098" x="6967538" y="4138613"/>
          <p14:tracePt t="39104" x="6916738" y="4138613"/>
          <p14:tracePt t="39115" x="6867525" y="4138613"/>
          <p14:tracePt t="39120" x="6826250" y="4138613"/>
          <p14:tracePt t="39132" x="6800850" y="4138613"/>
          <p14:tracePt t="39136" x="6775450" y="4138613"/>
          <p14:tracePt t="39148" x="6743700" y="4138613"/>
          <p14:tracePt t="39152" x="6734175" y="4121150"/>
          <p14:tracePt t="39165" x="6718300" y="4121150"/>
          <p14:tracePt t="39168" x="6700838" y="4121150"/>
          <p14:tracePt t="39181" x="6692900" y="4121150"/>
          <p14:tracePt t="39193" x="6677025" y="4105275"/>
          <p14:tracePt t="39209" x="6659563" y="4105275"/>
          <p14:tracePt t="39216" x="6659563" y="4097338"/>
          <p14:tracePt t="39241" x="6659563" y="4079875"/>
          <p14:tracePt t="39257" x="6659563" y="4064000"/>
          <p14:tracePt t="39281" x="6659563" y="4046538"/>
          <p14:tracePt t="39305" x="6677025" y="4046538"/>
          <p14:tracePt t="39315" x="6692900" y="4046538"/>
          <p14:tracePt t="39321" x="6734175" y="4038600"/>
          <p14:tracePt t="39331" x="6784975" y="4021138"/>
          <p14:tracePt t="39338" x="6883400" y="3997325"/>
          <p14:tracePt t="39348" x="7008813" y="3963988"/>
          <p14:tracePt t="39354" x="7124700" y="3938588"/>
          <p14:tracePt t="39362" x="7315200" y="3881438"/>
          <p14:tracePt t="39370" x="7539038" y="3856038"/>
          <p14:tracePt t="39378" x="7754938" y="3814763"/>
          <p14:tracePt t="39386" x="7970838" y="3781425"/>
          <p14:tracePt t="39394" x="8235950" y="3756025"/>
          <p14:tracePt t="39402" x="8418513" y="3740150"/>
          <p14:tracePt t="39410" x="8642350" y="3714750"/>
          <p14:tracePt t="39419" x="8824913" y="3714750"/>
          <p14:tracePt t="39426" x="8982075" y="3714750"/>
          <p14:tracePt t="39434" x="9164638" y="3714750"/>
          <p14:tracePt t="39443" x="9313863" y="3714750"/>
          <p14:tracePt t="39451" x="9471025" y="3714750"/>
          <p14:tracePt t="39459" x="9620250" y="3714750"/>
          <p14:tracePt t="39467" x="9663113" y="3714750"/>
          <p14:tracePt t="39475" x="9761538" y="3732213"/>
          <p14:tracePt t="39483" x="9861550" y="3740150"/>
          <p14:tracePt t="39491" x="9928225" y="3756025"/>
          <p14:tracePt t="39499" x="9985375" y="3756025"/>
          <p14:tracePt t="39507" x="10026650" y="3773488"/>
          <p14:tracePt t="39515" x="10052050" y="3773488"/>
          <p14:tracePt t="39523" x="10085388" y="3773488"/>
          <p14:tracePt t="39532" x="10093325" y="3773488"/>
          <p14:tracePt t="39540" x="10110788" y="3773488"/>
          <p14:tracePt t="39556" x="10126663" y="3773488"/>
          <p14:tracePt t="39581" x="10134600" y="3773488"/>
          <p14:tracePt t="39653" x="10152063" y="3773488"/>
          <p14:tracePt t="39814" x="10134600" y="3773488"/>
          <p14:tracePt t="39822" x="10126663" y="3773488"/>
          <p14:tracePt t="39831" x="10110788" y="3773488"/>
          <p14:tracePt t="39838" x="10093325" y="3773488"/>
          <p14:tracePt t="39848" x="10069513" y="3773488"/>
          <p14:tracePt t="39854" x="10052050" y="3773488"/>
          <p14:tracePt t="39864" x="10010775" y="3781425"/>
          <p14:tracePt t="39871" x="9969500" y="3781425"/>
          <p14:tracePt t="39879" x="9928225" y="3781425"/>
          <p14:tracePt t="39887" x="9869488" y="3797300"/>
          <p14:tracePt t="39895" x="9820275" y="3797300"/>
          <p14:tracePt t="39903" x="9779000" y="3797300"/>
          <p14:tracePt t="39911" x="9737725" y="3797300"/>
          <p14:tracePt t="39919" x="9694863" y="3797300"/>
          <p14:tracePt t="39927" x="9653588" y="3797300"/>
          <p14:tracePt t="39935" x="9620250" y="3797300"/>
          <p14:tracePt t="39943" x="9596438" y="3797300"/>
          <p14:tracePt t="39951" x="9578975" y="3797300"/>
          <p14:tracePt t="39960" x="9563100" y="3797300"/>
          <p14:tracePt t="39968" x="9555163" y="3797300"/>
          <p14:tracePt t="39975" x="9537700" y="3797300"/>
          <p14:tracePt t="39984" x="9521825" y="3797300"/>
          <p14:tracePt t="40000" x="9512300" y="3797300"/>
          <p14:tracePt t="40024" x="9496425" y="3797300"/>
          <p14:tracePt t="40056" x="9480550" y="3797300"/>
          <p14:tracePt t="40161" x="9521825" y="3814763"/>
          <p14:tracePt t="40169" x="9578975" y="3814763"/>
          <p14:tracePt t="40177" x="9704388" y="3856038"/>
          <p14:tracePt t="40186" x="9828213" y="3881438"/>
          <p14:tracePt t="40193" x="9944100" y="3914775"/>
          <p14:tracePt t="40202" x="10093325" y="3938588"/>
          <p14:tracePt t="40210" x="10250488" y="3963988"/>
          <p14:tracePt t="40218" x="10375900" y="3979863"/>
          <p14:tracePt t="40226" x="10433050" y="3979863"/>
          <p14:tracePt t="40234" x="10541000" y="3979863"/>
          <p14:tracePt t="40242" x="10641013" y="3979863"/>
          <p14:tracePt t="40250" x="10699750" y="3979863"/>
          <p14:tracePt t="40258" x="10756900" y="3979863"/>
          <p14:tracePt t="40266" x="10782300" y="3979863"/>
          <p14:tracePt t="40274" x="10807700" y="3979863"/>
          <p14:tracePt t="40282" x="10823575" y="3979863"/>
          <p14:tracePt t="40290" x="10839450" y="3979863"/>
          <p14:tracePt t="40403" x="10823575" y="3979863"/>
          <p14:tracePt t="40412" x="10807700" y="3979863"/>
          <p14:tracePt t="40428" x="10782300" y="3979863"/>
          <p14:tracePt t="40436" x="10756900" y="3997325"/>
          <p14:tracePt t="40444" x="10723563" y="4005263"/>
          <p14:tracePt t="40452" x="10699750" y="4005263"/>
          <p14:tracePt t="40460" x="10666413" y="4021138"/>
          <p14:tracePt t="40468" x="10625138" y="4021138"/>
          <p14:tracePt t="40476" x="10582275" y="4038600"/>
          <p14:tracePt t="40484" x="10541000" y="4046538"/>
          <p14:tracePt t="40492" x="10499725" y="4064000"/>
          <p14:tracePt t="40500" x="10475913" y="4064000"/>
          <p14:tracePt t="40508" x="10417175" y="4064000"/>
          <p14:tracePt t="40516" x="10375900" y="4079875"/>
          <p14:tracePt t="40524" x="10350500" y="4079875"/>
          <p14:tracePt t="40533" x="10309225" y="4079875"/>
          <p14:tracePt t="40541" x="10267950" y="4079875"/>
          <p14:tracePt t="40549" x="10234613" y="4079875"/>
          <p14:tracePt t="40557" x="10209213" y="4079875"/>
          <p14:tracePt t="40565" x="10193338" y="4079875"/>
          <p14:tracePt t="40573" x="10185400" y="4079875"/>
          <p14:tracePt t="40582" x="10152063" y="4079875"/>
          <p14:tracePt t="40589" x="10134600" y="4079875"/>
          <p14:tracePt t="40605" x="10126663" y="4079875"/>
          <p14:tracePt t="40615" x="10126663" y="4064000"/>
          <p14:tracePt t="40631" x="10110788" y="4064000"/>
          <p14:tracePt t="40670" x="10110788" y="4046538"/>
          <p14:tracePt t="40743" x="10126663" y="4046538"/>
          <p14:tracePt t="40928" x="10110788" y="4046538"/>
          <p14:tracePt t="40953" x="10093325" y="4046538"/>
          <p14:tracePt t="40977" x="10085388" y="4046538"/>
          <p14:tracePt t="41009" x="10069513" y="4046538"/>
          <p14:tracePt t="41114" x="10085388" y="4046538"/>
          <p14:tracePt t="41138" x="10093325" y="4038600"/>
          <p14:tracePt t="41155" x="10110788" y="4021138"/>
          <p14:tracePt t="41162" x="10152063" y="4005263"/>
          <p14:tracePt t="41171" x="10193338" y="3997325"/>
          <p14:tracePt t="41178" x="10226675" y="3979863"/>
          <p14:tracePt t="41187" x="10293350" y="3938588"/>
          <p14:tracePt t="41195" x="10334625" y="3922713"/>
          <p14:tracePt t="41203" x="10391775" y="3897313"/>
          <p14:tracePt t="41211" x="10450513" y="3871913"/>
          <p14:tracePt t="41219" x="10491788" y="3840163"/>
          <p14:tracePt t="41227" x="10541000" y="3814763"/>
          <p14:tracePt t="41235" x="10582275" y="3797300"/>
          <p14:tracePt t="41243" x="10615613" y="3773488"/>
          <p14:tracePt t="41251" x="10641013" y="3756025"/>
          <p14:tracePt t="41259" x="10656888" y="3756025"/>
          <p14:tracePt t="41267" x="10682288" y="3740150"/>
          <p14:tracePt t="41275" x="10699750" y="3732213"/>
          <p14:tracePt t="41283" x="10715625" y="3732213"/>
          <p14:tracePt t="41300" x="10723563" y="3732213"/>
          <p14:tracePt t="41332" x="10741025" y="3732213"/>
          <p14:tracePt t="41485" x="10723563" y="3732213"/>
          <p14:tracePt t="41494" x="10699750" y="3740150"/>
          <p14:tracePt t="41501" x="10666413" y="3756025"/>
          <p14:tracePt t="41510" x="10599738" y="3797300"/>
          <p14:tracePt t="41518" x="10475913" y="3856038"/>
          <p14:tracePt t="41526" x="10350500" y="3914775"/>
          <p14:tracePt t="41534" x="10167938" y="3979863"/>
          <p14:tracePt t="41542" x="9985375" y="4046538"/>
          <p14:tracePt t="41550" x="9720263" y="4138613"/>
          <p14:tracePt t="41558" x="9496425" y="4221163"/>
          <p14:tracePt t="41566" x="9247188" y="4287838"/>
          <p14:tracePt t="41574" x="8940800" y="4362450"/>
          <p14:tracePt t="41582" x="8634413" y="4403725"/>
          <p14:tracePt t="41590" x="8128000" y="4494213"/>
          <p14:tracePt t="41599" x="7780338" y="4511675"/>
          <p14:tracePt t="41606" x="7431088" y="4535488"/>
          <p14:tracePt t="41615" x="6983413" y="4535488"/>
          <p14:tracePt t="41623" x="6535738" y="4535488"/>
          <p14:tracePt t="41631" x="6088063" y="4535488"/>
          <p14:tracePt t="41639" x="5905500" y="4535488"/>
          <p14:tracePt t="41648" x="5499100" y="4452938"/>
          <p14:tracePt t="41655" x="5149850" y="4386263"/>
          <p14:tracePt t="41665" x="4860925" y="4344988"/>
          <p14:tracePt t="41671" x="4635500" y="4270375"/>
          <p14:tracePt t="41681" x="4570413" y="4270375"/>
          <p14:tracePt t="41687" x="4411663" y="4229100"/>
          <p14:tracePt t="41695" x="4262438" y="4203700"/>
          <p14:tracePt t="41703" x="4164013" y="4187825"/>
          <p14:tracePt t="41711" x="4089400" y="4179888"/>
          <p14:tracePt t="41720" x="4022725" y="4162425"/>
          <p14:tracePt t="41728" x="3963988" y="4162425"/>
          <p14:tracePt t="41736" x="3906838" y="4162425"/>
          <p14:tracePt t="41744" x="3865563" y="4162425"/>
          <p14:tracePt t="41752" x="3822700" y="4162425"/>
          <p14:tracePt t="41760" x="3773488" y="4162425"/>
          <p14:tracePt t="41768" x="3716338" y="4162425"/>
          <p14:tracePt t="41776" x="3690938" y="4162425"/>
          <p14:tracePt t="41784" x="3632200" y="4162425"/>
          <p14:tracePt t="41792" x="3575050" y="4162425"/>
          <p14:tracePt t="41800" x="3516313" y="4162425"/>
          <p14:tracePt t="41808" x="3492500" y="4162425"/>
          <p14:tracePt t="41816" x="3433763" y="4179888"/>
          <p14:tracePt t="41825" x="3375025" y="4179888"/>
          <p14:tracePt t="41833" x="3325813" y="4187825"/>
          <p14:tracePt t="41841" x="3267075" y="4203700"/>
          <p14:tracePt t="41849" x="3243263" y="4221163"/>
          <p14:tracePt t="41857" x="3184525" y="4221163"/>
          <p14:tracePt t="41865" x="3127375" y="4229100"/>
          <p14:tracePt t="41873" x="3101975" y="4246563"/>
          <p14:tracePt t="41882" x="3060700" y="4246563"/>
          <p14:tracePt t="41889" x="3027363" y="4246563"/>
          <p14:tracePt t="41898" x="3001963" y="4262438"/>
          <p14:tracePt t="41905" x="2978150" y="4262438"/>
          <p14:tracePt t="41916" x="2978150" y="4270375"/>
          <p14:tracePt t="41921" x="2960688" y="4270375"/>
          <p14:tracePt t="41931" x="2944813" y="4270375"/>
          <p14:tracePt t="41937" x="2944813" y="4287838"/>
          <p14:tracePt t="42737" x="2960688" y="4287838"/>
          <p14:tracePt t="42745" x="2978150" y="4287838"/>
          <p14:tracePt t="42753" x="2986088" y="4287838"/>
          <p14:tracePt t="42769" x="3001963" y="4287838"/>
          <p14:tracePt t="42777" x="3019425" y="4287838"/>
          <p14:tracePt t="42801" x="3027363" y="4287838"/>
          <p14:tracePt t="42842" x="3043238" y="4287838"/>
          <p14:tracePt t="43036" x="3027363" y="4287838"/>
          <p14:tracePt t="43052" x="3019425" y="4287838"/>
          <p14:tracePt t="43060" x="3001963" y="4303713"/>
          <p14:tracePt t="43068" x="2978150" y="4303713"/>
          <p14:tracePt t="43076" x="2935288" y="4329113"/>
          <p14:tracePt t="43084" x="2878138" y="4329113"/>
          <p14:tracePt t="43092" x="2803525" y="4362450"/>
          <p14:tracePt t="43100" x="2711450" y="4386263"/>
          <p14:tracePt t="43108" x="2446338" y="4427538"/>
          <p14:tracePt t="43116" x="2222500" y="4470400"/>
          <p14:tracePt t="43124" x="1924050" y="4511675"/>
          <p14:tracePt t="43132" x="1774825" y="4535488"/>
          <p14:tracePt t="43140" x="1468438" y="4552950"/>
          <p14:tracePt t="43149" x="1160463" y="4610100"/>
          <p14:tracePt t="43157" x="903288" y="4627563"/>
          <p14:tracePt t="43165" x="688975" y="4651375"/>
          <p14:tracePt t="43173" x="614363" y="4668838"/>
          <p14:tracePt t="43182" x="465138" y="4676775"/>
          <p14:tracePt t="43189" x="331788" y="4676775"/>
          <p14:tracePt t="43198" x="265113" y="4676775"/>
          <p14:tracePt t="43205" x="207963" y="4676775"/>
          <p14:tracePt t="43215" x="198438" y="4676775"/>
          <p14:tracePt t="43221" x="182563" y="4676775"/>
          <p14:tracePt t="43231" x="165100" y="4676775"/>
          <p14:tracePt t="43286" x="182563" y="4676775"/>
          <p14:tracePt t="43294" x="198438" y="4676775"/>
          <p14:tracePt t="43302" x="223838" y="4676775"/>
          <p14:tracePt t="43310" x="290513" y="4676775"/>
          <p14:tracePt t="43318" x="365125" y="4676775"/>
          <p14:tracePt t="43326" x="465138" y="4676775"/>
          <p14:tracePt t="43334" x="555625" y="4676775"/>
          <p14:tracePt t="43342" x="688975" y="4676775"/>
          <p14:tracePt t="43350" x="838200" y="4676775"/>
          <p14:tracePt t="43359" x="954088" y="4676775"/>
          <p14:tracePt t="43367" x="1077913" y="4676775"/>
          <p14:tracePt t="43374" x="1128713" y="4676775"/>
          <p14:tracePt t="43383" x="1260475" y="4676775"/>
          <p14:tracePt t="43391" x="1352550" y="4676775"/>
          <p14:tracePt t="43399" x="1435100" y="4676775"/>
          <p14:tracePt t="43407" x="1525588" y="4676775"/>
          <p14:tracePt t="43415" x="1566863" y="4676775"/>
          <p14:tracePt t="43423" x="1609725" y="4676775"/>
          <p14:tracePt t="43431" x="1651000" y="4676775"/>
          <p14:tracePt t="43439" x="1658938" y="4694238"/>
          <p14:tracePt t="43449" x="1692275" y="4710113"/>
          <p14:tracePt t="43455" x="1700213" y="4710113"/>
          <p14:tracePt t="43465" x="1716088" y="4710113"/>
          <p14:tracePt t="43481" x="1733550" y="4710113"/>
          <p14:tracePt t="43488" x="1741488" y="4710113"/>
          <p14:tracePt t="43520" x="1758950" y="4710113"/>
          <p14:tracePt t="43528" x="1774825" y="4710113"/>
          <p14:tracePt t="43544" x="1790700" y="4710113"/>
          <p14:tracePt t="43552" x="1800225" y="4710113"/>
          <p14:tracePt t="43568" x="1816100" y="4710113"/>
          <p14:tracePt t="43576" x="1833563" y="4710113"/>
          <p14:tracePt t="43584" x="1841500" y="4710113"/>
          <p14:tracePt t="43593" x="1874838" y="4710113"/>
          <p14:tracePt t="43609" x="1882775" y="4710113"/>
          <p14:tracePt t="43617" x="1898650" y="4710113"/>
          <p14:tracePt t="43633" x="1916113" y="4710113"/>
          <p14:tracePt t="43657" x="1924050" y="4710113"/>
          <p14:tracePt t="43681" x="1924050" y="4718050"/>
          <p14:tracePt t="43730" x="1924050" y="4735513"/>
          <p14:tracePt t="43738" x="1916113" y="4735513"/>
          <p14:tracePt t="43754" x="1898650" y="4735513"/>
          <p14:tracePt t="43770" x="1882775" y="4735513"/>
          <p14:tracePt t="43786" x="1882775" y="4751388"/>
          <p14:tracePt t="43794" x="1874838" y="4751388"/>
          <p14:tracePt t="43803" x="1857375" y="4751388"/>
          <p14:tracePt t="43819" x="1833563" y="4751388"/>
          <p14:tracePt t="43827" x="1816100" y="4751388"/>
          <p14:tracePt t="43835" x="1800225" y="4751388"/>
          <p14:tracePt t="43843" x="1790700" y="4751388"/>
          <p14:tracePt t="43851" x="1758950" y="4759325"/>
          <p14:tracePt t="43859" x="1741488" y="4759325"/>
          <p14:tracePt t="43867" x="1733550" y="4759325"/>
          <p14:tracePt t="43875" x="1700213" y="4759325"/>
          <p14:tracePt t="43883" x="1692275" y="4759325"/>
          <p14:tracePt t="43891" x="1658938" y="4759325"/>
          <p14:tracePt t="43899" x="1617663" y="4759325"/>
          <p14:tracePt t="43907" x="1609725" y="4759325"/>
          <p14:tracePt t="43915" x="1566863" y="4759325"/>
          <p14:tracePt t="43924" x="1550988" y="4759325"/>
          <p14:tracePt t="43932" x="1509713" y="4759325"/>
          <p14:tracePt t="43940" x="1476375" y="4759325"/>
          <p14:tracePt t="43948" x="1450975" y="4759325"/>
          <p14:tracePt t="43956" x="1427163" y="4759325"/>
          <p14:tracePt t="43965" x="1409700" y="4759325"/>
          <p14:tracePt t="43972" x="1384300" y="4759325"/>
          <p14:tracePt t="43981" x="1343025" y="4751388"/>
          <p14:tracePt t="43988" x="1343025" y="4735513"/>
          <p14:tracePt t="43998" x="1309688" y="4735513"/>
          <p14:tracePt t="44004" x="1285875" y="4718050"/>
          <p14:tracePt t="44012" x="1268413" y="4710113"/>
          <p14:tracePt t="44020" x="1268413" y="4694238"/>
          <p14:tracePt t="44029" x="1260475" y="4676775"/>
          <p14:tracePt t="44037" x="1244600" y="4651375"/>
          <p14:tracePt t="44045" x="1227138" y="4651375"/>
          <p14:tracePt t="44053" x="1227138" y="4635500"/>
          <p14:tracePt t="44061" x="1211263" y="4610100"/>
          <p14:tracePt t="44069" x="1211263" y="4594225"/>
          <p14:tracePt t="44077" x="1211263" y="4576763"/>
          <p14:tracePt t="44085" x="1211263" y="4568825"/>
          <p14:tracePt t="44093" x="1211263" y="4552950"/>
          <p14:tracePt t="44109" x="1211263" y="4535488"/>
          <p14:tracePt t="44117" x="1211263" y="4527550"/>
          <p14:tracePt t="44134" x="1211263" y="4511675"/>
          <p14:tracePt t="44166" x="1211263" y="4494213"/>
          <p14:tracePt t="44190" x="1227138" y="4494213"/>
          <p14:tracePt t="44198" x="1268413" y="4486275"/>
          <p14:tracePt t="44206" x="1301750" y="4470400"/>
          <p14:tracePt t="44215" x="1368425" y="4452938"/>
          <p14:tracePt t="44222" x="1450975" y="4427538"/>
          <p14:tracePt t="44232" x="1550988" y="4411663"/>
          <p14:tracePt t="44239" x="1658938" y="4370388"/>
          <p14:tracePt t="44248" x="1790700" y="4362450"/>
          <p14:tracePt t="44255" x="1916113" y="4329113"/>
          <p14:tracePt t="44264" x="2006600" y="4303713"/>
          <p14:tracePt t="44271" x="2122488" y="4287838"/>
          <p14:tracePt t="44279" x="2247900" y="4270375"/>
          <p14:tracePt t="44287" x="2347913" y="4270375"/>
          <p14:tracePt t="44295" x="2471738" y="4262438"/>
          <p14:tracePt t="44303" x="2571750" y="4262438"/>
          <p14:tracePt t="44311" x="2595563" y="4262438"/>
          <p14:tracePt t="44319" x="2695575" y="4262438"/>
          <p14:tracePt t="44327" x="2795588" y="4262438"/>
          <p14:tracePt t="44335" x="2860675" y="4262438"/>
          <p14:tracePt t="44343" x="2919413" y="4262438"/>
          <p14:tracePt t="44352" x="2986088" y="4262438"/>
          <p14:tracePt t="44360" x="3086100" y="4270375"/>
          <p14:tracePt t="44368" x="3109913" y="4287838"/>
          <p14:tracePt t="44376" x="3160713" y="4311650"/>
          <p14:tracePt t="44384" x="3209925" y="4344988"/>
          <p14:tracePt t="44392" x="3251200" y="4386263"/>
          <p14:tracePt t="44400" x="3292475" y="4427538"/>
          <p14:tracePt t="44408" x="3333750" y="4470400"/>
          <p14:tracePt t="44416" x="3375025" y="4511675"/>
          <p14:tracePt t="44424" x="3408363" y="4535488"/>
          <p14:tracePt t="44432" x="3425825" y="4568825"/>
          <p14:tracePt t="44440" x="3433763" y="4610100"/>
          <p14:tracePt t="44449" x="3449638" y="4627563"/>
          <p14:tracePt t="44456" x="3467100" y="4651375"/>
          <p14:tracePt t="44465" x="3475038" y="4676775"/>
          <p14:tracePt t="44472" x="3475038" y="4694238"/>
          <p14:tracePt t="44482" x="3492500" y="4710113"/>
          <p14:tracePt t="44489" x="3492500" y="4735513"/>
          <p14:tracePt t="44505" x="3492500" y="4751388"/>
          <p14:tracePt t="44515" x="3492500" y="4759325"/>
          <p14:tracePt t="44529" x="3492500" y="4776788"/>
          <p14:tracePt t="44537" x="3492500" y="4792663"/>
          <p14:tracePt t="44545" x="3475038" y="4792663"/>
          <p14:tracePt t="44553" x="3475038" y="4802188"/>
          <p14:tracePt t="44561" x="3449638" y="4802188"/>
          <p14:tracePt t="44570" x="3425825" y="4818063"/>
          <p14:tracePt t="44578" x="3392488" y="4833938"/>
          <p14:tracePt t="44586" x="3325813" y="4843463"/>
          <p14:tracePt t="44594" x="3243263" y="4876800"/>
          <p14:tracePt t="44602" x="3143250" y="4892675"/>
          <p14:tracePt t="44610" x="3027363" y="4918075"/>
          <p14:tracePt t="44618" x="2878138" y="4941888"/>
          <p14:tracePt t="44626" x="2720975" y="4975225"/>
          <p14:tracePt t="44634" x="2595563" y="4983163"/>
          <p14:tracePt t="44642" x="2446338" y="5000625"/>
          <p14:tracePt t="44650" x="2405063" y="5016500"/>
          <p14:tracePt t="44658" x="2273300" y="5026025"/>
          <p14:tracePt t="44667" x="2181225" y="5026025"/>
          <p14:tracePt t="44675" x="2081213" y="5041900"/>
          <p14:tracePt t="44683" x="2006600" y="5041900"/>
          <p14:tracePt t="44691" x="1941513" y="5041900"/>
          <p14:tracePt t="44699" x="1857375" y="5041900"/>
          <p14:tracePt t="44707" x="1816100" y="5041900"/>
          <p14:tracePt t="44715" x="1774825" y="5041900"/>
          <p14:tracePt t="44723" x="1716088" y="5041900"/>
          <p14:tracePt t="44732" x="1658938" y="5041900"/>
          <p14:tracePt t="44739" x="1633538" y="5041900"/>
          <p14:tracePt t="44748" x="1576388" y="5041900"/>
          <p14:tracePt t="44755" x="1535113" y="5041900"/>
          <p14:tracePt t="44765" x="1509713" y="5041900"/>
          <p14:tracePt t="44771" x="1468438" y="5041900"/>
          <p14:tracePt t="44781" x="1450975" y="5041900"/>
          <p14:tracePt t="44788" x="1409700" y="5041900"/>
          <p14:tracePt t="44798" x="1393825" y="5041900"/>
          <p14:tracePt t="44804" x="1384300" y="5041900"/>
          <p14:tracePt t="44815" x="1352550" y="5041900"/>
          <p14:tracePt t="44820" x="1343025" y="5026025"/>
          <p14:tracePt t="44831" x="1327150" y="5026025"/>
          <p14:tracePt t="44836" x="1327150" y="5016500"/>
          <p14:tracePt t="44848" x="1309688" y="5016500"/>
          <p14:tracePt t="44852" x="1301750" y="5016500"/>
          <p14:tracePt t="44865" x="1268413" y="4983163"/>
          <p14:tracePt t="44868" x="1260475" y="4983163"/>
          <p14:tracePt t="44881" x="1260475" y="4975225"/>
          <p14:tracePt t="44885" x="1227138" y="4959350"/>
          <p14:tracePt t="44899" x="1211263" y="4933950"/>
          <p14:tracePt t="44902" x="1185863" y="4900613"/>
          <p14:tracePt t="44915" x="1160463" y="4859338"/>
          <p14:tracePt t="44918" x="1144588" y="4843463"/>
          <p14:tracePt t="44931" x="1103313" y="4802188"/>
          <p14:tracePt t="44934" x="1085850" y="4759325"/>
          <p14:tracePt t="44948" x="1062038" y="4718050"/>
          <p14:tracePt t="44949" x="1036638" y="4676775"/>
          <p14:tracePt t="44957" x="1003300" y="4635500"/>
          <p14:tracePt t="44965" x="995363" y="4594225"/>
          <p14:tracePt t="44973" x="977900" y="4568825"/>
          <p14:tracePt t="44981" x="962025" y="4527550"/>
          <p14:tracePt t="44989" x="962025" y="4511675"/>
          <p14:tracePt t="44998" x="962025" y="4486275"/>
          <p14:tracePt t="45005" x="962025" y="4470400"/>
          <p14:tracePt t="45015" x="962025" y="4452938"/>
          <p14:tracePt t="45022" x="962025" y="4445000"/>
          <p14:tracePt t="45032" x="962025" y="4427538"/>
          <p14:tracePt t="45047" x="962025" y="4411663"/>
          <p14:tracePt t="45062" x="995363" y="4386263"/>
          <p14:tracePt t="45070" x="1003300" y="4386263"/>
          <p14:tracePt t="45078" x="1044575" y="4370388"/>
          <p14:tracePt t="45086" x="1085850" y="4362450"/>
          <p14:tracePt t="45094" x="1119188" y="4344988"/>
          <p14:tracePt t="45103" x="1169988" y="4311650"/>
          <p14:tracePt t="45111" x="1244600" y="4287838"/>
          <p14:tracePt t="45119" x="1301750" y="4287838"/>
          <p14:tracePt t="45127" x="1427163" y="4246563"/>
          <p14:tracePt t="45135" x="1525588" y="4246563"/>
          <p14:tracePt t="45143" x="1592263" y="4246563"/>
          <p14:tracePt t="45151" x="1692275" y="4246563"/>
          <p14:tracePt t="45159" x="1716088" y="4246563"/>
          <p14:tracePt t="45167" x="1790700" y="4246563"/>
          <p14:tracePt t="45175" x="1874838" y="4246563"/>
          <p14:tracePt t="45183" x="1916113" y="4246563"/>
          <p14:tracePt t="45191" x="1957388" y="4246563"/>
          <p14:tracePt t="45199" x="1998663" y="4270375"/>
          <p14:tracePt t="45207" x="2006600" y="4287838"/>
          <p14:tracePt t="45215" x="2024063" y="4287838"/>
          <p14:tracePt t="45223" x="2039938" y="4303713"/>
          <p14:tracePt t="45232" x="2039938" y="4311650"/>
          <p14:tracePt t="45240" x="2057400" y="4329113"/>
          <p14:tracePt t="45248" x="2057400" y="4344988"/>
          <p14:tracePt t="45256" x="2065338" y="4362450"/>
          <p14:tracePt t="45272" x="2065338" y="4370388"/>
          <p14:tracePt t="45288" x="2065338" y="4386263"/>
          <p14:tracePt t="45304" x="2065338" y="4403725"/>
          <p14:tracePt t="45315" x="2065338" y="4411663"/>
          <p14:tracePt t="45329" x="2065338" y="4427538"/>
          <p14:tracePt t="45337" x="2065338" y="4445000"/>
          <p14:tracePt t="45353" x="2065338" y="4452938"/>
          <p14:tracePt t="45361" x="2065338" y="4470400"/>
          <p14:tracePt t="45369" x="2057400" y="4470400"/>
          <p14:tracePt t="45377" x="2057400" y="4486275"/>
          <p14:tracePt t="45393" x="2039938" y="4494213"/>
          <p14:tracePt t="45401" x="2024063" y="4511675"/>
          <p14:tracePt t="45417" x="1998663" y="4527550"/>
          <p14:tracePt t="45425" x="1982788" y="4535488"/>
          <p14:tracePt t="45433" x="1965325" y="4552950"/>
          <p14:tracePt t="45441" x="1941513" y="4568825"/>
          <p14:tracePt t="45450" x="1916113" y="4594225"/>
          <p14:tracePt t="45458" x="1874838" y="4627563"/>
          <p14:tracePt t="45466" x="1841500" y="4635500"/>
          <p14:tracePt t="45474" x="1800225" y="4651375"/>
          <p14:tracePt t="45482" x="1774825" y="4668838"/>
          <p14:tracePt t="45490" x="1741488" y="4694238"/>
          <p14:tracePt t="45498" x="1716088" y="4710113"/>
          <p14:tracePt t="45506" x="1674813" y="4710113"/>
          <p14:tracePt t="45515" x="1633538" y="4735513"/>
          <p14:tracePt t="45522" x="1617663" y="4735513"/>
          <p14:tracePt t="45532" x="1576388" y="4751388"/>
          <p14:tracePt t="45538" x="1550988" y="4759325"/>
          <p14:tracePt t="45548" x="1509713" y="4759325"/>
          <p14:tracePt t="45555" x="1468438" y="4776788"/>
          <p14:tracePt t="45564" x="1427163" y="4776788"/>
          <p14:tracePt t="45571" x="1343025" y="4776788"/>
          <p14:tracePt t="45579" x="1309688" y="4776788"/>
          <p14:tracePt t="45587" x="1268413" y="4776788"/>
          <p14:tracePt t="45595" x="1227138" y="4776788"/>
          <p14:tracePt t="45603" x="1169988" y="4776788"/>
          <p14:tracePt t="45611" x="1128713" y="4776788"/>
          <p14:tracePt t="45619" x="1103313" y="4776788"/>
          <p14:tracePt t="45627" x="1077913" y="4776788"/>
          <p14:tracePt t="45635" x="1044575" y="4776788"/>
          <p14:tracePt t="45643" x="1036638" y="4776788"/>
          <p14:tracePt t="45651" x="1020763" y="4776788"/>
          <p14:tracePt t="45660" x="995363" y="4776788"/>
          <p14:tracePt t="45668" x="977900" y="4759325"/>
          <p14:tracePt t="45684" x="962025" y="4751388"/>
          <p14:tracePt t="45692" x="962025" y="4718050"/>
          <p14:tracePt t="45700" x="954088" y="4710113"/>
          <p14:tracePt t="45708" x="936625" y="4694238"/>
          <p14:tracePt t="45716" x="936625" y="4668838"/>
          <p14:tracePt t="45724" x="920750" y="4635500"/>
          <p14:tracePt t="45732" x="920750" y="4610100"/>
          <p14:tracePt t="45741" x="920750" y="4576763"/>
          <p14:tracePt t="45748" x="903288" y="4552950"/>
          <p14:tracePt t="45756" x="903288" y="4527550"/>
          <p14:tracePt t="45765" x="903288" y="4511675"/>
          <p14:tracePt t="45773" x="903288" y="4486275"/>
          <p14:tracePt t="45781" x="903288" y="4470400"/>
          <p14:tracePt t="45789" x="903288" y="4445000"/>
          <p14:tracePt t="45805" x="903288" y="4411663"/>
          <p14:tracePt t="45815" x="903288" y="4403725"/>
          <p14:tracePt t="45821" x="954088" y="4362450"/>
          <p14:tracePt t="45831" x="995363" y="4311650"/>
          <p14:tracePt t="45837" x="1044575" y="4270375"/>
          <p14:tracePt t="45845" x="1160463" y="4203700"/>
          <p14:tracePt t="45853" x="1244600" y="4138613"/>
          <p14:tracePt t="45862" x="1301750" y="4105275"/>
          <p14:tracePt t="45870" x="1393825" y="4064000"/>
          <p14:tracePt t="45878" x="1468438" y="4005263"/>
          <p14:tracePt t="45886" x="1550988" y="3979863"/>
          <p14:tracePt t="45894" x="1592263" y="3956050"/>
          <p14:tracePt t="45902" x="1651000" y="3938588"/>
          <p14:tracePt t="45910" x="1692275" y="3938588"/>
          <p14:tracePt t="45918" x="1716088" y="3922713"/>
          <p14:tracePt t="45926" x="1741488" y="3922713"/>
          <p14:tracePt t="45934" x="1790700" y="3922713"/>
          <p14:tracePt t="45942" x="1800225" y="3922713"/>
          <p14:tracePt t="45950" x="1833563" y="3922713"/>
          <p14:tracePt t="45958" x="1857375" y="3922713"/>
          <p14:tracePt t="45966" x="1882775" y="3938588"/>
          <p14:tracePt t="45974" x="1924050" y="3963988"/>
          <p14:tracePt t="45982" x="1965325" y="3997325"/>
          <p14:tracePt t="45990" x="2006600" y="4038600"/>
          <p14:tracePt t="45999" x="2057400" y="4079875"/>
          <p14:tracePt t="46007" x="2081213" y="4105275"/>
          <p14:tracePt t="46015" x="2106613" y="4146550"/>
          <p14:tracePt t="46023" x="2147888" y="4187825"/>
          <p14:tracePt t="46032" x="2165350" y="4229100"/>
          <p14:tracePt t="46039" x="2206625" y="4270375"/>
          <p14:tracePt t="46052" x="2222500" y="4287838"/>
          <p14:tracePt t="46055" x="2230438" y="4329113"/>
          <p14:tracePt t="46065" x="2247900" y="4362450"/>
          <p14:tracePt t="46071" x="2263775" y="4370388"/>
          <p14:tracePt t="46081" x="2263775" y="4411663"/>
          <p14:tracePt t="46087" x="2273300" y="4427538"/>
          <p14:tracePt t="46098" x="2273300" y="4452938"/>
          <p14:tracePt t="46104" x="2289175" y="4494213"/>
          <p14:tracePt t="46115" x="2289175" y="4511675"/>
          <p14:tracePt t="46120" x="2289175" y="4535488"/>
          <p14:tracePt t="46131" x="2289175" y="4552950"/>
          <p14:tracePt t="46136" x="2289175" y="4568825"/>
          <p14:tracePt t="46148" x="2289175" y="4594225"/>
          <p14:tracePt t="46152" x="2289175" y="4610100"/>
          <p14:tracePt t="46165" x="2289175" y="4627563"/>
          <p14:tracePt t="46168" x="2289175" y="4635500"/>
          <p14:tracePt t="46182" x="2289175" y="4651375"/>
          <p14:tracePt t="46184" x="2263775" y="4668838"/>
          <p14:tracePt t="46198" x="2247900" y="4676775"/>
          <p14:tracePt t="46201" x="2230438" y="4694238"/>
          <p14:tracePt t="46214" x="2206625" y="4710113"/>
          <p14:tracePt t="46217" x="2181225" y="4710113"/>
          <p14:tracePt t="46231" x="2147888" y="4718050"/>
          <p14:tracePt t="46234" x="2122488" y="4735513"/>
          <p14:tracePt t="46248" x="2106613" y="4751388"/>
          <p14:tracePt t="46250" x="2098675" y="4751388"/>
          <p14:tracePt t="46265" x="2081213" y="4759325"/>
          <p14:tracePt t="46266" x="2057400" y="4759325"/>
          <p14:tracePt t="46281" x="2039938" y="4759325"/>
          <p14:tracePt t="46378" x="2057400" y="4751388"/>
          <p14:tracePt t="46394" x="2065338" y="4735513"/>
          <p14:tracePt t="46403" x="2081213" y="4735513"/>
          <p14:tracePt t="46410" x="2098675" y="4718050"/>
          <p14:tracePt t="46419" x="2139950" y="4718050"/>
          <p14:tracePt t="46427" x="2165350" y="4710113"/>
          <p14:tracePt t="46435" x="2206625" y="4710113"/>
          <p14:tracePt t="46443" x="2263775" y="4710113"/>
          <p14:tracePt t="46451" x="2322513" y="4710113"/>
          <p14:tracePt t="46459" x="2363788" y="4710113"/>
          <p14:tracePt t="46467" x="2405063" y="4710113"/>
          <p14:tracePt t="46475" x="2454275" y="4694238"/>
          <p14:tracePt t="46483" x="2487613" y="4694238"/>
          <p14:tracePt t="46491" x="2513013" y="4694238"/>
          <p14:tracePt t="46499" x="2538413" y="4694238"/>
          <p14:tracePt t="46515" x="2554288" y="4694238"/>
          <p14:tracePt t="46539" x="2571750" y="4694238"/>
          <p14:tracePt t="46636" x="2571750" y="4710113"/>
          <p14:tracePt t="46653" x="2554288" y="4710113"/>
          <p14:tracePt t="46661" x="2538413" y="4710113"/>
          <p14:tracePt t="46669" x="2528888" y="4718050"/>
          <p14:tracePt t="46677" x="2513013" y="4718050"/>
          <p14:tracePt t="46693" x="2487613" y="4735513"/>
          <p14:tracePt t="46701" x="2446338" y="4735513"/>
          <p14:tracePt t="46709" x="2405063" y="4751388"/>
          <p14:tracePt t="46717" x="2347913" y="4759325"/>
          <p14:tracePt t="46725" x="2247900" y="4776788"/>
          <p14:tracePt t="46733" x="2147888" y="4802188"/>
          <p14:tracePt t="46742" x="2057400" y="4818063"/>
          <p14:tracePt t="46750" x="1924050" y="4833938"/>
          <p14:tracePt t="46758" x="1882775" y="4843463"/>
          <p14:tracePt t="46766" x="1790700" y="4859338"/>
          <p14:tracePt t="46774" x="1716088" y="4876800"/>
          <p14:tracePt t="46782" x="1617663" y="4892675"/>
          <p14:tracePt t="46790" x="1566863" y="4892675"/>
          <p14:tracePt t="46798" x="1509713" y="4900613"/>
          <p14:tracePt t="46806" x="1476375" y="4918075"/>
          <p14:tracePt t="46815" x="1435100" y="4918075"/>
          <p14:tracePt t="46822" x="1409700" y="4918075"/>
          <p14:tracePt t="46832" x="1409700" y="4933950"/>
          <p14:tracePt t="46838" x="1393825" y="4933950"/>
          <p14:tracePt t="46848" x="1384300" y="4933950"/>
          <p14:tracePt t="46911" x="1393825" y="4918075"/>
          <p14:tracePt t="46919" x="1409700" y="4918075"/>
          <p14:tracePt t="46943" x="1427163" y="4918075"/>
          <p14:tracePt t="46951" x="1427163" y="4900613"/>
          <p14:tracePt t="46959" x="1435100" y="4900613"/>
          <p14:tracePt t="46975" x="1450975" y="4892675"/>
          <p14:tracePt t="46984" x="1468438" y="4892675"/>
          <p14:tracePt t="46992" x="1476375" y="4892675"/>
          <p14:tracePt t="47000" x="1509713" y="4876800"/>
          <p14:tracePt t="47008" x="1535113" y="4876800"/>
          <p14:tracePt t="47016" x="1617663" y="4843463"/>
          <p14:tracePt t="47024" x="1658938" y="4833938"/>
          <p14:tracePt t="47032" x="1741488" y="4818063"/>
          <p14:tracePt t="47042" x="1774825" y="4802188"/>
          <p14:tracePt t="47050" x="1841500" y="4792663"/>
          <p14:tracePt t="47056" x="1924050" y="4776788"/>
          <p14:tracePt t="47065" x="1965325" y="4759325"/>
          <p14:tracePt t="47072" x="2024063" y="4759325"/>
          <p14:tracePt t="47081" x="2065338" y="4751388"/>
          <p14:tracePt t="47089" x="2081213" y="4735513"/>
          <p14:tracePt t="47098" x="2106613" y="4735513"/>
          <p14:tracePt t="47105" x="2139950" y="4735513"/>
          <p14:tracePt t="47114" x="2147888" y="4735513"/>
          <p14:tracePt t="47121" x="2165350" y="4735513"/>
          <p14:tracePt t="47137" x="2181225" y="4718050"/>
          <p14:tracePt t="47153" x="2189163" y="4718050"/>
          <p14:tracePt t="47177" x="2206625" y="4718050"/>
          <p14:tracePt t="47210" x="2222500" y="4718050"/>
          <p14:tracePt t="47258" x="2230438" y="4718050"/>
          <p14:tracePt t="47282" x="2247900" y="4718050"/>
          <p14:tracePt t="47306" x="2263775" y="4718050"/>
          <p14:tracePt t="47315" x="2273300" y="4718050"/>
          <p14:tracePt t="47323" x="2289175" y="4718050"/>
          <p14:tracePt t="47339" x="2305050" y="4718050"/>
          <p14:tracePt t="47348" x="2322513" y="4718050"/>
          <p14:tracePt t="47355" x="2330450" y="4718050"/>
          <p14:tracePt t="47371" x="2347913" y="4718050"/>
          <p14:tracePt t="47381" x="2363788" y="4718050"/>
          <p14:tracePt t="47412" x="2371725" y="4718050"/>
          <p14:tracePt t="47420" x="2389188" y="4718050"/>
          <p14:tracePt t="47444" x="2405063" y="4718050"/>
          <p14:tracePt t="47581" x="2413000" y="4718050"/>
          <p14:tracePt t="47599" x="2446338" y="4718050"/>
          <p14:tracePt t="47605" x="2487613" y="4718050"/>
          <p14:tracePt t="47615" x="2497138" y="4718050"/>
          <p14:tracePt t="47622" x="2554288" y="4718050"/>
          <p14:tracePt t="47631" x="2595563" y="4718050"/>
          <p14:tracePt t="47638" x="2636838" y="4718050"/>
          <p14:tracePt t="47645" x="2679700" y="4718050"/>
          <p14:tracePt t="47654" x="2736850" y="4718050"/>
          <p14:tracePt t="47662" x="2762250" y="4718050"/>
          <p14:tracePt t="47670" x="2803525" y="4718050"/>
          <p14:tracePt t="47678" x="2819400" y="4718050"/>
          <p14:tracePt t="47686" x="2852738" y="4718050"/>
          <p14:tracePt t="47694" x="2878138" y="4718050"/>
          <p14:tracePt t="47710" x="2894013" y="4718050"/>
          <p14:tracePt t="47719" x="2903538" y="4718050"/>
          <p14:tracePt t="47743" x="2919413" y="4718050"/>
          <p14:tracePt t="47791" x="2935288" y="4718050"/>
          <p14:tracePt t="47839" x="2944813" y="4718050"/>
          <p14:tracePt t="47864" x="2960688" y="4718050"/>
          <p14:tracePt t="47881" x="2978150" y="4718050"/>
          <p14:tracePt t="47888" x="2986088" y="4718050"/>
          <p14:tracePt t="47897" x="3001963" y="4718050"/>
          <p14:tracePt t="47904" x="3019425" y="4718050"/>
          <p14:tracePt t="47912" x="3027363" y="4718050"/>
          <p14:tracePt t="47920" x="3060700" y="4718050"/>
          <p14:tracePt t="47936" x="3086100" y="4718050"/>
          <p14:tracePt t="47944" x="3109913" y="4718050"/>
          <p14:tracePt t="47961" x="3143250" y="4718050"/>
          <p14:tracePt t="47969" x="3160713" y="4718050"/>
          <p14:tracePt t="47977" x="3168650" y="4718050"/>
          <p14:tracePt t="47985" x="3184525" y="4718050"/>
          <p14:tracePt t="48001" x="3201988" y="4718050"/>
          <p14:tracePt t="48009" x="3209925" y="4718050"/>
          <p14:tracePt t="48045" x="3225800" y="4718050"/>
          <p14:tracePt t="48065" x="3243263" y="4718050"/>
          <p14:tracePt t="48098" x="3251200" y="4718050"/>
          <p14:tracePt t="48171" x="3267075" y="4718050"/>
          <p14:tracePt t="48227" x="3284538" y="4718050"/>
          <p14:tracePt t="48251" x="3292475" y="4718050"/>
          <p14:tracePt t="48283" x="3309938" y="4718050"/>
          <p14:tracePt t="48308" x="3325813" y="4718050"/>
          <p14:tracePt t="48316" x="3333750" y="4718050"/>
          <p14:tracePt t="48332" x="3351213" y="4718050"/>
          <p14:tracePt t="48340" x="3367088" y="4718050"/>
          <p14:tracePt t="48348" x="3375025" y="4718050"/>
          <p14:tracePt t="48356" x="3392488" y="4718050"/>
          <p14:tracePt t="48365" x="3408363" y="4718050"/>
          <p14:tracePt t="48381" x="3425825" y="4735513"/>
          <p14:tracePt t="48388" x="3433763" y="4735513"/>
          <p14:tracePt t="48405" x="3449638" y="4735513"/>
          <p14:tracePt t="48429" x="3467100" y="4735513"/>
          <p14:tracePt t="48477" x="3467100" y="4751388"/>
          <p14:tracePt t="48736" x="3475038" y="4751388"/>
          <p14:tracePt t="48744" x="3516313" y="4751388"/>
          <p14:tracePt t="48752" x="3549650" y="4751388"/>
          <p14:tracePt t="48760" x="3632200" y="4735513"/>
          <p14:tracePt t="48768" x="3698875" y="4735513"/>
          <p14:tracePt t="48776" x="3798888" y="4735513"/>
          <p14:tracePt t="48784" x="3840163" y="4718050"/>
          <p14:tracePt t="48792" x="3940175" y="4718050"/>
          <p14:tracePt t="48800" x="4005263" y="4710113"/>
          <p14:tracePt t="48808" x="4105275" y="4710113"/>
          <p14:tracePt t="48816" x="4164013" y="4694238"/>
          <p14:tracePt t="48825" x="4229100" y="4694238"/>
          <p14:tracePt t="48833" x="4287838" y="4694238"/>
          <p14:tracePt t="48840" x="4329113" y="4694238"/>
          <p14:tracePt t="48849" x="4354513" y="4694238"/>
          <p14:tracePt t="48857" x="4387850" y="4694238"/>
          <p14:tracePt t="48865" x="4395788" y="4694238"/>
          <p14:tracePt t="48873" x="4411663" y="4694238"/>
          <p14:tracePt t="48881" x="4429125" y="4694238"/>
          <p14:tracePt t="48889" x="4437063" y="4694238"/>
          <p14:tracePt t="48898" x="4454525" y="4694238"/>
          <p14:tracePt t="48921" x="4470400" y="4694238"/>
          <p14:tracePt t="48954" x="4470400" y="4676775"/>
          <p14:tracePt t="48962" x="4486275" y="4676775"/>
          <p14:tracePt t="49107" x="4486275" y="4694238"/>
          <p14:tracePt t="49115" x="4470400" y="4694238"/>
          <p14:tracePt t="49132" x="4470400" y="4710113"/>
          <p14:tracePt t="49139" x="4454525" y="4710113"/>
          <p14:tracePt t="49148" x="4437063" y="4718050"/>
          <p14:tracePt t="49165" x="4429125" y="4735513"/>
          <p14:tracePt t="49172" x="4411663" y="4735513"/>
          <p14:tracePt t="49181" x="4395788" y="4735513"/>
          <p14:tracePt t="49188" x="4387850" y="4751388"/>
          <p14:tracePt t="49197" x="4370388" y="4751388"/>
          <p14:tracePt t="49212" x="4346575" y="4759325"/>
          <p14:tracePt t="49220" x="4329113" y="4759325"/>
          <p14:tracePt t="49228" x="4313238" y="4759325"/>
          <p14:tracePt t="49236" x="4305300" y="4759325"/>
          <p14:tracePt t="49244" x="4271963" y="4759325"/>
          <p14:tracePt t="49252" x="4262438" y="4759325"/>
          <p14:tracePt t="49260" x="4246563" y="4759325"/>
          <p14:tracePt t="49269" x="4229100" y="4759325"/>
          <p14:tracePt t="49277" x="4221163" y="4759325"/>
          <p14:tracePt t="49284" x="4205288" y="4759325"/>
          <p14:tracePt t="49293" x="4187825" y="4759325"/>
          <p14:tracePt t="49301" x="4171950" y="4759325"/>
          <p14:tracePt t="49317" x="4164013" y="4759325"/>
          <p14:tracePt t="49333" x="4146550" y="4759325"/>
          <p14:tracePt t="49349" x="4130675" y="4759325"/>
          <p14:tracePt t="49503" x="4146550" y="4759325"/>
          <p14:tracePt t="49527" x="4164013" y="4759325"/>
          <p14:tracePt t="49551" x="4171950" y="4759325"/>
          <p14:tracePt t="49567" x="4171950" y="4751388"/>
          <p14:tracePt t="49583" x="4187825" y="4751388"/>
          <p14:tracePt t="49616" x="4205288" y="4751388"/>
          <p14:tracePt t="49640" x="4221163" y="4751388"/>
          <p14:tracePt t="49664" x="4229100" y="4751388"/>
          <p14:tracePt t="49672" x="4246563" y="4751388"/>
          <p14:tracePt t="49682" x="4262438" y="4751388"/>
          <p14:tracePt t="49688" x="4271963" y="4751388"/>
          <p14:tracePt t="49698" x="4287838" y="4751388"/>
          <p14:tracePt t="49705" x="4313238" y="4751388"/>
          <p14:tracePt t="49714" x="4329113" y="4751388"/>
          <p14:tracePt t="49720" x="4346575" y="4751388"/>
          <p14:tracePt t="49729" x="4354513" y="4751388"/>
          <p14:tracePt t="49737" x="4387850" y="4751388"/>
          <p14:tracePt t="49753" x="4411663" y="4751388"/>
          <p14:tracePt t="49761" x="4429125" y="4751388"/>
          <p14:tracePt t="49769" x="4437063" y="4751388"/>
          <p14:tracePt t="49785" x="4454525" y="4751388"/>
          <p14:tracePt t="49801" x="4470400" y="4751388"/>
          <p14:tracePt t="49834" x="4486275" y="4751388"/>
          <p14:tracePt t="49914" x="4486275" y="4759325"/>
          <p14:tracePt t="49955" x="4470400" y="4759325"/>
          <p14:tracePt t="49979" x="4454525" y="4759325"/>
          <p14:tracePt t="50003" x="4437063" y="4759325"/>
          <p14:tracePt t="50035" x="4429125" y="4759325"/>
          <p14:tracePt t="50124" x="4429125" y="4751388"/>
          <p14:tracePt t="50156" x="4437063" y="4751388"/>
          <p14:tracePt t="50173" x="4454525" y="4735513"/>
          <p14:tracePt t="50182" x="4486275" y="4735513"/>
          <p14:tracePt t="50189" x="4537075" y="4735513"/>
          <p14:tracePt t="50198" x="4611688" y="4735513"/>
          <p14:tracePt t="50205" x="4702175" y="4735513"/>
          <p14:tracePt t="50215" x="4802188" y="4735513"/>
          <p14:tracePt t="50221" x="4902200" y="4735513"/>
          <p14:tracePt t="50230" x="4959350" y="4735513"/>
          <p14:tracePt t="50237" x="5059363" y="4735513"/>
          <p14:tracePt t="50245" x="5149850" y="4735513"/>
          <p14:tracePt t="50253" x="5291138" y="4759325"/>
          <p14:tracePt t="50261" x="5349875" y="4759325"/>
          <p14:tracePt t="50270" x="5416550" y="4759325"/>
          <p14:tracePt t="50278" x="5499100" y="4776788"/>
          <p14:tracePt t="50286" x="5573713" y="4776788"/>
          <p14:tracePt t="50294" x="5640388" y="4776788"/>
          <p14:tracePt t="50302" x="5697538" y="4792663"/>
          <p14:tracePt t="50310" x="5722938" y="4792663"/>
          <p14:tracePt t="50318" x="5764213" y="4802188"/>
          <p14:tracePt t="50326" x="5805488" y="4802188"/>
          <p14:tracePt t="50342" x="5822950" y="4802188"/>
          <p14:tracePt t="50350" x="5838825" y="4802188"/>
          <p14:tracePt t="50366" x="5854700" y="4802188"/>
          <p14:tracePt t="50488" x="5864225" y="4802188"/>
          <p14:tracePt t="50762" x="5880100" y="4802188"/>
          <p14:tracePt t="50786" x="5880100" y="4818063"/>
          <p14:tracePt t="50835" x="5897563" y="4818063"/>
          <p14:tracePt t="50867" x="5905500" y="4818063"/>
          <p14:tracePt t="50907" x="5921375" y="4818063"/>
          <p14:tracePt t="50940" x="5938838" y="4818063"/>
          <p14:tracePt t="50964" x="5946775" y="4833938"/>
          <p14:tracePt t="50981" x="5962650" y="4833938"/>
          <p14:tracePt t="50988" x="5980113" y="4833938"/>
          <p14:tracePt t="51020" x="5988050" y="4833938"/>
          <p14:tracePt t="51045" x="6005513" y="4833938"/>
          <p14:tracePt t="51117" x="6021388" y="4833938"/>
          <p14:tracePt t="51206" x="6029325" y="4833938"/>
          <p14:tracePt t="51238" x="6046788" y="4833938"/>
          <p14:tracePt t="51271" x="6062663" y="4833938"/>
          <p14:tracePt t="51303" x="6070600" y="4833938"/>
          <p14:tracePt t="51375" x="6070600" y="4843463"/>
          <p14:tracePt t="56534" x="6162675" y="4843463"/>
          <p14:tracePt t="56536" x="6245225" y="4876800"/>
          <p14:tracePt t="56542" x="6337300" y="4918075"/>
          <p14:tracePt t="56551" x="6561138" y="4975225"/>
          <p14:tracePt t="56559" x="6983413" y="5141913"/>
          <p14:tracePt t="56567" x="7289800" y="5240338"/>
          <p14:tracePt t="56574" x="7439025" y="5291138"/>
          <p14:tracePt t="56582" x="7737475" y="5373688"/>
          <p14:tracePt t="56590" x="8045450" y="5448300"/>
          <p14:tracePt t="56598" x="8310563" y="5514975"/>
          <p14:tracePt t="56606" x="8518525" y="5556250"/>
          <p14:tracePt t="56615" x="8742363" y="5597525"/>
          <p14:tracePt t="56623" x="8924925" y="5613400"/>
          <p14:tracePt t="56631" x="8982075" y="5630863"/>
          <p14:tracePt t="56639" x="9105900" y="5638800"/>
          <p14:tracePt t="56649" x="9205913" y="5638800"/>
          <p14:tracePt t="56655" x="9256713" y="5638800"/>
          <p14:tracePt t="56665" x="9288463" y="5638800"/>
          <p14:tracePt t="56671" x="9331325" y="5638800"/>
          <p14:tracePt t="56682" x="9339263" y="5638800"/>
          <p14:tracePt t="56687" x="9355138" y="5638800"/>
          <p14:tracePt t="56698" x="9372600" y="5638800"/>
          <p14:tracePt t="56703" x="9388475" y="5638800"/>
          <p14:tracePt t="56715" x="9396413" y="5638800"/>
          <p14:tracePt t="56719" x="9413875" y="5630863"/>
          <p14:tracePt t="56731" x="9429750" y="5613400"/>
          <p14:tracePt t="56736" x="9471025" y="5589588"/>
          <p14:tracePt t="56748" x="9512300" y="5572125"/>
          <p14:tracePt t="56752" x="9578975" y="5530850"/>
          <p14:tracePt t="56765" x="9604375" y="5514975"/>
          <p14:tracePt t="56768" x="9678988" y="5489575"/>
          <p14:tracePt t="56782" x="9737725" y="5464175"/>
          <p14:tracePt t="56784" x="9802813" y="5448300"/>
          <p14:tracePt t="56798" x="9861550" y="5407025"/>
          <p14:tracePt t="56801" x="9928225" y="5389563"/>
          <p14:tracePt t="56815" x="9985375" y="5373688"/>
          <p14:tracePt t="56817" x="10026650" y="5348288"/>
          <p14:tracePt t="56831" x="10085388" y="5332413"/>
          <p14:tracePt t="56834" x="10126663" y="5324475"/>
          <p14:tracePt t="56848" x="10134600" y="5307013"/>
          <p14:tracePt t="56849" x="10167938" y="5291138"/>
          <p14:tracePt t="56857" x="10193338" y="5281613"/>
          <p14:tracePt t="56873" x="10209213" y="5265738"/>
          <p14:tracePt t="56897" x="10209213" y="5249863"/>
          <p14:tracePt t="56914" x="10209213" y="5240338"/>
          <p14:tracePt t="56931" x="10209213" y="5224463"/>
          <p14:tracePt t="56945" x="10209213" y="5207000"/>
          <p14:tracePt t="56962" x="10193338" y="5207000"/>
          <p14:tracePt t="56970" x="10193338" y="5199063"/>
          <p14:tracePt t="56978" x="10185400" y="5199063"/>
          <p14:tracePt t="56986" x="10167938" y="5199063"/>
          <p14:tracePt t="57002" x="10152063" y="5183188"/>
          <p14:tracePt t="57010" x="10134600" y="5183188"/>
          <p14:tracePt t="57018" x="10126663" y="5183188"/>
          <p14:tracePt t="57026" x="10110788" y="5183188"/>
          <p14:tracePt t="57035" x="10093325" y="5165725"/>
          <p14:tracePt t="57045" x="10085388" y="5165725"/>
          <p14:tracePt t="57051" x="10052050" y="5165725"/>
          <p14:tracePt t="57058" x="10044113" y="5165725"/>
          <p14:tracePt t="57067" x="10010775" y="5157788"/>
          <p14:tracePt t="57075" x="9969500" y="5141913"/>
          <p14:tracePt t="57083" x="9944100" y="5141913"/>
          <p14:tracePt t="57091" x="9902825" y="5141913"/>
          <p14:tracePt t="57099" x="9869488" y="5124450"/>
          <p14:tracePt t="57107" x="9828213" y="5108575"/>
          <p14:tracePt t="57115" x="9786938" y="5100638"/>
          <p14:tracePt t="57123" x="9761538" y="5100638"/>
          <p14:tracePt t="57132" x="9737725" y="5067300"/>
          <p14:tracePt t="57139" x="9720263" y="5067300"/>
          <p14:tracePt t="57148" x="9704388" y="5057775"/>
          <p14:tracePt t="57155" x="9694863" y="5057775"/>
          <p14:tracePt t="57165" x="9678988" y="5041900"/>
          <p14:tracePt t="57181" x="9663113" y="5026025"/>
          <p14:tracePt t="57188" x="9663113" y="5016500"/>
          <p14:tracePt t="57204" x="9653588" y="5016500"/>
          <p14:tracePt t="57212" x="9653588" y="5000625"/>
          <p14:tracePt t="57244" x="9653588" y="4983163"/>
          <p14:tracePt t="57309" x="9663113" y="4975225"/>
          <p14:tracePt t="57333" x="9678988" y="4975225"/>
          <p14:tracePt t="57374" x="9694863" y="4975225"/>
          <p14:tracePt t="57398" x="9704388" y="4975225"/>
          <p14:tracePt t="57415" x="9720263" y="4975225"/>
          <p14:tracePt t="57422" x="9737725" y="4975225"/>
          <p14:tracePt t="57438" x="9745663" y="4975225"/>
          <p14:tracePt t="57447" x="9779000" y="4975225"/>
          <p14:tracePt t="57454" x="9802813" y="4975225"/>
          <p14:tracePt t="57470" x="9828213" y="4975225"/>
          <p14:tracePt t="57478" x="9844088" y="4975225"/>
          <p14:tracePt t="57486" x="9861550" y="4975225"/>
          <p14:tracePt t="57503" x="9869488" y="4975225"/>
          <p14:tracePt t="57511" x="9886950" y="4975225"/>
          <p14:tracePt t="57535" x="9902825" y="4975225"/>
          <p14:tracePt t="57608" x="9886950" y="4975225"/>
          <p14:tracePt t="57617" x="9869488" y="4975225"/>
          <p14:tracePt t="57624" x="9861550" y="4975225"/>
          <p14:tracePt t="57632" x="9844088" y="4975225"/>
          <p14:tracePt t="57648" x="9802813" y="4975225"/>
          <p14:tracePt t="57665" x="9779000" y="4975225"/>
          <p14:tracePt t="57672" x="9745663" y="4975225"/>
          <p14:tracePt t="57681" x="9737725" y="4975225"/>
          <p14:tracePt t="57698" x="9704388" y="4959350"/>
          <p14:tracePt t="57705" x="9694863" y="4959350"/>
          <p14:tracePt t="57714" x="9678988" y="4959350"/>
          <p14:tracePt t="57720" x="9663113" y="4941888"/>
          <p14:tracePt t="57729" x="9637713" y="4941888"/>
          <p14:tracePt t="57737" x="9620250" y="4933950"/>
          <p14:tracePt t="57745" x="9596438" y="4918075"/>
          <p14:tracePt t="57753" x="9563100" y="4918075"/>
          <p14:tracePt t="57761" x="9555163" y="4900613"/>
          <p14:tracePt t="57769" x="9537700" y="4892675"/>
          <p14:tracePt t="57777" x="9512300" y="4876800"/>
          <p14:tracePt t="57785" x="9496425" y="4876800"/>
          <p14:tracePt t="57793" x="9480550" y="4859338"/>
          <p14:tracePt t="57802" x="9471025" y="4843463"/>
          <p14:tracePt t="57810" x="9455150" y="4843463"/>
          <p14:tracePt t="57817" x="9437688" y="4833938"/>
          <p14:tracePt t="57826" x="9429750" y="4818063"/>
          <p14:tracePt t="57834" x="9429750" y="4802188"/>
          <p14:tracePt t="57842" x="9413875" y="4802188"/>
          <p14:tracePt t="57850" x="9396413" y="4792663"/>
          <p14:tracePt t="57858" x="9396413" y="4776788"/>
          <p14:tracePt t="57866" x="9388475" y="4776788"/>
          <p14:tracePt t="57882" x="9388475" y="4759325"/>
          <p14:tracePt t="57890" x="9372600" y="4759325"/>
          <p14:tracePt t="57914" x="9355138" y="4759325"/>
          <p14:tracePt t="57947" x="9339263" y="4759325"/>
          <p14:tracePt t="57964" x="9331325" y="4759325"/>
          <p14:tracePt t="58084" x="9339263" y="4759325"/>
          <p14:tracePt t="58100" x="9355138" y="4759325"/>
          <p14:tracePt t="58108" x="9372600" y="4759325"/>
          <p14:tracePt t="58124" x="9388475" y="4759325"/>
          <p14:tracePt t="58132" x="9396413" y="4759325"/>
          <p14:tracePt t="58149" x="9413875" y="4759325"/>
          <p14:tracePt t="58157" x="9437688" y="4759325"/>
          <p14:tracePt t="58165" x="9455150" y="4759325"/>
          <p14:tracePt t="58173" x="9496425" y="4759325"/>
          <p14:tracePt t="58182" x="9537700" y="4759325"/>
          <p14:tracePt t="58189" x="9563100" y="4759325"/>
          <p14:tracePt t="58198" x="9604375" y="4759325"/>
          <p14:tracePt t="58205" x="9663113" y="4759325"/>
          <p14:tracePt t="58215" x="9694863" y="4759325"/>
          <p14:tracePt t="58221" x="9745663" y="4759325"/>
          <p14:tracePt t="58230" x="9802813" y="4759325"/>
          <p14:tracePt t="58237" x="9918700" y="4759325"/>
          <p14:tracePt t="58245" x="9969500" y="4759325"/>
          <p14:tracePt t="58254" x="10069513" y="4776788"/>
          <p14:tracePt t="58262" x="10134600" y="4776788"/>
          <p14:tracePt t="58270" x="10234613" y="4792663"/>
          <p14:tracePt t="58278" x="10275888" y="4792663"/>
          <p14:tracePt t="58286" x="10375900" y="4802188"/>
          <p14:tracePt t="58294" x="10417175" y="4818063"/>
          <p14:tracePt t="58302" x="10499725" y="4818063"/>
          <p14:tracePt t="58310" x="10541000" y="4833938"/>
          <p14:tracePt t="58318" x="10582275" y="4843463"/>
          <p14:tracePt t="58326" x="10625138" y="4843463"/>
          <p14:tracePt t="58334" x="10641013" y="4843463"/>
          <p14:tracePt t="58342" x="10656888" y="4843463"/>
          <p14:tracePt t="58358" x="10666413" y="4843463"/>
          <p14:tracePt t="58374" x="10666413" y="4859338"/>
          <p14:tracePt t="58407" x="10615613" y="4859338"/>
          <p14:tracePt t="58415" x="10458450" y="4859338"/>
          <p14:tracePt t="58423" x="10010775" y="4859338"/>
          <p14:tracePt t="58432" x="9455150" y="4859338"/>
          <p14:tracePt t="58439" x="8616950" y="4892675"/>
          <p14:tracePt t="58448" x="8112125" y="4933950"/>
          <p14:tracePt t="58455" x="7207250" y="4959350"/>
          <p14:tracePt t="58465" x="6294438" y="5000625"/>
          <p14:tracePt t="58471" x="5391150" y="5041900"/>
          <p14:tracePt t="58481" x="5084763" y="5067300"/>
          <p14:tracePt t="58488" x="4470400" y="5100638"/>
          <p14:tracePt t="58496" x="3956050" y="5124450"/>
          <p14:tracePt t="58504" x="3557588" y="5157788"/>
          <p14:tracePt t="58512" x="3209925" y="5183188"/>
          <p14:tracePt t="58520" x="2903538" y="5199063"/>
          <p14:tracePt t="58528" x="2695575" y="5224463"/>
          <p14:tracePt t="58536" x="2613025" y="5224463"/>
          <p14:tracePt t="58544" x="2471738" y="5224463"/>
          <p14:tracePt t="58552" x="2371725" y="5240338"/>
          <p14:tracePt t="58560" x="2289175" y="5240338"/>
          <p14:tracePt t="58568" x="2222500" y="5240338"/>
          <p14:tracePt t="58576" x="2189163" y="5240338"/>
          <p14:tracePt t="58584" x="2147888" y="5240338"/>
          <p14:tracePt t="58593" x="2122488" y="5240338"/>
          <p14:tracePt t="58609" x="2106613" y="5240338"/>
          <p14:tracePt t="58617" x="2098675" y="5240338"/>
          <p14:tracePt t="58625" x="2098675" y="5224463"/>
          <p14:tracePt t="58633" x="2081213" y="5224463"/>
          <p14:tracePt t="58665" x="2065338" y="5224463"/>
          <p14:tracePt t="58714" x="2057400" y="5224463"/>
          <p14:tracePt t="58738" x="2039938" y="5224463"/>
          <p14:tracePt t="58747" x="2024063" y="5224463"/>
          <p14:tracePt t="58754" x="2006600" y="5224463"/>
          <p14:tracePt t="58762" x="1998663" y="5224463"/>
          <p14:tracePt t="58770" x="1957388" y="5224463"/>
          <p14:tracePt t="58779" x="1924050" y="5224463"/>
          <p14:tracePt t="58786" x="1898650" y="5224463"/>
          <p14:tracePt t="58795" x="1841500" y="5224463"/>
          <p14:tracePt t="58803" x="1800225" y="5224463"/>
          <p14:tracePt t="58811" x="1774825" y="5224463"/>
          <p14:tracePt t="58819" x="1733550" y="5224463"/>
          <p14:tracePt t="58827" x="1700213" y="5224463"/>
          <p14:tracePt t="58835" x="1674813" y="5224463"/>
          <p14:tracePt t="58843" x="1651000" y="5224463"/>
          <p14:tracePt t="58859" x="1633538" y="5224463"/>
          <p14:tracePt t="58867" x="1617663" y="5224463"/>
          <p14:tracePt t="58964" x="1633538" y="5224463"/>
          <p14:tracePt t="58982" x="1651000" y="5224463"/>
          <p14:tracePt t="58988" x="1658938" y="5224463"/>
          <p14:tracePt t="59004" x="1674813" y="5224463"/>
          <p14:tracePt t="59014" x="1692275" y="5224463"/>
          <p14:tracePt t="59029" x="1700213" y="5224463"/>
          <p14:tracePt t="59037" x="1733550" y="5224463"/>
          <p14:tracePt t="59045" x="1741488" y="5224463"/>
          <p14:tracePt t="59053" x="1790700" y="5224463"/>
          <p14:tracePt t="59061" x="1841500" y="5224463"/>
          <p14:tracePt t="59069" x="1874838" y="5224463"/>
          <p14:tracePt t="59077" x="1924050" y="5224463"/>
          <p14:tracePt t="59085" x="1982788" y="5224463"/>
          <p14:tracePt t="59093" x="2039938" y="5224463"/>
          <p14:tracePt t="59101" x="2098675" y="5224463"/>
          <p14:tracePt t="59109" x="2122488" y="5224463"/>
          <p14:tracePt t="59117" x="2165350" y="5224463"/>
          <p14:tracePt t="59125" x="2189163" y="5224463"/>
          <p14:tracePt t="59134" x="2230438" y="5224463"/>
          <p14:tracePt t="59142" x="2247900" y="5224463"/>
          <p14:tracePt t="59150" x="2263775" y="5224463"/>
          <p14:tracePt t="59158" x="2273300" y="5224463"/>
          <p14:tracePt t="59166" x="2289175" y="5224463"/>
          <p14:tracePt t="59182" x="2305050" y="5224463"/>
          <p14:tracePt t="59206" x="2322513" y="5224463"/>
          <p14:tracePt t="59271" x="2305050" y="5224463"/>
          <p14:tracePt t="59279" x="2289175" y="5224463"/>
          <p14:tracePt t="59287" x="2289175" y="5207000"/>
          <p14:tracePt t="59295" x="2289175" y="5199063"/>
          <p14:tracePt t="59315" x="2273300" y="5199063"/>
          <p14:tracePt t="59327" x="2273300" y="5183188"/>
          <p14:tracePt t="59416" x="2273300" y="5199063"/>
          <p14:tracePt t="59441" x="2273300" y="5207000"/>
          <p14:tracePt t="59481" x="2273300" y="5224463"/>
          <p14:tracePt t="59545" x="2289175" y="5224463"/>
          <p14:tracePt t="59707" x="2305050" y="5224463"/>
          <p14:tracePt t="59755" x="2322513" y="5224463"/>
          <p14:tracePt t="59804" x="2330450" y="5224463"/>
          <p14:tracePt t="59909" x="2330450" y="5207000"/>
          <p14:tracePt t="59989" x="2330450" y="5199063"/>
          <p14:tracePt t="60030" x="2330450" y="5183188"/>
          <p14:tracePt t="60054" x="2330450" y="5165725"/>
          <p14:tracePt t="60078" x="2322513" y="5157788"/>
          <p14:tracePt t="60094" x="2305050" y="5157788"/>
          <p14:tracePt t="60110" x="2289175" y="5141913"/>
          <p14:tracePt t="60118" x="2273300" y="5141913"/>
          <p14:tracePt t="60135" x="2263775" y="5141913"/>
          <p14:tracePt t="60143" x="2247900" y="5141913"/>
          <p14:tracePt t="60167" x="2230438" y="5141913"/>
          <p14:tracePt t="60183" x="2222500" y="5141913"/>
          <p14:tracePt t="60207" x="2206625" y="5141913"/>
          <p14:tracePt t="60756" x="2222500" y="5141913"/>
          <p14:tracePt t="60821" x="2230438" y="5141913"/>
          <p14:tracePt t="60853" x="2247900" y="5141913"/>
          <p14:tracePt t="60870" x="2263775" y="5141913"/>
          <p14:tracePt t="60877" x="2273300" y="5141913"/>
          <p14:tracePt t="60885" x="2289175" y="5141913"/>
          <p14:tracePt t="60894" x="2322513" y="5141913"/>
          <p14:tracePt t="60902" x="2347913" y="5141913"/>
          <p14:tracePt t="60910" x="2389188" y="5141913"/>
          <p14:tracePt t="60918" x="2446338" y="5141913"/>
          <p14:tracePt t="60926" x="2487613" y="5141913"/>
          <p14:tracePt t="60934" x="2528888" y="5124450"/>
          <p14:tracePt t="60942" x="2587625" y="5108575"/>
          <p14:tracePt t="60950" x="2654300" y="5100638"/>
          <p14:tracePt t="60958" x="2711450" y="5100638"/>
          <p14:tracePt t="60966" x="2736850" y="5100638"/>
          <p14:tracePt t="60974" x="2795588" y="5100638"/>
          <p14:tracePt t="60982" x="2852738" y="5083175"/>
          <p14:tracePt t="60990" x="2894013" y="5083175"/>
          <p14:tracePt t="60999" x="2919413" y="5083175"/>
          <p14:tracePt t="61007" x="2960688" y="5083175"/>
          <p14:tracePt t="61015" x="2978150" y="5083175"/>
          <p14:tracePt t="61023" x="3019425" y="5083175"/>
          <p14:tracePt t="61032" x="3027363" y="5083175"/>
          <p14:tracePt t="61039" x="3068638" y="5083175"/>
          <p14:tracePt t="61049" x="3101975" y="5083175"/>
          <p14:tracePt t="61055" x="3127375" y="5083175"/>
          <p14:tracePt t="61065" x="3168650" y="5083175"/>
          <p14:tracePt t="61071" x="3225800" y="5083175"/>
          <p14:tracePt t="61081" x="3251200" y="5083175"/>
          <p14:tracePt t="61087" x="3292475" y="5083175"/>
          <p14:tracePt t="61095" x="3351213" y="5083175"/>
          <p14:tracePt t="61103" x="3375025" y="5083175"/>
          <p14:tracePt t="61112" x="3425825" y="5083175"/>
          <p14:tracePt t="61120" x="3449638" y="5083175"/>
          <p14:tracePt t="61128" x="3492500" y="5083175"/>
          <p14:tracePt t="61136" x="3516313" y="5083175"/>
          <p14:tracePt t="61144" x="3549650" y="5083175"/>
          <p14:tracePt t="61152" x="3590925" y="5083175"/>
          <p14:tracePt t="61160" x="3598863" y="5083175"/>
          <p14:tracePt t="61168" x="3641725" y="5083175"/>
          <p14:tracePt t="61176" x="3657600" y="5083175"/>
          <p14:tracePt t="61184" x="3698875" y="5083175"/>
          <p14:tracePt t="61192" x="3740150" y="5083175"/>
          <p14:tracePt t="61201" x="3773488" y="5083175"/>
          <p14:tracePt t="61208" x="3798888" y="5083175"/>
          <p14:tracePt t="61217" x="3822700" y="5083175"/>
          <p14:tracePt t="61225" x="3856038" y="5083175"/>
          <p14:tracePt t="61233" x="3881438" y="5083175"/>
          <p14:tracePt t="61241" x="3906838" y="5083175"/>
          <p14:tracePt t="61249" x="3940175" y="5083175"/>
          <p14:tracePt t="61257" x="3956050" y="5083175"/>
          <p14:tracePt t="61265" x="3963988" y="5083175"/>
          <p14:tracePt t="61273" x="3997325" y="5083175"/>
          <p14:tracePt t="61282" x="4005263" y="5100638"/>
          <p14:tracePt t="61289" x="4022725" y="5100638"/>
          <p14:tracePt t="61298" x="4038600" y="5100638"/>
          <p14:tracePt t="61305" x="4064000" y="5100638"/>
          <p14:tracePt t="61322" x="4089400" y="5108575"/>
          <p14:tracePt t="61332" x="4105275" y="5108575"/>
          <p14:tracePt t="61338" x="4122738" y="5108575"/>
          <p14:tracePt t="61348" x="4130675" y="5108575"/>
          <p14:tracePt t="61354" x="4146550" y="5108575"/>
          <p14:tracePt t="61365" x="4171950" y="5124450"/>
          <p14:tracePt t="61370" x="4187825" y="5124450"/>
          <p14:tracePt t="61386" x="4221163" y="5124450"/>
          <p14:tracePt t="61398" x="4246563" y="5124450"/>
          <p14:tracePt t="61402" x="4262438" y="5141913"/>
          <p14:tracePt t="61415" x="4271963" y="5141913"/>
          <p14:tracePt t="61418" x="4305300" y="5141913"/>
          <p14:tracePt t="61432" x="4313238" y="5141913"/>
          <p14:tracePt t="61435" x="4346575" y="5141913"/>
          <p14:tracePt t="61448" x="4354513" y="5157788"/>
          <p14:tracePt t="61451" x="4387850" y="5157788"/>
          <p14:tracePt t="61465" x="4411663" y="5157788"/>
          <p14:tracePt t="61468" x="4429125" y="5157788"/>
          <p14:tracePt t="61481" x="4437063" y="5165725"/>
          <p14:tracePt t="61485" x="4454525" y="5165725"/>
          <p14:tracePt t="61498" x="4470400" y="5165725"/>
          <p14:tracePt t="61499" x="4486275" y="5165725"/>
          <p14:tracePt t="61515" x="4495800" y="5165725"/>
          <p14:tracePt t="61540" x="4511675" y="5165725"/>
          <p14:tracePt t="61548" x="4511675" y="5183188"/>
          <p14:tracePt t="61596" x="4511675" y="5199063"/>
          <p14:tracePt t="61620" x="4495800" y="5199063"/>
          <p14:tracePt t="61628" x="4486275" y="5199063"/>
          <p14:tracePt t="61644" x="4470400" y="5207000"/>
          <p14:tracePt t="61652" x="4454525" y="5207000"/>
          <p14:tracePt t="61661" x="4429125" y="5207000"/>
          <p14:tracePt t="61669" x="4411663" y="5207000"/>
          <p14:tracePt t="61677" x="4395788" y="5207000"/>
          <p14:tracePt t="61685" x="4370388" y="5224463"/>
          <p14:tracePt t="61693" x="4346575" y="5224463"/>
          <p14:tracePt t="61701" x="4313238" y="5224463"/>
          <p14:tracePt t="61709" x="4271963" y="5224463"/>
          <p14:tracePt t="61717" x="4246563" y="5224463"/>
          <p14:tracePt t="61725" x="4205288" y="5240338"/>
          <p14:tracePt t="61733" x="4171950" y="5240338"/>
          <p14:tracePt t="61741" x="4122738" y="5240338"/>
          <p14:tracePt t="61749" x="4079875" y="5240338"/>
          <p14:tracePt t="61757" x="4048125" y="5249863"/>
          <p14:tracePt t="61765" x="4022725" y="5249863"/>
          <p14:tracePt t="61774" x="3981450" y="5249863"/>
          <p14:tracePt t="61790" x="3956050" y="5249863"/>
          <p14:tracePt t="61806" x="3940175" y="5249863"/>
          <p14:tracePt t="61903" x="3956050" y="5249863"/>
          <p14:tracePt t="61911" x="3963988" y="5249863"/>
          <p14:tracePt t="61927" x="3981450" y="5249863"/>
          <p14:tracePt t="61935" x="3997325" y="5249863"/>
          <p14:tracePt t="61951" x="4005263" y="5249863"/>
          <p14:tracePt t="61959" x="4022725" y="5249863"/>
          <p14:tracePt t="61967" x="4048125" y="5249863"/>
          <p14:tracePt t="61983" x="4079875" y="5249863"/>
          <p14:tracePt t="61992" x="4105275" y="5249863"/>
          <p14:tracePt t="62000" x="4122738" y="5249863"/>
          <p14:tracePt t="62008" x="4130675" y="5249863"/>
          <p14:tracePt t="62016" x="4146550" y="5249863"/>
          <p14:tracePt t="62024" x="4171950" y="5249863"/>
          <p14:tracePt t="62040" x="4187825" y="5249863"/>
          <p14:tracePt t="62065" x="4205288" y="5249863"/>
          <p14:tracePt t="62145" x="4171950" y="5249863"/>
          <p14:tracePt t="62153" x="4146550" y="5249863"/>
          <p14:tracePt t="62161" x="4122738" y="5249863"/>
          <p14:tracePt t="62169" x="4079875" y="5249863"/>
          <p14:tracePt t="62177" x="4064000" y="5249863"/>
          <p14:tracePt t="62185" x="4022725" y="5249863"/>
          <p14:tracePt t="62193" x="3997325" y="5249863"/>
          <p14:tracePt t="62201" x="3956050" y="5265738"/>
          <p14:tracePt t="62210" x="3856038" y="5281613"/>
          <p14:tracePt t="62218" x="3781425" y="5291138"/>
          <p14:tracePt t="62226" x="3690938" y="5307013"/>
          <p14:tracePt t="62234" x="3590925" y="5332413"/>
          <p14:tracePt t="62242" x="3433763" y="5365750"/>
          <p14:tracePt t="62250" x="3284538" y="5389563"/>
          <p14:tracePt t="62258" x="3168650" y="5432425"/>
          <p14:tracePt t="62266" x="2978150" y="5464175"/>
          <p14:tracePt t="62274" x="2836863" y="5507038"/>
          <p14:tracePt t="62282" x="2636838" y="5530850"/>
          <p14:tracePt t="62290" x="2454275" y="5589588"/>
          <p14:tracePt t="62298" x="2305050" y="5630863"/>
          <p14:tracePt t="62307" x="2147888" y="5638800"/>
          <p14:tracePt t="62315" x="2039938" y="5672138"/>
          <p14:tracePt t="62323" x="1916113" y="5688013"/>
          <p14:tracePt t="62332" x="1857375" y="5697538"/>
          <p14:tracePt t="62339" x="1674813" y="5738813"/>
          <p14:tracePt t="62349" x="1633538" y="5738813"/>
          <p14:tracePt t="62355" x="1535113" y="5754688"/>
          <p14:tracePt t="62365" x="1468438" y="5772150"/>
          <p14:tracePt t="62371" x="1393825" y="5795963"/>
          <p14:tracePt t="62382" x="1343025" y="5813425"/>
          <p14:tracePt t="62387" x="1285875" y="5813425"/>
          <p14:tracePt t="62398" x="1244600" y="5821363"/>
          <p14:tracePt t="62403" x="1203325" y="5837238"/>
          <p14:tracePt t="62415" x="1160463" y="5837238"/>
          <p14:tracePt t="62419" x="1128713" y="5854700"/>
          <p14:tracePt t="62431" x="1103313" y="5862638"/>
          <p14:tracePt t="62436" x="1085850" y="5862638"/>
          <p14:tracePt t="62448" x="1077913" y="5862638"/>
          <p14:tracePt t="62452" x="1062038" y="5880100"/>
          <p14:tracePt t="62468" x="1044575" y="5880100"/>
          <p14:tracePt t="62533" x="1062038" y="5880100"/>
          <p14:tracePt t="62549" x="1077913" y="5880100"/>
          <p14:tracePt t="62557" x="1085850" y="5880100"/>
          <p14:tracePt t="62573" x="1103313" y="5880100"/>
          <p14:tracePt t="62581" x="1119188" y="5862638"/>
          <p14:tracePt t="62589" x="1128713" y="5862638"/>
          <p14:tracePt t="62598" x="1144588" y="5862638"/>
          <p14:tracePt t="62605" x="1160463" y="5862638"/>
          <p14:tracePt t="62615" x="1169988" y="5862638"/>
          <p14:tracePt t="62622" x="1203325" y="5862638"/>
          <p14:tracePt t="62631" x="1227138" y="5862638"/>
          <p14:tracePt t="62638" x="1268413" y="5854700"/>
          <p14:tracePt t="62645" x="1309688" y="5854700"/>
          <p14:tracePt t="62654" x="1343025" y="5854700"/>
          <p14:tracePt t="62662" x="1393825" y="5854700"/>
          <p14:tracePt t="62670" x="1427163" y="5854700"/>
          <p14:tracePt t="62678" x="1468438" y="5837238"/>
          <p14:tracePt t="62686" x="1509713" y="5837238"/>
          <p14:tracePt t="62694" x="1535113" y="5837238"/>
          <p14:tracePt t="62702" x="1576388" y="5837238"/>
          <p14:tracePt t="62710" x="1609725" y="5837238"/>
          <p14:tracePt t="62718" x="1651000" y="5837238"/>
          <p14:tracePt t="62726" x="1674813" y="5837238"/>
          <p14:tracePt t="62735" x="1700213" y="5837238"/>
          <p14:tracePt t="62742" x="1733550" y="5837238"/>
          <p14:tracePt t="62751" x="1758950" y="5821363"/>
          <p14:tracePt t="62759" x="1790700" y="5821363"/>
          <p14:tracePt t="62767" x="1816100" y="5821363"/>
          <p14:tracePt t="62783" x="1841500" y="5821363"/>
          <p14:tracePt t="62791" x="1857375" y="5821363"/>
          <p14:tracePt t="62815" x="1874838" y="5821363"/>
          <p14:tracePt t="62839" x="1882775" y="5821363"/>
          <p14:tracePt t="62896" x="1874838" y="5821363"/>
          <p14:tracePt t="62912" x="1857375" y="5821363"/>
          <p14:tracePt t="62920" x="1841500" y="5821363"/>
          <p14:tracePt t="62928" x="1816100" y="5837238"/>
          <p14:tracePt t="62949" x="1800225" y="5837238"/>
          <p14:tracePt t="62952" x="1790700" y="5854700"/>
          <p14:tracePt t="62965" x="1774825" y="5854700"/>
          <p14:tracePt t="62969" x="1758950" y="5854700"/>
          <p14:tracePt t="62982" x="1741488" y="5862638"/>
          <p14:tracePt t="62984" x="1733550" y="5862638"/>
          <p14:tracePt t="63001" x="1716088" y="5862638"/>
          <p14:tracePt t="63017" x="1716088" y="5880100"/>
          <p14:tracePt t="63033" x="1700213" y="5880100"/>
          <p14:tracePt t="63106" x="1716088" y="5880100"/>
          <p14:tracePt t="63130" x="1733550" y="5880100"/>
          <p14:tracePt t="63147" x="1741488" y="5880100"/>
          <p14:tracePt t="63170" x="1758950" y="5880100"/>
          <p14:tracePt t="63219" x="1774825" y="5880100"/>
          <p14:tracePt t="63421" x="1758950" y="5880100"/>
          <p14:tracePt t="63897" x="1733550" y="5880100"/>
          <p14:tracePt t="63905" x="1674813" y="5880100"/>
          <p14:tracePt t="63915" x="1651000" y="5880100"/>
          <p14:tracePt t="63921" x="1592263" y="5880100"/>
          <p14:tracePt t="63931" x="1525588" y="5880100"/>
          <p14:tracePt t="63937" x="1468438" y="5880100"/>
          <p14:tracePt t="63945" x="1393825" y="5862638"/>
          <p14:tracePt t="63954" x="1343025" y="5862638"/>
          <p14:tracePt t="63962" x="1285875" y="5854700"/>
          <p14:tracePt t="63970" x="1227138" y="5837238"/>
          <p14:tracePt t="63978" x="1203325" y="5837238"/>
          <p14:tracePt t="63986" x="1160463" y="5821363"/>
          <p14:tracePt t="63994" x="1144588" y="5813425"/>
          <p14:tracePt t="64002" x="1103313" y="5813425"/>
          <p14:tracePt t="64010" x="1085850" y="5795963"/>
          <p14:tracePt t="64018" x="1077913" y="5795963"/>
          <p14:tracePt t="64026" x="1062038" y="5780088"/>
          <p14:tracePt t="64034" x="1036638" y="5780088"/>
          <p14:tracePt t="64046" x="1020763" y="5780088"/>
          <p14:tracePt t="64051" x="1003300" y="5780088"/>
          <p14:tracePt t="64059" x="1003300" y="5772150"/>
          <p14:tracePt t="64067" x="995363" y="5772150"/>
          <p14:tracePt t="64083" x="995363" y="5754688"/>
          <p14:tracePt t="64091" x="977900" y="5754688"/>
          <p14:tracePt t="64115" x="977900" y="5738813"/>
          <p14:tracePt t="64188" x="995363" y="5738813"/>
          <p14:tracePt t="64228" x="1003300" y="5738813"/>
          <p14:tracePt t="64260" x="1020763" y="5738813"/>
          <p14:tracePt t="64309" x="1036638" y="5738813"/>
          <p14:tracePt t="64341" x="1044575" y="5738813"/>
          <p14:tracePt t="64373" x="1062038" y="5738813"/>
          <p14:tracePt t="64382" x="1077913" y="5738813"/>
          <p14:tracePt t="64398" x="1085850" y="5738813"/>
          <p14:tracePt t="64406" x="1103313" y="5738813"/>
          <p14:tracePt t="64415" x="1128713" y="5738813"/>
          <p14:tracePt t="64422" x="1144588" y="5738813"/>
          <p14:tracePt t="64432" x="1160463" y="5738813"/>
          <p14:tracePt t="64438" x="1169988" y="5738813"/>
          <p14:tracePt t="64447" x="1185863" y="5738813"/>
          <p14:tracePt t="64454" x="1203325" y="5738813"/>
          <p14:tracePt t="64462" x="1211263" y="5738813"/>
          <p14:tracePt t="64478" x="1227138" y="5738813"/>
          <p14:tracePt t="64502" x="1244600" y="5738813"/>
          <p14:tracePt t="64575" x="1260475" y="5738813"/>
          <p14:tracePt t="64696" x="1260475" y="5754688"/>
          <p14:tracePt t="64825" x="1309688" y="5754688"/>
          <p14:tracePt t="64834" x="1368425" y="5754688"/>
          <p14:tracePt t="64842" x="1435100" y="5738813"/>
          <p14:tracePt t="64850" x="1509713" y="5738813"/>
          <p14:tracePt t="64858" x="1609725" y="5730875"/>
          <p14:tracePt t="64866" x="1700213" y="5713413"/>
          <p14:tracePt t="64874" x="1833563" y="5697538"/>
          <p14:tracePt t="64882" x="1957388" y="5672138"/>
          <p14:tracePt t="64890" x="2065338" y="5638800"/>
          <p14:tracePt t="64898" x="2189163" y="5630863"/>
          <p14:tracePt t="64906" x="2247900" y="5613400"/>
          <p14:tracePt t="64915" x="2347913" y="5589588"/>
          <p14:tracePt t="64922" x="2413000" y="5589588"/>
          <p14:tracePt t="64932" x="2487613" y="5572125"/>
          <p14:tracePt t="64938" x="2538413" y="5556250"/>
          <p14:tracePt t="64948" x="2587625" y="5548313"/>
          <p14:tracePt t="64955" x="2613025" y="5548313"/>
          <p14:tracePt t="64964" x="2654300" y="5548313"/>
          <p14:tracePt t="64971" x="2670175" y="5548313"/>
          <p14:tracePt t="64979" x="2679700" y="5548313"/>
          <p14:tracePt t="64987" x="2695575" y="5548313"/>
          <p14:tracePt t="65003" x="2711450" y="5548313"/>
          <p14:tracePt t="66158" x="2736850" y="5589588"/>
          <p14:tracePt t="66167" x="2754313" y="5597525"/>
          <p14:tracePt t="66174" x="2762250" y="5630863"/>
          <p14:tracePt t="66182" x="2778125" y="5672138"/>
          <p14:tracePt t="66190" x="2795588" y="5688013"/>
          <p14:tracePt t="66199" x="2803525" y="5697538"/>
          <p14:tracePt t="66206" x="2803525" y="5713413"/>
          <p14:tracePt t="66222" x="2803525" y="5730875"/>
          <p14:tracePt t="66271" x="2803525" y="5738813"/>
          <p14:tracePt t="66295" x="2819400" y="5738813"/>
          <p14:tracePt t="66497" x="2819400" y="5730875"/>
          <p14:tracePt t="66529" x="2819400" y="5713413"/>
          <p14:tracePt t="66594" x="2836863" y="5713413"/>
          <p14:tracePt t="66602" x="2852738" y="5713413"/>
          <p14:tracePt t="66610" x="2860675" y="5713413"/>
          <p14:tracePt t="66618" x="2903538" y="5713413"/>
          <p14:tracePt t="66626" x="2935288" y="5713413"/>
          <p14:tracePt t="66648" x="3001963" y="5713413"/>
          <p14:tracePt t="66651" x="3060700" y="5713413"/>
          <p14:tracePt t="66665" x="3101975" y="5713413"/>
          <p14:tracePt t="66667" x="3160713" y="5713413"/>
          <p14:tracePt t="66681" x="3201988" y="5713413"/>
          <p14:tracePt t="66683" x="3251200" y="5713413"/>
          <p14:tracePt t="66698" x="3309938" y="5713413"/>
          <p14:tracePt t="66699" x="3367088" y="5713413"/>
          <p14:tracePt t="66707" x="3392488" y="5713413"/>
          <p14:tracePt t="66715" x="3449638" y="5713413"/>
          <p14:tracePt t="66723" x="3508375" y="5730875"/>
          <p14:tracePt t="66732" x="3557588" y="5738813"/>
          <p14:tracePt t="66739" x="3598863" y="5754688"/>
          <p14:tracePt t="66748" x="3657600" y="5754688"/>
          <p14:tracePt t="66755" x="3698875" y="5772150"/>
          <p14:tracePt t="66765" x="3732213" y="5772150"/>
          <p14:tracePt t="66771" x="3773488" y="5780088"/>
          <p14:tracePt t="66781" x="3798888" y="5780088"/>
          <p14:tracePt t="66788" x="3814763" y="5780088"/>
          <p14:tracePt t="66798" x="3822700" y="5780088"/>
          <p14:tracePt t="66804" x="3840163" y="5780088"/>
          <p14:tracePt t="66815" x="3856038" y="5795963"/>
          <p14:tracePt t="66836" x="3865563" y="5795963"/>
          <p14:tracePt t="66957" x="3865563" y="5813425"/>
          <p14:tracePt t="67005" x="3856038" y="5813425"/>
          <p14:tracePt t="67078" x="3840163" y="5813425"/>
          <p14:tracePt t="67110" x="3822700" y="5821363"/>
          <p14:tracePt t="67151" x="3814763" y="5821363"/>
          <p14:tracePt t="67256" x="3822700" y="5821363"/>
          <p14:tracePt t="67265" x="3865563" y="5821363"/>
          <p14:tracePt t="67272" x="3963988" y="5821363"/>
          <p14:tracePt t="67282" x="4089400" y="5821363"/>
          <p14:tracePt t="67288" x="4221163" y="5854700"/>
          <p14:tracePt t="67297" x="4346575" y="5880100"/>
          <p14:tracePt t="67304" x="4486275" y="5921375"/>
          <p14:tracePt t="67314" x="4611688" y="5954713"/>
          <p14:tracePt t="67320" x="4760913" y="5978525"/>
          <p14:tracePt t="67328" x="4818063" y="5995988"/>
          <p14:tracePt t="67336" x="4918075" y="6019800"/>
          <p14:tracePt t="67344" x="5018088" y="6037263"/>
          <p14:tracePt t="67353" x="5084763" y="6045200"/>
          <p14:tracePt t="67361" x="5141913" y="6045200"/>
          <p14:tracePt t="67369" x="5183188" y="6045200"/>
          <p14:tracePt t="67377" x="5208588" y="6045200"/>
          <p14:tracePt t="67385" x="5233988" y="6045200"/>
          <p14:tracePt t="67401" x="5249863" y="6045200"/>
          <p14:tracePt t="67409" x="5267325" y="6045200"/>
          <p14:tracePt t="67433" x="5275263" y="6045200"/>
          <p14:tracePt t="67660" x="5267325" y="6045200"/>
          <p14:tracePt t="68104" x="5291138" y="6045200"/>
          <p14:tracePt t="68112" x="5391150" y="5995988"/>
          <p14:tracePt t="68120" x="5499100" y="5921375"/>
          <p14:tracePt t="68128" x="5614988" y="5862638"/>
          <p14:tracePt t="68148" x="5797550" y="5780088"/>
          <p14:tracePt t="68152" x="5946775" y="5713413"/>
          <p14:tracePt t="68165" x="6129338" y="5638800"/>
          <p14:tracePt t="68168" x="6170613" y="5630863"/>
          <p14:tracePt t="68181" x="6294438" y="5589588"/>
          <p14:tracePt t="68184" x="6369050" y="5548313"/>
          <p14:tracePt t="68198" x="6427788" y="5530850"/>
          <p14:tracePt t="68200" x="6453188" y="5514975"/>
          <p14:tracePt t="68214" x="6477000" y="5514975"/>
          <p14:tracePt t="68231" x="6494463" y="5514975"/>
          <p14:tracePt t="68289" x="6435725" y="5514975"/>
          <p14:tracePt t="68298" x="6369050" y="5514975"/>
          <p14:tracePt t="68305" x="6294438" y="5514975"/>
          <p14:tracePt t="68314" x="6145213" y="5572125"/>
          <p14:tracePt t="68322" x="6021388" y="5613400"/>
          <p14:tracePt t="68331" x="5864225" y="5688013"/>
          <p14:tracePt t="68337" x="5715000" y="5738813"/>
          <p14:tracePt t="68347" x="5532438" y="5813425"/>
          <p14:tracePt t="68354" x="5373688" y="5862638"/>
          <p14:tracePt t="68362" x="5224463" y="5937250"/>
          <p14:tracePt t="68370" x="5183188" y="5937250"/>
          <p14:tracePt t="68378" x="5059363" y="5995988"/>
          <p14:tracePt t="68386" x="4959350" y="6019800"/>
          <p14:tracePt t="68394" x="4860925" y="6045200"/>
          <p14:tracePt t="68402" x="4794250" y="6045200"/>
          <p14:tracePt t="68410" x="4735513" y="6062663"/>
          <p14:tracePt t="68419" x="4678363" y="6078538"/>
          <p14:tracePt t="68426" x="4652963" y="6086475"/>
          <p14:tracePt t="68435" x="4611688" y="6086475"/>
          <p14:tracePt t="68442" x="4578350" y="6086475"/>
          <p14:tracePt t="68451" x="4570413" y="6086475"/>
          <p14:tracePt t="68459" x="4552950" y="6086475"/>
          <p14:tracePt t="68475" x="4537075" y="6086475"/>
          <p14:tracePt t="68507" x="4537075" y="6078538"/>
          <p14:tracePt t="68523" x="4537075" y="6062663"/>
          <p14:tracePt t="68547" x="4537075" y="6045200"/>
          <p14:tracePt t="68572" x="4537075" y="6037263"/>
          <p14:tracePt t="68637" x="4529138" y="6037263"/>
          <p14:tracePt t="68644" x="4511675" y="6045200"/>
          <p14:tracePt t="68652" x="4495800" y="6045200"/>
          <p14:tracePt t="68661" x="4437063" y="6062663"/>
          <p14:tracePt t="68682" x="4313238" y="6086475"/>
          <p14:tracePt t="68685" x="4246563" y="6086475"/>
          <p14:tracePt t="68698" x="4146550" y="6086475"/>
          <p14:tracePt t="68701" x="4048125" y="6086475"/>
          <p14:tracePt t="68715" x="3997325" y="6086475"/>
          <p14:tracePt t="68717" x="3898900" y="6086475"/>
          <p14:tracePt t="68731" x="3822700" y="6086475"/>
          <p14:tracePt t="68734" x="3773488" y="6086475"/>
          <p14:tracePt t="68748" x="3716338" y="6086475"/>
          <p14:tracePt t="68750" x="3673475" y="6086475"/>
          <p14:tracePt t="68765" x="3641725" y="6086475"/>
          <p14:tracePt t="68765" x="3632200" y="6086475"/>
          <p14:tracePt t="68774" x="3616325" y="6078538"/>
          <p14:tracePt t="68806" x="3616325" y="6062663"/>
          <p14:tracePt t="68830" x="3616325" y="6045200"/>
          <p14:tracePt t="68848" x="3657600" y="6037263"/>
          <p14:tracePt t="68854" x="3716338" y="5995988"/>
          <p14:tracePt t="68864" x="3773488" y="5962650"/>
          <p14:tracePt t="68870" x="3840163" y="5937250"/>
          <p14:tracePt t="68879" x="3865563" y="5921375"/>
          <p14:tracePt t="68887" x="3956050" y="5895975"/>
          <p14:tracePt t="68895" x="3997325" y="5862638"/>
          <p14:tracePt t="68903" x="4048125" y="5854700"/>
          <p14:tracePt t="68911" x="4079875" y="5854700"/>
          <p14:tracePt t="68919" x="4105275" y="5837238"/>
          <p14:tracePt t="68927" x="4122738" y="5837238"/>
          <p14:tracePt t="68943" x="4130675" y="5837238"/>
          <p14:tracePt t="69000" x="4105275" y="5837238"/>
          <p14:tracePt t="69008" x="4064000" y="5854700"/>
          <p14:tracePt t="69016" x="4038600" y="5880100"/>
          <p14:tracePt t="69024" x="3981450" y="5895975"/>
          <p14:tracePt t="69032" x="3906838" y="5937250"/>
          <p14:tracePt t="69051" x="3757613" y="5978525"/>
          <p14:tracePt t="69057" x="3690938" y="6003925"/>
          <p14:tracePt t="69065" x="3590925" y="6037263"/>
          <p14:tracePt t="69072" x="3492500" y="6062663"/>
          <p14:tracePt t="69082" x="3467100" y="6078538"/>
          <p14:tracePt t="69089" x="3367088" y="6086475"/>
          <p14:tracePt t="69098" x="3292475" y="6119813"/>
          <p14:tracePt t="69105" x="3209925" y="6127750"/>
          <p14:tracePt t="69115" x="3168650" y="6145213"/>
          <p14:tracePt t="69121" x="3127375" y="6145213"/>
          <p14:tracePt t="69131" x="3101975" y="6161088"/>
          <p14:tracePt t="69137" x="3086100" y="6161088"/>
          <p14:tracePt t="69153" x="3068638" y="6161088"/>
          <p14:tracePt t="69210" x="3086100" y="6161088"/>
          <p14:tracePt t="69218" x="3109913" y="6145213"/>
          <p14:tracePt t="69226" x="3225800" y="6119813"/>
          <p14:tracePt t="69234" x="3375025" y="6062663"/>
          <p14:tracePt t="69242" x="3475038" y="6037263"/>
          <p14:tracePt t="69250" x="3657600" y="5978525"/>
          <p14:tracePt t="69258" x="3881438" y="5921375"/>
          <p14:tracePt t="69266" x="4146550" y="5880100"/>
          <p14:tracePt t="69274" x="4370388" y="5813425"/>
          <p14:tracePt t="69282" x="4578350" y="5772150"/>
          <p14:tracePt t="69290" x="4660900" y="5772150"/>
          <p14:tracePt t="69298" x="4843463" y="5730875"/>
          <p14:tracePt t="69307" x="4967288" y="5697538"/>
          <p14:tracePt t="69315" x="5041900" y="5697538"/>
          <p14:tracePt t="69323" x="5100638" y="5688013"/>
          <p14:tracePt t="69332" x="5126038" y="5688013"/>
          <p14:tracePt t="69339" x="5149850" y="5672138"/>
          <p14:tracePt t="69348" x="5167313" y="5672138"/>
          <p14:tracePt t="69364" x="5183188" y="5672138"/>
          <p14:tracePt t="69444" x="5167313" y="5672138"/>
          <p14:tracePt t="69460" x="5149850" y="5688013"/>
          <p14:tracePt t="69468" x="5141913" y="5688013"/>
          <p14:tracePt t="69484" x="5126038" y="5688013"/>
          <p14:tracePt t="69508" x="5108575" y="5688013"/>
          <p14:tracePt t="69662" x="5126038" y="5688013"/>
          <p14:tracePt t="69718" x="5141913" y="5672138"/>
          <p14:tracePt t="69783" x="5149850" y="5672138"/>
          <p14:tracePt t="69823" x="5167313" y="5672138"/>
          <p14:tracePt t="69847" x="5192713" y="5672138"/>
          <p14:tracePt t="69855" x="5208588" y="5672138"/>
          <p14:tracePt t="69865" x="5224463" y="5672138"/>
          <p14:tracePt t="69872" x="5249863" y="5672138"/>
          <p14:tracePt t="69882" x="5275263" y="5672138"/>
          <p14:tracePt t="69888" x="5324475" y="5672138"/>
          <p14:tracePt t="69897" x="5373688" y="5672138"/>
          <p14:tracePt t="69904" x="5407025" y="5672138"/>
          <p14:tracePt t="69912" x="5457825" y="5672138"/>
          <p14:tracePt t="69920" x="5514975" y="5672138"/>
          <p14:tracePt t="69928" x="5540375" y="5672138"/>
          <p14:tracePt t="69936" x="5589588" y="5672138"/>
          <p14:tracePt t="69944" x="5614988" y="5672138"/>
          <p14:tracePt t="69952" x="5630863" y="5672138"/>
          <p14:tracePt t="69961" x="5656263" y="5672138"/>
          <p14:tracePt t="69968" x="5673725" y="5672138"/>
          <p14:tracePt t="69977" x="5681663" y="5672138"/>
          <p14:tracePt t="70009" x="5697538" y="5672138"/>
          <p14:tracePt t="70074" x="5697538" y="5688013"/>
          <p14:tracePt t="70090" x="5681663" y="5688013"/>
          <p14:tracePt t="70106" x="5673725" y="5688013"/>
          <p14:tracePt t="70115" x="5656263" y="5688013"/>
          <p14:tracePt t="70122" x="5656263" y="5697538"/>
          <p14:tracePt t="70132" x="5640388" y="5697538"/>
          <p14:tracePt t="70138" x="5630863" y="5697538"/>
          <p14:tracePt t="70154" x="5599113" y="5697538"/>
          <p14:tracePt t="70162" x="5573713" y="5713413"/>
          <p14:tracePt t="70170" x="5556250" y="5713413"/>
          <p14:tracePt t="70178" x="5514975" y="5713413"/>
          <p14:tracePt t="70187" x="5491163" y="5713413"/>
          <p14:tracePt t="70195" x="5432425" y="5713413"/>
          <p14:tracePt t="70203" x="5391150" y="5713413"/>
          <p14:tracePt t="70211" x="5365750" y="5713413"/>
          <p14:tracePt t="70219" x="5324475" y="5713413"/>
          <p14:tracePt t="70227" x="5308600" y="5713413"/>
          <p14:tracePt t="70235" x="5267325" y="5713413"/>
          <p14:tracePt t="70243" x="5233988" y="5713413"/>
          <p14:tracePt t="70259" x="5208588" y="5713413"/>
          <p14:tracePt t="70267" x="5192713" y="5713413"/>
          <p14:tracePt t="70275" x="5183188" y="5713413"/>
          <p14:tracePt t="70283" x="5167313" y="5713413"/>
          <p14:tracePt t="70292" x="5141913" y="5713413"/>
          <p14:tracePt t="70299" x="5108575" y="5713413"/>
          <p14:tracePt t="70308" x="5100638" y="5713413"/>
          <p14:tracePt t="70316" x="5059363" y="5713413"/>
          <p14:tracePt t="70324" x="5026025" y="5713413"/>
          <p14:tracePt t="70332" x="4984750" y="5713413"/>
          <p14:tracePt t="70340" x="4959350" y="5713413"/>
          <p14:tracePt t="70348" x="4926013" y="5713413"/>
          <p14:tracePt t="70356" x="4902200" y="5713413"/>
          <p14:tracePt t="70365" x="4884738" y="5713413"/>
          <p14:tracePt t="70372" x="4860925" y="5713413"/>
          <p14:tracePt t="70382" x="4843463" y="5713413"/>
          <p14:tracePt t="70388" x="4835525" y="5713413"/>
          <p14:tracePt t="70404" x="4818063" y="5713413"/>
          <p14:tracePt t="70414" x="4802188" y="5713413"/>
          <p14:tracePt t="70574" x="4818063" y="5713413"/>
          <p14:tracePt t="70582" x="4835525" y="5697538"/>
          <p14:tracePt t="70599" x="4843463" y="5697538"/>
          <p14:tracePt t="70606" x="4860925" y="5697538"/>
          <p14:tracePt t="70615" x="4860925" y="5688013"/>
          <p14:tracePt t="70622" x="4884738" y="5688013"/>
          <p14:tracePt t="70632" x="4926013" y="5688013"/>
          <p14:tracePt t="70639" x="4959350" y="5672138"/>
          <p14:tracePt t="70648" x="5000625" y="5656263"/>
          <p14:tracePt t="70655" x="5026025" y="5656263"/>
          <p14:tracePt t="70664" x="5067300" y="5638800"/>
          <p14:tracePt t="70671" x="5100638" y="5638800"/>
          <p14:tracePt t="70679" x="5141913" y="5630863"/>
          <p14:tracePt t="70687" x="5192713" y="5630863"/>
          <p14:tracePt t="70695" x="5208588" y="5630863"/>
          <p14:tracePt t="70703" x="5249863" y="5613400"/>
          <p14:tracePt t="70711" x="5275263" y="5613400"/>
          <p14:tracePt t="70719" x="5291138" y="5613400"/>
          <p14:tracePt t="70727" x="5308600" y="5613400"/>
          <p14:tracePt t="70744" x="5324475" y="5613400"/>
          <p14:tracePt t="70760" x="5332413" y="5597525"/>
          <p14:tracePt t="70857" x="5324475" y="5597525"/>
          <p14:tracePt t="70865" x="5308600" y="5597525"/>
          <p14:tracePt t="70882" x="5291138" y="5597525"/>
          <p14:tracePt t="70898" x="5275263" y="5597525"/>
          <p14:tracePt t="70915" x="5267325" y="5597525"/>
          <p14:tracePt t="70929" x="5249863" y="5597525"/>
          <p14:tracePt t="70937" x="5233988" y="5597525"/>
          <p14:tracePt t="71058" x="5249863" y="5597525"/>
          <p14:tracePt t="71067" x="5267325" y="5597525"/>
          <p14:tracePt t="71075" x="5308600" y="5597525"/>
          <p14:tracePt t="71082" x="5373688" y="5597525"/>
          <p14:tracePt t="71091" x="5448300" y="5597525"/>
          <p14:tracePt t="71099" x="5573713" y="5597525"/>
          <p14:tracePt t="71107" x="5697538" y="5597525"/>
          <p14:tracePt t="71115" x="5822950" y="5597525"/>
          <p14:tracePt t="71123" x="5962650" y="5597525"/>
          <p14:tracePt t="71131" x="6088063" y="5597525"/>
          <p14:tracePt t="71139" x="6145213" y="5597525"/>
          <p14:tracePt t="71148" x="6245225" y="5597525"/>
          <p14:tracePt t="71155" x="6369050" y="5597525"/>
          <p14:tracePt t="71165" x="6435725" y="5597525"/>
          <p14:tracePt t="71172" x="6510338" y="5597525"/>
          <p14:tracePt t="71181" x="6577013" y="5613400"/>
          <p14:tracePt t="71188" x="6635750" y="5613400"/>
          <p14:tracePt t="71196" x="6677025" y="5630863"/>
          <p14:tracePt t="71204" x="6718300" y="5630863"/>
          <p14:tracePt t="71212" x="6743700" y="5630863"/>
          <p14:tracePt t="71220" x="6775450" y="5638800"/>
          <p14:tracePt t="71236" x="6784975" y="5638800"/>
          <p14:tracePt t="71244" x="6800850" y="5638800"/>
          <p14:tracePt t="71365" x="6800850" y="5656263"/>
          <p14:tracePt t="71373" x="6784975" y="5656263"/>
          <p14:tracePt t="71389" x="6775450" y="5656263"/>
          <p14:tracePt t="71398" x="6775450" y="5672138"/>
          <p14:tracePt t="71415" x="6759575" y="5672138"/>
          <p14:tracePt t="71431" x="6759575" y="5688013"/>
          <p14:tracePt t="71454" x="6759575" y="5697538"/>
          <p14:tracePt t="71462" x="6759575" y="5713413"/>
          <p14:tracePt t="71478" x="6759575" y="5730875"/>
          <p14:tracePt t="71502" x="6759575" y="5738813"/>
          <p14:tracePt t="71518" x="6759575" y="5754688"/>
          <p14:tracePt t="71527" x="6759575" y="5772150"/>
          <p14:tracePt t="71535" x="6784975" y="5780088"/>
          <p14:tracePt t="71543" x="6800850" y="5795963"/>
          <p14:tracePt t="71551" x="6842125" y="5821363"/>
          <p14:tracePt t="71559" x="6883400" y="5837238"/>
          <p14:tracePt t="71567" x="6916738" y="5862638"/>
          <p14:tracePt t="71575" x="6967538" y="5880100"/>
          <p14:tracePt t="71583" x="7024688" y="5903913"/>
          <p14:tracePt t="71591" x="7050088" y="5921375"/>
          <p14:tracePt t="71599" x="7107238" y="5937250"/>
          <p14:tracePt t="71608" x="7207250" y="5962650"/>
          <p14:tracePt t="71616" x="7273925" y="5978525"/>
          <p14:tracePt t="71624" x="7356475" y="5995988"/>
          <p14:tracePt t="71632" x="7439025" y="6003925"/>
          <p14:tracePt t="71640" x="7489825" y="6019800"/>
          <p14:tracePt t="71648" x="7556500" y="6037263"/>
          <p14:tracePt t="71656" x="7621588" y="6037263"/>
          <p14:tracePt t="71665" x="7705725" y="6037263"/>
          <p14:tracePt t="71672" x="7754938" y="6037263"/>
          <p14:tracePt t="71681" x="7804150" y="6037263"/>
          <p14:tracePt t="71688" x="7862888" y="6037263"/>
          <p14:tracePt t="71698" x="7904163" y="6037263"/>
          <p14:tracePt t="71704" x="7929563" y="6037263"/>
          <p14:tracePt t="71714" x="7970838" y="6037263"/>
          <p14:tracePt t="71720" x="7986713" y="6037263"/>
          <p14:tracePt t="71729" x="8020050" y="6037263"/>
          <p14:tracePt t="71736" x="8027988" y="6037263"/>
          <p14:tracePt t="71745" x="8045450" y="6037263"/>
          <p14:tracePt t="71761" x="8061325" y="6037263"/>
          <p14:tracePt t="71769" x="8069263" y="6019800"/>
          <p14:tracePt t="71793" x="8086725" y="6019800"/>
          <p14:tracePt t="71874" x="8069263" y="6003925"/>
          <p14:tracePt t="71882" x="8045450" y="6003925"/>
          <p14:tracePt t="71890" x="8020050" y="5995988"/>
          <p14:tracePt t="71899" x="8004175" y="5995988"/>
          <p14:tracePt t="71906" x="7970838" y="5995988"/>
          <p14:tracePt t="71915" x="7945438" y="5978525"/>
          <p14:tracePt t="71922" x="7920038" y="5978525"/>
          <p14:tracePt t="71932" x="7886700" y="5978525"/>
          <p14:tracePt t="71939" x="7862888" y="5978525"/>
          <p14:tracePt t="71948" x="7821613" y="5978525"/>
          <p14:tracePt t="71954" x="7804150" y="5978525"/>
          <p14:tracePt t="71964" x="7780338" y="5978525"/>
          <p14:tracePt t="71971" x="7762875" y="5978525"/>
          <p14:tracePt t="71979" x="7754938" y="5978525"/>
          <p14:tracePt t="71987" x="7737475" y="5978525"/>
          <p14:tracePt t="72046" x="7737475" y="5962650"/>
          <p14:tracePt t="72051" x="7754938" y="5954713"/>
          <p14:tracePt t="72060" x="7804150" y="5937250"/>
          <p14:tracePt t="72068" x="7878763" y="5903913"/>
          <p14:tracePt t="72076" x="7970838" y="5862638"/>
          <p14:tracePt t="72084" x="8102600" y="5821363"/>
          <p14:tracePt t="72092" x="8251825" y="5780088"/>
          <p14:tracePt t="72100" x="8434388" y="5738813"/>
          <p14:tracePt t="72108" x="8593138" y="5713413"/>
          <p14:tracePt t="72116" x="8658225" y="5697538"/>
          <p14:tracePt t="72124" x="8816975" y="5688013"/>
          <p14:tracePt t="72132" x="8907463" y="5672138"/>
          <p14:tracePt t="72140" x="9007475" y="5656263"/>
          <p14:tracePt t="72149" x="9082088" y="5638800"/>
          <p14:tracePt t="72156" x="9148763" y="5630863"/>
          <p14:tracePt t="72165" x="9190038" y="5630863"/>
          <p14:tracePt t="72172" x="9213850" y="5630863"/>
          <p14:tracePt t="72182" x="9247188" y="5630863"/>
          <p14:tracePt t="72189" x="9256713" y="5630863"/>
          <p14:tracePt t="72198" x="9272588" y="5630863"/>
          <p14:tracePt t="72214" x="9272588" y="5613400"/>
          <p14:tracePt t="72221" x="9288463" y="5613400"/>
          <p14:tracePt t="72286" x="9288463" y="5630863"/>
          <p14:tracePt t="72302" x="9288463" y="5638800"/>
          <p14:tracePt t="72310" x="9288463" y="5656263"/>
          <p14:tracePt t="72326" x="9288463" y="5672138"/>
          <p14:tracePt t="72334" x="9297988" y="5697538"/>
          <p14:tracePt t="72342" x="9313863" y="5713413"/>
          <p14:tracePt t="72350" x="9339263" y="5738813"/>
          <p14:tracePt t="72358" x="9372600" y="5772150"/>
          <p14:tracePt t="72366" x="9396413" y="5780088"/>
          <p14:tracePt t="72375" x="9413875" y="5813425"/>
          <p14:tracePt t="72382" x="9429750" y="5821363"/>
          <p14:tracePt t="72391" x="9455150" y="5854700"/>
          <p14:tracePt t="72399" x="9471025" y="5862638"/>
          <p14:tracePt t="72407" x="9480550" y="5880100"/>
          <p14:tracePt t="72415" x="9480550" y="5895975"/>
          <p14:tracePt t="72423" x="9496425" y="5895975"/>
          <p14:tracePt t="72431" x="9496425" y="5903913"/>
          <p14:tracePt t="73747" x="9455150" y="5903913"/>
          <p14:tracePt t="73755" x="9396413" y="5903913"/>
          <p14:tracePt t="73766" x="9297988" y="5895975"/>
          <p14:tracePt t="73771" x="9272588" y="5880100"/>
          <p14:tracePt t="73782" x="9205913" y="5854700"/>
          <p14:tracePt t="73787" x="9123363" y="5837238"/>
          <p14:tracePt t="73795" x="9082088" y="5821363"/>
          <p14:tracePt t="73803" x="9031288" y="5813425"/>
          <p14:tracePt t="73811" x="9007475" y="5795963"/>
          <p14:tracePt t="73819" x="8990013" y="5795963"/>
          <p14:tracePt t="73828" x="8982075" y="5780088"/>
          <p14:tracePt t="73844" x="8966200" y="5780088"/>
          <p14:tracePt t="73860" x="8966200" y="5772150"/>
          <p14:tracePt t="73884" x="8966200" y="5754688"/>
          <p14:tracePt t="73892" x="8966200" y="5738813"/>
          <p14:tracePt t="73900" x="8966200" y="5713413"/>
          <p14:tracePt t="73908" x="9007475" y="5672138"/>
          <p14:tracePt t="73916" x="9048750" y="5638800"/>
          <p14:tracePt t="73924" x="9123363" y="5597525"/>
          <p14:tracePt t="73933" x="9205913" y="5548313"/>
          <p14:tracePt t="73941" x="9231313" y="5514975"/>
          <p14:tracePt t="73949" x="9297988" y="5489575"/>
          <p14:tracePt t="73957" x="9355138" y="5448300"/>
          <p14:tracePt t="73965" x="9413875" y="5422900"/>
          <p14:tracePt t="73973" x="9471025" y="5407025"/>
          <p14:tracePt t="73981" x="9480550" y="5389563"/>
          <p14:tracePt t="73989" x="9512300" y="5389563"/>
          <p14:tracePt t="73998" x="9521825" y="5373688"/>
          <p14:tracePt t="74022" x="9537700" y="5373688"/>
          <p14:tracePt t="74118" x="9537700" y="5389563"/>
          <p14:tracePt t="74126" x="9537700" y="5407025"/>
          <p14:tracePt t="74135" x="9512300" y="5432425"/>
          <p14:tracePt t="74143" x="9480550" y="5464175"/>
          <p14:tracePt t="74150" x="9471025" y="5507038"/>
          <p14:tracePt t="74159" x="9455150" y="5530850"/>
          <p14:tracePt t="74167" x="9429750" y="5572125"/>
          <p14:tracePt t="74175" x="9396413" y="5613400"/>
          <p14:tracePt t="74183" x="9372600" y="5638800"/>
          <p14:tracePt t="74191" x="9372600" y="5672138"/>
          <p14:tracePt t="74199" x="9355138" y="5672138"/>
          <p14:tracePt t="74207" x="9355138" y="5688013"/>
          <p14:tracePt t="74215" x="9339263" y="5697538"/>
          <p14:tracePt t="81116" x="9297988" y="5697538"/>
          <p14:tracePt t="81121" x="9288463" y="5697538"/>
          <p14:tracePt t="81134" x="9247188" y="5697538"/>
          <p14:tracePt t="81136" x="9205913" y="5697538"/>
          <p14:tracePt t="81150" x="9190038" y="5697538"/>
          <p14:tracePt t="81152" x="9164638" y="5697538"/>
          <p14:tracePt t="81167" x="9148763" y="5697538"/>
          <p14:tracePt t="81168" x="9131300" y="5697538"/>
          <p14:tracePt t="81184" x="9123363" y="5697538"/>
          <p14:tracePt t="81353" x="9131300" y="5697538"/>
          <p14:tracePt t="81361" x="9164638" y="5697538"/>
          <p14:tracePt t="81369" x="9172575" y="5713413"/>
          <p14:tracePt t="81377" x="9213850" y="5730875"/>
          <p14:tracePt t="81385" x="9272588" y="5738813"/>
          <p14:tracePt t="81393" x="9297988" y="5754688"/>
          <p14:tracePt t="81402" x="9355138" y="5772150"/>
          <p14:tracePt t="81409" x="9396413" y="5795963"/>
          <p14:tracePt t="81418" x="9437688" y="5813425"/>
          <p14:tracePt t="81426" x="9480550" y="5821363"/>
          <p14:tracePt t="81434" x="9537700" y="5821363"/>
          <p14:tracePt t="81442" x="9563100" y="5837238"/>
          <p14:tracePt t="81450" x="9596438" y="5854700"/>
          <p14:tracePt t="81458" x="9604375" y="5854700"/>
          <p14:tracePt t="81466" x="9637713" y="5854700"/>
          <p14:tracePt t="81474" x="9653588" y="5854700"/>
          <p14:tracePt t="81482" x="9663113" y="5854700"/>
          <p14:tracePt t="81506" x="9678988" y="5854700"/>
        </p14:tracePtLst>
      </p14:laserTrace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1909</Words>
  <Application>Microsoft Macintosh PowerPoint</Application>
  <PresentationFormat>寬螢幕</PresentationFormat>
  <Paragraphs>157</Paragraphs>
  <Slides>20</Slides>
  <Notes>15</Notes>
  <HiddenSlides>0</HiddenSlides>
  <MMClips>20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Office Theme</vt:lpstr>
      <vt:lpstr>BUY 4 REINFORCE SAMPLES,  GET A BASELINE FOR FREE!</vt:lpstr>
      <vt:lpstr>Our Project: Fine-Tuning Vision-Language Models for Action Prediction in Autonomous Driving</vt:lpstr>
      <vt:lpstr>Our Project: Fine-Tuning Vision-Language Models for Action Prediction in Autonomous Driving</vt:lpstr>
      <vt:lpstr>Our Project: Fine-Tuning Vision-Language Models for Action Prediction in Autonomous Driving</vt:lpstr>
      <vt:lpstr>Buy 4 REINFORCE Samples, Get a Baseline for Free! Why the Paper is Relevant and Inspiring?</vt:lpstr>
      <vt:lpstr>Buy 4 REINFORCE Samples, Get a Baseline for Free! Why the Paper is Relevant and Inspiring?</vt:lpstr>
      <vt:lpstr>Buy 4 REINFORCE Samples, Get a Baseline for Free! Personal Takeaways</vt:lpstr>
      <vt:lpstr>Main Findings and the Connections to Our Method</vt:lpstr>
      <vt:lpstr>REINFORCE Estimator and Baseline</vt:lpstr>
      <vt:lpstr>Gumbel-Top-k Trick and Stochastic Beam Searchch</vt:lpstr>
      <vt:lpstr>Threshold Sampling and Priority Sampling</vt:lpstr>
      <vt:lpstr>Different REINFORCE Estimations</vt:lpstr>
      <vt:lpstr>Proof of Unbiasedness of Priority Sampling Estimator</vt:lpstr>
      <vt:lpstr>Proof of Unbiasedness of Priority Sampling Estimator</vt:lpstr>
      <vt:lpstr>Proof of Unbiasedness of Priority Sampling Estimator</vt:lpstr>
      <vt:lpstr>REINFORCE with Replacement</vt:lpstr>
      <vt:lpstr>Proof of Unbiasedness of REINFORCE with Replacement Estimator</vt:lpstr>
      <vt:lpstr>Proof of Unbiasedness of REINFORCE with Replacement Estimator</vt:lpstr>
      <vt:lpstr>Proof of Unbiasedness of REINFORCE with Replacement Estimator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 Chen-Fang</dc:creator>
  <cp:lastModifiedBy>鄭凱元</cp:lastModifiedBy>
  <cp:revision>3</cp:revision>
  <dcterms:created xsi:type="dcterms:W3CDTF">2025-05-15T04:08:07Z</dcterms:created>
  <dcterms:modified xsi:type="dcterms:W3CDTF">2025-05-15T12:12:17Z</dcterms:modified>
</cp:coreProperties>
</file>